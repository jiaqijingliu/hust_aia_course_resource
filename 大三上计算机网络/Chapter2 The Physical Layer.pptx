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93" r:id="rId1"/>
  </p:sldMasterIdLst>
  <p:notesMasterIdLst>
    <p:notesMasterId r:id="rId70"/>
  </p:notesMasterIdLst>
  <p:handoutMasterIdLst>
    <p:handoutMasterId r:id="rId71"/>
  </p:handoutMasterIdLst>
  <p:sldIdLst>
    <p:sldId id="475" r:id="rId2"/>
    <p:sldId id="567" r:id="rId3"/>
    <p:sldId id="511" r:id="rId4"/>
    <p:sldId id="512" r:id="rId5"/>
    <p:sldId id="513" r:id="rId6"/>
    <p:sldId id="468" r:id="rId7"/>
    <p:sldId id="514" r:id="rId8"/>
    <p:sldId id="571" r:id="rId9"/>
    <p:sldId id="522" r:id="rId10"/>
    <p:sldId id="526" r:id="rId11"/>
    <p:sldId id="527" r:id="rId12"/>
    <p:sldId id="531" r:id="rId13"/>
    <p:sldId id="533" r:id="rId14"/>
    <p:sldId id="534" r:id="rId15"/>
    <p:sldId id="535" r:id="rId16"/>
    <p:sldId id="577" r:id="rId17"/>
    <p:sldId id="536" r:id="rId18"/>
    <p:sldId id="537" r:id="rId19"/>
    <p:sldId id="570" r:id="rId20"/>
    <p:sldId id="538" r:id="rId21"/>
    <p:sldId id="539" r:id="rId22"/>
    <p:sldId id="572" r:id="rId23"/>
    <p:sldId id="542" r:id="rId24"/>
    <p:sldId id="543" r:id="rId25"/>
    <p:sldId id="552" r:id="rId26"/>
    <p:sldId id="546" r:id="rId27"/>
    <p:sldId id="547" r:id="rId28"/>
    <p:sldId id="548" r:id="rId29"/>
    <p:sldId id="545" r:id="rId30"/>
    <p:sldId id="549" r:id="rId31"/>
    <p:sldId id="550" r:id="rId32"/>
    <p:sldId id="551" r:id="rId33"/>
    <p:sldId id="553" r:id="rId34"/>
    <p:sldId id="554" r:id="rId35"/>
    <p:sldId id="555" r:id="rId36"/>
    <p:sldId id="556" r:id="rId37"/>
    <p:sldId id="557" r:id="rId38"/>
    <p:sldId id="559" r:id="rId39"/>
    <p:sldId id="560" r:id="rId40"/>
    <p:sldId id="561" r:id="rId41"/>
    <p:sldId id="578" r:id="rId42"/>
    <p:sldId id="562" r:id="rId43"/>
    <p:sldId id="565" r:id="rId44"/>
    <p:sldId id="532" r:id="rId45"/>
    <p:sldId id="544" r:id="rId46"/>
    <p:sldId id="307" r:id="rId47"/>
    <p:sldId id="418" r:id="rId48"/>
    <p:sldId id="485" r:id="rId49"/>
    <p:sldId id="486" r:id="rId50"/>
    <p:sldId id="419" r:id="rId51"/>
    <p:sldId id="420" r:id="rId52"/>
    <p:sldId id="421" r:id="rId53"/>
    <p:sldId id="392" r:id="rId54"/>
    <p:sldId id="268" r:id="rId55"/>
    <p:sldId id="347" r:id="rId56"/>
    <p:sldId id="348" r:id="rId57"/>
    <p:sldId id="422" r:id="rId58"/>
    <p:sldId id="566" r:id="rId59"/>
    <p:sldId id="579" r:id="rId60"/>
    <p:sldId id="515" r:id="rId61"/>
    <p:sldId id="576" r:id="rId62"/>
    <p:sldId id="508" r:id="rId63"/>
    <p:sldId id="509" r:id="rId64"/>
    <p:sldId id="510" r:id="rId65"/>
    <p:sldId id="569" r:id="rId66"/>
    <p:sldId id="573" r:id="rId67"/>
    <p:sldId id="574" r:id="rId68"/>
    <p:sldId id="575" r:id="rId69"/>
  </p:sldIdLst>
  <p:sldSz cx="9144000" cy="6858000" type="screen4x3"/>
  <p:notesSz cx="7315200" cy="96012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a:srgbClr val="000099"/>
    <a:srgbClr val="FF4949"/>
    <a:srgbClr val="990716"/>
    <a:srgbClr val="339900"/>
    <a:srgbClr val="336600"/>
    <a:srgbClr val="33CCFF"/>
    <a:srgbClr val="00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55" autoAdjust="0"/>
    <p:restoredTop sz="92650" autoAdjust="0"/>
  </p:normalViewPr>
  <p:slideViewPr>
    <p:cSldViewPr snapToGrid="0">
      <p:cViewPr varScale="1">
        <p:scale>
          <a:sx n="73" d="100"/>
          <a:sy n="73" d="100"/>
        </p:scale>
        <p:origin x="72" y="76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224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image" Target="../media/image6.jpe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6.jpeg"/></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image" Target="../media/image6.jpeg"/></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image" Target="../media/image6.jpeg"/></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image" Target="../media/image6.jpeg"/></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image" Target="../media/image6.jpeg"/></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emf"/><Relationship Id="rId1" Type="http://schemas.openxmlformats.org/officeDocument/2006/relationships/image" Target="../media/image6.jpeg"/><Relationship Id="rId5" Type="http://schemas.openxmlformats.org/officeDocument/2006/relationships/image" Target="../media/image23.emf"/><Relationship Id="rId4" Type="http://schemas.openxmlformats.org/officeDocument/2006/relationships/image" Target="../media/image22.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image" Target="../media/image6.jpeg"/></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image" Target="../media/image6.jpeg"/></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image" Target="../media/image6.jpeg"/></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image" Target="../media/image6.jpeg"/></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image" Target="../media/image6.jpeg"/></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image" Target="../media/image6.jpeg"/></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image" Target="../media/image6.jpeg"/></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image" Target="../media/image6.jpeg"/></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image" Target="../media/image6.jpeg"/></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image" Target="../media/image6.jpeg"/></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image" Target="../media/image6.jpeg"/></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image" Target="../media/image6.jpeg"/></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image" Target="../media/image6.jpe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BB5D38CD-E2AB-4331-B797-EC72642406FA}"/>
              </a:ext>
            </a:extLst>
          </p:cNvPr>
          <p:cNvSpPr>
            <a:spLocks noGrp="1" noChangeArrowheads="1"/>
          </p:cNvSpPr>
          <p:nvPr>
            <p:ph type="hdr" sz="quarter"/>
          </p:nvPr>
        </p:nvSpPr>
        <p:spPr bwMode="auto">
          <a:xfrm>
            <a:off x="0" y="0"/>
            <a:ext cx="3170238" cy="479425"/>
          </a:xfrm>
          <a:prstGeom prst="rect">
            <a:avLst/>
          </a:prstGeom>
          <a:noFill/>
          <a:ln>
            <a:noFill/>
          </a:ln>
          <a:extLst/>
        </p:spPr>
        <p:txBody>
          <a:bodyPr vert="horz" wrap="square" lIns="91429" tIns="45714" rIns="91429" bIns="45714" numCol="1" anchor="t" anchorCtr="0" compatLnSpc="1">
            <a:prstTxWarp prst="textNoShape">
              <a:avLst/>
            </a:prstTxWarp>
          </a:bodyPr>
          <a:lstStyle>
            <a:lvl1pPr>
              <a:defRPr sz="1200">
                <a:latin typeface="Times New Roman" charset="0"/>
                <a:ea typeface="ＭＳ Ｐゴシック" charset="0"/>
                <a:cs typeface="ＭＳ Ｐゴシック" charset="0"/>
              </a:defRPr>
            </a:lvl1pPr>
          </a:lstStyle>
          <a:p>
            <a:pPr>
              <a:defRPr/>
            </a:pPr>
            <a:endParaRPr lang="en-US"/>
          </a:p>
        </p:txBody>
      </p:sp>
      <p:sp>
        <p:nvSpPr>
          <p:cNvPr id="131075" name="Rectangle 3">
            <a:extLst>
              <a:ext uri="{FF2B5EF4-FFF2-40B4-BE49-F238E27FC236}">
                <a16:creationId xmlns:a16="http://schemas.microsoft.com/office/drawing/2014/main" id="{1BC9EF04-6C7D-4EC0-821A-1E05D9CE7AC0}"/>
              </a:ext>
            </a:extLst>
          </p:cNvPr>
          <p:cNvSpPr>
            <a:spLocks noGrp="1" noChangeArrowheads="1"/>
          </p:cNvSpPr>
          <p:nvPr>
            <p:ph type="dt" sz="quarter" idx="1"/>
          </p:nvPr>
        </p:nvSpPr>
        <p:spPr bwMode="auto">
          <a:xfrm>
            <a:off x="4143375" y="0"/>
            <a:ext cx="3170238" cy="479425"/>
          </a:xfrm>
          <a:prstGeom prst="rect">
            <a:avLst/>
          </a:prstGeom>
          <a:noFill/>
          <a:ln>
            <a:noFill/>
          </a:ln>
          <a:extLst/>
        </p:spPr>
        <p:txBody>
          <a:bodyPr vert="horz" wrap="square" lIns="91429" tIns="45714" rIns="91429" bIns="45714" numCol="1" anchor="t" anchorCtr="0" compatLnSpc="1">
            <a:prstTxWarp prst="textNoShape">
              <a:avLst/>
            </a:prstTxWarp>
          </a:bodyPr>
          <a:lstStyle>
            <a:lvl1pPr algn="r">
              <a:defRPr sz="1200">
                <a:latin typeface="Times New Roman" charset="0"/>
                <a:ea typeface="ＭＳ Ｐゴシック" charset="0"/>
                <a:cs typeface="ＭＳ Ｐゴシック" charset="0"/>
              </a:defRPr>
            </a:lvl1pPr>
          </a:lstStyle>
          <a:p>
            <a:pPr>
              <a:defRPr/>
            </a:pPr>
            <a:endParaRPr lang="en-US"/>
          </a:p>
        </p:txBody>
      </p:sp>
      <p:sp>
        <p:nvSpPr>
          <p:cNvPr id="131076" name="Rectangle 4">
            <a:extLst>
              <a:ext uri="{FF2B5EF4-FFF2-40B4-BE49-F238E27FC236}">
                <a16:creationId xmlns:a16="http://schemas.microsoft.com/office/drawing/2014/main" id="{3DF52E9B-8CE6-4DA5-A7FE-87826A31B1CC}"/>
              </a:ext>
            </a:extLst>
          </p:cNvPr>
          <p:cNvSpPr>
            <a:spLocks noGrp="1" noChangeArrowheads="1"/>
          </p:cNvSpPr>
          <p:nvPr>
            <p:ph type="ftr" sz="quarter" idx="2"/>
          </p:nvPr>
        </p:nvSpPr>
        <p:spPr bwMode="auto">
          <a:xfrm>
            <a:off x="0" y="9120188"/>
            <a:ext cx="3170238" cy="479425"/>
          </a:xfrm>
          <a:prstGeom prst="rect">
            <a:avLst/>
          </a:prstGeom>
          <a:noFill/>
          <a:ln>
            <a:noFill/>
          </a:ln>
          <a:extLst/>
        </p:spPr>
        <p:txBody>
          <a:bodyPr vert="horz" wrap="square" lIns="91429" tIns="45714" rIns="91429" bIns="45714" numCol="1" anchor="b" anchorCtr="0" compatLnSpc="1">
            <a:prstTxWarp prst="textNoShape">
              <a:avLst/>
            </a:prstTxWarp>
          </a:bodyPr>
          <a:lstStyle>
            <a:lvl1pPr>
              <a:defRPr sz="1200">
                <a:latin typeface="Times New Roman" charset="0"/>
                <a:ea typeface="ＭＳ Ｐゴシック" charset="0"/>
                <a:cs typeface="ＭＳ Ｐゴシック" charset="0"/>
              </a:defRPr>
            </a:lvl1pPr>
          </a:lstStyle>
          <a:p>
            <a:pPr>
              <a:defRPr/>
            </a:pPr>
            <a:endParaRPr lang="en-US"/>
          </a:p>
        </p:txBody>
      </p:sp>
      <p:sp>
        <p:nvSpPr>
          <p:cNvPr id="131077" name="Rectangle 5">
            <a:extLst>
              <a:ext uri="{FF2B5EF4-FFF2-40B4-BE49-F238E27FC236}">
                <a16:creationId xmlns:a16="http://schemas.microsoft.com/office/drawing/2014/main" id="{7475F905-3494-4099-9FC0-41447C1899BC}"/>
              </a:ext>
            </a:extLst>
          </p:cNvPr>
          <p:cNvSpPr>
            <a:spLocks noGrp="1" noChangeArrowheads="1"/>
          </p:cNvSpPr>
          <p:nvPr>
            <p:ph type="sldNum" sz="quarter" idx="3"/>
          </p:nvPr>
        </p:nvSpPr>
        <p:spPr bwMode="auto">
          <a:xfrm>
            <a:off x="4143375" y="9120188"/>
            <a:ext cx="3170238" cy="479425"/>
          </a:xfrm>
          <a:prstGeom prst="rect">
            <a:avLst/>
          </a:prstGeom>
          <a:noFill/>
          <a:ln>
            <a:noFill/>
          </a:ln>
          <a:extLst/>
        </p:spPr>
        <p:txBody>
          <a:bodyPr vert="horz" wrap="square" lIns="91429" tIns="45714" rIns="91429" bIns="45714" numCol="1" anchor="b" anchorCtr="0" compatLnSpc="1">
            <a:prstTxWarp prst="textNoShape">
              <a:avLst/>
            </a:prstTxWarp>
          </a:bodyPr>
          <a:lstStyle>
            <a:lvl1pPr algn="r">
              <a:defRPr sz="1200">
                <a:latin typeface="Times New Roman" panose="02020603050405020304" pitchFamily="18" charset="0"/>
              </a:defRPr>
            </a:lvl1pPr>
          </a:lstStyle>
          <a:p>
            <a:pPr>
              <a:defRPr/>
            </a:pPr>
            <a:fld id="{9A177316-2787-4EF1-B720-EA629D2DE762}"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A80B27EC-90CF-4D66-BB23-A10CBD63476C}"/>
              </a:ext>
            </a:extLst>
          </p:cNvPr>
          <p:cNvSpPr>
            <a:spLocks noGrp="1" noChangeArrowheads="1"/>
          </p:cNvSpPr>
          <p:nvPr>
            <p:ph type="hdr" sz="quarter"/>
          </p:nvPr>
        </p:nvSpPr>
        <p:spPr bwMode="auto">
          <a:xfrm>
            <a:off x="0" y="0"/>
            <a:ext cx="3170238" cy="479425"/>
          </a:xfrm>
          <a:prstGeom prst="rect">
            <a:avLst/>
          </a:prstGeom>
          <a:noFill/>
          <a:ln>
            <a:noFill/>
          </a:ln>
          <a:extLst/>
        </p:spPr>
        <p:txBody>
          <a:bodyPr vert="horz" wrap="square" lIns="96649" tIns="48325" rIns="96649" bIns="48325" numCol="1" anchor="t" anchorCtr="0" compatLnSpc="1">
            <a:prstTxWarp prst="textNoShape">
              <a:avLst/>
            </a:prstTxWarp>
          </a:bodyPr>
          <a:lstStyle>
            <a:lvl1pPr defTabSz="966788">
              <a:defRPr sz="1300">
                <a:latin typeface="Times New Roman" charset="0"/>
                <a:ea typeface="ＭＳ Ｐゴシック" charset="0"/>
                <a:cs typeface="ＭＳ Ｐゴシック" charset="0"/>
              </a:defRPr>
            </a:lvl1pPr>
          </a:lstStyle>
          <a:p>
            <a:pPr>
              <a:defRPr/>
            </a:pPr>
            <a:endParaRPr lang="en-US"/>
          </a:p>
        </p:txBody>
      </p:sp>
      <p:sp>
        <p:nvSpPr>
          <p:cNvPr id="3075" name="Rectangle 3">
            <a:extLst>
              <a:ext uri="{FF2B5EF4-FFF2-40B4-BE49-F238E27FC236}">
                <a16:creationId xmlns:a16="http://schemas.microsoft.com/office/drawing/2014/main" id="{0C9213CF-206D-4FD6-B613-35BA9DA3BA98}"/>
              </a:ext>
            </a:extLst>
          </p:cNvPr>
          <p:cNvSpPr>
            <a:spLocks noGrp="1" noChangeArrowheads="1"/>
          </p:cNvSpPr>
          <p:nvPr>
            <p:ph type="dt" idx="1"/>
          </p:nvPr>
        </p:nvSpPr>
        <p:spPr bwMode="auto">
          <a:xfrm>
            <a:off x="4144963" y="0"/>
            <a:ext cx="3170237" cy="479425"/>
          </a:xfrm>
          <a:prstGeom prst="rect">
            <a:avLst/>
          </a:prstGeom>
          <a:noFill/>
          <a:ln>
            <a:noFill/>
          </a:ln>
          <a:extLst/>
        </p:spPr>
        <p:txBody>
          <a:bodyPr vert="horz" wrap="square" lIns="96649" tIns="48325" rIns="96649" bIns="48325" numCol="1" anchor="t" anchorCtr="0" compatLnSpc="1">
            <a:prstTxWarp prst="textNoShape">
              <a:avLst/>
            </a:prstTxWarp>
          </a:bodyPr>
          <a:lstStyle>
            <a:lvl1pPr algn="r" defTabSz="966788">
              <a:defRPr sz="1300">
                <a:latin typeface="Times New Roman" charset="0"/>
                <a:ea typeface="ＭＳ Ｐゴシック" charset="0"/>
                <a:cs typeface="ＭＳ Ｐゴシック" charset="0"/>
              </a:defRPr>
            </a:lvl1pPr>
          </a:lstStyle>
          <a:p>
            <a:pPr>
              <a:defRPr/>
            </a:pPr>
            <a:endParaRPr lang="en-US"/>
          </a:p>
        </p:txBody>
      </p:sp>
      <p:sp>
        <p:nvSpPr>
          <p:cNvPr id="8196" name="Rectangle 4">
            <a:extLst>
              <a:ext uri="{FF2B5EF4-FFF2-40B4-BE49-F238E27FC236}">
                <a16:creationId xmlns:a16="http://schemas.microsoft.com/office/drawing/2014/main" id="{B112099C-EB14-4818-B4A1-006C914BEFE0}"/>
              </a:ext>
            </a:extLst>
          </p:cNvPr>
          <p:cNvSpPr>
            <a:spLocks noGrp="1" noRot="1" noChangeAspect="1" noChangeArrowheads="1" noTextEdit="1"/>
          </p:cNvSpPr>
          <p:nvPr>
            <p:ph type="sldImg" idx="2"/>
          </p:nvPr>
        </p:nvSpPr>
        <p:spPr bwMode="auto">
          <a:xfrm>
            <a:off x="1258888"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D9B07A58-233D-471D-8F22-221D12CA3B5E}"/>
              </a:ext>
            </a:extLst>
          </p:cNvPr>
          <p:cNvSpPr>
            <a:spLocks noGrp="1" noChangeArrowheads="1"/>
          </p:cNvSpPr>
          <p:nvPr>
            <p:ph type="body" sz="quarter" idx="3"/>
          </p:nvPr>
        </p:nvSpPr>
        <p:spPr bwMode="auto">
          <a:xfrm>
            <a:off x="974725" y="4560888"/>
            <a:ext cx="5365750" cy="4319587"/>
          </a:xfrm>
          <a:prstGeom prst="rect">
            <a:avLst/>
          </a:prstGeom>
          <a:noFill/>
          <a:ln>
            <a:noFill/>
          </a:ln>
          <a:extLst/>
        </p:spPr>
        <p:txBody>
          <a:bodyPr vert="horz" wrap="square" lIns="96649" tIns="48325" rIns="96649" bIns="4832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a:extLst>
              <a:ext uri="{FF2B5EF4-FFF2-40B4-BE49-F238E27FC236}">
                <a16:creationId xmlns:a16="http://schemas.microsoft.com/office/drawing/2014/main" id="{659CB225-10AD-4B78-A5D3-6503D57F2793}"/>
              </a:ext>
            </a:extLst>
          </p:cNvPr>
          <p:cNvSpPr>
            <a:spLocks noGrp="1" noChangeArrowheads="1"/>
          </p:cNvSpPr>
          <p:nvPr>
            <p:ph type="ftr" sz="quarter" idx="4"/>
          </p:nvPr>
        </p:nvSpPr>
        <p:spPr bwMode="auto">
          <a:xfrm>
            <a:off x="0" y="9121775"/>
            <a:ext cx="3170238" cy="479425"/>
          </a:xfrm>
          <a:prstGeom prst="rect">
            <a:avLst/>
          </a:prstGeom>
          <a:noFill/>
          <a:ln>
            <a:noFill/>
          </a:ln>
          <a:extLst/>
        </p:spPr>
        <p:txBody>
          <a:bodyPr vert="horz" wrap="square" lIns="96649" tIns="48325" rIns="96649" bIns="48325" numCol="1" anchor="b" anchorCtr="0" compatLnSpc="1">
            <a:prstTxWarp prst="textNoShape">
              <a:avLst/>
            </a:prstTxWarp>
          </a:bodyPr>
          <a:lstStyle>
            <a:lvl1pPr defTabSz="966788">
              <a:defRPr sz="1300">
                <a:latin typeface="Times New Roman" charset="0"/>
                <a:ea typeface="ＭＳ Ｐゴシック" charset="0"/>
                <a:cs typeface="ＭＳ Ｐゴシック" charset="0"/>
              </a:defRPr>
            </a:lvl1pPr>
          </a:lstStyle>
          <a:p>
            <a:pPr>
              <a:defRPr/>
            </a:pPr>
            <a:endParaRPr lang="en-US"/>
          </a:p>
        </p:txBody>
      </p:sp>
      <p:sp>
        <p:nvSpPr>
          <p:cNvPr id="3079" name="Rectangle 7">
            <a:extLst>
              <a:ext uri="{FF2B5EF4-FFF2-40B4-BE49-F238E27FC236}">
                <a16:creationId xmlns:a16="http://schemas.microsoft.com/office/drawing/2014/main" id="{93BFDDD4-9C22-4F86-999A-84BA74B3A967}"/>
              </a:ext>
            </a:extLst>
          </p:cNvPr>
          <p:cNvSpPr>
            <a:spLocks noGrp="1" noChangeArrowheads="1"/>
          </p:cNvSpPr>
          <p:nvPr>
            <p:ph type="sldNum" sz="quarter" idx="5"/>
          </p:nvPr>
        </p:nvSpPr>
        <p:spPr bwMode="auto">
          <a:xfrm>
            <a:off x="4144963" y="9121775"/>
            <a:ext cx="3170237" cy="479425"/>
          </a:xfrm>
          <a:prstGeom prst="rect">
            <a:avLst/>
          </a:prstGeom>
          <a:noFill/>
          <a:ln>
            <a:noFill/>
          </a:ln>
          <a:extLst/>
        </p:spPr>
        <p:txBody>
          <a:bodyPr vert="horz" wrap="square" lIns="96649" tIns="48325" rIns="96649" bIns="48325" numCol="1" anchor="b" anchorCtr="0" compatLnSpc="1">
            <a:prstTxWarp prst="textNoShape">
              <a:avLst/>
            </a:prstTxWarp>
          </a:bodyPr>
          <a:lstStyle>
            <a:lvl1pPr algn="r" defTabSz="966788">
              <a:defRPr sz="1300">
                <a:latin typeface="Times New Roman" panose="02020603050405020304" pitchFamily="18" charset="0"/>
              </a:defRPr>
            </a:lvl1pPr>
          </a:lstStyle>
          <a:p>
            <a:pPr>
              <a:defRPr/>
            </a:pPr>
            <a:fld id="{1D30138E-6F9D-4DF6-AF81-4D397FE96B0B}"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0C8EF7-1465-4A23-B3B0-DB2A1822F1A7}" type="slidenum">
              <a:rPr lang="en-US" altLang="zh-CN" smtClean="0"/>
              <a:pPr/>
              <a:t>9</a:t>
            </a:fld>
            <a:endParaRPr lang="en-US" altLang="zh-CN"/>
          </a:p>
        </p:txBody>
      </p:sp>
    </p:spTree>
    <p:extLst>
      <p:ext uri="{BB962C8B-B14F-4D97-AF65-F5344CB8AC3E}">
        <p14:creationId xmlns:p14="http://schemas.microsoft.com/office/powerpoint/2010/main" val="6427511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0C8EF7-1465-4A23-B3B0-DB2A1822F1A7}" type="slidenum">
              <a:rPr lang="en-US" altLang="zh-CN" smtClean="0"/>
              <a:pPr/>
              <a:t>19</a:t>
            </a:fld>
            <a:endParaRPr lang="en-US" altLang="zh-CN"/>
          </a:p>
        </p:txBody>
      </p:sp>
    </p:spTree>
    <p:extLst>
      <p:ext uri="{BB962C8B-B14F-4D97-AF65-F5344CB8AC3E}">
        <p14:creationId xmlns:p14="http://schemas.microsoft.com/office/powerpoint/2010/main" val="5162652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Times New Roman" pitchFamily="18" charset="0"/>
                <a:ea typeface="ＭＳ Ｐゴシック" charset="0"/>
                <a:cs typeface="ＭＳ Ｐゴシック" charset="0"/>
              </a:rPr>
              <a:t>10BASE-T</a:t>
            </a:r>
            <a:r>
              <a:rPr lang="zh-CN" altLang="en-US" sz="1200" b="0" i="0" kern="1200" dirty="0">
                <a:solidFill>
                  <a:schemeClr val="tx1"/>
                </a:solidFill>
                <a:effectLst/>
                <a:latin typeface="Times New Roman" pitchFamily="18" charset="0"/>
                <a:ea typeface="ＭＳ Ｐゴシック" charset="0"/>
                <a:cs typeface="ＭＳ Ｐゴシック" charset="0"/>
              </a:rPr>
              <a:t>传统以太网采用的曼彻斯特编码，该编码把每个码元分成前后两部分，前一个部分为高电平而后一个部分为低电平表示码元 </a:t>
            </a:r>
            <a:r>
              <a:rPr lang="en-US" altLang="zh-CN" sz="1200" b="0" i="0" kern="1200" dirty="0">
                <a:solidFill>
                  <a:schemeClr val="tx1"/>
                </a:solidFill>
                <a:effectLst/>
                <a:latin typeface="Times New Roman" pitchFamily="18" charset="0"/>
                <a:ea typeface="ＭＳ Ｐゴシック" charset="0"/>
                <a:cs typeface="ＭＳ Ｐゴシック" charset="0"/>
              </a:rPr>
              <a:t>1</a:t>
            </a:r>
            <a:r>
              <a:rPr lang="zh-CN" altLang="en-US" sz="1200" b="0" i="0" kern="1200" dirty="0">
                <a:solidFill>
                  <a:schemeClr val="tx1"/>
                </a:solidFill>
                <a:effectLst/>
                <a:latin typeface="Times New Roman" pitchFamily="18" charset="0"/>
                <a:ea typeface="ＭＳ Ｐゴシック" charset="0"/>
                <a:cs typeface="ＭＳ Ｐゴシック" charset="0"/>
              </a:rPr>
              <a:t>，反之为 </a:t>
            </a:r>
            <a:r>
              <a:rPr lang="en-US" altLang="zh-CN" sz="1200" b="0" i="0" kern="1200" dirty="0">
                <a:solidFill>
                  <a:schemeClr val="tx1"/>
                </a:solidFill>
                <a:effectLst/>
                <a:latin typeface="Times New Roman" pitchFamily="18" charset="0"/>
                <a:ea typeface="ＭＳ Ｐゴシック" charset="0"/>
                <a:cs typeface="ＭＳ Ｐゴシック" charset="0"/>
              </a:rPr>
              <a:t>0</a:t>
            </a:r>
            <a:r>
              <a:rPr lang="zh-CN" altLang="en-US" sz="1200" b="0" i="0" kern="1200" dirty="0">
                <a:solidFill>
                  <a:schemeClr val="tx1"/>
                </a:solidFill>
                <a:effectLst/>
                <a:latin typeface="Times New Roman" pitchFamily="18" charset="0"/>
                <a:ea typeface="ＭＳ Ｐゴシック" charset="0"/>
                <a:cs typeface="ＭＳ Ｐゴシック" charset="0"/>
              </a:rPr>
              <a:t>。</a:t>
            </a:r>
            <a:endParaRPr lang="zh-CN" altLang="en-US" dirty="0"/>
          </a:p>
        </p:txBody>
      </p:sp>
      <p:sp>
        <p:nvSpPr>
          <p:cNvPr id="4" name="灯片编号占位符 3"/>
          <p:cNvSpPr>
            <a:spLocks noGrp="1"/>
          </p:cNvSpPr>
          <p:nvPr>
            <p:ph type="sldNum" sz="quarter" idx="5"/>
          </p:nvPr>
        </p:nvSpPr>
        <p:spPr/>
        <p:txBody>
          <a:bodyPr/>
          <a:lstStyle/>
          <a:p>
            <a:fld id="{3C0C8EF7-1465-4A23-B3B0-DB2A1822F1A7}" type="slidenum">
              <a:rPr lang="en-US" altLang="zh-CN" smtClean="0"/>
              <a:pPr/>
              <a:t>41</a:t>
            </a:fld>
            <a:endParaRPr lang="en-US" altLang="zh-CN"/>
          </a:p>
        </p:txBody>
      </p:sp>
    </p:spTree>
    <p:extLst>
      <p:ext uri="{BB962C8B-B14F-4D97-AF65-F5344CB8AC3E}">
        <p14:creationId xmlns:p14="http://schemas.microsoft.com/office/powerpoint/2010/main" val="8583377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幻灯片图像占位符 1">
            <a:extLst>
              <a:ext uri="{FF2B5EF4-FFF2-40B4-BE49-F238E27FC236}">
                <a16:creationId xmlns:a16="http://schemas.microsoft.com/office/drawing/2014/main" id="{EE8B2E63-EE93-4933-8034-C3DE9614F2DD}"/>
              </a:ext>
            </a:extLst>
          </p:cNvPr>
          <p:cNvSpPr>
            <a:spLocks noGrp="1" noRot="1" noChangeAspect="1" noTextEdit="1"/>
          </p:cNvSpPr>
          <p:nvPr>
            <p:ph type="sldImg"/>
          </p:nvPr>
        </p:nvSpPr>
        <p:spPr>
          <a:ln/>
        </p:spPr>
      </p:sp>
      <p:sp>
        <p:nvSpPr>
          <p:cNvPr id="175107" name="备注占位符 2">
            <a:extLst>
              <a:ext uri="{FF2B5EF4-FFF2-40B4-BE49-F238E27FC236}">
                <a16:creationId xmlns:a16="http://schemas.microsoft.com/office/drawing/2014/main" id="{5F888B11-8901-4A5E-8FA2-05914D5034C7}"/>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75108" name="灯片编号占位符 3">
            <a:extLst>
              <a:ext uri="{FF2B5EF4-FFF2-40B4-BE49-F238E27FC236}">
                <a16:creationId xmlns:a16="http://schemas.microsoft.com/office/drawing/2014/main" id="{C943855C-2347-4EE9-8C43-3AF4925C90B0}"/>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4507BC64-2492-4E3E-8911-3079F681AEC9}" type="slidenum">
              <a:rPr lang="zh-CN" altLang="en-US" sz="1200">
                <a:latin typeface="Arial" panose="020B0604020202020204" pitchFamily="34" charset="0"/>
              </a:rPr>
              <a:pPr/>
              <a:t>53</a:t>
            </a:fld>
            <a:endParaRPr lang="en-US" altLang="zh-CN" sz="120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a:extLst>
              <a:ext uri="{FF2B5EF4-FFF2-40B4-BE49-F238E27FC236}">
                <a16:creationId xmlns:a16="http://schemas.microsoft.com/office/drawing/2014/main" id="{6F0EFFF5-960D-4240-A07A-31279E2A72C1}"/>
              </a:ext>
            </a:extLst>
          </p:cNvPr>
          <p:cNvSpPr>
            <a:spLocks noGrp="1" noRot="1" noChangeAspect="1" noChangeArrowheads="1" noTextEdit="1"/>
          </p:cNvSpPr>
          <p:nvPr>
            <p:ph type="sldImg"/>
          </p:nvPr>
        </p:nvSpPr>
        <p:spPr>
          <a:ln/>
        </p:spPr>
      </p:sp>
      <p:sp>
        <p:nvSpPr>
          <p:cNvPr id="29699" name="备注占位符 2">
            <a:extLst>
              <a:ext uri="{FF2B5EF4-FFF2-40B4-BE49-F238E27FC236}">
                <a16:creationId xmlns:a16="http://schemas.microsoft.com/office/drawing/2014/main" id="{895571FA-FE2F-44FE-883E-3C87951431A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a:p>
            <a:endParaRPr lang="en-US" altLang="zh-CN"/>
          </a:p>
          <a:p>
            <a:r>
              <a:rPr lang="en-US" altLang="zh-CN"/>
              <a:t>TDM (Time Division Multiplexing): channel divided into N time slots, one per user; inefficient with low duty cycle users and at light load.</a:t>
            </a:r>
          </a:p>
          <a:p>
            <a:r>
              <a:rPr lang="en-US" altLang="zh-CN"/>
              <a:t>FDM (Frequency Division Multiplexing): frequency subdivided.</a:t>
            </a:r>
          </a:p>
          <a:p>
            <a:endParaRPr lang="zh-CN" altLang="en-US"/>
          </a:p>
        </p:txBody>
      </p:sp>
      <p:sp>
        <p:nvSpPr>
          <p:cNvPr id="29700" name="灯片编号占位符 3">
            <a:extLst>
              <a:ext uri="{FF2B5EF4-FFF2-40B4-BE49-F238E27FC236}">
                <a16:creationId xmlns:a16="http://schemas.microsoft.com/office/drawing/2014/main" id="{5FE4B3AD-D420-4B1D-B1A7-4B070EC6A94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a:solidFill>
                  <a:schemeClr val="tx1"/>
                </a:solidFill>
                <a:latin typeface="Comic Sans MS" panose="030F0702030302020204" pitchFamily="66" charset="0"/>
              </a:defRPr>
            </a:lvl1pPr>
            <a:lvl2pPr marL="742950" indent="-285750" defTabSz="933450">
              <a:defRPr>
                <a:solidFill>
                  <a:schemeClr val="tx1"/>
                </a:solidFill>
                <a:latin typeface="Comic Sans MS" panose="030F0702030302020204" pitchFamily="66" charset="0"/>
              </a:defRPr>
            </a:lvl2pPr>
            <a:lvl3pPr marL="1143000" indent="-228600" defTabSz="933450">
              <a:defRPr>
                <a:solidFill>
                  <a:schemeClr val="tx1"/>
                </a:solidFill>
                <a:latin typeface="Comic Sans MS" panose="030F0702030302020204" pitchFamily="66" charset="0"/>
              </a:defRPr>
            </a:lvl3pPr>
            <a:lvl4pPr marL="1600200" indent="-228600" defTabSz="933450">
              <a:defRPr>
                <a:solidFill>
                  <a:schemeClr val="tx1"/>
                </a:solidFill>
                <a:latin typeface="Comic Sans MS" panose="030F0702030302020204" pitchFamily="66" charset="0"/>
              </a:defRPr>
            </a:lvl4pPr>
            <a:lvl5pPr marL="2057400" indent="-228600" defTabSz="933450">
              <a:defRPr>
                <a:solidFill>
                  <a:schemeClr val="tx1"/>
                </a:solidFill>
                <a:latin typeface="Comic Sans MS" panose="030F0702030302020204" pitchFamily="66" charset="0"/>
              </a:defRPr>
            </a:lvl5pPr>
            <a:lvl6pPr marL="2514600" indent="-228600" defTabSz="933450" eaLnBrk="0" fontAlgn="base" hangingPunct="0">
              <a:spcBef>
                <a:spcPct val="0"/>
              </a:spcBef>
              <a:spcAft>
                <a:spcPct val="0"/>
              </a:spcAft>
              <a:defRPr>
                <a:solidFill>
                  <a:schemeClr val="tx1"/>
                </a:solidFill>
                <a:latin typeface="Comic Sans MS" panose="030F0702030302020204" pitchFamily="66" charset="0"/>
              </a:defRPr>
            </a:lvl6pPr>
            <a:lvl7pPr marL="2971800" indent="-228600" defTabSz="933450" eaLnBrk="0" fontAlgn="base" hangingPunct="0">
              <a:spcBef>
                <a:spcPct val="0"/>
              </a:spcBef>
              <a:spcAft>
                <a:spcPct val="0"/>
              </a:spcAft>
              <a:defRPr>
                <a:solidFill>
                  <a:schemeClr val="tx1"/>
                </a:solidFill>
                <a:latin typeface="Comic Sans MS" panose="030F0702030302020204" pitchFamily="66" charset="0"/>
              </a:defRPr>
            </a:lvl7pPr>
            <a:lvl8pPr marL="3429000" indent="-228600" defTabSz="933450" eaLnBrk="0" fontAlgn="base" hangingPunct="0">
              <a:spcBef>
                <a:spcPct val="0"/>
              </a:spcBef>
              <a:spcAft>
                <a:spcPct val="0"/>
              </a:spcAft>
              <a:defRPr>
                <a:solidFill>
                  <a:schemeClr val="tx1"/>
                </a:solidFill>
                <a:latin typeface="Comic Sans MS" panose="030F0702030302020204" pitchFamily="66" charset="0"/>
              </a:defRPr>
            </a:lvl8pPr>
            <a:lvl9pPr marL="3886200" indent="-228600" defTabSz="933450" eaLnBrk="0" fontAlgn="base" hangingPunct="0">
              <a:spcBef>
                <a:spcPct val="0"/>
              </a:spcBef>
              <a:spcAft>
                <a:spcPct val="0"/>
              </a:spcAft>
              <a:defRPr>
                <a:solidFill>
                  <a:schemeClr val="tx1"/>
                </a:solidFill>
                <a:latin typeface="Comic Sans MS" panose="030F0702030302020204" pitchFamily="66" charset="0"/>
              </a:defRPr>
            </a:lvl9pPr>
          </a:lstStyle>
          <a:p>
            <a:fld id="{91F24BBE-E1AA-4A49-ACA0-BEBF7FE5F46D}" type="slidenum">
              <a:rPr lang="zh-CN" altLang="en-US" smtClean="0">
                <a:latin typeface="Times New Roman" panose="02020603050405020304" pitchFamily="18" charset="0"/>
              </a:rPr>
              <a:pPr/>
              <a:t>54</a:t>
            </a:fld>
            <a:endParaRPr lang="zh-CN"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a:extLst>
              <a:ext uri="{FF2B5EF4-FFF2-40B4-BE49-F238E27FC236}">
                <a16:creationId xmlns:a16="http://schemas.microsoft.com/office/drawing/2014/main" id="{387F8015-9226-4394-9E44-7DE97BD4703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65D2BCE2-D7F4-4EEF-97FB-BC74F2997DDE}" type="slidenum">
              <a:rPr lang="zh-CN" altLang="en-US" sz="1200">
                <a:latin typeface="Arial" panose="020B0604020202020204" pitchFamily="34" charset="0"/>
              </a:rPr>
              <a:pPr/>
              <a:t>55</a:t>
            </a:fld>
            <a:endParaRPr lang="en-US" altLang="zh-CN" sz="1200">
              <a:latin typeface="Arial" panose="020B0604020202020204" pitchFamily="34" charset="0"/>
            </a:endParaRPr>
          </a:p>
        </p:txBody>
      </p:sp>
      <p:sp>
        <p:nvSpPr>
          <p:cNvPr id="173059" name="Rectangle 2">
            <a:extLst>
              <a:ext uri="{FF2B5EF4-FFF2-40B4-BE49-F238E27FC236}">
                <a16:creationId xmlns:a16="http://schemas.microsoft.com/office/drawing/2014/main" id="{65B7AA1B-768D-44B9-AFC6-996F5EF057BB}"/>
              </a:ext>
            </a:extLst>
          </p:cNvPr>
          <p:cNvSpPr>
            <a:spLocks noGrp="1" noRot="1" noChangeAspect="1" noChangeArrowheads="1" noTextEdit="1"/>
          </p:cNvSpPr>
          <p:nvPr>
            <p:ph type="sldImg"/>
          </p:nvPr>
        </p:nvSpPr>
        <p:spPr>
          <a:ln/>
        </p:spPr>
      </p:sp>
      <p:sp>
        <p:nvSpPr>
          <p:cNvPr id="173060" name="Rectangle 3">
            <a:extLst>
              <a:ext uri="{FF2B5EF4-FFF2-40B4-BE49-F238E27FC236}">
                <a16:creationId xmlns:a16="http://schemas.microsoft.com/office/drawing/2014/main" id="{0CE46832-FAA3-4F9A-A87E-2AAB98F5CE9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a:extLst>
              <a:ext uri="{FF2B5EF4-FFF2-40B4-BE49-F238E27FC236}">
                <a16:creationId xmlns:a16="http://schemas.microsoft.com/office/drawing/2014/main" id="{0C02D949-CE45-4EC1-BDAA-996BB848C5B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1156DC20-AF83-4306-8279-7813D384A0B0}" type="slidenum">
              <a:rPr lang="zh-CN" altLang="en-US" sz="1200">
                <a:latin typeface="Arial" panose="020B0604020202020204" pitchFamily="34" charset="0"/>
              </a:rPr>
              <a:pPr/>
              <a:t>56</a:t>
            </a:fld>
            <a:endParaRPr lang="en-US" altLang="zh-CN" sz="1200">
              <a:latin typeface="Arial" panose="020B0604020202020204" pitchFamily="34" charset="0"/>
            </a:endParaRPr>
          </a:p>
        </p:txBody>
      </p:sp>
      <p:sp>
        <p:nvSpPr>
          <p:cNvPr id="174083" name="Rectangle 2">
            <a:extLst>
              <a:ext uri="{FF2B5EF4-FFF2-40B4-BE49-F238E27FC236}">
                <a16:creationId xmlns:a16="http://schemas.microsoft.com/office/drawing/2014/main" id="{E2A2EE27-BE7C-4B2A-89FD-55BD8ED84A4F}"/>
              </a:ext>
            </a:extLst>
          </p:cNvPr>
          <p:cNvSpPr>
            <a:spLocks noGrp="1" noRot="1" noChangeAspect="1" noChangeArrowheads="1" noTextEdit="1"/>
          </p:cNvSpPr>
          <p:nvPr>
            <p:ph type="sldImg"/>
          </p:nvPr>
        </p:nvSpPr>
        <p:spPr>
          <a:ln/>
        </p:spPr>
      </p:sp>
      <p:sp>
        <p:nvSpPr>
          <p:cNvPr id="174084" name="Rectangle 3">
            <a:extLst>
              <a:ext uri="{FF2B5EF4-FFF2-40B4-BE49-F238E27FC236}">
                <a16:creationId xmlns:a16="http://schemas.microsoft.com/office/drawing/2014/main" id="{BF8D9E0B-D2CB-42CD-8E21-E5356FBE755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C5C05226-8B0D-480E-83C5-AEEDBA836A68}"/>
              </a:ext>
            </a:extLst>
          </p:cNvPr>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31863">
              <a:defRPr>
                <a:solidFill>
                  <a:schemeClr val="tx1"/>
                </a:solidFill>
                <a:latin typeface="Comic Sans MS" panose="030F0702030302020204" pitchFamily="66" charset="0"/>
              </a:defRPr>
            </a:lvl1pPr>
            <a:lvl2pPr marL="717550" indent="-274638" defTabSz="931863">
              <a:defRPr>
                <a:solidFill>
                  <a:schemeClr val="tx1"/>
                </a:solidFill>
                <a:latin typeface="Comic Sans MS" panose="030F0702030302020204" pitchFamily="66" charset="0"/>
              </a:defRPr>
            </a:lvl2pPr>
            <a:lvl3pPr marL="1103313" indent="-220663" defTabSz="931863">
              <a:defRPr>
                <a:solidFill>
                  <a:schemeClr val="tx1"/>
                </a:solidFill>
                <a:latin typeface="Comic Sans MS" panose="030F0702030302020204" pitchFamily="66" charset="0"/>
              </a:defRPr>
            </a:lvl3pPr>
            <a:lvl4pPr marL="1544638" indent="-220663" defTabSz="931863">
              <a:defRPr>
                <a:solidFill>
                  <a:schemeClr val="tx1"/>
                </a:solidFill>
                <a:latin typeface="Comic Sans MS" panose="030F0702030302020204" pitchFamily="66" charset="0"/>
              </a:defRPr>
            </a:lvl4pPr>
            <a:lvl5pPr marL="1987550" indent="-220663" defTabSz="931863">
              <a:defRPr>
                <a:solidFill>
                  <a:schemeClr val="tx1"/>
                </a:solidFill>
                <a:latin typeface="Comic Sans MS" panose="030F0702030302020204" pitchFamily="66" charset="0"/>
              </a:defRPr>
            </a:lvl5pPr>
            <a:lvl6pPr marL="2444750" indent="-220663" defTabSz="931863" eaLnBrk="0" fontAlgn="base" hangingPunct="0">
              <a:spcBef>
                <a:spcPct val="0"/>
              </a:spcBef>
              <a:spcAft>
                <a:spcPct val="0"/>
              </a:spcAft>
              <a:defRPr>
                <a:solidFill>
                  <a:schemeClr val="tx1"/>
                </a:solidFill>
                <a:latin typeface="Comic Sans MS" panose="030F0702030302020204" pitchFamily="66" charset="0"/>
              </a:defRPr>
            </a:lvl6pPr>
            <a:lvl7pPr marL="2901950" indent="-220663" defTabSz="931863" eaLnBrk="0" fontAlgn="base" hangingPunct="0">
              <a:spcBef>
                <a:spcPct val="0"/>
              </a:spcBef>
              <a:spcAft>
                <a:spcPct val="0"/>
              </a:spcAft>
              <a:defRPr>
                <a:solidFill>
                  <a:schemeClr val="tx1"/>
                </a:solidFill>
                <a:latin typeface="Comic Sans MS" panose="030F0702030302020204" pitchFamily="66" charset="0"/>
              </a:defRPr>
            </a:lvl7pPr>
            <a:lvl8pPr marL="3359150" indent="-220663" defTabSz="931863" eaLnBrk="0" fontAlgn="base" hangingPunct="0">
              <a:spcBef>
                <a:spcPct val="0"/>
              </a:spcBef>
              <a:spcAft>
                <a:spcPct val="0"/>
              </a:spcAft>
              <a:defRPr>
                <a:solidFill>
                  <a:schemeClr val="tx1"/>
                </a:solidFill>
                <a:latin typeface="Comic Sans MS" panose="030F0702030302020204" pitchFamily="66" charset="0"/>
              </a:defRPr>
            </a:lvl8pPr>
            <a:lvl9pPr marL="3816350" indent="-220663" defTabSz="931863" eaLnBrk="0" fontAlgn="base" hangingPunct="0">
              <a:spcBef>
                <a:spcPct val="0"/>
              </a:spcBef>
              <a:spcAft>
                <a:spcPct val="0"/>
              </a:spcAft>
              <a:defRPr>
                <a:solidFill>
                  <a:schemeClr val="tx1"/>
                </a:solidFill>
                <a:latin typeface="Comic Sans MS" panose="030F0702030302020204" pitchFamily="66" charset="0"/>
              </a:defRPr>
            </a:lvl9pPr>
          </a:lstStyle>
          <a:p>
            <a:pPr>
              <a:defRPr/>
            </a:pPr>
            <a:fld id="{E4868AA2-CAC0-4B41-A8B4-CCD3D36EB804}" type="slidenum">
              <a:rPr lang="en-US" altLang="zh-CN" smtClean="0">
                <a:latin typeface="Times New Roman" panose="02020603050405020304" pitchFamily="18" charset="0"/>
                <a:ea typeface="ＭＳ Ｐゴシック" panose="020B0600070205080204" pitchFamily="34" charset="-128"/>
              </a:rPr>
              <a:pPr>
                <a:defRPr/>
              </a:pPr>
              <a:t>58</a:t>
            </a:fld>
            <a:endParaRPr lang="en-US" altLang="zh-CN">
              <a:latin typeface="Times New Roman" panose="02020603050405020304" pitchFamily="18" charset="0"/>
              <a:ea typeface="ＭＳ Ｐゴシック" panose="020B0600070205080204" pitchFamily="34" charset="-128"/>
            </a:endParaRPr>
          </a:p>
        </p:txBody>
      </p:sp>
      <p:sp>
        <p:nvSpPr>
          <p:cNvPr id="32771" name="Rectangle 2">
            <a:extLst>
              <a:ext uri="{FF2B5EF4-FFF2-40B4-BE49-F238E27FC236}">
                <a16:creationId xmlns:a16="http://schemas.microsoft.com/office/drawing/2014/main" id="{D928F3E8-AC7F-465E-9A2D-34E10FB1F193}"/>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C753BB4A-265B-4A5C-A69D-552706B9FE5E}"/>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a:lstStyle/>
          <a:p>
            <a:pPr>
              <a:defRPr/>
            </a:pPr>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FA51C0D6-E6C5-464C-BCC3-49D0B292980C}"/>
              </a:ext>
            </a:extLst>
          </p:cNvPr>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31863">
              <a:defRPr>
                <a:solidFill>
                  <a:schemeClr val="tx1"/>
                </a:solidFill>
                <a:latin typeface="Comic Sans MS" panose="030F0702030302020204" pitchFamily="66" charset="0"/>
              </a:defRPr>
            </a:lvl1pPr>
            <a:lvl2pPr marL="717550" indent="-274638" defTabSz="931863">
              <a:defRPr>
                <a:solidFill>
                  <a:schemeClr val="tx1"/>
                </a:solidFill>
                <a:latin typeface="Comic Sans MS" panose="030F0702030302020204" pitchFamily="66" charset="0"/>
              </a:defRPr>
            </a:lvl2pPr>
            <a:lvl3pPr marL="1103313" indent="-220663" defTabSz="931863">
              <a:defRPr>
                <a:solidFill>
                  <a:schemeClr val="tx1"/>
                </a:solidFill>
                <a:latin typeface="Comic Sans MS" panose="030F0702030302020204" pitchFamily="66" charset="0"/>
              </a:defRPr>
            </a:lvl3pPr>
            <a:lvl4pPr marL="1544638" indent="-220663" defTabSz="931863">
              <a:defRPr>
                <a:solidFill>
                  <a:schemeClr val="tx1"/>
                </a:solidFill>
                <a:latin typeface="Comic Sans MS" panose="030F0702030302020204" pitchFamily="66" charset="0"/>
              </a:defRPr>
            </a:lvl4pPr>
            <a:lvl5pPr marL="1987550" indent="-220663" defTabSz="931863">
              <a:defRPr>
                <a:solidFill>
                  <a:schemeClr val="tx1"/>
                </a:solidFill>
                <a:latin typeface="Comic Sans MS" panose="030F0702030302020204" pitchFamily="66" charset="0"/>
              </a:defRPr>
            </a:lvl5pPr>
            <a:lvl6pPr marL="2444750" indent="-220663" defTabSz="931863" eaLnBrk="0" fontAlgn="base" hangingPunct="0">
              <a:spcBef>
                <a:spcPct val="0"/>
              </a:spcBef>
              <a:spcAft>
                <a:spcPct val="0"/>
              </a:spcAft>
              <a:defRPr>
                <a:solidFill>
                  <a:schemeClr val="tx1"/>
                </a:solidFill>
                <a:latin typeface="Comic Sans MS" panose="030F0702030302020204" pitchFamily="66" charset="0"/>
              </a:defRPr>
            </a:lvl6pPr>
            <a:lvl7pPr marL="2901950" indent="-220663" defTabSz="931863" eaLnBrk="0" fontAlgn="base" hangingPunct="0">
              <a:spcBef>
                <a:spcPct val="0"/>
              </a:spcBef>
              <a:spcAft>
                <a:spcPct val="0"/>
              </a:spcAft>
              <a:defRPr>
                <a:solidFill>
                  <a:schemeClr val="tx1"/>
                </a:solidFill>
                <a:latin typeface="Comic Sans MS" panose="030F0702030302020204" pitchFamily="66" charset="0"/>
              </a:defRPr>
            </a:lvl7pPr>
            <a:lvl8pPr marL="3359150" indent="-220663" defTabSz="931863" eaLnBrk="0" fontAlgn="base" hangingPunct="0">
              <a:spcBef>
                <a:spcPct val="0"/>
              </a:spcBef>
              <a:spcAft>
                <a:spcPct val="0"/>
              </a:spcAft>
              <a:defRPr>
                <a:solidFill>
                  <a:schemeClr val="tx1"/>
                </a:solidFill>
                <a:latin typeface="Comic Sans MS" panose="030F0702030302020204" pitchFamily="66" charset="0"/>
              </a:defRPr>
            </a:lvl8pPr>
            <a:lvl9pPr marL="3816350" indent="-220663" defTabSz="931863" eaLnBrk="0" fontAlgn="base" hangingPunct="0">
              <a:spcBef>
                <a:spcPct val="0"/>
              </a:spcBef>
              <a:spcAft>
                <a:spcPct val="0"/>
              </a:spcAft>
              <a:defRPr>
                <a:solidFill>
                  <a:schemeClr val="tx1"/>
                </a:solidFill>
                <a:latin typeface="Comic Sans MS" panose="030F0702030302020204" pitchFamily="66" charset="0"/>
              </a:defRPr>
            </a:lvl9pPr>
          </a:lstStyle>
          <a:p>
            <a:pPr>
              <a:defRPr/>
            </a:pPr>
            <a:fld id="{5F8EF10B-F18E-4CDE-B0F4-D35679A8D889}" type="slidenum">
              <a:rPr lang="en-US" altLang="zh-CN" smtClean="0">
                <a:latin typeface="Times New Roman" panose="02020603050405020304" pitchFamily="18" charset="0"/>
                <a:ea typeface="ＭＳ Ｐゴシック" panose="020B0600070205080204" pitchFamily="34" charset="-128"/>
              </a:rPr>
              <a:pPr>
                <a:defRPr/>
              </a:pPr>
              <a:t>60</a:t>
            </a:fld>
            <a:endParaRPr lang="en-US" altLang="zh-CN">
              <a:latin typeface="Times New Roman" panose="02020603050405020304" pitchFamily="18" charset="0"/>
              <a:ea typeface="ＭＳ Ｐゴシック" panose="020B0600070205080204" pitchFamily="34" charset="-128"/>
            </a:endParaRPr>
          </a:p>
        </p:txBody>
      </p:sp>
      <p:sp>
        <p:nvSpPr>
          <p:cNvPr id="34819" name="Rectangle 2">
            <a:extLst>
              <a:ext uri="{FF2B5EF4-FFF2-40B4-BE49-F238E27FC236}">
                <a16:creationId xmlns:a16="http://schemas.microsoft.com/office/drawing/2014/main" id="{968AC8B0-735F-40DC-B672-AECEE3372BB7}"/>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E49DA1A7-71C5-4C1A-93C6-7257A18F0F76}"/>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a:lstStyle/>
          <a:p>
            <a:pPr>
              <a:defRPr/>
            </a:pPr>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61F3D008-19BF-4849-88A7-9CC25246409D}"/>
              </a:ext>
            </a:extLst>
          </p:cNvPr>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31863">
              <a:defRPr>
                <a:solidFill>
                  <a:schemeClr val="tx1"/>
                </a:solidFill>
                <a:latin typeface="Comic Sans MS" panose="030F0702030302020204" pitchFamily="66" charset="0"/>
              </a:defRPr>
            </a:lvl1pPr>
            <a:lvl2pPr marL="717550" indent="-274638" defTabSz="931863">
              <a:defRPr>
                <a:solidFill>
                  <a:schemeClr val="tx1"/>
                </a:solidFill>
                <a:latin typeface="Comic Sans MS" panose="030F0702030302020204" pitchFamily="66" charset="0"/>
              </a:defRPr>
            </a:lvl2pPr>
            <a:lvl3pPr marL="1103313" indent="-220663" defTabSz="931863">
              <a:defRPr>
                <a:solidFill>
                  <a:schemeClr val="tx1"/>
                </a:solidFill>
                <a:latin typeface="Comic Sans MS" panose="030F0702030302020204" pitchFamily="66" charset="0"/>
              </a:defRPr>
            </a:lvl3pPr>
            <a:lvl4pPr marL="1544638" indent="-220663" defTabSz="931863">
              <a:defRPr>
                <a:solidFill>
                  <a:schemeClr val="tx1"/>
                </a:solidFill>
                <a:latin typeface="Comic Sans MS" panose="030F0702030302020204" pitchFamily="66" charset="0"/>
              </a:defRPr>
            </a:lvl4pPr>
            <a:lvl5pPr marL="1987550" indent="-220663" defTabSz="931863">
              <a:defRPr>
                <a:solidFill>
                  <a:schemeClr val="tx1"/>
                </a:solidFill>
                <a:latin typeface="Comic Sans MS" panose="030F0702030302020204" pitchFamily="66" charset="0"/>
              </a:defRPr>
            </a:lvl5pPr>
            <a:lvl6pPr marL="2444750" indent="-220663" defTabSz="931863" eaLnBrk="0" fontAlgn="base" hangingPunct="0">
              <a:spcBef>
                <a:spcPct val="0"/>
              </a:spcBef>
              <a:spcAft>
                <a:spcPct val="0"/>
              </a:spcAft>
              <a:defRPr>
                <a:solidFill>
                  <a:schemeClr val="tx1"/>
                </a:solidFill>
                <a:latin typeface="Comic Sans MS" panose="030F0702030302020204" pitchFamily="66" charset="0"/>
              </a:defRPr>
            </a:lvl6pPr>
            <a:lvl7pPr marL="2901950" indent="-220663" defTabSz="931863" eaLnBrk="0" fontAlgn="base" hangingPunct="0">
              <a:spcBef>
                <a:spcPct val="0"/>
              </a:spcBef>
              <a:spcAft>
                <a:spcPct val="0"/>
              </a:spcAft>
              <a:defRPr>
                <a:solidFill>
                  <a:schemeClr val="tx1"/>
                </a:solidFill>
                <a:latin typeface="Comic Sans MS" panose="030F0702030302020204" pitchFamily="66" charset="0"/>
              </a:defRPr>
            </a:lvl7pPr>
            <a:lvl8pPr marL="3359150" indent="-220663" defTabSz="931863" eaLnBrk="0" fontAlgn="base" hangingPunct="0">
              <a:spcBef>
                <a:spcPct val="0"/>
              </a:spcBef>
              <a:spcAft>
                <a:spcPct val="0"/>
              </a:spcAft>
              <a:defRPr>
                <a:solidFill>
                  <a:schemeClr val="tx1"/>
                </a:solidFill>
                <a:latin typeface="Comic Sans MS" panose="030F0702030302020204" pitchFamily="66" charset="0"/>
              </a:defRPr>
            </a:lvl8pPr>
            <a:lvl9pPr marL="3816350" indent="-220663" defTabSz="931863" eaLnBrk="0" fontAlgn="base" hangingPunct="0">
              <a:spcBef>
                <a:spcPct val="0"/>
              </a:spcBef>
              <a:spcAft>
                <a:spcPct val="0"/>
              </a:spcAft>
              <a:defRPr>
                <a:solidFill>
                  <a:schemeClr val="tx1"/>
                </a:solidFill>
                <a:latin typeface="Comic Sans MS" panose="030F0702030302020204" pitchFamily="66" charset="0"/>
              </a:defRPr>
            </a:lvl9pPr>
          </a:lstStyle>
          <a:p>
            <a:pPr>
              <a:defRPr/>
            </a:pPr>
            <a:fld id="{50CB9662-0DD6-4FD6-BB25-534F8C025D56}" type="slidenum">
              <a:rPr lang="en-US" altLang="zh-CN" smtClean="0">
                <a:latin typeface="Times New Roman" panose="02020603050405020304" pitchFamily="18" charset="0"/>
                <a:ea typeface="ＭＳ Ｐゴシック" panose="020B0600070205080204" pitchFamily="34" charset="-128"/>
              </a:rPr>
              <a:pPr>
                <a:defRPr/>
              </a:pPr>
              <a:t>61</a:t>
            </a:fld>
            <a:endParaRPr lang="en-US" altLang="zh-CN">
              <a:latin typeface="Times New Roman" panose="02020603050405020304" pitchFamily="18" charset="0"/>
              <a:ea typeface="ＭＳ Ｐゴシック" panose="020B0600070205080204" pitchFamily="34" charset="-128"/>
            </a:endParaRPr>
          </a:p>
        </p:txBody>
      </p:sp>
      <p:sp>
        <p:nvSpPr>
          <p:cNvPr id="36867" name="Rectangle 2">
            <a:extLst>
              <a:ext uri="{FF2B5EF4-FFF2-40B4-BE49-F238E27FC236}">
                <a16:creationId xmlns:a16="http://schemas.microsoft.com/office/drawing/2014/main" id="{81F25EA7-EDFB-40E5-A327-B745AACC11B3}"/>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9D32CADD-7980-44DA-AFF5-1A6A9B0FA9A6}"/>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a:lstStyle/>
          <a:p>
            <a:pPr>
              <a:defRPr/>
            </a:pPr>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0C8EF7-1465-4A23-B3B0-DB2A1822F1A7}" type="slidenum">
              <a:rPr lang="en-US" altLang="zh-CN" smtClean="0"/>
              <a:pPr/>
              <a:t>65</a:t>
            </a:fld>
            <a:endParaRPr lang="en-US" altLang="zh-CN"/>
          </a:p>
        </p:txBody>
      </p:sp>
    </p:spTree>
    <p:extLst>
      <p:ext uri="{BB962C8B-B14F-4D97-AF65-F5344CB8AC3E}">
        <p14:creationId xmlns:p14="http://schemas.microsoft.com/office/powerpoint/2010/main" val="11013071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0C8EF7-1465-4A23-B3B0-DB2A1822F1A7}" type="slidenum">
              <a:rPr lang="en-US" altLang="zh-CN" smtClean="0"/>
              <a:pPr/>
              <a:t>66</a:t>
            </a:fld>
            <a:endParaRPr lang="en-US" altLang="zh-CN"/>
          </a:p>
        </p:txBody>
      </p:sp>
    </p:spTree>
    <p:extLst>
      <p:ext uri="{BB962C8B-B14F-4D97-AF65-F5344CB8AC3E}">
        <p14:creationId xmlns:p14="http://schemas.microsoft.com/office/powerpoint/2010/main" val="21969145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0C8EF7-1465-4A23-B3B0-DB2A1822F1A7}" type="slidenum">
              <a:rPr lang="en-US" altLang="zh-CN" smtClean="0"/>
              <a:pPr/>
              <a:t>67</a:t>
            </a:fld>
            <a:endParaRPr lang="en-US" altLang="zh-CN"/>
          </a:p>
        </p:txBody>
      </p:sp>
    </p:spTree>
    <p:extLst>
      <p:ext uri="{BB962C8B-B14F-4D97-AF65-F5344CB8AC3E}">
        <p14:creationId xmlns:p14="http://schemas.microsoft.com/office/powerpoint/2010/main" val="12983817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Times New Roman" pitchFamily="18" charset="0"/>
                <a:ea typeface="ＭＳ Ｐゴシック" charset="0"/>
                <a:cs typeface="ＭＳ Ｐゴシック" charset="0"/>
              </a:rPr>
              <a:t>10BASE-T</a:t>
            </a:r>
            <a:r>
              <a:rPr lang="zh-CN" altLang="en-US" sz="1200" b="0" i="0" kern="1200" dirty="0">
                <a:solidFill>
                  <a:schemeClr val="tx1"/>
                </a:solidFill>
                <a:effectLst/>
                <a:latin typeface="Times New Roman" pitchFamily="18" charset="0"/>
                <a:ea typeface="ＭＳ Ｐゴシック" charset="0"/>
                <a:cs typeface="ＭＳ Ｐゴシック" charset="0"/>
              </a:rPr>
              <a:t>传统以太网采用的曼彻斯特编码，该编码把每个码元分成前后两部分，前一个部分为高电平而后一个部分为低电平表示码元 </a:t>
            </a:r>
            <a:r>
              <a:rPr lang="en-US" altLang="zh-CN" sz="1200" b="0" i="0" kern="1200" dirty="0">
                <a:solidFill>
                  <a:schemeClr val="tx1"/>
                </a:solidFill>
                <a:effectLst/>
                <a:latin typeface="Times New Roman" pitchFamily="18" charset="0"/>
                <a:ea typeface="ＭＳ Ｐゴシック" charset="0"/>
                <a:cs typeface="ＭＳ Ｐゴシック" charset="0"/>
              </a:rPr>
              <a:t>1</a:t>
            </a:r>
            <a:r>
              <a:rPr lang="zh-CN" altLang="en-US" sz="1200" b="0" i="0" kern="1200" dirty="0">
                <a:solidFill>
                  <a:schemeClr val="tx1"/>
                </a:solidFill>
                <a:effectLst/>
                <a:latin typeface="Times New Roman" pitchFamily="18" charset="0"/>
                <a:ea typeface="ＭＳ Ｐゴシック" charset="0"/>
                <a:cs typeface="ＭＳ Ｐゴシック" charset="0"/>
              </a:rPr>
              <a:t>，反之为 </a:t>
            </a:r>
            <a:r>
              <a:rPr lang="en-US" altLang="zh-CN" sz="1200" b="0" i="0" kern="1200" dirty="0">
                <a:solidFill>
                  <a:schemeClr val="tx1"/>
                </a:solidFill>
                <a:effectLst/>
                <a:latin typeface="Times New Roman" pitchFamily="18" charset="0"/>
                <a:ea typeface="ＭＳ Ｐゴシック" charset="0"/>
                <a:cs typeface="ＭＳ Ｐゴシック" charset="0"/>
              </a:rPr>
              <a:t>0</a:t>
            </a:r>
            <a:r>
              <a:rPr lang="zh-CN" altLang="en-US" sz="1200" b="0" i="0" kern="1200" dirty="0">
                <a:solidFill>
                  <a:schemeClr val="tx1"/>
                </a:solidFill>
                <a:effectLst/>
                <a:latin typeface="Times New Roman" pitchFamily="18" charset="0"/>
                <a:ea typeface="ＭＳ Ｐゴシック" charset="0"/>
                <a:cs typeface="ＭＳ Ｐゴシック" charset="0"/>
              </a:rPr>
              <a:t>。</a:t>
            </a:r>
            <a:endParaRPr lang="zh-CN" altLang="en-US" dirty="0"/>
          </a:p>
        </p:txBody>
      </p:sp>
      <p:sp>
        <p:nvSpPr>
          <p:cNvPr id="4" name="灯片编号占位符 3"/>
          <p:cNvSpPr>
            <a:spLocks noGrp="1"/>
          </p:cNvSpPr>
          <p:nvPr>
            <p:ph type="sldNum" sz="quarter" idx="5"/>
          </p:nvPr>
        </p:nvSpPr>
        <p:spPr/>
        <p:txBody>
          <a:bodyPr/>
          <a:lstStyle/>
          <a:p>
            <a:fld id="{3C0C8EF7-1465-4A23-B3B0-DB2A1822F1A7}" type="slidenum">
              <a:rPr lang="en-US" altLang="zh-CN" smtClean="0"/>
              <a:pPr/>
              <a:t>68</a:t>
            </a:fld>
            <a:endParaRPr lang="en-US" altLang="zh-CN"/>
          </a:p>
        </p:txBody>
      </p:sp>
    </p:spTree>
    <p:extLst>
      <p:ext uri="{BB962C8B-B14F-4D97-AF65-F5344CB8AC3E}">
        <p14:creationId xmlns:p14="http://schemas.microsoft.com/office/powerpoint/2010/main" val="30439603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a:extLst>
              <a:ext uri="{FF2B5EF4-FFF2-40B4-BE49-F238E27FC236}">
                <a16:creationId xmlns:a16="http://schemas.microsoft.com/office/drawing/2014/main" id="{14452A68-2E55-4791-A765-3BC2DD112F09}"/>
              </a:ext>
            </a:extLst>
          </p:cNvPr>
          <p:cNvSpPr>
            <a:spLocks noGrp="1" noChangeArrowheads="1"/>
          </p:cNvSpPr>
          <p:nvPr>
            <p:ph type="ftr" sz="quarter" idx="10"/>
          </p:nvPr>
        </p:nvSpPr>
        <p:spPr/>
        <p:txBody>
          <a:bodyPr/>
          <a:lstStyle>
            <a:lvl1pPr>
              <a:defRPr/>
            </a:lvl1pPr>
          </a:lstStyle>
          <a:p>
            <a:pPr>
              <a:defRPr/>
            </a:pPr>
            <a:r>
              <a:rPr lang="en-US" dirty="0"/>
              <a:t>Physical layer</a:t>
            </a:r>
          </a:p>
        </p:txBody>
      </p:sp>
      <p:sp>
        <p:nvSpPr>
          <p:cNvPr id="5" name="Rectangle 6">
            <a:extLst>
              <a:ext uri="{FF2B5EF4-FFF2-40B4-BE49-F238E27FC236}">
                <a16:creationId xmlns:a16="http://schemas.microsoft.com/office/drawing/2014/main" id="{8B75796A-AE69-4D75-B109-C0E06D1D7F81}"/>
              </a:ext>
            </a:extLst>
          </p:cNvPr>
          <p:cNvSpPr>
            <a:spLocks noGrp="1" noChangeArrowheads="1"/>
          </p:cNvSpPr>
          <p:nvPr>
            <p:ph type="sldNum" sz="quarter" idx="11"/>
          </p:nvPr>
        </p:nvSpPr>
        <p:spPr/>
        <p:txBody>
          <a:bodyPr/>
          <a:lstStyle>
            <a:lvl1pPr>
              <a:defRPr/>
            </a:lvl1pPr>
          </a:lstStyle>
          <a:p>
            <a:pPr>
              <a:defRPr/>
            </a:pPr>
            <a:r>
              <a:rPr lang="en-US" altLang="zh-CN"/>
              <a:t>2-</a:t>
            </a:r>
            <a:fld id="{EBBE2A65-AF87-437D-A1F7-5CCE03C8DB4F}" type="slidenum">
              <a:rPr lang="en-US" altLang="zh-CN" smtClean="0"/>
              <a:pPr>
                <a:defRPr/>
              </a:pPr>
              <a:t>‹#›</a:t>
            </a:fld>
            <a:endParaRPr lang="en-US" altLang="zh-CN"/>
          </a:p>
        </p:txBody>
      </p:sp>
    </p:spTree>
    <p:extLst>
      <p:ext uri="{BB962C8B-B14F-4D97-AF65-F5344CB8AC3E}">
        <p14:creationId xmlns:p14="http://schemas.microsoft.com/office/powerpoint/2010/main" val="3856675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E97A7446-9003-4777-A69D-9F3D2034A4D4}"/>
              </a:ext>
            </a:extLst>
          </p:cNvPr>
          <p:cNvSpPr>
            <a:spLocks noGrp="1" noChangeArrowheads="1"/>
          </p:cNvSpPr>
          <p:nvPr>
            <p:ph type="dt" sz="half" idx="10"/>
          </p:nvPr>
        </p:nvSpPr>
        <p:spPr>
          <a:ln/>
        </p:spPr>
        <p:txBody>
          <a:bodyPr/>
          <a:lstStyle>
            <a:lvl1pPr>
              <a:defRPr/>
            </a:lvl1pPr>
          </a:lstStyle>
          <a:p>
            <a:pPr>
              <a:defRPr/>
            </a:pPr>
            <a:fld id="{B76780CC-1A76-470F-9201-7BE2ED50EB17}" type="datetime1">
              <a:rPr lang="en-US" altLang="zh-CN"/>
              <a:pPr>
                <a:defRPr/>
              </a:pPr>
              <a:t>9/6/2022</a:t>
            </a:fld>
            <a:endParaRPr lang="en-US" altLang="zh-CN"/>
          </a:p>
        </p:txBody>
      </p:sp>
      <p:sp>
        <p:nvSpPr>
          <p:cNvPr id="5" name="Rectangle 5">
            <a:extLst>
              <a:ext uri="{FF2B5EF4-FFF2-40B4-BE49-F238E27FC236}">
                <a16:creationId xmlns:a16="http://schemas.microsoft.com/office/drawing/2014/main" id="{516E8C05-6E79-4940-AACD-C33A026D5948}"/>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a:extLst>
              <a:ext uri="{FF2B5EF4-FFF2-40B4-BE49-F238E27FC236}">
                <a16:creationId xmlns:a16="http://schemas.microsoft.com/office/drawing/2014/main" id="{5A2EED0E-9B78-4BC6-B18F-0F3F63FF091B}"/>
              </a:ext>
            </a:extLst>
          </p:cNvPr>
          <p:cNvSpPr>
            <a:spLocks noGrp="1" noChangeArrowheads="1"/>
          </p:cNvSpPr>
          <p:nvPr>
            <p:ph type="sldNum" sz="quarter" idx="12"/>
          </p:nvPr>
        </p:nvSpPr>
        <p:spPr>
          <a:ln/>
        </p:spPr>
        <p:txBody>
          <a:bodyPr/>
          <a:lstStyle>
            <a:lvl1pPr>
              <a:defRPr/>
            </a:lvl1pPr>
          </a:lstStyle>
          <a:p>
            <a:pPr>
              <a:defRPr/>
            </a:pPr>
            <a:r>
              <a:rPr lang="en-US" altLang="zh-CN"/>
              <a:t>2-</a:t>
            </a:r>
            <a:fld id="{D3BB297E-9FF6-4F2D-A1E7-4D7782CD5A84}" type="slidenum">
              <a:rPr lang="en-US" altLang="zh-CN" smtClean="0"/>
              <a:pPr>
                <a:defRPr/>
              </a:pPr>
              <a:t>‹#›</a:t>
            </a:fld>
            <a:endParaRPr lang="en-US" altLang="zh-CN"/>
          </a:p>
        </p:txBody>
      </p:sp>
    </p:spTree>
    <p:extLst>
      <p:ext uri="{BB962C8B-B14F-4D97-AF65-F5344CB8AC3E}">
        <p14:creationId xmlns:p14="http://schemas.microsoft.com/office/powerpoint/2010/main" val="3056767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5BCE7496-7740-4D2D-B972-0594FC2CB10F}"/>
              </a:ext>
            </a:extLst>
          </p:cNvPr>
          <p:cNvSpPr>
            <a:spLocks noGrp="1" noChangeArrowheads="1"/>
          </p:cNvSpPr>
          <p:nvPr>
            <p:ph type="dt" sz="half" idx="10"/>
          </p:nvPr>
        </p:nvSpPr>
        <p:spPr>
          <a:ln/>
        </p:spPr>
        <p:txBody>
          <a:bodyPr/>
          <a:lstStyle>
            <a:lvl1pPr>
              <a:defRPr/>
            </a:lvl1pPr>
          </a:lstStyle>
          <a:p>
            <a:pPr>
              <a:defRPr/>
            </a:pPr>
            <a:fld id="{FA330671-2D3D-43C8-945C-B102B5D95EE5}" type="datetime1">
              <a:rPr lang="en-US" altLang="zh-CN"/>
              <a:pPr>
                <a:defRPr/>
              </a:pPr>
              <a:t>9/6/2022</a:t>
            </a:fld>
            <a:endParaRPr lang="en-US" altLang="zh-CN"/>
          </a:p>
        </p:txBody>
      </p:sp>
      <p:sp>
        <p:nvSpPr>
          <p:cNvPr id="5" name="Rectangle 5">
            <a:extLst>
              <a:ext uri="{FF2B5EF4-FFF2-40B4-BE49-F238E27FC236}">
                <a16:creationId xmlns:a16="http://schemas.microsoft.com/office/drawing/2014/main" id="{ABEC3C0A-28E6-40A0-98F4-40D54EBE5D26}"/>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a:extLst>
              <a:ext uri="{FF2B5EF4-FFF2-40B4-BE49-F238E27FC236}">
                <a16:creationId xmlns:a16="http://schemas.microsoft.com/office/drawing/2014/main" id="{4ACECED4-B92D-40F8-B75B-A86A6047E819}"/>
              </a:ext>
            </a:extLst>
          </p:cNvPr>
          <p:cNvSpPr>
            <a:spLocks noGrp="1" noChangeArrowheads="1"/>
          </p:cNvSpPr>
          <p:nvPr>
            <p:ph type="sldNum" sz="quarter" idx="12"/>
          </p:nvPr>
        </p:nvSpPr>
        <p:spPr>
          <a:ln/>
        </p:spPr>
        <p:txBody>
          <a:bodyPr/>
          <a:lstStyle>
            <a:lvl1pPr>
              <a:defRPr/>
            </a:lvl1pPr>
          </a:lstStyle>
          <a:p>
            <a:pPr>
              <a:defRPr/>
            </a:pPr>
            <a:r>
              <a:rPr lang="en-US" altLang="zh-CN"/>
              <a:t>2-</a:t>
            </a:r>
            <a:fld id="{EAE2F910-F8C3-4420-BEC6-E6E8DFE22402}" type="slidenum">
              <a:rPr lang="en-US" altLang="zh-CN" smtClean="0"/>
              <a:pPr>
                <a:defRPr/>
              </a:pPr>
              <a:t>‹#›</a:t>
            </a:fld>
            <a:endParaRPr lang="en-US" altLang="zh-CN"/>
          </a:p>
        </p:txBody>
      </p:sp>
    </p:spTree>
    <p:extLst>
      <p:ext uri="{BB962C8B-B14F-4D97-AF65-F5344CB8AC3E}">
        <p14:creationId xmlns:p14="http://schemas.microsoft.com/office/powerpoint/2010/main" val="1690158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3400" y="1611313"/>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495800" y="1611313"/>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8397F501-B2B8-43FF-BE31-7F89FB01F1DC}"/>
              </a:ext>
            </a:extLst>
          </p:cNvPr>
          <p:cNvSpPr>
            <a:spLocks noGrp="1" noChangeArrowheads="1"/>
          </p:cNvSpPr>
          <p:nvPr>
            <p:ph type="dt" sz="half" idx="10"/>
          </p:nvPr>
        </p:nvSpPr>
        <p:spPr>
          <a:ln/>
        </p:spPr>
        <p:txBody>
          <a:bodyPr/>
          <a:lstStyle>
            <a:lvl1pPr>
              <a:defRPr/>
            </a:lvl1pPr>
          </a:lstStyle>
          <a:p>
            <a:pPr>
              <a:defRPr/>
            </a:pPr>
            <a:fld id="{C7FCF7D8-E74C-4950-808E-EA1356E64BBF}" type="datetime1">
              <a:rPr lang="en-US" altLang="zh-CN"/>
              <a:pPr>
                <a:defRPr/>
              </a:pPr>
              <a:t>9/6/2022</a:t>
            </a:fld>
            <a:endParaRPr lang="en-US" altLang="zh-CN"/>
          </a:p>
        </p:txBody>
      </p:sp>
      <p:sp>
        <p:nvSpPr>
          <p:cNvPr id="6" name="Rectangle 5">
            <a:extLst>
              <a:ext uri="{FF2B5EF4-FFF2-40B4-BE49-F238E27FC236}">
                <a16:creationId xmlns:a16="http://schemas.microsoft.com/office/drawing/2014/main" id="{60F3AD51-9076-4A6B-848F-780D8CF0D892}"/>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a:extLst>
              <a:ext uri="{FF2B5EF4-FFF2-40B4-BE49-F238E27FC236}">
                <a16:creationId xmlns:a16="http://schemas.microsoft.com/office/drawing/2014/main" id="{F76C2779-4B6C-41AA-8C57-4B444057CC46}"/>
              </a:ext>
            </a:extLst>
          </p:cNvPr>
          <p:cNvSpPr>
            <a:spLocks noGrp="1" noChangeArrowheads="1"/>
          </p:cNvSpPr>
          <p:nvPr>
            <p:ph type="sldNum" sz="quarter" idx="12"/>
          </p:nvPr>
        </p:nvSpPr>
        <p:spPr>
          <a:ln/>
        </p:spPr>
        <p:txBody>
          <a:bodyPr/>
          <a:lstStyle>
            <a:lvl1pPr>
              <a:defRPr/>
            </a:lvl1pPr>
          </a:lstStyle>
          <a:p>
            <a:pPr>
              <a:defRPr/>
            </a:pPr>
            <a:r>
              <a:rPr lang="en-US" altLang="zh-CN"/>
              <a:t>2-</a:t>
            </a:r>
            <a:fld id="{97172F9E-2DE1-4C13-BC36-98247451BDA0}" type="slidenum">
              <a:rPr lang="en-US" altLang="zh-CN" smtClean="0"/>
              <a:pPr>
                <a:defRPr/>
              </a:pPr>
              <a:t>‹#›</a:t>
            </a:fld>
            <a:endParaRPr lang="en-US" altLang="zh-CN"/>
          </a:p>
        </p:txBody>
      </p:sp>
    </p:spTree>
    <p:extLst>
      <p:ext uri="{BB962C8B-B14F-4D97-AF65-F5344CB8AC3E}">
        <p14:creationId xmlns:p14="http://schemas.microsoft.com/office/powerpoint/2010/main" val="523728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2CE40B9E-8F2C-4C7C-A972-EFA068FBF117}"/>
              </a:ext>
            </a:extLst>
          </p:cNvPr>
          <p:cNvSpPr>
            <a:spLocks noGrp="1" noChangeArrowheads="1"/>
          </p:cNvSpPr>
          <p:nvPr>
            <p:ph type="dt" sz="half" idx="10"/>
          </p:nvPr>
        </p:nvSpPr>
        <p:spPr>
          <a:ln/>
        </p:spPr>
        <p:txBody>
          <a:bodyPr/>
          <a:lstStyle>
            <a:lvl1pPr>
              <a:defRPr/>
            </a:lvl1pPr>
          </a:lstStyle>
          <a:p>
            <a:pPr>
              <a:defRPr/>
            </a:pPr>
            <a:fld id="{665DB6E8-BFEA-4BE5-927F-C63F73AAF7F0}" type="datetime1">
              <a:rPr lang="en-US" altLang="zh-CN"/>
              <a:pPr>
                <a:defRPr/>
              </a:pPr>
              <a:t>9/6/2022</a:t>
            </a:fld>
            <a:endParaRPr lang="en-US" altLang="zh-CN"/>
          </a:p>
        </p:txBody>
      </p:sp>
      <p:sp>
        <p:nvSpPr>
          <p:cNvPr id="8" name="Rectangle 5">
            <a:extLst>
              <a:ext uri="{FF2B5EF4-FFF2-40B4-BE49-F238E27FC236}">
                <a16:creationId xmlns:a16="http://schemas.microsoft.com/office/drawing/2014/main" id="{6D4DDD9C-7B02-4D4C-BC76-4FBF5C7C73D6}"/>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6">
            <a:extLst>
              <a:ext uri="{FF2B5EF4-FFF2-40B4-BE49-F238E27FC236}">
                <a16:creationId xmlns:a16="http://schemas.microsoft.com/office/drawing/2014/main" id="{14F7BCCE-BCFD-410B-A5D8-36B88F31E03D}"/>
              </a:ext>
            </a:extLst>
          </p:cNvPr>
          <p:cNvSpPr>
            <a:spLocks noGrp="1" noChangeArrowheads="1"/>
          </p:cNvSpPr>
          <p:nvPr>
            <p:ph type="sldNum" sz="quarter" idx="12"/>
          </p:nvPr>
        </p:nvSpPr>
        <p:spPr>
          <a:ln/>
        </p:spPr>
        <p:txBody>
          <a:bodyPr/>
          <a:lstStyle>
            <a:lvl1pPr>
              <a:defRPr/>
            </a:lvl1pPr>
          </a:lstStyle>
          <a:p>
            <a:pPr>
              <a:defRPr/>
            </a:pPr>
            <a:r>
              <a:rPr lang="en-US" altLang="zh-CN"/>
              <a:t>2-</a:t>
            </a:r>
            <a:fld id="{B1B950F0-015E-4CF2-A87D-B88A43767CF1}" type="slidenum">
              <a:rPr lang="en-US" altLang="zh-CN" smtClean="0"/>
              <a:pPr>
                <a:defRPr/>
              </a:pPr>
              <a:t>‹#›</a:t>
            </a:fld>
            <a:endParaRPr lang="en-US" altLang="zh-CN"/>
          </a:p>
        </p:txBody>
      </p:sp>
    </p:spTree>
    <p:extLst>
      <p:ext uri="{BB962C8B-B14F-4D97-AF65-F5344CB8AC3E}">
        <p14:creationId xmlns:p14="http://schemas.microsoft.com/office/powerpoint/2010/main" val="6157050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3D95F0D9-E59E-48B6-ABDA-092F99363426}"/>
              </a:ext>
            </a:extLst>
          </p:cNvPr>
          <p:cNvSpPr>
            <a:spLocks noGrp="1" noChangeArrowheads="1"/>
          </p:cNvSpPr>
          <p:nvPr>
            <p:ph type="dt" sz="half" idx="10"/>
          </p:nvPr>
        </p:nvSpPr>
        <p:spPr>
          <a:ln/>
        </p:spPr>
        <p:txBody>
          <a:bodyPr/>
          <a:lstStyle>
            <a:lvl1pPr>
              <a:defRPr/>
            </a:lvl1pPr>
          </a:lstStyle>
          <a:p>
            <a:pPr>
              <a:defRPr/>
            </a:pPr>
            <a:fld id="{627018FC-D065-47FB-B8D1-EB6EF4659736}" type="datetime1">
              <a:rPr lang="en-US" altLang="zh-CN"/>
              <a:pPr>
                <a:defRPr/>
              </a:pPr>
              <a:t>9/6/2022</a:t>
            </a:fld>
            <a:endParaRPr lang="en-US" altLang="zh-CN"/>
          </a:p>
        </p:txBody>
      </p:sp>
      <p:sp>
        <p:nvSpPr>
          <p:cNvPr id="4" name="Rectangle 5">
            <a:extLst>
              <a:ext uri="{FF2B5EF4-FFF2-40B4-BE49-F238E27FC236}">
                <a16:creationId xmlns:a16="http://schemas.microsoft.com/office/drawing/2014/main" id="{5CF8406B-9223-4DC0-85CE-7CE42697A103}"/>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5" name="Rectangle 6">
            <a:extLst>
              <a:ext uri="{FF2B5EF4-FFF2-40B4-BE49-F238E27FC236}">
                <a16:creationId xmlns:a16="http://schemas.microsoft.com/office/drawing/2014/main" id="{39BD944A-41B2-4D4B-9C9E-24230C77319F}"/>
              </a:ext>
            </a:extLst>
          </p:cNvPr>
          <p:cNvSpPr>
            <a:spLocks noGrp="1" noChangeArrowheads="1"/>
          </p:cNvSpPr>
          <p:nvPr>
            <p:ph type="sldNum" sz="quarter" idx="12"/>
          </p:nvPr>
        </p:nvSpPr>
        <p:spPr>
          <a:ln/>
        </p:spPr>
        <p:txBody>
          <a:bodyPr/>
          <a:lstStyle>
            <a:lvl1pPr>
              <a:defRPr/>
            </a:lvl1pPr>
          </a:lstStyle>
          <a:p>
            <a:pPr>
              <a:defRPr/>
            </a:pPr>
            <a:r>
              <a:rPr lang="en-US" altLang="zh-CN"/>
              <a:t>2-</a:t>
            </a:r>
            <a:fld id="{644A7696-AFF5-4FF8-87AD-FECC121D9ABC}" type="slidenum">
              <a:rPr lang="en-US" altLang="zh-CN" smtClean="0"/>
              <a:pPr>
                <a:defRPr/>
              </a:pPr>
              <a:t>‹#›</a:t>
            </a:fld>
            <a:endParaRPr lang="en-US" altLang="zh-CN"/>
          </a:p>
        </p:txBody>
      </p:sp>
    </p:spTree>
    <p:extLst>
      <p:ext uri="{BB962C8B-B14F-4D97-AF65-F5344CB8AC3E}">
        <p14:creationId xmlns:p14="http://schemas.microsoft.com/office/powerpoint/2010/main" val="2872316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9C64B8-30E4-48F9-8713-F612800B4EA0}"/>
              </a:ext>
            </a:extLst>
          </p:cNvPr>
          <p:cNvSpPr>
            <a:spLocks noGrp="1"/>
          </p:cNvSpPr>
          <p:nvPr>
            <p:ph type="dt" sz="half" idx="10"/>
          </p:nvPr>
        </p:nvSpPr>
        <p:spPr/>
        <p:txBody>
          <a:bodyPr/>
          <a:lstStyle>
            <a:lvl1pPr>
              <a:defRPr/>
            </a:lvl1pPr>
          </a:lstStyle>
          <a:p>
            <a:pPr>
              <a:defRPr/>
            </a:pPr>
            <a:fld id="{C81D6E9E-65B4-4AE3-8D20-3F0626EE4D6B}" type="datetime1">
              <a:rPr lang="en-US" altLang="zh-CN"/>
              <a:pPr>
                <a:defRPr/>
              </a:pPr>
              <a:t>9/6/2022</a:t>
            </a:fld>
            <a:endParaRPr lang="en-US" altLang="zh-CN"/>
          </a:p>
        </p:txBody>
      </p:sp>
      <p:sp>
        <p:nvSpPr>
          <p:cNvPr id="3" name="Footer Placeholder 2">
            <a:extLst>
              <a:ext uri="{FF2B5EF4-FFF2-40B4-BE49-F238E27FC236}">
                <a16:creationId xmlns:a16="http://schemas.microsoft.com/office/drawing/2014/main" id="{14A22537-F6B0-45C8-915D-A5128DCBDF23}"/>
              </a:ext>
            </a:extLst>
          </p:cNvPr>
          <p:cNvSpPr>
            <a:spLocks noGrp="1"/>
          </p:cNvSpPr>
          <p:nvPr>
            <p:ph type="ftr" sz="quarter" idx="11"/>
          </p:nvPr>
        </p:nvSpPr>
        <p:spPr/>
        <p:txBody>
          <a:bodyPr/>
          <a:lstStyle>
            <a:lvl1pPr>
              <a:defRPr/>
            </a:lvl1pPr>
          </a:lstStyle>
          <a:p>
            <a:pPr>
              <a:defRPr/>
            </a:pPr>
            <a:endParaRPr lang="en-US" dirty="0"/>
          </a:p>
        </p:txBody>
      </p:sp>
      <p:sp>
        <p:nvSpPr>
          <p:cNvPr id="4" name="Slide Number Placeholder 3">
            <a:extLst>
              <a:ext uri="{FF2B5EF4-FFF2-40B4-BE49-F238E27FC236}">
                <a16:creationId xmlns:a16="http://schemas.microsoft.com/office/drawing/2014/main" id="{E3834EBC-A073-4627-81B2-B7227A8C808F}"/>
              </a:ext>
            </a:extLst>
          </p:cNvPr>
          <p:cNvSpPr>
            <a:spLocks noGrp="1"/>
          </p:cNvSpPr>
          <p:nvPr>
            <p:ph type="sldNum" sz="quarter" idx="12"/>
          </p:nvPr>
        </p:nvSpPr>
        <p:spPr/>
        <p:txBody>
          <a:bodyPr/>
          <a:lstStyle>
            <a:lvl1pPr>
              <a:defRPr/>
            </a:lvl1pPr>
          </a:lstStyle>
          <a:p>
            <a:pPr>
              <a:defRPr/>
            </a:pPr>
            <a:r>
              <a:rPr lang="en-US" altLang="zh-CN" dirty="0"/>
              <a:t>2-</a:t>
            </a:r>
            <a:fld id="{FF58C2F5-9DF9-48FE-AD49-A61DBAF0F9EB}" type="slidenum">
              <a:rPr lang="en-US" altLang="zh-CN" smtClean="0"/>
              <a:pPr>
                <a:defRPr/>
              </a:pPr>
              <a:t>‹#›</a:t>
            </a:fld>
            <a:endParaRPr lang="en-US" altLang="zh-CN" dirty="0"/>
          </a:p>
        </p:txBody>
      </p:sp>
    </p:spTree>
    <p:extLst>
      <p:ext uri="{BB962C8B-B14F-4D97-AF65-F5344CB8AC3E}">
        <p14:creationId xmlns:p14="http://schemas.microsoft.com/office/powerpoint/2010/main" val="1183637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63F0944B-B8FB-4A78-8CA5-B81131077B29}"/>
              </a:ext>
            </a:extLst>
          </p:cNvPr>
          <p:cNvSpPr>
            <a:spLocks noGrp="1"/>
          </p:cNvSpPr>
          <p:nvPr>
            <p:ph type="dt" sz="half" idx="10"/>
          </p:nvPr>
        </p:nvSpPr>
        <p:spPr/>
        <p:txBody>
          <a:bodyPr/>
          <a:lstStyle>
            <a:lvl1pPr>
              <a:defRPr/>
            </a:lvl1pPr>
          </a:lstStyle>
          <a:p>
            <a:pPr>
              <a:defRPr/>
            </a:pPr>
            <a:fld id="{F0097270-7F05-4D4E-B5A1-DE983FA36AF0}" type="datetime1">
              <a:rPr lang="en-US" altLang="zh-CN"/>
              <a:pPr>
                <a:defRPr/>
              </a:pPr>
              <a:t>9/6/2022</a:t>
            </a:fld>
            <a:endParaRPr lang="en-US" altLang="zh-CN"/>
          </a:p>
        </p:txBody>
      </p:sp>
      <p:sp>
        <p:nvSpPr>
          <p:cNvPr id="6" name="Footer Placeholder 5">
            <a:extLst>
              <a:ext uri="{FF2B5EF4-FFF2-40B4-BE49-F238E27FC236}">
                <a16:creationId xmlns:a16="http://schemas.microsoft.com/office/drawing/2014/main" id="{FB2244D5-CEC1-415A-92D7-3A39ABD31F8D}"/>
              </a:ext>
            </a:extLst>
          </p:cNvPr>
          <p:cNvSpPr>
            <a:spLocks noGrp="1"/>
          </p:cNvSpPr>
          <p:nvPr>
            <p:ph type="ftr" sz="quarter" idx="11"/>
          </p:nvPr>
        </p:nvSpPr>
        <p:spPr/>
        <p:txBody>
          <a:bodyPr/>
          <a:lstStyle>
            <a:lvl1pPr>
              <a:defRPr/>
            </a:lvl1pPr>
          </a:lstStyle>
          <a:p>
            <a:pPr>
              <a:defRPr/>
            </a:pPr>
            <a:endParaRPr lang="en-US" dirty="0"/>
          </a:p>
        </p:txBody>
      </p:sp>
      <p:sp>
        <p:nvSpPr>
          <p:cNvPr id="7" name="Slide Number Placeholder 6">
            <a:extLst>
              <a:ext uri="{FF2B5EF4-FFF2-40B4-BE49-F238E27FC236}">
                <a16:creationId xmlns:a16="http://schemas.microsoft.com/office/drawing/2014/main" id="{4C79CB98-15C0-490A-B00A-317B39E5CB20}"/>
              </a:ext>
            </a:extLst>
          </p:cNvPr>
          <p:cNvSpPr>
            <a:spLocks noGrp="1"/>
          </p:cNvSpPr>
          <p:nvPr>
            <p:ph type="sldNum" sz="quarter" idx="12"/>
          </p:nvPr>
        </p:nvSpPr>
        <p:spPr/>
        <p:txBody>
          <a:bodyPr/>
          <a:lstStyle>
            <a:lvl1pPr>
              <a:defRPr/>
            </a:lvl1pPr>
          </a:lstStyle>
          <a:p>
            <a:pPr>
              <a:defRPr/>
            </a:pPr>
            <a:r>
              <a:rPr lang="en-US" altLang="zh-CN" dirty="0"/>
              <a:t>2-</a:t>
            </a:r>
            <a:fld id="{24358C7F-E08D-47D4-925F-488A04BA4218}" type="slidenum">
              <a:rPr lang="en-US" altLang="zh-CN" smtClean="0"/>
              <a:pPr>
                <a:defRPr/>
              </a:pPr>
              <a:t>‹#›</a:t>
            </a:fld>
            <a:endParaRPr lang="en-US" altLang="zh-CN" dirty="0"/>
          </a:p>
        </p:txBody>
      </p:sp>
    </p:spTree>
    <p:extLst>
      <p:ext uri="{BB962C8B-B14F-4D97-AF65-F5344CB8AC3E}">
        <p14:creationId xmlns:p14="http://schemas.microsoft.com/office/powerpoint/2010/main" val="2284006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F965370E-B218-4A05-8BB3-96FA39958FAA}"/>
              </a:ext>
            </a:extLst>
          </p:cNvPr>
          <p:cNvSpPr>
            <a:spLocks noGrp="1" noChangeArrowheads="1"/>
          </p:cNvSpPr>
          <p:nvPr>
            <p:ph type="dt" sz="half" idx="10"/>
          </p:nvPr>
        </p:nvSpPr>
        <p:spPr>
          <a:ln/>
        </p:spPr>
        <p:txBody>
          <a:bodyPr/>
          <a:lstStyle>
            <a:lvl1pPr>
              <a:defRPr/>
            </a:lvl1pPr>
          </a:lstStyle>
          <a:p>
            <a:pPr>
              <a:defRPr/>
            </a:pPr>
            <a:fld id="{32023FDA-22BE-4065-870F-C9DDBE24B536}" type="datetime1">
              <a:rPr lang="en-US" altLang="zh-CN"/>
              <a:pPr>
                <a:defRPr/>
              </a:pPr>
              <a:t>9/6/2022</a:t>
            </a:fld>
            <a:endParaRPr lang="en-US" altLang="zh-CN"/>
          </a:p>
        </p:txBody>
      </p:sp>
      <p:sp>
        <p:nvSpPr>
          <p:cNvPr id="6" name="Rectangle 5">
            <a:extLst>
              <a:ext uri="{FF2B5EF4-FFF2-40B4-BE49-F238E27FC236}">
                <a16:creationId xmlns:a16="http://schemas.microsoft.com/office/drawing/2014/main" id="{DA4FFE7F-9B1F-4045-A950-AF9A25721DA6}"/>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a:extLst>
              <a:ext uri="{FF2B5EF4-FFF2-40B4-BE49-F238E27FC236}">
                <a16:creationId xmlns:a16="http://schemas.microsoft.com/office/drawing/2014/main" id="{F62B1CFC-E68A-4426-9DE1-D91079CCAD3A}"/>
              </a:ext>
            </a:extLst>
          </p:cNvPr>
          <p:cNvSpPr>
            <a:spLocks noGrp="1" noChangeArrowheads="1"/>
          </p:cNvSpPr>
          <p:nvPr>
            <p:ph type="sldNum" sz="quarter" idx="12"/>
          </p:nvPr>
        </p:nvSpPr>
        <p:spPr>
          <a:ln/>
        </p:spPr>
        <p:txBody>
          <a:bodyPr/>
          <a:lstStyle>
            <a:lvl1pPr>
              <a:defRPr/>
            </a:lvl1pPr>
          </a:lstStyle>
          <a:p>
            <a:pPr>
              <a:defRPr/>
            </a:pPr>
            <a:r>
              <a:rPr lang="en-US" altLang="zh-CN"/>
              <a:t>2-</a:t>
            </a:r>
            <a:fld id="{0D304AEF-D19E-49C0-8CC2-390EFBBFCCD9}" type="slidenum">
              <a:rPr lang="en-US" altLang="zh-CN" smtClean="0"/>
              <a:pPr>
                <a:defRPr/>
              </a:pPr>
              <a:t>‹#›</a:t>
            </a:fld>
            <a:endParaRPr lang="en-US" altLang="zh-CN"/>
          </a:p>
        </p:txBody>
      </p:sp>
    </p:spTree>
    <p:extLst>
      <p:ext uri="{BB962C8B-B14F-4D97-AF65-F5344CB8AC3E}">
        <p14:creationId xmlns:p14="http://schemas.microsoft.com/office/powerpoint/2010/main" val="2278945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1E92A6-161C-4F4D-870A-042CC92ACAAE}"/>
              </a:ext>
            </a:extLst>
          </p:cNvPr>
          <p:cNvSpPr>
            <a:spLocks noGrp="1"/>
          </p:cNvSpPr>
          <p:nvPr>
            <p:ph type="dt" sz="half" idx="10"/>
          </p:nvPr>
        </p:nvSpPr>
        <p:spPr/>
        <p:txBody>
          <a:bodyPr/>
          <a:lstStyle>
            <a:lvl1pPr>
              <a:defRPr/>
            </a:lvl1pPr>
          </a:lstStyle>
          <a:p>
            <a:pPr>
              <a:defRPr/>
            </a:pPr>
            <a:fld id="{13DDE8E0-33FF-4DB7-9625-9968FAD26DB8}" type="datetime1">
              <a:rPr lang="en-US" altLang="zh-CN"/>
              <a:pPr>
                <a:defRPr/>
              </a:pPr>
              <a:t>9/6/2022</a:t>
            </a:fld>
            <a:endParaRPr lang="en-US" altLang="zh-CN"/>
          </a:p>
        </p:txBody>
      </p:sp>
      <p:sp>
        <p:nvSpPr>
          <p:cNvPr id="5" name="Footer Placeholder 4">
            <a:extLst>
              <a:ext uri="{FF2B5EF4-FFF2-40B4-BE49-F238E27FC236}">
                <a16:creationId xmlns:a16="http://schemas.microsoft.com/office/drawing/2014/main" id="{39FD1ADB-85A4-467C-A515-FDBBFFDD1276}"/>
              </a:ext>
            </a:extLst>
          </p:cNvPr>
          <p:cNvSpPr>
            <a:spLocks noGrp="1"/>
          </p:cNvSpPr>
          <p:nvPr>
            <p:ph type="ftr" sz="quarter" idx="11"/>
          </p:nvPr>
        </p:nvSpPr>
        <p:spPr/>
        <p:txBody>
          <a:bodyPr/>
          <a:lstStyle>
            <a:lvl1pPr>
              <a:defRPr/>
            </a:lvl1pPr>
          </a:lstStyle>
          <a:p>
            <a:pPr>
              <a:defRPr/>
            </a:pPr>
            <a:endParaRPr lang="en-US" dirty="0"/>
          </a:p>
        </p:txBody>
      </p:sp>
      <p:sp>
        <p:nvSpPr>
          <p:cNvPr id="6" name="Slide Number Placeholder 5">
            <a:extLst>
              <a:ext uri="{FF2B5EF4-FFF2-40B4-BE49-F238E27FC236}">
                <a16:creationId xmlns:a16="http://schemas.microsoft.com/office/drawing/2014/main" id="{ECD69DC6-F246-4145-A82D-578E56A011ED}"/>
              </a:ext>
            </a:extLst>
          </p:cNvPr>
          <p:cNvSpPr>
            <a:spLocks noGrp="1"/>
          </p:cNvSpPr>
          <p:nvPr>
            <p:ph type="sldNum" sz="quarter" idx="12"/>
          </p:nvPr>
        </p:nvSpPr>
        <p:spPr/>
        <p:txBody>
          <a:bodyPr/>
          <a:lstStyle>
            <a:lvl1pPr>
              <a:defRPr/>
            </a:lvl1pPr>
          </a:lstStyle>
          <a:p>
            <a:pPr>
              <a:defRPr/>
            </a:pPr>
            <a:r>
              <a:rPr lang="en-US" altLang="zh-CN" dirty="0"/>
              <a:t>2-</a:t>
            </a:r>
            <a:fld id="{C85A81E5-4E00-4DA8-8B24-89F694DE45F7}" type="slidenum">
              <a:rPr lang="en-US" altLang="zh-CN" smtClean="0"/>
              <a:pPr>
                <a:defRPr/>
              </a:pPr>
              <a:t>‹#›</a:t>
            </a:fld>
            <a:endParaRPr lang="en-US" altLang="zh-CN" dirty="0"/>
          </a:p>
        </p:txBody>
      </p:sp>
    </p:spTree>
    <p:extLst>
      <p:ext uri="{BB962C8B-B14F-4D97-AF65-F5344CB8AC3E}">
        <p14:creationId xmlns:p14="http://schemas.microsoft.com/office/powerpoint/2010/main" val="1450699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62700" y="228600"/>
            <a:ext cx="1943100" cy="60309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3400" y="228600"/>
            <a:ext cx="5676900" cy="60309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7E83F2-400B-4EF1-82FB-AA07B225D0E0}"/>
              </a:ext>
            </a:extLst>
          </p:cNvPr>
          <p:cNvSpPr>
            <a:spLocks noGrp="1"/>
          </p:cNvSpPr>
          <p:nvPr>
            <p:ph type="dt" sz="half" idx="10"/>
          </p:nvPr>
        </p:nvSpPr>
        <p:spPr/>
        <p:txBody>
          <a:bodyPr/>
          <a:lstStyle>
            <a:lvl1pPr>
              <a:defRPr/>
            </a:lvl1pPr>
          </a:lstStyle>
          <a:p>
            <a:pPr>
              <a:defRPr/>
            </a:pPr>
            <a:fld id="{FCEFC3F4-470A-4CD1-9D92-7CDFCD64A183}" type="datetime1">
              <a:rPr lang="en-US" altLang="zh-CN"/>
              <a:pPr>
                <a:defRPr/>
              </a:pPr>
              <a:t>9/6/2022</a:t>
            </a:fld>
            <a:endParaRPr lang="en-US" altLang="zh-CN"/>
          </a:p>
        </p:txBody>
      </p:sp>
      <p:sp>
        <p:nvSpPr>
          <p:cNvPr id="5" name="Footer Placeholder 4">
            <a:extLst>
              <a:ext uri="{FF2B5EF4-FFF2-40B4-BE49-F238E27FC236}">
                <a16:creationId xmlns:a16="http://schemas.microsoft.com/office/drawing/2014/main" id="{A8D0D029-6281-46F8-A7CC-B2B988019ECC}"/>
              </a:ext>
            </a:extLst>
          </p:cNvPr>
          <p:cNvSpPr>
            <a:spLocks noGrp="1"/>
          </p:cNvSpPr>
          <p:nvPr>
            <p:ph type="ftr" sz="quarter" idx="11"/>
          </p:nvPr>
        </p:nvSpPr>
        <p:spPr/>
        <p:txBody>
          <a:bodyPr/>
          <a:lstStyle>
            <a:lvl1pPr>
              <a:defRPr/>
            </a:lvl1pPr>
          </a:lstStyle>
          <a:p>
            <a:pPr>
              <a:defRPr/>
            </a:pPr>
            <a:endParaRPr lang="en-US" dirty="0"/>
          </a:p>
        </p:txBody>
      </p:sp>
      <p:sp>
        <p:nvSpPr>
          <p:cNvPr id="6" name="Slide Number Placeholder 5">
            <a:extLst>
              <a:ext uri="{FF2B5EF4-FFF2-40B4-BE49-F238E27FC236}">
                <a16:creationId xmlns:a16="http://schemas.microsoft.com/office/drawing/2014/main" id="{58AB1B64-01EC-4478-BB6B-1769B7F1F506}"/>
              </a:ext>
            </a:extLst>
          </p:cNvPr>
          <p:cNvSpPr>
            <a:spLocks noGrp="1"/>
          </p:cNvSpPr>
          <p:nvPr>
            <p:ph type="sldNum" sz="quarter" idx="12"/>
          </p:nvPr>
        </p:nvSpPr>
        <p:spPr/>
        <p:txBody>
          <a:bodyPr/>
          <a:lstStyle>
            <a:lvl1pPr>
              <a:defRPr/>
            </a:lvl1pPr>
          </a:lstStyle>
          <a:p>
            <a:pPr>
              <a:defRPr/>
            </a:pPr>
            <a:r>
              <a:rPr lang="en-US" altLang="zh-CN" dirty="0"/>
              <a:t>2-</a:t>
            </a:r>
            <a:fld id="{29E9645F-C7D9-4AF1-A43D-67BD168C041F}" type="slidenum">
              <a:rPr lang="en-US" altLang="zh-CN" smtClean="0"/>
              <a:pPr>
                <a:defRPr/>
              </a:pPr>
              <a:t>‹#›</a:t>
            </a:fld>
            <a:endParaRPr lang="en-US" altLang="zh-CN" dirty="0"/>
          </a:p>
        </p:txBody>
      </p:sp>
    </p:spTree>
    <p:extLst>
      <p:ext uri="{BB962C8B-B14F-4D97-AF65-F5344CB8AC3E}">
        <p14:creationId xmlns:p14="http://schemas.microsoft.com/office/powerpoint/2010/main" val="16263850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Content Placeholder 2"/>
          <p:cNvSpPr>
            <a:spLocks noGrp="1"/>
          </p:cNvSpPr>
          <p:nvPr>
            <p:ph sz="half" idx="1"/>
          </p:nvPr>
        </p:nvSpPr>
        <p:spPr>
          <a:xfrm>
            <a:off x="533400" y="1611313"/>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495800" y="1611313"/>
            <a:ext cx="38100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495800" y="4011613"/>
            <a:ext cx="38100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99AB5289-CB75-430D-A444-6A0AD38BF998}"/>
              </a:ext>
            </a:extLst>
          </p:cNvPr>
          <p:cNvSpPr>
            <a:spLocks noGrp="1"/>
          </p:cNvSpPr>
          <p:nvPr>
            <p:ph type="dt" sz="half" idx="10"/>
          </p:nvPr>
        </p:nvSpPr>
        <p:spPr/>
        <p:txBody>
          <a:bodyPr/>
          <a:lstStyle>
            <a:lvl1pPr>
              <a:defRPr/>
            </a:lvl1pPr>
          </a:lstStyle>
          <a:p>
            <a:pPr>
              <a:defRPr/>
            </a:pPr>
            <a:fld id="{209C1E17-94F5-4BBF-B420-71B2BF50BF54}" type="datetime1">
              <a:rPr lang="en-US" altLang="zh-CN"/>
              <a:pPr>
                <a:defRPr/>
              </a:pPr>
              <a:t>9/6/2022</a:t>
            </a:fld>
            <a:endParaRPr lang="en-US" altLang="zh-CN"/>
          </a:p>
        </p:txBody>
      </p:sp>
      <p:sp>
        <p:nvSpPr>
          <p:cNvPr id="7" name="Footer Placeholder 6">
            <a:extLst>
              <a:ext uri="{FF2B5EF4-FFF2-40B4-BE49-F238E27FC236}">
                <a16:creationId xmlns:a16="http://schemas.microsoft.com/office/drawing/2014/main" id="{EFCB360E-E980-4948-A972-89811A4D36A0}"/>
              </a:ext>
            </a:extLst>
          </p:cNvPr>
          <p:cNvSpPr>
            <a:spLocks noGrp="1"/>
          </p:cNvSpPr>
          <p:nvPr>
            <p:ph type="ftr" sz="quarter" idx="11"/>
          </p:nvPr>
        </p:nvSpPr>
        <p:spPr/>
        <p:txBody>
          <a:bodyPr/>
          <a:lstStyle>
            <a:lvl1pPr>
              <a:defRPr/>
            </a:lvl1pPr>
          </a:lstStyle>
          <a:p>
            <a:pPr>
              <a:defRPr/>
            </a:pPr>
            <a:endParaRPr lang="en-US" dirty="0"/>
          </a:p>
        </p:txBody>
      </p:sp>
      <p:sp>
        <p:nvSpPr>
          <p:cNvPr id="8" name="Slide Number Placeholder 7">
            <a:extLst>
              <a:ext uri="{FF2B5EF4-FFF2-40B4-BE49-F238E27FC236}">
                <a16:creationId xmlns:a16="http://schemas.microsoft.com/office/drawing/2014/main" id="{62EF8C97-44F1-4187-B90A-C4FF5B13A0AA}"/>
              </a:ext>
            </a:extLst>
          </p:cNvPr>
          <p:cNvSpPr>
            <a:spLocks noGrp="1"/>
          </p:cNvSpPr>
          <p:nvPr>
            <p:ph type="sldNum" sz="quarter" idx="12"/>
          </p:nvPr>
        </p:nvSpPr>
        <p:spPr/>
        <p:txBody>
          <a:bodyPr/>
          <a:lstStyle>
            <a:lvl1pPr>
              <a:defRPr/>
            </a:lvl1pPr>
          </a:lstStyle>
          <a:p>
            <a:pPr>
              <a:defRPr/>
            </a:pPr>
            <a:r>
              <a:rPr lang="en-US" altLang="zh-CN" dirty="0"/>
              <a:t>2-</a:t>
            </a:r>
            <a:fld id="{E4005A11-C99E-49C4-A312-91F1476DC036}" type="slidenum">
              <a:rPr lang="en-US" altLang="zh-CN" smtClean="0"/>
              <a:pPr>
                <a:defRPr/>
              </a:pPr>
              <a:t>‹#›</a:t>
            </a:fld>
            <a:endParaRPr lang="en-US" altLang="zh-CN" dirty="0"/>
          </a:p>
        </p:txBody>
      </p:sp>
    </p:spTree>
    <p:extLst>
      <p:ext uri="{BB962C8B-B14F-4D97-AF65-F5344CB8AC3E}">
        <p14:creationId xmlns:p14="http://schemas.microsoft.com/office/powerpoint/2010/main" val="4870444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617538"/>
            <a:ext cx="7793037"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5145088" y="2017713"/>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145088" y="4151313"/>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11">
            <a:extLst>
              <a:ext uri="{FF2B5EF4-FFF2-40B4-BE49-F238E27FC236}">
                <a16:creationId xmlns:a16="http://schemas.microsoft.com/office/drawing/2014/main" id="{6D7BD263-493A-499E-A8F7-2E45B781B06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12">
            <a:extLst>
              <a:ext uri="{FF2B5EF4-FFF2-40B4-BE49-F238E27FC236}">
                <a16:creationId xmlns:a16="http://schemas.microsoft.com/office/drawing/2014/main" id="{D8C37D16-1CB5-4ED6-B8F2-68A1EDD8B68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13">
            <a:extLst>
              <a:ext uri="{FF2B5EF4-FFF2-40B4-BE49-F238E27FC236}">
                <a16:creationId xmlns:a16="http://schemas.microsoft.com/office/drawing/2014/main" id="{5948F863-1E28-44C9-BD31-C3D0857B8AC9}"/>
              </a:ext>
            </a:extLst>
          </p:cNvPr>
          <p:cNvSpPr>
            <a:spLocks noGrp="1" noChangeArrowheads="1"/>
          </p:cNvSpPr>
          <p:nvPr>
            <p:ph type="sldNum" sz="quarter" idx="12"/>
          </p:nvPr>
        </p:nvSpPr>
        <p:spPr>
          <a:ln/>
        </p:spPr>
        <p:txBody>
          <a:bodyPr/>
          <a:lstStyle>
            <a:lvl1pPr>
              <a:defRPr/>
            </a:lvl1pPr>
          </a:lstStyle>
          <a:p>
            <a:fld id="{1A830D07-7E65-46EC-A740-828725935CAD}" type="slidenum">
              <a:rPr lang="zh-CN" altLang="en-US"/>
              <a:pPr/>
              <a:t>‹#›</a:t>
            </a:fld>
            <a:endParaRPr lang="en-US" altLang="zh-CN"/>
          </a:p>
        </p:txBody>
      </p:sp>
    </p:spTree>
    <p:extLst>
      <p:ext uri="{BB962C8B-B14F-4D97-AF65-F5344CB8AC3E}">
        <p14:creationId xmlns:p14="http://schemas.microsoft.com/office/powerpoint/2010/main" val="8167820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617538"/>
            <a:ext cx="7793037"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a:extLst>
              <a:ext uri="{FF2B5EF4-FFF2-40B4-BE49-F238E27FC236}">
                <a16:creationId xmlns:a16="http://schemas.microsoft.com/office/drawing/2014/main" id="{55FC952B-4528-4E23-91F3-3451DA32A1B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500BCD97-67D7-4D24-BBE8-5F013203B74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1A090BF2-C87F-467F-B5AE-FC3C156603FF}"/>
              </a:ext>
            </a:extLst>
          </p:cNvPr>
          <p:cNvSpPr>
            <a:spLocks noGrp="1" noChangeArrowheads="1"/>
          </p:cNvSpPr>
          <p:nvPr>
            <p:ph type="sldNum" sz="quarter" idx="12"/>
          </p:nvPr>
        </p:nvSpPr>
        <p:spPr>
          <a:ln/>
        </p:spPr>
        <p:txBody>
          <a:bodyPr/>
          <a:lstStyle>
            <a:lvl1pPr>
              <a:defRPr/>
            </a:lvl1pPr>
          </a:lstStyle>
          <a:p>
            <a:fld id="{C3B92A48-5B5B-4ECF-894A-FD13FBB9FCC4}" type="slidenum">
              <a:rPr lang="zh-CN" altLang="en-US"/>
              <a:pPr/>
              <a:t>‹#›</a:t>
            </a:fld>
            <a:endParaRPr lang="en-US" altLang="zh-CN"/>
          </a:p>
        </p:txBody>
      </p:sp>
    </p:spTree>
    <p:extLst>
      <p:ext uri="{BB962C8B-B14F-4D97-AF65-F5344CB8AC3E}">
        <p14:creationId xmlns:p14="http://schemas.microsoft.com/office/powerpoint/2010/main" val="2286433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1C779A6-A19B-4E76-B26A-344978F7284A}"/>
              </a:ext>
            </a:extLst>
          </p:cNvPr>
          <p:cNvSpPr>
            <a:spLocks noGrp="1" noChangeArrowheads="1"/>
          </p:cNvSpPr>
          <p:nvPr>
            <p:ph type="title"/>
          </p:nvPr>
        </p:nvSpPr>
        <p:spPr bwMode="auto">
          <a:xfrm>
            <a:off x="533400" y="228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dirty="0"/>
              <a:t>Click to edit master title style</a:t>
            </a:r>
          </a:p>
        </p:txBody>
      </p:sp>
      <p:sp>
        <p:nvSpPr>
          <p:cNvPr id="1027" name="Rectangle 3">
            <a:extLst>
              <a:ext uri="{FF2B5EF4-FFF2-40B4-BE49-F238E27FC236}">
                <a16:creationId xmlns:a16="http://schemas.microsoft.com/office/drawing/2014/main" id="{0934BB94-251C-45C2-AE6B-1290F75DC77F}"/>
              </a:ext>
            </a:extLst>
          </p:cNvPr>
          <p:cNvSpPr>
            <a:spLocks noGrp="1" noChangeArrowheads="1"/>
          </p:cNvSpPr>
          <p:nvPr>
            <p:ph type="body" idx="1"/>
          </p:nvPr>
        </p:nvSpPr>
        <p:spPr bwMode="auto">
          <a:xfrm>
            <a:off x="533400" y="1611313"/>
            <a:ext cx="77724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8" name="Rectangle 4">
            <a:extLst>
              <a:ext uri="{FF2B5EF4-FFF2-40B4-BE49-F238E27FC236}">
                <a16:creationId xmlns:a16="http://schemas.microsoft.com/office/drawing/2014/main" id="{066E2269-D30D-4515-9F62-9B14DB73A9A8}"/>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Times New Roman" panose="02020603050405020304" pitchFamily="18" charset="0"/>
              </a:defRPr>
            </a:lvl1pPr>
          </a:lstStyle>
          <a:p>
            <a:pPr>
              <a:defRPr/>
            </a:pPr>
            <a:fld id="{1133CF60-6278-4770-B192-5BC810AA3AEB}" type="datetime1">
              <a:rPr lang="en-US" altLang="zh-CN"/>
              <a:pPr>
                <a:defRPr/>
              </a:pPr>
              <a:t>9/6/2022</a:t>
            </a:fld>
            <a:endParaRPr lang="en-US" altLang="zh-CN"/>
          </a:p>
        </p:txBody>
      </p:sp>
      <p:sp>
        <p:nvSpPr>
          <p:cNvPr id="195589" name="Rectangle 5">
            <a:extLst>
              <a:ext uri="{FF2B5EF4-FFF2-40B4-BE49-F238E27FC236}">
                <a16:creationId xmlns:a16="http://schemas.microsoft.com/office/drawing/2014/main" id="{118DC403-C0B2-444A-90C3-EA625003B890}"/>
              </a:ext>
            </a:extLst>
          </p:cNvPr>
          <p:cNvSpPr>
            <a:spLocks noGrp="1" noChangeArrowheads="1"/>
          </p:cNvSpPr>
          <p:nvPr>
            <p:ph type="ftr" sz="quarter" idx="3"/>
          </p:nvPr>
        </p:nvSpPr>
        <p:spPr bwMode="auto">
          <a:xfrm>
            <a:off x="5576888" y="6467475"/>
            <a:ext cx="2895600" cy="2873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ahoma" pitchFamily="34" charset="0"/>
                <a:ea typeface="+mn-ea"/>
                <a:cs typeface="+mn-cs"/>
              </a:defRPr>
            </a:lvl1pPr>
          </a:lstStyle>
          <a:p>
            <a:pPr>
              <a:defRPr/>
            </a:pPr>
            <a:r>
              <a:rPr lang="en-US" dirty="0"/>
              <a:t>Physical layer</a:t>
            </a:r>
          </a:p>
        </p:txBody>
      </p:sp>
      <p:sp>
        <p:nvSpPr>
          <p:cNvPr id="195590" name="Rectangle 6">
            <a:extLst>
              <a:ext uri="{FF2B5EF4-FFF2-40B4-BE49-F238E27FC236}">
                <a16:creationId xmlns:a16="http://schemas.microsoft.com/office/drawing/2014/main" id="{D26A48AC-1ADE-49E2-B8EC-F16FE713FB43}"/>
              </a:ext>
            </a:extLst>
          </p:cNvPr>
          <p:cNvSpPr>
            <a:spLocks noGrp="1" noChangeArrowheads="1"/>
          </p:cNvSpPr>
          <p:nvPr>
            <p:ph type="sldNum" sz="quarter" idx="4"/>
          </p:nvPr>
        </p:nvSpPr>
        <p:spPr bwMode="auto">
          <a:xfrm>
            <a:off x="8324850" y="6462713"/>
            <a:ext cx="676275" cy="276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ahoma" panose="020B0604030504040204" pitchFamily="34" charset="0"/>
              </a:defRPr>
            </a:lvl1pPr>
          </a:lstStyle>
          <a:p>
            <a:pPr>
              <a:defRPr/>
            </a:pPr>
            <a:r>
              <a:rPr lang="en-US" altLang="zh-CN"/>
              <a:t>2-</a:t>
            </a:r>
            <a:fld id="{46FE0FFB-E794-4B4C-9805-425E3B343C7B}" type="slidenum">
              <a:rPr lang="en-US" altLang="zh-CN" smtClean="0"/>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203" r:id="rId1"/>
    <p:sldLayoutId id="2147484197" r:id="rId2"/>
    <p:sldLayoutId id="2147484198" r:id="rId3"/>
    <p:sldLayoutId id="2147484199" r:id="rId4"/>
    <p:sldLayoutId id="2147484200" r:id="rId5"/>
    <p:sldLayoutId id="2147484201" r:id="rId6"/>
    <p:sldLayoutId id="2147484204" r:id="rId7"/>
    <p:sldLayoutId id="2147484205" r:id="rId8"/>
    <p:sldLayoutId id="2147484202" r:id="rId9"/>
    <p:sldLayoutId id="2147484206" r:id="rId10"/>
    <p:sldLayoutId id="2147484207" r:id="rId11"/>
    <p:sldLayoutId id="2147484208" r:id="rId12"/>
    <p:sldLayoutId id="2147484209" r:id="rId13"/>
    <p:sldLayoutId id="2147484210" r:id="rId14"/>
  </p:sldLayoutIdLst>
  <p:hf hdr="0" dt="0"/>
  <p:txStyles>
    <p:titleStyle>
      <a:lvl1pPr algn="l" rtl="0" eaLnBrk="0" fontAlgn="base" hangingPunct="0">
        <a:spcBef>
          <a:spcPct val="0"/>
        </a:spcBef>
        <a:spcAft>
          <a:spcPct val="0"/>
        </a:spcAft>
        <a:defRPr sz="3600">
          <a:solidFill>
            <a:srgbClr val="000099"/>
          </a:solidFill>
          <a:latin typeface="Comic Sans MS" panose="030F0702030302020204" pitchFamily="66" charset="0"/>
          <a:ea typeface="ＭＳ Ｐゴシック" charset="0"/>
          <a:cs typeface="+mj-cs"/>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5pPr>
      <a:lvl6pPr marL="457200" algn="l" rtl="0" fontAlgn="base">
        <a:spcBef>
          <a:spcPct val="0"/>
        </a:spcBef>
        <a:spcAft>
          <a:spcPct val="0"/>
        </a:spcAft>
        <a:defRPr sz="4400">
          <a:solidFill>
            <a:srgbClr val="000099"/>
          </a:solidFill>
          <a:latin typeface="Gill Sans MT" pitchFamily="34" charset="0"/>
          <a:cs typeface="Arial" charset="0"/>
        </a:defRPr>
      </a:lvl6pPr>
      <a:lvl7pPr marL="914400" algn="l" rtl="0" fontAlgn="base">
        <a:spcBef>
          <a:spcPct val="0"/>
        </a:spcBef>
        <a:spcAft>
          <a:spcPct val="0"/>
        </a:spcAft>
        <a:defRPr sz="4400">
          <a:solidFill>
            <a:srgbClr val="000099"/>
          </a:solidFill>
          <a:latin typeface="Gill Sans MT" pitchFamily="34" charset="0"/>
          <a:cs typeface="Arial" charset="0"/>
        </a:defRPr>
      </a:lvl7pPr>
      <a:lvl8pPr marL="1371600" algn="l" rtl="0" fontAlgn="base">
        <a:spcBef>
          <a:spcPct val="0"/>
        </a:spcBef>
        <a:spcAft>
          <a:spcPct val="0"/>
        </a:spcAft>
        <a:defRPr sz="4400">
          <a:solidFill>
            <a:srgbClr val="000099"/>
          </a:solidFill>
          <a:latin typeface="Gill Sans MT" pitchFamily="34" charset="0"/>
          <a:cs typeface="Arial" charset="0"/>
        </a:defRPr>
      </a:lvl8pPr>
      <a:lvl9pPr marL="1828800" algn="l" rtl="0" fontAlgn="base">
        <a:spcBef>
          <a:spcPct val="0"/>
        </a:spcBef>
        <a:spcAft>
          <a:spcPct val="0"/>
        </a:spcAft>
        <a:defRPr sz="4400">
          <a:solidFill>
            <a:srgbClr val="000099"/>
          </a:solidFill>
          <a:latin typeface="Gill Sans MT" pitchFamily="34" charset="0"/>
          <a:cs typeface="Arial" charset="0"/>
        </a:defRPr>
      </a:lvl9pPr>
    </p:titleStyle>
    <p:bodyStyle>
      <a:lvl1pPr marL="342900" indent="-342900" algn="l" rtl="0" eaLnBrk="0" fontAlgn="base" hangingPunct="0">
        <a:lnSpc>
          <a:spcPct val="85000"/>
        </a:lnSpc>
        <a:spcBef>
          <a:spcPct val="20000"/>
        </a:spcBef>
        <a:spcAft>
          <a:spcPct val="0"/>
        </a:spcAft>
        <a:buClr>
          <a:srgbClr val="000090"/>
        </a:buClr>
        <a:buSzPct val="100000"/>
        <a:buFont typeface="Wingdings" panose="05000000000000000000" pitchFamily="2" charset="2"/>
        <a:buChar char="§"/>
        <a:defRPr sz="2800">
          <a:solidFill>
            <a:schemeClr val="tx1"/>
          </a:solidFill>
          <a:latin typeface="+mn-lt"/>
          <a:ea typeface="ＭＳ Ｐゴシック" charset="0"/>
          <a:cs typeface="+mn-cs"/>
        </a:defRPr>
      </a:lvl1pPr>
      <a:lvl2pPr marL="742950" indent="-285750" algn="l" rtl="0" eaLnBrk="0" fontAlgn="base" hangingPunct="0">
        <a:lnSpc>
          <a:spcPct val="85000"/>
        </a:lnSpc>
        <a:spcBef>
          <a:spcPct val="20000"/>
        </a:spcBef>
        <a:spcAft>
          <a:spcPct val="0"/>
        </a:spcAft>
        <a:buClr>
          <a:srgbClr val="000090"/>
        </a:buClr>
        <a:buFont typeface="Arial" panose="020B0604020202020204" pitchFamily="34" charset="0"/>
        <a:buChar char="•"/>
        <a:defRPr sz="2400">
          <a:solidFill>
            <a:schemeClr val="tx1"/>
          </a:solidFill>
          <a:latin typeface="+mn-lt"/>
          <a:ea typeface="Arial" charset="0"/>
          <a:cs typeface="+mn-cs"/>
        </a:defRPr>
      </a:lvl2pPr>
      <a:lvl3pPr marL="11430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Comic Sans MS" pitchFamily="66" charset="0"/>
          <a:ea typeface="Arial" charset="0"/>
          <a:cs typeface="+mn-cs"/>
        </a:defRPr>
      </a:lvl3pPr>
      <a:lvl4pPr marL="16002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itchFamily="18" charset="0"/>
          <a:ea typeface="Arial" charset="0"/>
          <a:cs typeface="+mn-cs"/>
        </a:defRPr>
      </a:lvl4pPr>
      <a:lvl5pPr marL="20574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itchFamily="18" charset="0"/>
          <a:ea typeface="Arial" charset="0"/>
          <a:cs typeface="+mn-cs"/>
        </a:defRPr>
      </a:lvl5pPr>
      <a:lvl6pPr marL="2514600" indent="-228600" algn="l" rtl="0" fontAlgn="base">
        <a:spcBef>
          <a:spcPct val="20000"/>
        </a:spcBef>
        <a:spcAft>
          <a:spcPct val="0"/>
        </a:spcAft>
        <a:buChar char="»"/>
        <a:defRPr sz="2000">
          <a:solidFill>
            <a:schemeClr val="tx1"/>
          </a:solidFill>
          <a:latin typeface="Times New Roman" pitchFamily="18" charset="0"/>
          <a:cs typeface="+mn-cs"/>
        </a:defRPr>
      </a:lvl6pPr>
      <a:lvl7pPr marL="2971800" indent="-228600" algn="l" rtl="0" fontAlgn="base">
        <a:spcBef>
          <a:spcPct val="20000"/>
        </a:spcBef>
        <a:spcAft>
          <a:spcPct val="0"/>
        </a:spcAft>
        <a:buChar char="»"/>
        <a:defRPr sz="2000">
          <a:solidFill>
            <a:schemeClr val="tx1"/>
          </a:solidFill>
          <a:latin typeface="Times New Roman" pitchFamily="18" charset="0"/>
          <a:cs typeface="+mn-cs"/>
        </a:defRPr>
      </a:lvl7pPr>
      <a:lvl8pPr marL="3429000" indent="-228600" algn="l" rtl="0" fontAlgn="base">
        <a:spcBef>
          <a:spcPct val="20000"/>
        </a:spcBef>
        <a:spcAft>
          <a:spcPct val="0"/>
        </a:spcAft>
        <a:buChar char="»"/>
        <a:defRPr sz="2000">
          <a:solidFill>
            <a:schemeClr val="tx1"/>
          </a:solidFill>
          <a:latin typeface="Times New Roman" pitchFamily="18" charset="0"/>
          <a:cs typeface="+mn-cs"/>
        </a:defRPr>
      </a:lvl8pPr>
      <a:lvl9pPr marL="3886200" indent="-228600" algn="l" rtl="0" fontAlgn="base">
        <a:spcBef>
          <a:spcPct val="20000"/>
        </a:spcBef>
        <a:spcAft>
          <a:spcPct val="0"/>
        </a:spcAft>
        <a:buChar char="»"/>
        <a:defRPr sz="2000">
          <a:solidFill>
            <a:schemeClr val="tx1"/>
          </a:solidFill>
          <a:latin typeface="Times New Roman" pitchFamily="18" charset="0"/>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6.jpeg"/><Relationship Id="rId4" Type="http://schemas.openxmlformats.org/officeDocument/2006/relationships/image" Target="../media/image7.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6.jpeg"/><Relationship Id="rId4" Type="http://schemas.openxmlformats.org/officeDocument/2006/relationships/image" Target="../media/image11.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bin"/><Relationship Id="rId7" Type="http://schemas.openxmlformats.org/officeDocument/2006/relationships/image" Target="../media/image13.e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image" Target="../media/image6.jpeg"/><Relationship Id="rId4" Type="http://schemas.openxmlformats.org/officeDocument/2006/relationships/image" Target="../media/image12.e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image" Target="../media/image15.e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6.bin"/><Relationship Id="rId5" Type="http://schemas.openxmlformats.org/officeDocument/2006/relationships/image" Target="../media/image6.jpeg"/><Relationship Id="rId4" Type="http://schemas.openxmlformats.org/officeDocument/2006/relationships/image" Target="../media/image14.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6.jpeg"/><Relationship Id="rId4" Type="http://schemas.openxmlformats.org/officeDocument/2006/relationships/image" Target="../media/image16.emf"/></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8.bin"/><Relationship Id="rId7" Type="http://schemas.openxmlformats.org/officeDocument/2006/relationships/image" Target="../media/image19.e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9.bin"/><Relationship Id="rId5" Type="http://schemas.openxmlformats.org/officeDocument/2006/relationships/image" Target="../media/image6.jpeg"/><Relationship Id="rId4" Type="http://schemas.openxmlformats.org/officeDocument/2006/relationships/image" Target="../media/image18.emf"/></Relationships>
</file>

<file path=ppt/slides/_rels/slide27.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oleObject" Target="../embeddings/oleObject10.bin"/><Relationship Id="rId7" Type="http://schemas.openxmlformats.org/officeDocument/2006/relationships/image" Target="../media/image22.e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1.bin"/><Relationship Id="rId5" Type="http://schemas.openxmlformats.org/officeDocument/2006/relationships/image" Target="../media/image6.jpeg"/><Relationship Id="rId10" Type="http://schemas.openxmlformats.org/officeDocument/2006/relationships/image" Target="../media/image23.emf"/><Relationship Id="rId4" Type="http://schemas.openxmlformats.org/officeDocument/2006/relationships/image" Target="../media/image20.emf"/><Relationship Id="rId9" Type="http://schemas.openxmlformats.org/officeDocument/2006/relationships/oleObject" Target="../embeddings/oleObject12.bin"/></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25.png"/><Relationship Id="rId5" Type="http://schemas.openxmlformats.org/officeDocument/2006/relationships/image" Target="../media/image6.jpeg"/><Relationship Id="rId4" Type="http://schemas.openxmlformats.org/officeDocument/2006/relationships/image" Target="../media/image24.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6.jpeg"/><Relationship Id="rId4" Type="http://schemas.openxmlformats.org/officeDocument/2006/relationships/image" Target="../media/image26.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6.jpeg"/><Relationship Id="rId4" Type="http://schemas.openxmlformats.org/officeDocument/2006/relationships/image" Target="../media/image27.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6.jpeg"/><Relationship Id="rId4" Type="http://schemas.openxmlformats.org/officeDocument/2006/relationships/image" Target="../media/image28.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6.jpeg"/><Relationship Id="rId4" Type="http://schemas.openxmlformats.org/officeDocument/2006/relationships/image" Target="../media/image29.e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6.jpeg"/><Relationship Id="rId4" Type="http://schemas.openxmlformats.org/officeDocument/2006/relationships/image" Target="../media/image30.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9.bin"/><Relationship Id="rId7" Type="http://schemas.openxmlformats.org/officeDocument/2006/relationships/image" Target="../media/image32.emf"/><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oleObject" Target="../embeddings/oleObject20.bin"/><Relationship Id="rId5" Type="http://schemas.openxmlformats.org/officeDocument/2006/relationships/image" Target="../media/image6.jpeg"/><Relationship Id="rId4" Type="http://schemas.openxmlformats.org/officeDocument/2006/relationships/image" Target="../media/image31.e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4.xml"/><Relationship Id="rId1" Type="http://schemas.openxmlformats.org/officeDocument/2006/relationships/vmlDrawing" Target="../drawings/vmlDrawing15.vml"/><Relationship Id="rId5" Type="http://schemas.openxmlformats.org/officeDocument/2006/relationships/image" Target="../media/image6.jpeg"/><Relationship Id="rId4" Type="http://schemas.openxmlformats.org/officeDocument/2006/relationships/image" Target="../media/image34.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image" Target="../media/image6.jpeg"/><Relationship Id="rId4" Type="http://schemas.openxmlformats.org/officeDocument/2006/relationships/image" Target="../media/image35.e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23.bin"/><Relationship Id="rId7" Type="http://schemas.openxmlformats.org/officeDocument/2006/relationships/image" Target="../media/image40.emf"/><Relationship Id="rId2" Type="http://schemas.openxmlformats.org/officeDocument/2006/relationships/slideLayout" Target="../slideLayouts/slideLayout13.xml"/><Relationship Id="rId1" Type="http://schemas.openxmlformats.org/officeDocument/2006/relationships/vmlDrawing" Target="../drawings/vmlDrawing17.vml"/><Relationship Id="rId6" Type="http://schemas.openxmlformats.org/officeDocument/2006/relationships/oleObject" Target="../embeddings/oleObject24.bin"/><Relationship Id="rId5" Type="http://schemas.openxmlformats.org/officeDocument/2006/relationships/image" Target="../media/image6.jpeg"/><Relationship Id="rId4" Type="http://schemas.openxmlformats.org/officeDocument/2006/relationships/image" Target="../media/image39.e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4.xml"/><Relationship Id="rId1" Type="http://schemas.openxmlformats.org/officeDocument/2006/relationships/vmlDrawing" Target="../drawings/vmlDrawing18.vml"/><Relationship Id="rId6" Type="http://schemas.openxmlformats.org/officeDocument/2006/relationships/image" Target="../media/image6.jpeg"/><Relationship Id="rId5" Type="http://schemas.openxmlformats.org/officeDocument/2006/relationships/image" Target="../media/image41.emf"/><Relationship Id="rId4" Type="http://schemas.openxmlformats.org/officeDocument/2006/relationships/oleObject" Target="../embeddings/oleObject25.bin"/></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6.jpeg"/><Relationship Id="rId5" Type="http://schemas.openxmlformats.org/officeDocument/2006/relationships/image" Target="../media/image42.emf"/><Relationship Id="rId4" Type="http://schemas.openxmlformats.org/officeDocument/2006/relationships/oleObject" Target="../embeddings/oleObject26.bin"/></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image" Target="../media/image6.jpeg"/><Relationship Id="rId4" Type="http://schemas.openxmlformats.org/officeDocument/2006/relationships/image" Target="../media/image43.emf"/></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8" name="Rectangle 2">
            <a:extLst>
              <a:ext uri="{FF2B5EF4-FFF2-40B4-BE49-F238E27FC236}">
                <a16:creationId xmlns:a16="http://schemas.microsoft.com/office/drawing/2014/main" id="{3F1F77C5-4A8A-4C45-B0E1-34A3D01993BC}"/>
              </a:ext>
            </a:extLst>
          </p:cNvPr>
          <p:cNvSpPr>
            <a:spLocks noGrp="1" noChangeArrowheads="1"/>
          </p:cNvSpPr>
          <p:nvPr>
            <p:ph type="title" idx="4294967295"/>
          </p:nvPr>
        </p:nvSpPr>
        <p:spPr>
          <a:xfrm>
            <a:off x="333375" y="77788"/>
            <a:ext cx="7772400" cy="1143000"/>
          </a:xfrm>
        </p:spPr>
        <p:txBody>
          <a:bodyPr/>
          <a:lstStyle/>
          <a:p>
            <a:pPr eaLnBrk="1" hangingPunct="1"/>
            <a:r>
              <a:rPr lang="en-US" altLang="zh-CN" dirty="0">
                <a:ea typeface="ＭＳ Ｐゴシック" panose="020B0600070205080204" pitchFamily="34" charset="-128"/>
              </a:rPr>
              <a:t>Chapter 2: The Physical Layer</a:t>
            </a:r>
          </a:p>
        </p:txBody>
      </p:sp>
      <p:pic>
        <p:nvPicPr>
          <p:cNvPr id="139267" name="Picture 9" descr="underline_base">
            <a:extLst>
              <a:ext uri="{FF2B5EF4-FFF2-40B4-BE49-F238E27FC236}">
                <a16:creationId xmlns:a16="http://schemas.microsoft.com/office/drawing/2014/main" id="{1F1BCE88-2924-46E1-A2FF-C42F312576B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650" y="892175"/>
            <a:ext cx="6807815" cy="20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2341" name="Rectangle 3">
            <a:extLst>
              <a:ext uri="{FF2B5EF4-FFF2-40B4-BE49-F238E27FC236}">
                <a16:creationId xmlns:a16="http://schemas.microsoft.com/office/drawing/2014/main" id="{3526359E-3808-4535-B164-2226929E1327}"/>
              </a:ext>
            </a:extLst>
          </p:cNvPr>
          <p:cNvSpPr>
            <a:spLocks noGrp="1" noChangeArrowheads="1"/>
          </p:cNvSpPr>
          <p:nvPr>
            <p:ph type="body" idx="4294967295"/>
          </p:nvPr>
        </p:nvSpPr>
        <p:spPr>
          <a:xfrm>
            <a:off x="533400" y="1365250"/>
            <a:ext cx="7772400" cy="5119688"/>
          </a:xfrm>
        </p:spPr>
        <p:txBody>
          <a:bodyPr/>
          <a:lstStyle/>
          <a:p>
            <a:pPr marL="0" indent="0" eaLnBrk="1" hangingPunct="1">
              <a:buFont typeface="Wingdings" panose="05000000000000000000" pitchFamily="2" charset="2"/>
              <a:buNone/>
              <a:defRPr/>
            </a:pPr>
            <a:r>
              <a:rPr lang="en-US" altLang="zh-CN" dirty="0">
                <a:ea typeface="ＭＳ Ｐゴシック" panose="020B0600070205080204" pitchFamily="34" charset="-128"/>
              </a:rPr>
              <a:t>1 What is the </a:t>
            </a:r>
            <a:r>
              <a:rPr lang="en-US" altLang="zh-CN" dirty="0">
                <a:solidFill>
                  <a:srgbClr val="FF0000"/>
                </a:solidFill>
                <a:ea typeface="ＭＳ Ｐゴシック" panose="020B0600070205080204" pitchFamily="34" charset="-128"/>
              </a:rPr>
              <a:t>basic goal </a:t>
            </a:r>
            <a:r>
              <a:rPr lang="en-US" altLang="zh-CN" dirty="0">
                <a:ea typeface="ＭＳ Ｐゴシック" panose="020B0600070205080204" pitchFamily="34" charset="-128"/>
              </a:rPr>
              <a:t>of the physical layer?</a:t>
            </a:r>
          </a:p>
          <a:p>
            <a:pPr marL="0" indent="0" eaLnBrk="1" hangingPunct="1">
              <a:buFont typeface="Wingdings" panose="05000000000000000000" pitchFamily="2" charset="2"/>
              <a:buNone/>
              <a:defRPr/>
            </a:pPr>
            <a:endParaRPr lang="en-US" altLang="zh-CN" dirty="0">
              <a:ea typeface="ＭＳ Ｐゴシック" panose="020B0600070205080204" pitchFamily="34" charset="-128"/>
            </a:endParaRPr>
          </a:p>
          <a:p>
            <a:pPr marL="0" indent="0" eaLnBrk="1" hangingPunct="1">
              <a:buFont typeface="Wingdings" panose="05000000000000000000" pitchFamily="2" charset="2"/>
              <a:buNone/>
              <a:defRPr/>
            </a:pPr>
            <a:r>
              <a:rPr lang="en-US" altLang="zh-CN" dirty="0">
                <a:ea typeface="ＭＳ Ｐゴシック" panose="020B0600070205080204" pitchFamily="34" charset="-128"/>
              </a:rPr>
              <a:t>2 </a:t>
            </a:r>
            <a:r>
              <a:rPr lang="en-US" altLang="zh-CN" dirty="0">
                <a:solidFill>
                  <a:srgbClr val="FF0000"/>
                </a:solidFill>
                <a:ea typeface="ＭＳ Ｐゴシック" panose="020B0600070205080204" pitchFamily="34" charset="-128"/>
              </a:rPr>
              <a:t>How to define </a:t>
            </a:r>
            <a:r>
              <a:rPr lang="en-US" altLang="zh-CN" dirty="0">
                <a:ea typeface="ＭＳ Ｐゴシック" panose="020B0600070205080204" pitchFamily="34" charset="-128"/>
              </a:rPr>
              <a:t>the physical layer protocols?</a:t>
            </a:r>
          </a:p>
          <a:p>
            <a:pPr marL="0" indent="0" eaLnBrk="1" hangingPunct="1">
              <a:buFont typeface="Wingdings" panose="05000000000000000000" pitchFamily="2" charset="2"/>
              <a:buNone/>
              <a:defRPr/>
            </a:pPr>
            <a:endParaRPr lang="en-US" altLang="zh-CN" dirty="0">
              <a:ea typeface="ＭＳ Ｐゴシック" panose="020B0600070205080204" pitchFamily="34" charset="-128"/>
            </a:endParaRPr>
          </a:p>
          <a:p>
            <a:pPr marL="0" indent="0" eaLnBrk="1" hangingPunct="1">
              <a:buFont typeface="Wingdings" panose="05000000000000000000" pitchFamily="2" charset="2"/>
              <a:buNone/>
              <a:defRPr/>
            </a:pPr>
            <a:r>
              <a:rPr lang="en-US" altLang="zh-CN" dirty="0">
                <a:ea typeface="ＭＳ Ｐゴシック" panose="020B0600070205080204" pitchFamily="34" charset="-128"/>
              </a:rPr>
              <a:t>3 What is the </a:t>
            </a:r>
            <a:r>
              <a:rPr lang="en-US" altLang="zh-CN" dirty="0">
                <a:solidFill>
                  <a:srgbClr val="FF0000"/>
                </a:solidFill>
                <a:ea typeface="ＭＳ Ｐゴシック" panose="020B0600070205080204" pitchFamily="34" charset="-128"/>
              </a:rPr>
              <a:t>theoretical basis </a:t>
            </a:r>
            <a:r>
              <a:rPr lang="en-US" altLang="zh-CN" dirty="0">
                <a:ea typeface="ＭＳ Ｐゴシック" panose="020B0600070205080204" pitchFamily="34" charset="-128"/>
              </a:rPr>
              <a:t>for the physical layer?</a:t>
            </a:r>
          </a:p>
          <a:p>
            <a:pPr marL="0" indent="0" eaLnBrk="1" hangingPunct="1">
              <a:buFont typeface="Wingdings" panose="05000000000000000000" pitchFamily="2" charset="2"/>
              <a:buNone/>
              <a:defRPr/>
            </a:pPr>
            <a:endParaRPr lang="en-US" altLang="zh-CN" dirty="0">
              <a:ea typeface="ＭＳ Ｐゴシック" panose="020B0600070205080204" pitchFamily="34" charset="-128"/>
            </a:endParaRPr>
          </a:p>
          <a:p>
            <a:pPr marL="0" indent="0" eaLnBrk="1" hangingPunct="1">
              <a:buFont typeface="Wingdings" panose="05000000000000000000" pitchFamily="2" charset="2"/>
              <a:buNone/>
              <a:defRPr/>
            </a:pPr>
            <a:r>
              <a:rPr lang="zh-CN" altLang="en-US" dirty="0">
                <a:ea typeface="ＭＳ Ｐゴシック" panose="020B0600070205080204" pitchFamily="34" charset="-128"/>
              </a:rPr>
              <a:t>*</a:t>
            </a:r>
            <a:r>
              <a:rPr lang="en-US" altLang="zh-CN" dirty="0">
                <a:ea typeface="ＭＳ Ｐゴシック" panose="020B0600070205080204" pitchFamily="34" charset="-128"/>
              </a:rPr>
              <a:t>4 What are the commonly used transmission media?</a:t>
            </a:r>
          </a:p>
          <a:p>
            <a:pPr marL="0" indent="0" eaLnBrk="1" hangingPunct="1">
              <a:buFont typeface="Wingdings" panose="05000000000000000000" pitchFamily="2" charset="2"/>
              <a:buNone/>
              <a:defRPr/>
            </a:pPr>
            <a:endParaRPr lang="en-US" altLang="zh-CN" dirty="0">
              <a:ea typeface="ＭＳ Ｐゴシック" panose="020B0600070205080204" pitchFamily="34" charset="-128"/>
            </a:endParaRPr>
          </a:p>
          <a:p>
            <a:pPr marL="0" indent="0" eaLnBrk="1" hangingPunct="1">
              <a:buFont typeface="Wingdings" panose="05000000000000000000" pitchFamily="2" charset="2"/>
              <a:buNone/>
              <a:defRPr/>
            </a:pPr>
            <a:r>
              <a:rPr lang="zh-CN" altLang="en-US" dirty="0">
                <a:ea typeface="ＭＳ Ｐゴシック" panose="020B0600070205080204" pitchFamily="34" charset="-128"/>
              </a:rPr>
              <a:t>*</a:t>
            </a:r>
            <a:r>
              <a:rPr lang="en-US" altLang="zh-CN" dirty="0">
                <a:ea typeface="ＭＳ Ｐゴシック" panose="020B0600070205080204" pitchFamily="34" charset="-128"/>
              </a:rPr>
              <a:t>5 What are the common physical layer interface standards?</a:t>
            </a:r>
          </a:p>
          <a:p>
            <a:pPr marL="287338" indent="-287338" eaLnBrk="1" hangingPunct="1">
              <a:defRPr/>
            </a:pPr>
            <a:endParaRPr lang="en-US" altLang="zh-CN" dirty="0">
              <a:ea typeface="ＭＳ Ｐゴシック" panose="020B0600070205080204" pitchFamily="34" charset="-128"/>
            </a:endParaRPr>
          </a:p>
        </p:txBody>
      </p:sp>
      <p:sp>
        <p:nvSpPr>
          <p:cNvPr id="139270" name="Slide Number Placeholder 3">
            <a:extLst>
              <a:ext uri="{FF2B5EF4-FFF2-40B4-BE49-F238E27FC236}">
                <a16:creationId xmlns:a16="http://schemas.microsoft.com/office/drawing/2014/main" id="{992021E7-C8CB-4907-99DF-C502098120C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4A09603E-AD33-4323-83C0-4436EF977450}" type="slidenum">
              <a:rPr lang="en-US" altLang="zh-CN" sz="1200" smtClean="0">
                <a:latin typeface="Tahoma" panose="020B0604030504040204" pitchFamily="34" charset="0"/>
              </a:rPr>
              <a:pPr>
                <a:lnSpc>
                  <a:spcPct val="100000"/>
                </a:lnSpc>
                <a:spcBef>
                  <a:spcPct val="0"/>
                </a:spcBef>
                <a:buClrTx/>
                <a:buSzTx/>
                <a:buFontTx/>
                <a:buNone/>
              </a:pPr>
              <a:t>1</a:t>
            </a:fld>
            <a:endParaRPr lang="en-US" altLang="zh-CN" sz="1200" dirty="0">
              <a:latin typeface="Tahoma" panose="020B0604030504040204" pitchFamily="34" charset="0"/>
            </a:endParaRPr>
          </a:p>
        </p:txBody>
      </p:sp>
    </p:spTree>
    <p:extLst>
      <p:ext uri="{BB962C8B-B14F-4D97-AF65-F5344CB8AC3E}">
        <p14:creationId xmlns:p14="http://schemas.microsoft.com/office/powerpoint/2010/main" val="105599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7" name="Picture 9" descr="underline_base"/>
          <p:cNvPicPr>
            <a:picLocks noChangeArrowheads="1"/>
          </p:cNvPicPr>
          <p:nvPr/>
        </p:nvPicPr>
        <p:blipFill>
          <a:blip r:embed="rId2"/>
          <a:srcRect/>
          <a:stretch>
            <a:fillRect/>
          </a:stretch>
        </p:blipFill>
        <p:spPr bwMode="auto">
          <a:xfrm>
            <a:off x="374650" y="892175"/>
            <a:ext cx="5583698" cy="147586"/>
          </a:xfrm>
          <a:prstGeom prst="rect">
            <a:avLst/>
          </a:prstGeom>
          <a:noFill/>
          <a:ln w="9525">
            <a:noFill/>
            <a:miter lim="800000"/>
            <a:headEnd/>
            <a:tailEnd/>
          </a:ln>
        </p:spPr>
      </p:pic>
      <p:sp>
        <p:nvSpPr>
          <p:cNvPr id="11268" name="Rectangle 2"/>
          <p:cNvSpPr>
            <a:spLocks noGrp="1" noChangeArrowheads="1"/>
          </p:cNvSpPr>
          <p:nvPr>
            <p:ph type="title" idx="4294967295"/>
          </p:nvPr>
        </p:nvSpPr>
        <p:spPr>
          <a:xfrm>
            <a:off x="333375" y="77788"/>
            <a:ext cx="7772400" cy="1143000"/>
          </a:xfrm>
        </p:spPr>
        <p:txBody>
          <a:bodyPr/>
          <a:lstStyle/>
          <a:p>
            <a:pPr eaLnBrk="1" hangingPunct="1"/>
            <a:r>
              <a:rPr lang="en-US" altLang="zh-CN" sz="3600">
                <a:latin typeface="Comic Sans MS" pitchFamily="66" charset="0"/>
                <a:ea typeface="宋体" pitchFamily="2" charset="-122"/>
              </a:rPr>
              <a:t>Keypoints and Difficulties</a:t>
            </a:r>
            <a:endParaRPr lang="en-US" altLang="zh-CN" sz="3600">
              <a:latin typeface="Comic Sans MS" pitchFamily="66" charset="0"/>
              <a:ea typeface="ＭＳ Ｐゴシック" pitchFamily="34" charset="-128"/>
            </a:endParaRPr>
          </a:p>
        </p:txBody>
      </p:sp>
      <p:sp>
        <p:nvSpPr>
          <p:cNvPr id="11269" name="Slide Number Placeholder 3"/>
          <p:cNvSpPr>
            <a:spLocks noGrp="1"/>
          </p:cNvSpPr>
          <p:nvPr>
            <p:ph type="sldNum" sz="quarter" idx="12"/>
          </p:nvPr>
        </p:nvSpPr>
        <p:spPr>
          <a:noFill/>
        </p:spPr>
        <p:txBody>
          <a:bodyPr/>
          <a:lstStyle/>
          <a:p>
            <a:r>
              <a:rPr lang="en-US" altLang="zh-CN" dirty="0"/>
              <a:t>2-</a:t>
            </a:r>
            <a:fld id="{32DD0816-500B-4B57-A19B-8E609353CFE7}" type="slidenum">
              <a:rPr lang="en-US" altLang="zh-CN" smtClean="0"/>
              <a:pPr/>
              <a:t>2</a:t>
            </a:fld>
            <a:endParaRPr lang="en-US" altLang="zh-CN" dirty="0"/>
          </a:p>
        </p:txBody>
      </p:sp>
      <p:sp>
        <p:nvSpPr>
          <p:cNvPr id="7" name="Rectangle 4"/>
          <p:cNvSpPr txBox="1">
            <a:spLocks noChangeArrowheads="1"/>
          </p:cNvSpPr>
          <p:nvPr/>
        </p:nvSpPr>
        <p:spPr>
          <a:xfrm>
            <a:off x="547688" y="1362075"/>
            <a:ext cx="7664450" cy="4837113"/>
          </a:xfrm>
          <a:prstGeom prst="rect">
            <a:avLst/>
          </a:prstGeom>
        </p:spPr>
        <p:txBody>
          <a:bodyPr/>
          <a:lstStyle>
            <a:lvl1pPr marL="342900" indent="-342900" algn="l" rtl="0" eaLnBrk="0" fontAlgn="base" hangingPunct="0">
              <a:lnSpc>
                <a:spcPct val="85000"/>
              </a:lnSpc>
              <a:spcBef>
                <a:spcPct val="20000"/>
              </a:spcBef>
              <a:spcAft>
                <a:spcPct val="0"/>
              </a:spcAft>
              <a:buClr>
                <a:srgbClr val="000090"/>
              </a:buClr>
              <a:buSzPct val="100000"/>
              <a:buFont typeface="Wingdings" panose="05000000000000000000" pitchFamily="2" charset="2"/>
              <a:buChar char="§"/>
              <a:defRPr sz="2800">
                <a:solidFill>
                  <a:schemeClr val="tx1"/>
                </a:solidFill>
                <a:latin typeface="+mn-lt"/>
                <a:ea typeface="ＭＳ Ｐゴシック" charset="0"/>
                <a:cs typeface="+mn-cs"/>
              </a:defRPr>
            </a:lvl1pPr>
            <a:lvl2pPr marL="742950" indent="-285750" algn="l" rtl="0" eaLnBrk="0" fontAlgn="base" hangingPunct="0">
              <a:lnSpc>
                <a:spcPct val="85000"/>
              </a:lnSpc>
              <a:spcBef>
                <a:spcPct val="20000"/>
              </a:spcBef>
              <a:spcAft>
                <a:spcPct val="0"/>
              </a:spcAft>
              <a:buClr>
                <a:srgbClr val="000090"/>
              </a:buClr>
              <a:buFont typeface="Arial" panose="020B0604020202020204" pitchFamily="34" charset="0"/>
              <a:buChar char="•"/>
              <a:defRPr sz="2400">
                <a:solidFill>
                  <a:schemeClr val="tx1"/>
                </a:solidFill>
                <a:latin typeface="+mn-lt"/>
                <a:ea typeface="Arial" charset="0"/>
                <a:cs typeface="+mn-cs"/>
              </a:defRPr>
            </a:lvl2pPr>
            <a:lvl3pPr marL="11430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Comic Sans MS" pitchFamily="66" charset="0"/>
                <a:ea typeface="Arial" charset="0"/>
                <a:cs typeface="+mn-cs"/>
              </a:defRPr>
            </a:lvl3pPr>
            <a:lvl4pPr marL="16002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itchFamily="18" charset="0"/>
                <a:ea typeface="Arial" charset="0"/>
                <a:cs typeface="+mn-cs"/>
              </a:defRPr>
            </a:lvl4pPr>
            <a:lvl5pPr marL="20574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itchFamily="18" charset="0"/>
                <a:ea typeface="Arial" charset="0"/>
                <a:cs typeface="+mn-cs"/>
              </a:defRPr>
            </a:lvl5pPr>
            <a:lvl6pPr marL="2514600" indent="-228600" algn="l" rtl="0" fontAlgn="base">
              <a:spcBef>
                <a:spcPct val="20000"/>
              </a:spcBef>
              <a:spcAft>
                <a:spcPct val="0"/>
              </a:spcAft>
              <a:buChar char="»"/>
              <a:defRPr sz="2000">
                <a:solidFill>
                  <a:schemeClr val="tx1"/>
                </a:solidFill>
                <a:latin typeface="Times New Roman" pitchFamily="18" charset="0"/>
                <a:cs typeface="+mn-cs"/>
              </a:defRPr>
            </a:lvl6pPr>
            <a:lvl7pPr marL="2971800" indent="-228600" algn="l" rtl="0" fontAlgn="base">
              <a:spcBef>
                <a:spcPct val="20000"/>
              </a:spcBef>
              <a:spcAft>
                <a:spcPct val="0"/>
              </a:spcAft>
              <a:buChar char="»"/>
              <a:defRPr sz="2000">
                <a:solidFill>
                  <a:schemeClr val="tx1"/>
                </a:solidFill>
                <a:latin typeface="Times New Roman" pitchFamily="18" charset="0"/>
                <a:cs typeface="+mn-cs"/>
              </a:defRPr>
            </a:lvl7pPr>
            <a:lvl8pPr marL="3429000" indent="-228600" algn="l" rtl="0" fontAlgn="base">
              <a:spcBef>
                <a:spcPct val="20000"/>
              </a:spcBef>
              <a:spcAft>
                <a:spcPct val="0"/>
              </a:spcAft>
              <a:buChar char="»"/>
              <a:defRPr sz="2000">
                <a:solidFill>
                  <a:schemeClr val="tx1"/>
                </a:solidFill>
                <a:latin typeface="Times New Roman" pitchFamily="18" charset="0"/>
                <a:cs typeface="+mn-cs"/>
              </a:defRPr>
            </a:lvl8pPr>
            <a:lvl9pPr marL="3886200" indent="-228600" algn="l" rtl="0" fontAlgn="base">
              <a:spcBef>
                <a:spcPct val="20000"/>
              </a:spcBef>
              <a:spcAft>
                <a:spcPct val="0"/>
              </a:spcAft>
              <a:buChar char="»"/>
              <a:defRPr sz="2000">
                <a:solidFill>
                  <a:schemeClr val="tx1"/>
                </a:solidFill>
                <a:latin typeface="Times New Roman" pitchFamily="18" charset="0"/>
                <a:cs typeface="+mn-cs"/>
              </a:defRPr>
            </a:lvl9pPr>
          </a:lstStyle>
          <a:p>
            <a:pPr>
              <a:buFont typeface="Wingdings" panose="05000000000000000000" pitchFamily="2" charset="2"/>
              <a:buNone/>
              <a:defRPr/>
            </a:pPr>
            <a:r>
              <a:rPr lang="en-US" altLang="zh-CN" u="sng" kern="0" dirty="0" err="1">
                <a:solidFill>
                  <a:srgbClr val="FF0000"/>
                </a:solidFill>
                <a:latin typeface="Comic Sans MS" panose="030F0702030302020204" pitchFamily="66" charset="0"/>
                <a:ea typeface="宋体" panose="02010600030101010101" pitchFamily="2" charset="-122"/>
              </a:rPr>
              <a:t>Keypoints</a:t>
            </a:r>
            <a:r>
              <a:rPr lang="en-US" altLang="zh-CN" u="sng" kern="0" dirty="0">
                <a:solidFill>
                  <a:srgbClr val="FF0000"/>
                </a:solidFill>
                <a:latin typeface="Comic Sans MS" panose="030F0702030302020204" pitchFamily="66" charset="0"/>
                <a:ea typeface="宋体" panose="02010600030101010101" pitchFamily="2" charset="-122"/>
              </a:rPr>
              <a:t>:</a:t>
            </a:r>
            <a:endParaRPr lang="en-US" altLang="zh-CN" kern="0" dirty="0">
              <a:latin typeface="Comic Sans MS" panose="030F0702030302020204" pitchFamily="66" charset="0"/>
              <a:ea typeface="宋体" panose="02010600030101010101" pitchFamily="2" charset="-122"/>
            </a:endParaRPr>
          </a:p>
          <a:p>
            <a:pPr>
              <a:lnSpc>
                <a:spcPct val="100000"/>
              </a:lnSpc>
              <a:defRPr/>
            </a:pPr>
            <a:r>
              <a:rPr lang="en-US" altLang="zh-CN" sz="2400" dirty="0">
                <a:latin typeface="Comic Sans MS" pitchFamily="66" charset="0"/>
              </a:rPr>
              <a:t>Nyquist's Law </a:t>
            </a:r>
            <a:r>
              <a:rPr lang="en-US" altLang="zh-CN" sz="2400" kern="0" dirty="0">
                <a:latin typeface="Comic Sans MS" panose="030F0702030302020204" pitchFamily="66" charset="0"/>
                <a:ea typeface="宋体" panose="02010600030101010101" pitchFamily="2" charset="-122"/>
              </a:rPr>
              <a:t>and Shannon-Hartley theorem</a:t>
            </a:r>
          </a:p>
          <a:p>
            <a:pPr>
              <a:lnSpc>
                <a:spcPct val="100000"/>
              </a:lnSpc>
              <a:defRPr/>
            </a:pPr>
            <a:r>
              <a:rPr lang="en-US" altLang="zh-CN" sz="2400" kern="0" dirty="0">
                <a:latin typeface="Comic Sans MS" panose="030F0702030302020204" pitchFamily="66" charset="0"/>
                <a:ea typeface="宋体" panose="02010600030101010101" pitchFamily="2" charset="-122"/>
              </a:rPr>
              <a:t>Symbol code types: NRZ, Manchester encoding, </a:t>
            </a:r>
            <a:r>
              <a:rPr lang="en-US" altLang="zh-CN" sz="2400" dirty="0">
                <a:latin typeface="Comic Sans MS" panose="030F0702030302020204" pitchFamily="66" charset="0"/>
                <a:ea typeface="ＭＳ Ｐゴシック" panose="020B0600070205080204" pitchFamily="34" charset="-128"/>
              </a:rPr>
              <a:t>Differential Manchester encoding</a:t>
            </a:r>
          </a:p>
          <a:p>
            <a:pPr>
              <a:buFont typeface="Wingdings" panose="05000000000000000000" pitchFamily="2" charset="2"/>
              <a:buNone/>
              <a:defRPr/>
            </a:pPr>
            <a:endParaRPr lang="en-US" altLang="zh-CN" u="sng" kern="0" dirty="0">
              <a:solidFill>
                <a:srgbClr val="FF0000"/>
              </a:solidFill>
              <a:latin typeface="Comic Sans MS" panose="030F0702030302020204" pitchFamily="66" charset="0"/>
              <a:ea typeface="宋体" panose="02010600030101010101" pitchFamily="2" charset="-122"/>
            </a:endParaRPr>
          </a:p>
          <a:p>
            <a:pPr>
              <a:buFont typeface="Wingdings" panose="05000000000000000000" pitchFamily="2" charset="2"/>
              <a:buNone/>
              <a:defRPr/>
            </a:pPr>
            <a:r>
              <a:rPr lang="en-US" altLang="zh-CN" u="sng" kern="0" dirty="0">
                <a:solidFill>
                  <a:srgbClr val="FF0000"/>
                </a:solidFill>
                <a:latin typeface="Comic Sans MS" panose="030F0702030302020204" pitchFamily="66" charset="0"/>
                <a:ea typeface="宋体" panose="02010600030101010101" pitchFamily="2" charset="-122"/>
              </a:rPr>
              <a:t>Difficulties:</a:t>
            </a:r>
            <a:endParaRPr lang="en-US" altLang="zh-CN" kern="0" dirty="0">
              <a:latin typeface="Comic Sans MS" panose="030F0702030302020204" pitchFamily="66" charset="0"/>
              <a:ea typeface="宋体" panose="02010600030101010101" pitchFamily="2" charset="-122"/>
            </a:endParaRPr>
          </a:p>
          <a:p>
            <a:pPr>
              <a:lnSpc>
                <a:spcPct val="100000"/>
              </a:lnSpc>
              <a:defRPr/>
            </a:pPr>
            <a:r>
              <a:rPr lang="en-US" altLang="zh-CN" sz="2400" kern="0" dirty="0">
                <a:latin typeface="Comic Sans MS" panose="030F0702030302020204" pitchFamily="66" charset="0"/>
                <a:ea typeface="宋体" panose="02010600030101010101" pitchFamily="2" charset="-122"/>
              </a:rPr>
              <a:t>Channel transmission rate calculation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blinds(horizontal)">
                                      <p:cBhvr>
                                        <p:cTn id="10" dur="500"/>
                                        <p:tgtEl>
                                          <p:spTgt spid="7">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Effect transition="in" filter="blinds(horizontal)">
                                      <p:cBhvr>
                                        <p:cTn id="13" dur="500"/>
                                        <p:tgtEl>
                                          <p:spTgt spid="7">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7">
                                            <p:txEl>
                                              <p:pRg st="5" end="5"/>
                                            </p:txEl>
                                          </p:spTgt>
                                        </p:tgtEl>
                                        <p:attrNameLst>
                                          <p:attrName>style.visibility</p:attrName>
                                        </p:attrNameLst>
                                      </p:cBhvr>
                                      <p:to>
                                        <p:strVal val="visible"/>
                                      </p:to>
                                    </p:set>
                                    <p:animEffect transition="in" filter="blinds(horizontal)">
                                      <p:cBhvr>
                                        <p:cTn id="16" dur="500"/>
                                        <p:tgtEl>
                                          <p:spTgt spid="7">
                                            <p:txEl>
                                              <p:pRg st="5" end="5"/>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animEffect transition="in" filter="blinds(horizontal)">
                                      <p:cBhvr>
                                        <p:cTn id="19"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标题 1">
            <a:extLst>
              <a:ext uri="{FF2B5EF4-FFF2-40B4-BE49-F238E27FC236}">
                <a16:creationId xmlns:a16="http://schemas.microsoft.com/office/drawing/2014/main" id="{4E6DD545-D766-4F27-A82D-88473001E0C0}"/>
              </a:ext>
            </a:extLst>
          </p:cNvPr>
          <p:cNvSpPr>
            <a:spLocks noGrp="1" noChangeArrowheads="1"/>
          </p:cNvSpPr>
          <p:nvPr>
            <p:ph type="title"/>
          </p:nvPr>
        </p:nvSpPr>
        <p:spPr/>
        <p:txBody>
          <a:bodyPr/>
          <a:lstStyle/>
          <a:p>
            <a:r>
              <a:rPr lang="en-US" altLang="zh-CN" sz="3600">
                <a:ea typeface="ＭＳ Ｐゴシック" panose="020B0600070205080204" pitchFamily="34" charset="-128"/>
              </a:rPr>
              <a:t>1 The Goals</a:t>
            </a:r>
            <a:endParaRPr lang="zh-CN" altLang="en-US" sz="3600">
              <a:ea typeface="ＭＳ Ｐゴシック" panose="020B0600070205080204" pitchFamily="34" charset="-128"/>
            </a:endParaRPr>
          </a:p>
        </p:txBody>
      </p:sp>
      <p:sp>
        <p:nvSpPr>
          <p:cNvPr id="140291" name="内容占位符 2">
            <a:extLst>
              <a:ext uri="{FF2B5EF4-FFF2-40B4-BE49-F238E27FC236}">
                <a16:creationId xmlns:a16="http://schemas.microsoft.com/office/drawing/2014/main" id="{C0EEF4E0-7FE2-413C-9094-A7F4B15E26AA}"/>
              </a:ext>
            </a:extLst>
          </p:cNvPr>
          <p:cNvSpPr>
            <a:spLocks noGrp="1" noChangeArrowheads="1"/>
          </p:cNvSpPr>
          <p:nvPr>
            <p:ph idx="1"/>
          </p:nvPr>
        </p:nvSpPr>
        <p:spPr/>
        <p:txBody>
          <a:bodyPr/>
          <a:lstStyle/>
          <a:p>
            <a:r>
              <a:rPr lang="en-US" altLang="zh-CN">
                <a:ea typeface="ＭＳ Ｐゴシック" panose="020B0600070205080204" pitchFamily="34" charset="-128"/>
              </a:rPr>
              <a:t>To ensure the correctness of the transmitted signals </a:t>
            </a:r>
            <a:r>
              <a:rPr lang="en-US" altLang="zh-CN">
                <a:solidFill>
                  <a:srgbClr val="FF0000"/>
                </a:solidFill>
                <a:ea typeface="ＭＳ Ｐゴシック" panose="020B0600070205080204" pitchFamily="34" charset="-128"/>
              </a:rPr>
              <a:t>"0"</a:t>
            </a:r>
            <a:r>
              <a:rPr lang="en-US" altLang="zh-CN">
                <a:ea typeface="ＭＳ Ｐゴシック" panose="020B0600070205080204" pitchFamily="34" charset="-128"/>
              </a:rPr>
              <a:t> and </a:t>
            </a:r>
            <a:r>
              <a:rPr lang="en-US" altLang="zh-CN">
                <a:solidFill>
                  <a:srgbClr val="FF0000"/>
                </a:solidFill>
                <a:ea typeface="ＭＳ Ｐゴシック" panose="020B0600070205080204" pitchFamily="34" charset="-128"/>
              </a:rPr>
              <a:t>"1"</a:t>
            </a:r>
            <a:r>
              <a:rPr lang="en-US" altLang="zh-CN">
                <a:ea typeface="ＭＳ Ｐゴシック" panose="020B0600070205080204" pitchFamily="34" charset="-128"/>
              </a:rPr>
              <a:t> and the consistency of transmission and reception;</a:t>
            </a:r>
          </a:p>
          <a:p>
            <a:r>
              <a:rPr lang="en-US" altLang="zh-CN">
                <a:solidFill>
                  <a:srgbClr val="000099"/>
                </a:solidFill>
                <a:ea typeface="ＭＳ Ｐゴシック" panose="020B0600070205080204" pitchFamily="34" charset="-128"/>
              </a:rPr>
              <a:t>Bit – transmission mode, speed, duration, and signal distortion;</a:t>
            </a:r>
          </a:p>
          <a:p>
            <a:r>
              <a:rPr lang="en-US" altLang="zh-CN">
                <a:solidFill>
                  <a:srgbClr val="FF0000"/>
                </a:solidFill>
                <a:ea typeface="ＭＳ Ｐゴシック" panose="020B0600070205080204" pitchFamily="34" charset="-128"/>
              </a:rPr>
              <a:t>Interface design</a:t>
            </a:r>
            <a:r>
              <a:rPr lang="en-US" altLang="zh-CN">
                <a:ea typeface="ＭＳ Ｐゴシック" panose="020B0600070205080204" pitchFamily="34" charset="-128"/>
              </a:rPr>
              <a:t>: the number of pins, specifications, functions, etc.;</a:t>
            </a:r>
          </a:p>
          <a:p>
            <a:r>
              <a:rPr lang="en-US" altLang="zh-CN">
                <a:ea typeface="ＭＳ Ｐゴシック" panose="020B0600070205080204" pitchFamily="34" charset="-128"/>
              </a:rPr>
              <a:t>Signal transmission procedures: how to arrange the transmission process and the order of events;</a:t>
            </a:r>
          </a:p>
          <a:p>
            <a:endParaRPr lang="zh-CN" altLang="en-US">
              <a:ea typeface="ＭＳ Ｐゴシック" panose="020B0600070205080204" pitchFamily="34" charset="-128"/>
            </a:endParaRPr>
          </a:p>
        </p:txBody>
      </p:sp>
      <p:sp>
        <p:nvSpPr>
          <p:cNvPr id="140293" name="灯片编号占位符 4">
            <a:extLst>
              <a:ext uri="{FF2B5EF4-FFF2-40B4-BE49-F238E27FC236}">
                <a16:creationId xmlns:a16="http://schemas.microsoft.com/office/drawing/2014/main" id="{6F6F003D-9E5E-41DD-B09E-1E1C53290FD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09B59605-3484-4B27-8DFB-155966A46077}" type="slidenum">
              <a:rPr lang="en-US" altLang="zh-CN" sz="1200" smtClean="0">
                <a:latin typeface="Tahoma" panose="020B0604030504040204" pitchFamily="34" charset="0"/>
              </a:rPr>
              <a:pPr>
                <a:lnSpc>
                  <a:spcPct val="100000"/>
                </a:lnSpc>
                <a:spcBef>
                  <a:spcPct val="0"/>
                </a:spcBef>
                <a:buClrTx/>
                <a:buSzTx/>
                <a:buFontTx/>
                <a:buNone/>
              </a:pPr>
              <a:t>3</a:t>
            </a:fld>
            <a:endParaRPr lang="en-US" altLang="zh-CN" sz="1200" dirty="0">
              <a:latin typeface="Tahoma" panose="020B0604030504040204" pitchFamily="34" charset="0"/>
            </a:endParaRPr>
          </a:p>
        </p:txBody>
      </p:sp>
    </p:spTree>
    <p:extLst>
      <p:ext uri="{BB962C8B-B14F-4D97-AF65-F5344CB8AC3E}">
        <p14:creationId xmlns:p14="http://schemas.microsoft.com/office/powerpoint/2010/main" val="1641271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标题 1">
            <a:extLst>
              <a:ext uri="{FF2B5EF4-FFF2-40B4-BE49-F238E27FC236}">
                <a16:creationId xmlns:a16="http://schemas.microsoft.com/office/drawing/2014/main" id="{AED00476-0C1E-481C-8F19-687EFD809C3F}"/>
              </a:ext>
            </a:extLst>
          </p:cNvPr>
          <p:cNvSpPr>
            <a:spLocks noGrp="1" noChangeArrowheads="1"/>
          </p:cNvSpPr>
          <p:nvPr>
            <p:ph type="title"/>
          </p:nvPr>
        </p:nvSpPr>
        <p:spPr/>
        <p:txBody>
          <a:bodyPr/>
          <a:lstStyle/>
          <a:p>
            <a:r>
              <a:rPr lang="en-US" altLang="zh-CN" sz="3600">
                <a:ea typeface="ＭＳ Ｐゴシック" panose="020B0600070205080204" pitchFamily="34" charset="-128"/>
              </a:rPr>
              <a:t>Four Important Characteristics</a:t>
            </a:r>
            <a:endParaRPr lang="zh-CN" altLang="en-US" sz="3600">
              <a:ea typeface="ＭＳ Ｐゴシック" panose="020B0600070205080204" pitchFamily="34" charset="-128"/>
            </a:endParaRPr>
          </a:p>
        </p:txBody>
      </p:sp>
      <p:sp>
        <p:nvSpPr>
          <p:cNvPr id="141315" name="内容占位符 2">
            <a:extLst>
              <a:ext uri="{FF2B5EF4-FFF2-40B4-BE49-F238E27FC236}">
                <a16:creationId xmlns:a16="http://schemas.microsoft.com/office/drawing/2014/main" id="{7019333C-0613-4267-AE30-EE8AB92E5B41}"/>
              </a:ext>
            </a:extLst>
          </p:cNvPr>
          <p:cNvSpPr>
            <a:spLocks noGrp="1" noChangeArrowheads="1"/>
          </p:cNvSpPr>
          <p:nvPr>
            <p:ph idx="1"/>
          </p:nvPr>
        </p:nvSpPr>
        <p:spPr/>
        <p:txBody>
          <a:bodyPr/>
          <a:lstStyle/>
          <a:p>
            <a:r>
              <a:rPr lang="en-US" altLang="zh-CN">
                <a:solidFill>
                  <a:srgbClr val="FF0000"/>
                </a:solidFill>
                <a:ea typeface="ＭＳ Ｐゴシック" panose="020B0600070205080204" pitchFamily="34" charset="-128"/>
              </a:rPr>
              <a:t>Mechanical Characteristics</a:t>
            </a:r>
          </a:p>
          <a:p>
            <a:pPr lvl="1"/>
            <a:r>
              <a:rPr lang="en-US" altLang="zh-CN">
                <a:ea typeface="Arial" panose="020B0604020202020204" pitchFamily="34" charset="0"/>
              </a:rPr>
              <a:t>Specifies the size of the connector used in the physical connection, the number and arrangement of pins.</a:t>
            </a:r>
          </a:p>
          <a:p>
            <a:endParaRPr lang="en-US" altLang="zh-CN">
              <a:ea typeface="ＭＳ Ｐゴシック" panose="020B0600070205080204" pitchFamily="34" charset="-128"/>
            </a:endParaRPr>
          </a:p>
          <a:p>
            <a:r>
              <a:rPr lang="en-US" altLang="zh-CN">
                <a:solidFill>
                  <a:srgbClr val="FF0000"/>
                </a:solidFill>
                <a:ea typeface="ＭＳ Ｐゴシック" panose="020B0600070205080204" pitchFamily="34" charset="-128"/>
              </a:rPr>
              <a:t>Electrical Characteristics</a:t>
            </a:r>
          </a:p>
          <a:p>
            <a:pPr lvl="1"/>
            <a:r>
              <a:rPr lang="en-US" altLang="zh-CN">
                <a:ea typeface="Arial" panose="020B0604020202020204" pitchFamily="34" charset="0"/>
              </a:rPr>
              <a:t>Specifies the transmission mode, voltage level, coding, impedance matching, transmission rate and distance limit when transmitting the binary bit.</a:t>
            </a:r>
          </a:p>
        </p:txBody>
      </p:sp>
      <p:sp>
        <p:nvSpPr>
          <p:cNvPr id="141317" name="灯片编号占位符 4">
            <a:extLst>
              <a:ext uri="{FF2B5EF4-FFF2-40B4-BE49-F238E27FC236}">
                <a16:creationId xmlns:a16="http://schemas.microsoft.com/office/drawing/2014/main" id="{08863525-88C5-48D9-B44D-C00FDFAECC9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50EC3B8B-CDBF-471A-99C6-86589C678AB1}" type="slidenum">
              <a:rPr lang="en-US" altLang="zh-CN" sz="1200" smtClean="0">
                <a:latin typeface="Tahoma" panose="020B0604030504040204" pitchFamily="34" charset="0"/>
              </a:rPr>
              <a:pPr>
                <a:lnSpc>
                  <a:spcPct val="100000"/>
                </a:lnSpc>
                <a:spcBef>
                  <a:spcPct val="0"/>
                </a:spcBef>
                <a:buClrTx/>
                <a:buSzTx/>
                <a:buFontTx/>
                <a:buNone/>
              </a:pPr>
              <a:t>4</a:t>
            </a:fld>
            <a:endParaRPr lang="en-US" altLang="zh-CN" sz="1200" dirty="0">
              <a:latin typeface="Tahoma" panose="020B0604030504040204" pitchFamily="34" charset="0"/>
            </a:endParaRPr>
          </a:p>
        </p:txBody>
      </p:sp>
    </p:spTree>
    <p:extLst>
      <p:ext uri="{BB962C8B-B14F-4D97-AF65-F5344CB8AC3E}">
        <p14:creationId xmlns:p14="http://schemas.microsoft.com/office/powerpoint/2010/main" val="16647177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标题 1">
            <a:extLst>
              <a:ext uri="{FF2B5EF4-FFF2-40B4-BE49-F238E27FC236}">
                <a16:creationId xmlns:a16="http://schemas.microsoft.com/office/drawing/2014/main" id="{E27CF0F6-5CEB-4E38-A718-70FCA30ED91D}"/>
              </a:ext>
            </a:extLst>
          </p:cNvPr>
          <p:cNvSpPr>
            <a:spLocks noGrp="1" noChangeArrowheads="1"/>
          </p:cNvSpPr>
          <p:nvPr>
            <p:ph type="title"/>
          </p:nvPr>
        </p:nvSpPr>
        <p:spPr/>
        <p:txBody>
          <a:bodyPr/>
          <a:lstStyle/>
          <a:p>
            <a:r>
              <a:rPr lang="en-US" altLang="zh-CN" sz="3600">
                <a:ea typeface="ＭＳ Ｐゴシック" panose="020B0600070205080204" pitchFamily="34" charset="-128"/>
              </a:rPr>
              <a:t>Four Important Characteristics</a:t>
            </a:r>
            <a:endParaRPr lang="zh-CN" altLang="en-US" sz="3600">
              <a:ea typeface="ＭＳ Ｐゴシック" panose="020B0600070205080204" pitchFamily="34" charset="-128"/>
            </a:endParaRPr>
          </a:p>
        </p:txBody>
      </p:sp>
      <p:sp>
        <p:nvSpPr>
          <p:cNvPr id="142339" name="内容占位符 2">
            <a:extLst>
              <a:ext uri="{FF2B5EF4-FFF2-40B4-BE49-F238E27FC236}">
                <a16:creationId xmlns:a16="http://schemas.microsoft.com/office/drawing/2014/main" id="{4BB3E5F5-1ED6-4AB6-8DE3-6EEB051AD122}"/>
              </a:ext>
            </a:extLst>
          </p:cNvPr>
          <p:cNvSpPr>
            <a:spLocks noGrp="1" noChangeArrowheads="1"/>
          </p:cNvSpPr>
          <p:nvPr>
            <p:ph idx="1"/>
          </p:nvPr>
        </p:nvSpPr>
        <p:spPr/>
        <p:txBody>
          <a:bodyPr/>
          <a:lstStyle/>
          <a:p>
            <a:r>
              <a:rPr lang="en-US" altLang="zh-CN">
                <a:solidFill>
                  <a:srgbClr val="FF0000"/>
                </a:solidFill>
                <a:ea typeface="ＭＳ Ｐゴシック" panose="020B0600070205080204" pitchFamily="34" charset="-128"/>
              </a:rPr>
              <a:t>Functional Characteristics</a:t>
            </a:r>
          </a:p>
          <a:p>
            <a:pPr lvl="1"/>
            <a:r>
              <a:rPr lang="en-US" altLang="zh-CN">
                <a:ea typeface="Arial" panose="020B0604020202020204" pitchFamily="34" charset="0"/>
              </a:rPr>
              <a:t>Define the function of each physical line, indicating the means of a special voltage appears on a line</a:t>
            </a:r>
          </a:p>
          <a:p>
            <a:pPr lvl="1"/>
            <a:r>
              <a:rPr lang="en-US" altLang="zh-CN">
                <a:ea typeface="Arial" panose="020B0604020202020204" pitchFamily="34" charset="0"/>
              </a:rPr>
              <a:t>Line functions are divided into four categories: </a:t>
            </a:r>
            <a:r>
              <a:rPr lang="en-US" altLang="zh-CN">
                <a:solidFill>
                  <a:srgbClr val="000099"/>
                </a:solidFill>
                <a:ea typeface="Arial" panose="020B0604020202020204" pitchFamily="34" charset="0"/>
              </a:rPr>
              <a:t>Data, Control, Timing, Power Supply</a:t>
            </a:r>
          </a:p>
          <a:p>
            <a:endParaRPr lang="en-US" altLang="zh-CN">
              <a:solidFill>
                <a:srgbClr val="FF0000"/>
              </a:solidFill>
              <a:ea typeface="ＭＳ Ｐゴシック" panose="020B0600070205080204" pitchFamily="34" charset="-128"/>
            </a:endParaRPr>
          </a:p>
          <a:p>
            <a:r>
              <a:rPr lang="en-US" altLang="zh-CN">
                <a:solidFill>
                  <a:srgbClr val="FF0000"/>
                </a:solidFill>
                <a:ea typeface="ＭＳ Ｐゴシック" panose="020B0600070205080204" pitchFamily="34" charset="-128"/>
              </a:rPr>
              <a:t>Procedural Characteristics</a:t>
            </a:r>
          </a:p>
          <a:p>
            <a:pPr lvl="1"/>
            <a:r>
              <a:rPr lang="en-US" altLang="zh-CN">
                <a:ea typeface="Arial" panose="020B0604020202020204" pitchFamily="34" charset="0"/>
              </a:rPr>
              <a:t>Define the working rules and timing relationships for each physical line </a:t>
            </a:r>
          </a:p>
          <a:p>
            <a:pPr lvl="1"/>
            <a:r>
              <a:rPr lang="en-US" altLang="zh-CN">
                <a:ea typeface="Arial" panose="020B0604020202020204" pitchFamily="34" charset="0"/>
              </a:rPr>
              <a:t>Signal transmission: simplex, half duplex, full duplex</a:t>
            </a:r>
          </a:p>
          <a:p>
            <a:pPr lvl="1"/>
            <a:endParaRPr lang="zh-CN" altLang="en-US">
              <a:ea typeface="Arial" panose="020B0604020202020204" pitchFamily="34" charset="0"/>
            </a:endParaRPr>
          </a:p>
        </p:txBody>
      </p:sp>
      <p:sp>
        <p:nvSpPr>
          <p:cNvPr id="142341" name="灯片编号占位符 4">
            <a:extLst>
              <a:ext uri="{FF2B5EF4-FFF2-40B4-BE49-F238E27FC236}">
                <a16:creationId xmlns:a16="http://schemas.microsoft.com/office/drawing/2014/main" id="{8A945344-3D5C-4B6B-80F9-A078E162DFD4}"/>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A80BE249-CF3D-4476-8A75-BE1D192801C2}" type="slidenum">
              <a:rPr lang="en-US" altLang="zh-CN" sz="1200" smtClean="0">
                <a:latin typeface="Tahoma" panose="020B0604030504040204" pitchFamily="34" charset="0"/>
              </a:rPr>
              <a:pPr>
                <a:lnSpc>
                  <a:spcPct val="100000"/>
                </a:lnSpc>
                <a:spcBef>
                  <a:spcPct val="0"/>
                </a:spcBef>
                <a:buClrTx/>
                <a:buSzTx/>
                <a:buFontTx/>
                <a:buNone/>
              </a:pPr>
              <a:t>5</a:t>
            </a:fld>
            <a:endParaRPr lang="en-US" altLang="zh-CN" sz="1200" dirty="0">
              <a:latin typeface="Tahoma" panose="020B0604030504040204" pitchFamily="34" charset="0"/>
            </a:endParaRPr>
          </a:p>
        </p:txBody>
      </p:sp>
    </p:spTree>
    <p:extLst>
      <p:ext uri="{BB962C8B-B14F-4D97-AF65-F5344CB8AC3E}">
        <p14:creationId xmlns:p14="http://schemas.microsoft.com/office/powerpoint/2010/main" val="529735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4" name="内容占位符 3" descr="RJ45.jpg">
            <a:extLst>
              <a:ext uri="{FF2B5EF4-FFF2-40B4-BE49-F238E27FC236}">
                <a16:creationId xmlns:a16="http://schemas.microsoft.com/office/drawing/2014/main" id="{BF76ABBF-70D9-439A-A0E1-5358BA49878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08825" y="1566862"/>
            <a:ext cx="2586038" cy="186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5" name="图片 4" descr="RJ45-DCE引脚.jpg">
            <a:extLst>
              <a:ext uri="{FF2B5EF4-FFF2-40B4-BE49-F238E27FC236}">
                <a16:creationId xmlns:a16="http://schemas.microsoft.com/office/drawing/2014/main" id="{138B15F0-2F19-4FF6-B74B-0E67A531AA5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8825" y="3946679"/>
            <a:ext cx="2622947" cy="1127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6" name="图片 5" descr="RJ45-DTE引脚.jpg">
            <a:extLst>
              <a:ext uri="{FF2B5EF4-FFF2-40B4-BE49-F238E27FC236}">
                <a16:creationId xmlns:a16="http://schemas.microsoft.com/office/drawing/2014/main" id="{4B1D9C82-12B3-400D-865A-F28D58B8C50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3946678"/>
            <a:ext cx="2613422"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7" name="图片 7" descr="RJ45-2.jpg">
            <a:extLst>
              <a:ext uri="{FF2B5EF4-FFF2-40B4-BE49-F238E27FC236}">
                <a16:creationId xmlns:a16="http://schemas.microsoft.com/office/drawing/2014/main" id="{1D799230-A125-412C-96A5-22A9A6C606B8}"/>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861980" y="1391841"/>
            <a:ext cx="2431256" cy="2212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灯片编号占位符 4">
            <a:extLst>
              <a:ext uri="{FF2B5EF4-FFF2-40B4-BE49-F238E27FC236}">
                <a16:creationId xmlns:a16="http://schemas.microsoft.com/office/drawing/2014/main" id="{FFEFE3B3-FC0A-4B10-9A57-965B985C0116}"/>
              </a:ext>
            </a:extLst>
          </p:cNvPr>
          <p:cNvSpPr>
            <a:spLocks noGrp="1" noChangeArrowheads="1"/>
          </p:cNvSpPr>
          <p:nvPr>
            <p:ph type="sldNum" sz="quarter" idx="12"/>
          </p:nvPr>
        </p:nvSpPr>
        <p:spPr>
          <a:xfrm>
            <a:off x="8324850" y="6462713"/>
            <a:ext cx="676275" cy="276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A80BE249-CF3D-4476-8A75-BE1D192801C2}" type="slidenum">
              <a:rPr lang="en-US" altLang="zh-CN" sz="1200" smtClean="0">
                <a:latin typeface="Tahoma" panose="020B0604030504040204" pitchFamily="34" charset="0"/>
              </a:rPr>
              <a:pPr>
                <a:lnSpc>
                  <a:spcPct val="100000"/>
                </a:lnSpc>
                <a:spcBef>
                  <a:spcPct val="0"/>
                </a:spcBef>
                <a:buClrTx/>
                <a:buSzTx/>
                <a:buFontTx/>
                <a:buNone/>
              </a:pPr>
              <a:t>6</a:t>
            </a:fld>
            <a:endParaRPr lang="en-US" altLang="zh-CN" sz="1200" dirty="0">
              <a:latin typeface="Tahoma" panose="020B060403050404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标题 1">
            <a:extLst>
              <a:ext uri="{FF2B5EF4-FFF2-40B4-BE49-F238E27FC236}">
                <a16:creationId xmlns:a16="http://schemas.microsoft.com/office/drawing/2014/main" id="{454FFE8D-C968-4A39-98D6-C721EDD0C828}"/>
              </a:ext>
            </a:extLst>
          </p:cNvPr>
          <p:cNvSpPr>
            <a:spLocks noGrp="1" noChangeArrowheads="1"/>
          </p:cNvSpPr>
          <p:nvPr>
            <p:ph type="title"/>
          </p:nvPr>
        </p:nvSpPr>
        <p:spPr>
          <a:xfrm>
            <a:off x="533399" y="228600"/>
            <a:ext cx="8337755" cy="1143000"/>
          </a:xfrm>
        </p:spPr>
        <p:txBody>
          <a:bodyPr/>
          <a:lstStyle/>
          <a:p>
            <a:r>
              <a:rPr lang="en-US" altLang="zh-CN" sz="3600" dirty="0">
                <a:ea typeface="ＭＳ Ｐゴシック" panose="020B0600070205080204" pitchFamily="34" charset="-128"/>
              </a:rPr>
              <a:t>2 Contents of Physical Layer Protocol</a:t>
            </a:r>
            <a:endParaRPr lang="zh-CN" altLang="en-US" sz="3600" dirty="0">
              <a:ea typeface="ＭＳ Ｐゴシック" panose="020B0600070205080204" pitchFamily="34" charset="-128"/>
            </a:endParaRPr>
          </a:p>
        </p:txBody>
      </p:sp>
      <p:sp>
        <p:nvSpPr>
          <p:cNvPr id="143363" name="内容占位符 2">
            <a:extLst>
              <a:ext uri="{FF2B5EF4-FFF2-40B4-BE49-F238E27FC236}">
                <a16:creationId xmlns:a16="http://schemas.microsoft.com/office/drawing/2014/main" id="{BF7A9FCB-B607-43C4-AE5D-5C7BF00D8847}"/>
              </a:ext>
            </a:extLst>
          </p:cNvPr>
          <p:cNvSpPr>
            <a:spLocks noGrp="1" noChangeArrowheads="1"/>
          </p:cNvSpPr>
          <p:nvPr>
            <p:ph idx="1"/>
          </p:nvPr>
        </p:nvSpPr>
        <p:spPr/>
        <p:txBody>
          <a:bodyPr/>
          <a:lstStyle/>
          <a:p>
            <a:r>
              <a:rPr lang="en-US" altLang="zh-CN" dirty="0">
                <a:solidFill>
                  <a:srgbClr val="FF0000"/>
                </a:solidFill>
                <a:ea typeface="ＭＳ Ｐゴシック" panose="020B0600070205080204" pitchFamily="34" charset="-128"/>
              </a:rPr>
              <a:t>Responsible</a:t>
            </a:r>
            <a:r>
              <a:rPr lang="en-US" altLang="zh-CN" dirty="0">
                <a:ea typeface="ＭＳ Ｐゴシック" panose="020B0600070205080204" pitchFamily="34" charset="-128"/>
              </a:rPr>
              <a:t> for reliably transmitting bit data from one end of the physical medium to the other</a:t>
            </a:r>
          </a:p>
          <a:p>
            <a:endParaRPr lang="zh-CN" altLang="en-US" dirty="0">
              <a:ea typeface="ＭＳ Ｐゴシック" panose="020B0600070205080204" pitchFamily="34" charset="-128"/>
            </a:endParaRPr>
          </a:p>
        </p:txBody>
      </p:sp>
      <p:sp>
        <p:nvSpPr>
          <p:cNvPr id="143365" name="灯片编号占位符 4">
            <a:extLst>
              <a:ext uri="{FF2B5EF4-FFF2-40B4-BE49-F238E27FC236}">
                <a16:creationId xmlns:a16="http://schemas.microsoft.com/office/drawing/2014/main" id="{4ACC5564-443A-45CC-9463-3F4F65EE141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8344427A-496E-4C1D-9985-01387591B56F}" type="slidenum">
              <a:rPr lang="en-US" altLang="zh-CN" sz="1200" smtClean="0">
                <a:latin typeface="Tahoma" panose="020B0604030504040204" pitchFamily="34" charset="0"/>
              </a:rPr>
              <a:pPr>
                <a:lnSpc>
                  <a:spcPct val="100000"/>
                </a:lnSpc>
                <a:spcBef>
                  <a:spcPct val="0"/>
                </a:spcBef>
                <a:buClrTx/>
                <a:buSzTx/>
                <a:buFontTx/>
                <a:buNone/>
              </a:pPr>
              <a:t>7</a:t>
            </a:fld>
            <a:endParaRPr lang="en-US" altLang="zh-CN" sz="1200" dirty="0">
              <a:latin typeface="Tahoma" panose="020B0604030504040204" pitchFamily="34" charset="0"/>
            </a:endParaRPr>
          </a:p>
        </p:txBody>
      </p:sp>
      <p:graphicFrame>
        <p:nvGraphicFramePr>
          <p:cNvPr id="143366" name="Object 24" descr="信纸">
            <a:extLst>
              <a:ext uri="{FF2B5EF4-FFF2-40B4-BE49-F238E27FC236}">
                <a16:creationId xmlns:a16="http://schemas.microsoft.com/office/drawing/2014/main" id="{FDDCB9DF-E57A-4905-916E-2B47B895A31E}"/>
              </a:ext>
            </a:extLst>
          </p:cNvPr>
          <p:cNvGraphicFramePr>
            <a:graphicFrameLocks noChangeAspect="1"/>
          </p:cNvGraphicFramePr>
          <p:nvPr/>
        </p:nvGraphicFramePr>
        <p:xfrm>
          <a:off x="1568450" y="2524125"/>
          <a:ext cx="6007100" cy="3840163"/>
        </p:xfrm>
        <a:graphic>
          <a:graphicData uri="http://schemas.openxmlformats.org/presentationml/2006/ole">
            <mc:AlternateContent xmlns:mc="http://schemas.openxmlformats.org/markup-compatibility/2006">
              <mc:Choice xmlns:v="urn:schemas-microsoft-com:vml" Requires="v">
                <p:oleObj spid="_x0000_s183309" name="Visio" r:id="rId3" imgW="3444303" imgH="2202120" progId="Visio.Drawing.11">
                  <p:embed/>
                </p:oleObj>
              </mc:Choice>
              <mc:Fallback>
                <p:oleObj name="Visio" r:id="rId3" imgW="3444303" imgH="2202120" progId="Visio.Drawing.11">
                  <p:embed/>
                  <p:pic>
                    <p:nvPicPr>
                      <p:cNvPr id="143366" name="Object 24" descr="信纸">
                        <a:extLst>
                          <a:ext uri="{FF2B5EF4-FFF2-40B4-BE49-F238E27FC236}">
                            <a16:creationId xmlns:a16="http://schemas.microsoft.com/office/drawing/2014/main" id="{FDDCB9DF-E57A-4905-916E-2B47B895A3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8450" y="2524125"/>
                        <a:ext cx="6007100" cy="3840163"/>
                      </a:xfrm>
                      <a:prstGeom prst="rect">
                        <a:avLst/>
                      </a:prstGeom>
                      <a:blipFill dpi="0" rotWithShape="1">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97018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标题 1">
            <a:extLst>
              <a:ext uri="{FF2B5EF4-FFF2-40B4-BE49-F238E27FC236}">
                <a16:creationId xmlns:a16="http://schemas.microsoft.com/office/drawing/2014/main" id="{2C63FA02-592E-4E1E-A649-5856BCD88792}"/>
              </a:ext>
            </a:extLst>
          </p:cNvPr>
          <p:cNvSpPr>
            <a:spLocks noGrp="1" noChangeArrowheads="1"/>
          </p:cNvSpPr>
          <p:nvPr>
            <p:ph type="title"/>
          </p:nvPr>
        </p:nvSpPr>
        <p:spPr>
          <a:xfrm>
            <a:off x="533399" y="228600"/>
            <a:ext cx="8467725" cy="1143000"/>
          </a:xfrm>
        </p:spPr>
        <p:txBody>
          <a:bodyPr/>
          <a:lstStyle/>
          <a:p>
            <a:r>
              <a:rPr lang="en-US" altLang="zh-CN" sz="3600" dirty="0">
                <a:ea typeface="ＭＳ Ｐゴシック" panose="020B0600070205080204" pitchFamily="34" charset="-128"/>
              </a:rPr>
              <a:t>3 Basic theory of data communication</a:t>
            </a:r>
            <a:endParaRPr lang="zh-CN" altLang="en-US" sz="3600" dirty="0">
              <a:ea typeface="ＭＳ Ｐゴシック" panose="020B0600070205080204" pitchFamily="34" charset="-128"/>
            </a:endParaRPr>
          </a:p>
        </p:txBody>
      </p:sp>
      <p:sp>
        <p:nvSpPr>
          <p:cNvPr id="3" name="内容占位符 2">
            <a:extLst>
              <a:ext uri="{FF2B5EF4-FFF2-40B4-BE49-F238E27FC236}">
                <a16:creationId xmlns:a16="http://schemas.microsoft.com/office/drawing/2014/main" id="{F5595A7A-660E-439E-84B0-80D277DDD099}"/>
              </a:ext>
            </a:extLst>
          </p:cNvPr>
          <p:cNvSpPr>
            <a:spLocks noGrp="1"/>
          </p:cNvSpPr>
          <p:nvPr>
            <p:ph idx="1"/>
          </p:nvPr>
        </p:nvSpPr>
        <p:spPr/>
        <p:txBody>
          <a:bodyPr/>
          <a:lstStyle/>
          <a:p>
            <a:pPr marL="0" indent="0">
              <a:buFont typeface="Wingdings" panose="05000000000000000000" pitchFamily="2" charset="2"/>
              <a:buNone/>
              <a:defRPr/>
            </a:pPr>
            <a:r>
              <a:rPr lang="en-US" altLang="zh-CN" dirty="0">
                <a:solidFill>
                  <a:srgbClr val="FF0000"/>
                </a:solidFill>
              </a:rPr>
              <a:t>(1) Basic concepts</a:t>
            </a:r>
          </a:p>
          <a:p>
            <a:pPr marL="0" indent="0">
              <a:buFont typeface="Wingdings" panose="05000000000000000000" pitchFamily="2" charset="2"/>
              <a:buNone/>
              <a:defRPr/>
            </a:pPr>
            <a:r>
              <a:rPr lang="en-US" altLang="zh-CN" dirty="0"/>
              <a:t>(2) For a specific physical communication channel, what is the maximum transmission rate? Infinite?  </a:t>
            </a:r>
          </a:p>
          <a:p>
            <a:pPr marL="0" indent="0">
              <a:buFont typeface="Wingdings" panose="05000000000000000000" pitchFamily="2" charset="2"/>
              <a:buNone/>
              <a:defRPr/>
            </a:pPr>
            <a:r>
              <a:rPr lang="en-US" altLang="zh-CN" dirty="0"/>
              <a:t>(3) How to transmit Bits in specific physical communication channels? Transmission speed, transmission duration, signal distortion?</a:t>
            </a:r>
          </a:p>
          <a:p>
            <a:pPr marL="0" indent="0">
              <a:buFont typeface="Wingdings" panose="05000000000000000000" pitchFamily="2" charset="2"/>
              <a:buNone/>
              <a:defRPr/>
            </a:pPr>
            <a:r>
              <a:rPr lang="en-US" altLang="zh-CN" dirty="0"/>
              <a:t>(4) In order to save communication equipment and costs, how to transmit the information of multiple computers in one physical channel?</a:t>
            </a:r>
          </a:p>
          <a:p>
            <a:pPr>
              <a:defRPr/>
            </a:pPr>
            <a:endParaRPr lang="zh-CN" altLang="en-US" dirty="0"/>
          </a:p>
        </p:txBody>
      </p:sp>
      <p:sp>
        <p:nvSpPr>
          <p:cNvPr id="159749" name="灯片编号占位符 4">
            <a:extLst>
              <a:ext uri="{FF2B5EF4-FFF2-40B4-BE49-F238E27FC236}">
                <a16:creationId xmlns:a16="http://schemas.microsoft.com/office/drawing/2014/main" id="{AC1BABB0-2222-4A71-B2A3-980CCA7A80D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5A9126DA-F043-402F-8C00-7DDFC05DDEDB}" type="slidenum">
              <a:rPr lang="en-US" altLang="zh-CN" sz="1200" smtClean="0">
                <a:latin typeface="Tahoma" panose="020B0604030504040204" pitchFamily="34" charset="0"/>
              </a:rPr>
              <a:pPr>
                <a:lnSpc>
                  <a:spcPct val="100000"/>
                </a:lnSpc>
                <a:spcBef>
                  <a:spcPct val="0"/>
                </a:spcBef>
                <a:buClrTx/>
                <a:buSzTx/>
                <a:buFontTx/>
                <a:buNone/>
              </a:pPr>
              <a:t>8</a:t>
            </a:fld>
            <a:endParaRPr lang="en-US" altLang="zh-CN" sz="1200" dirty="0">
              <a:latin typeface="Tahoma" panose="020B0604030504040204" pitchFamily="34" charset="0"/>
            </a:endParaRPr>
          </a:p>
        </p:txBody>
      </p:sp>
    </p:spTree>
    <p:extLst>
      <p:ext uri="{BB962C8B-B14F-4D97-AF65-F5344CB8AC3E}">
        <p14:creationId xmlns:p14="http://schemas.microsoft.com/office/powerpoint/2010/main" val="2471433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noChangeArrowheads="1"/>
          </p:cNvSpPr>
          <p:nvPr>
            <p:ph type="title"/>
          </p:nvPr>
        </p:nvSpPr>
        <p:spPr>
          <a:xfrm>
            <a:off x="533400" y="228600"/>
            <a:ext cx="7772400" cy="721311"/>
          </a:xfrm>
        </p:spPr>
        <p:txBody>
          <a:bodyPr/>
          <a:lstStyle/>
          <a:p>
            <a:r>
              <a:rPr lang="zh-CN" altLang="en-US" sz="3600" dirty="0">
                <a:latin typeface="Comic Sans MS" pitchFamily="66" charset="0"/>
                <a:ea typeface="ＭＳ Ｐゴシック" pitchFamily="34" charset="-128"/>
              </a:rPr>
              <a:t>（</a:t>
            </a:r>
            <a:r>
              <a:rPr lang="en-US" altLang="zh-CN" sz="3600" dirty="0">
                <a:latin typeface="Comic Sans MS" pitchFamily="66" charset="0"/>
                <a:ea typeface="ＭＳ Ｐゴシック" pitchFamily="34" charset="-128"/>
              </a:rPr>
              <a:t>1</a:t>
            </a:r>
            <a:r>
              <a:rPr lang="zh-CN" altLang="en-US" sz="3600" dirty="0">
                <a:latin typeface="Comic Sans MS" pitchFamily="66" charset="0"/>
                <a:ea typeface="ＭＳ Ｐゴシック" pitchFamily="34" charset="-128"/>
              </a:rPr>
              <a:t>）</a:t>
            </a:r>
            <a:r>
              <a:rPr lang="en-US" altLang="zh-CN" sz="3600" dirty="0">
                <a:latin typeface="Comic Sans MS" pitchFamily="66" charset="0"/>
                <a:ea typeface="ＭＳ Ｐゴシック" pitchFamily="34" charset="-128"/>
              </a:rPr>
              <a:t>Basic concepts</a:t>
            </a:r>
            <a:endParaRPr lang="zh-CN" altLang="en-US" sz="3600" dirty="0">
              <a:latin typeface="Comic Sans MS" pitchFamily="66" charset="0"/>
              <a:ea typeface="ＭＳ Ｐゴシック" pitchFamily="34" charset="-128"/>
            </a:endParaRPr>
          </a:p>
        </p:txBody>
      </p:sp>
      <p:sp>
        <p:nvSpPr>
          <p:cNvPr id="32771" name="内容占位符 2"/>
          <p:cNvSpPr>
            <a:spLocks noGrp="1" noChangeArrowheads="1"/>
          </p:cNvSpPr>
          <p:nvPr>
            <p:ph idx="1"/>
          </p:nvPr>
        </p:nvSpPr>
        <p:spPr>
          <a:xfrm>
            <a:off x="219198" y="879319"/>
            <a:ext cx="8528050" cy="1242444"/>
          </a:xfrm>
        </p:spPr>
        <p:txBody>
          <a:bodyPr/>
          <a:lstStyle/>
          <a:p>
            <a:pPr>
              <a:defRPr/>
            </a:pPr>
            <a:r>
              <a:rPr lang="en-US" altLang="zh-CN" dirty="0">
                <a:latin typeface="Comic Sans MS" panose="030F0702030302020204" pitchFamily="66" charset="0"/>
                <a:ea typeface="ＭＳ Ｐゴシック" panose="020B0600070205080204" pitchFamily="34" charset="-128"/>
              </a:rPr>
              <a:t>Data</a:t>
            </a:r>
            <a:r>
              <a:rPr lang="zh-CN" altLang="en-US" dirty="0">
                <a:latin typeface="Comic Sans MS" panose="030F0702030302020204" pitchFamily="66" charset="0"/>
                <a:ea typeface="ＭＳ Ｐゴシック" panose="020B0600070205080204" pitchFamily="34" charset="-128"/>
              </a:rPr>
              <a:t>：</a:t>
            </a:r>
            <a:r>
              <a:rPr lang="en-US" altLang="zh-CN" sz="2400" dirty="0">
                <a:latin typeface="Comic Sans MS" panose="030F0702030302020204" pitchFamily="66" charset="0"/>
                <a:ea typeface="ＭＳ Ｐゴシック" panose="020B0600070205080204" pitchFamily="34" charset="-128"/>
              </a:rPr>
              <a:t> Physical symbols describing objective facts</a:t>
            </a:r>
          </a:p>
          <a:p>
            <a:pPr algn="just">
              <a:defRPr/>
            </a:pPr>
            <a:r>
              <a:rPr lang="en-US" altLang="zh-CN" dirty="0">
                <a:latin typeface="Comic Sans MS" panose="030F0702030302020204" pitchFamily="66" charset="0"/>
                <a:ea typeface="ＭＳ Ｐゴシック" panose="020B0600070205080204" pitchFamily="34" charset="-128"/>
              </a:rPr>
              <a:t>Signal</a:t>
            </a:r>
            <a:r>
              <a:rPr lang="zh-CN" altLang="en-US" dirty="0">
                <a:latin typeface="Comic Sans MS" panose="030F0702030302020204" pitchFamily="66" charset="0"/>
                <a:ea typeface="ＭＳ Ｐゴシック" panose="020B0600070205080204" pitchFamily="34" charset="-128"/>
              </a:rPr>
              <a:t>：</a:t>
            </a:r>
            <a:r>
              <a:rPr lang="en-US" altLang="zh-CN" dirty="0">
                <a:solidFill>
                  <a:srgbClr val="000099"/>
                </a:solidFill>
                <a:latin typeface="Comic Sans MS" panose="030F0702030302020204" pitchFamily="66" charset="0"/>
                <a:ea typeface="ＭＳ Ｐゴシック" panose="020B0600070205080204" pitchFamily="34" charset="-128"/>
              </a:rPr>
              <a:t> </a:t>
            </a:r>
            <a:r>
              <a:rPr lang="en-US" altLang="zh-CN" sz="2400" dirty="0">
                <a:latin typeface="Comic Sans MS" panose="030F0702030302020204" pitchFamily="66" charset="0"/>
                <a:ea typeface="ＭＳ Ｐゴシック" panose="020B0600070205080204" pitchFamily="34" charset="-128"/>
              </a:rPr>
              <a:t>Form of data transmission process</a:t>
            </a:r>
          </a:p>
          <a:p>
            <a:r>
              <a:rPr lang="en-US" altLang="zh-CN" dirty="0">
                <a:solidFill>
                  <a:srgbClr val="FF0000"/>
                </a:solidFill>
                <a:latin typeface="Comic Sans MS" pitchFamily="66" charset="0"/>
                <a:ea typeface="ＭＳ Ｐゴシック" pitchFamily="34" charset="-128"/>
              </a:rPr>
              <a:t>Channel</a:t>
            </a:r>
            <a:r>
              <a:rPr lang="en-US" altLang="zh-CN" dirty="0">
                <a:latin typeface="Comic Sans MS" pitchFamily="66" charset="0"/>
                <a:ea typeface="ＭＳ Ｐゴシック" pitchFamily="34" charset="-128"/>
              </a:rPr>
              <a:t>: </a:t>
            </a:r>
            <a:r>
              <a:rPr lang="en-US" altLang="zh-CN" sz="2400" dirty="0">
                <a:solidFill>
                  <a:srgbClr val="000099"/>
                </a:solidFill>
                <a:latin typeface="Comic Sans MS" pitchFamily="66" charset="0"/>
                <a:ea typeface="ＭＳ Ｐゴシック" pitchFamily="34" charset="-128"/>
              </a:rPr>
              <a:t>media</a:t>
            </a:r>
            <a:r>
              <a:rPr lang="en-US" altLang="zh-CN" sz="2400" dirty="0">
                <a:latin typeface="Comic Sans MS" pitchFamily="66" charset="0"/>
                <a:ea typeface="ＭＳ Ｐゴシック" pitchFamily="34" charset="-128"/>
              </a:rPr>
              <a:t> that sends information in a certain direction</a:t>
            </a:r>
          </a:p>
          <a:p>
            <a:pPr algn="just">
              <a:defRPr/>
            </a:pPr>
            <a:endParaRPr lang="en-US" altLang="zh-CN" dirty="0">
              <a:latin typeface="Comic Sans MS" panose="030F0702030302020204" pitchFamily="66" charset="0"/>
              <a:ea typeface="ＭＳ Ｐゴシック" panose="020B0600070205080204" pitchFamily="34" charset="-128"/>
            </a:endParaRPr>
          </a:p>
          <a:p>
            <a:pPr algn="just">
              <a:defRPr/>
            </a:pPr>
            <a:endParaRPr lang="zh-CN" altLang="en-US" dirty="0">
              <a:ea typeface="ＭＳ Ｐゴシック" panose="020B0600070205080204" pitchFamily="34" charset="-128"/>
            </a:endParaRPr>
          </a:p>
        </p:txBody>
      </p:sp>
      <p:sp>
        <p:nvSpPr>
          <p:cNvPr id="18437" name="灯片编号占位符 4"/>
          <p:cNvSpPr>
            <a:spLocks noGrp="1" noChangeArrowheads="1"/>
          </p:cNvSpPr>
          <p:nvPr>
            <p:ph type="sldNum" sz="quarter" idx="12"/>
          </p:nvPr>
        </p:nvSpPr>
        <p:spPr>
          <a:noFill/>
        </p:spPr>
        <p:txBody>
          <a:bodyPr/>
          <a:lstStyle/>
          <a:p>
            <a:r>
              <a:rPr lang="en-US" altLang="zh-CN" dirty="0"/>
              <a:t>2-</a:t>
            </a:r>
            <a:fld id="{6629E241-FAD7-44DB-B12C-770685E10200}" type="slidenum">
              <a:rPr lang="en-US" altLang="zh-CN" smtClean="0"/>
              <a:pPr/>
              <a:t>9</a:t>
            </a:fld>
            <a:endParaRPr lang="en-US" altLang="zh-CN" dirty="0"/>
          </a:p>
        </p:txBody>
      </p:sp>
      <p:pic>
        <p:nvPicPr>
          <p:cNvPr id="3" name="图片 2">
            <a:extLst>
              <a:ext uri="{FF2B5EF4-FFF2-40B4-BE49-F238E27FC236}">
                <a16:creationId xmlns:a16="http://schemas.microsoft.com/office/drawing/2014/main" id="{B3ED91B4-001C-4B70-8F47-186AD73FF995}"/>
              </a:ext>
            </a:extLst>
          </p:cNvPr>
          <p:cNvPicPr>
            <a:picLocks noChangeAspect="1"/>
          </p:cNvPicPr>
          <p:nvPr/>
        </p:nvPicPr>
        <p:blipFill>
          <a:blip r:embed="rId3"/>
          <a:stretch>
            <a:fillRect/>
          </a:stretch>
        </p:blipFill>
        <p:spPr>
          <a:xfrm>
            <a:off x="367067" y="2349077"/>
            <a:ext cx="8105066" cy="425174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标题 1">
            <a:extLst>
              <a:ext uri="{FF2B5EF4-FFF2-40B4-BE49-F238E27FC236}">
                <a16:creationId xmlns:a16="http://schemas.microsoft.com/office/drawing/2014/main" id="{4DB698EB-D440-478F-81FE-37B2376A17A6}"/>
              </a:ext>
            </a:extLst>
          </p:cNvPr>
          <p:cNvSpPr>
            <a:spLocks noGrp="1" noChangeArrowheads="1"/>
          </p:cNvSpPr>
          <p:nvPr>
            <p:ph type="title"/>
          </p:nvPr>
        </p:nvSpPr>
        <p:spPr/>
        <p:txBody>
          <a:bodyPr/>
          <a:lstStyle/>
          <a:p>
            <a:r>
              <a:rPr lang="en-US" altLang="zh-CN" sz="3600">
                <a:ea typeface="ＭＳ Ｐゴシック" panose="020B0600070205080204" pitchFamily="34" charset="-128"/>
              </a:rPr>
              <a:t>(1) Basic concepts</a:t>
            </a:r>
            <a:endParaRPr lang="zh-CN" altLang="en-US" sz="3600">
              <a:ea typeface="ＭＳ Ｐゴシック" panose="020B0600070205080204" pitchFamily="34" charset="-128"/>
            </a:endParaRPr>
          </a:p>
        </p:txBody>
      </p:sp>
      <p:sp>
        <p:nvSpPr>
          <p:cNvPr id="3" name="文本占位符 2">
            <a:extLst>
              <a:ext uri="{FF2B5EF4-FFF2-40B4-BE49-F238E27FC236}">
                <a16:creationId xmlns:a16="http://schemas.microsoft.com/office/drawing/2014/main" id="{B708082B-C030-428B-A742-51A771920AA9}"/>
              </a:ext>
            </a:extLst>
          </p:cNvPr>
          <p:cNvSpPr>
            <a:spLocks noGrp="1"/>
          </p:cNvSpPr>
          <p:nvPr>
            <p:ph type="body" idx="1"/>
          </p:nvPr>
        </p:nvSpPr>
        <p:spPr/>
        <p:txBody>
          <a:bodyPr/>
          <a:lstStyle/>
          <a:p>
            <a:pPr>
              <a:defRPr/>
            </a:pPr>
            <a:r>
              <a:rPr lang="en-US" altLang="zh-CN" dirty="0">
                <a:solidFill>
                  <a:schemeClr val="accent6"/>
                </a:solidFill>
              </a:rPr>
              <a:t>Serial transmission</a:t>
            </a:r>
          </a:p>
        </p:txBody>
      </p:sp>
      <p:sp>
        <p:nvSpPr>
          <p:cNvPr id="149508" name="内容占位符 3">
            <a:extLst>
              <a:ext uri="{FF2B5EF4-FFF2-40B4-BE49-F238E27FC236}">
                <a16:creationId xmlns:a16="http://schemas.microsoft.com/office/drawing/2014/main" id="{3283C053-DCCA-4D90-984F-74F7CD19D438}"/>
              </a:ext>
            </a:extLst>
          </p:cNvPr>
          <p:cNvSpPr>
            <a:spLocks noGrp="1" noChangeArrowheads="1"/>
          </p:cNvSpPr>
          <p:nvPr>
            <p:ph sz="half" idx="2"/>
          </p:nvPr>
        </p:nvSpPr>
        <p:spPr/>
        <p:txBody>
          <a:bodyPr/>
          <a:lstStyle/>
          <a:p>
            <a:endParaRPr lang="en-US" altLang="zh-CN">
              <a:ea typeface="ＭＳ Ｐゴシック" panose="020B0600070205080204" pitchFamily="34" charset="-128"/>
            </a:endParaRPr>
          </a:p>
          <a:p>
            <a:endParaRPr lang="en-US" altLang="zh-CN">
              <a:ea typeface="ＭＳ Ｐゴシック" panose="020B0600070205080204" pitchFamily="34" charset="-128"/>
            </a:endParaRPr>
          </a:p>
          <a:p>
            <a:endParaRPr lang="en-US" altLang="zh-CN">
              <a:ea typeface="ＭＳ Ｐゴシック" panose="020B0600070205080204" pitchFamily="34" charset="-128"/>
            </a:endParaRPr>
          </a:p>
          <a:p>
            <a:endParaRPr lang="en-US" altLang="zh-CN">
              <a:ea typeface="ＭＳ Ｐゴシック" panose="020B0600070205080204" pitchFamily="34" charset="-128"/>
            </a:endParaRPr>
          </a:p>
          <a:p>
            <a:endParaRPr lang="en-US" altLang="zh-CN">
              <a:ea typeface="ＭＳ Ｐゴシック" panose="020B0600070205080204" pitchFamily="34" charset="-128"/>
            </a:endParaRPr>
          </a:p>
          <a:p>
            <a:endParaRPr lang="en-US" altLang="zh-CN">
              <a:ea typeface="ＭＳ Ｐゴシック" panose="020B0600070205080204" pitchFamily="34" charset="-128"/>
            </a:endParaRPr>
          </a:p>
          <a:p>
            <a:endParaRPr lang="en-US" altLang="zh-CN">
              <a:ea typeface="ＭＳ Ｐゴシック" panose="020B0600070205080204" pitchFamily="34" charset="-128"/>
            </a:endParaRPr>
          </a:p>
          <a:p>
            <a:endParaRPr lang="en-US" altLang="zh-CN">
              <a:ea typeface="ＭＳ Ｐゴシック" panose="020B0600070205080204" pitchFamily="34" charset="-128"/>
            </a:endParaRPr>
          </a:p>
          <a:p>
            <a:r>
              <a:rPr lang="en-US" altLang="zh-CN">
                <a:ea typeface="ＭＳ Ｐゴシック" panose="020B0600070205080204" pitchFamily="34" charset="-128"/>
              </a:rPr>
              <a:t>Suitable for long distance communication</a:t>
            </a:r>
          </a:p>
          <a:p>
            <a:endParaRPr lang="zh-CN" altLang="en-US">
              <a:ea typeface="ＭＳ Ｐゴシック" panose="020B0600070205080204" pitchFamily="34" charset="-128"/>
            </a:endParaRPr>
          </a:p>
        </p:txBody>
      </p:sp>
      <p:sp>
        <p:nvSpPr>
          <p:cNvPr id="5" name="文本占位符 4">
            <a:extLst>
              <a:ext uri="{FF2B5EF4-FFF2-40B4-BE49-F238E27FC236}">
                <a16:creationId xmlns:a16="http://schemas.microsoft.com/office/drawing/2014/main" id="{BE24FA4F-3058-471C-860E-0B7C922CDB52}"/>
              </a:ext>
            </a:extLst>
          </p:cNvPr>
          <p:cNvSpPr>
            <a:spLocks noGrp="1"/>
          </p:cNvSpPr>
          <p:nvPr>
            <p:ph type="body" sz="quarter" idx="3"/>
          </p:nvPr>
        </p:nvSpPr>
        <p:spPr/>
        <p:txBody>
          <a:bodyPr/>
          <a:lstStyle/>
          <a:p>
            <a:pPr>
              <a:defRPr/>
            </a:pPr>
            <a:r>
              <a:rPr lang="en-US" altLang="zh-CN" dirty="0">
                <a:solidFill>
                  <a:schemeClr val="accent6"/>
                </a:solidFill>
              </a:rPr>
              <a:t>Parallel transmission</a:t>
            </a:r>
          </a:p>
        </p:txBody>
      </p:sp>
      <p:sp>
        <p:nvSpPr>
          <p:cNvPr id="149510" name="内容占位符 5">
            <a:extLst>
              <a:ext uri="{FF2B5EF4-FFF2-40B4-BE49-F238E27FC236}">
                <a16:creationId xmlns:a16="http://schemas.microsoft.com/office/drawing/2014/main" id="{6A06A077-565C-45C6-85D1-60681EE5C06D}"/>
              </a:ext>
            </a:extLst>
          </p:cNvPr>
          <p:cNvSpPr>
            <a:spLocks noGrp="1" noChangeArrowheads="1"/>
          </p:cNvSpPr>
          <p:nvPr>
            <p:ph sz="quarter" idx="4"/>
          </p:nvPr>
        </p:nvSpPr>
        <p:spPr/>
        <p:txBody>
          <a:bodyPr/>
          <a:lstStyle/>
          <a:p>
            <a:endParaRPr lang="en-US" altLang="zh-CN" dirty="0">
              <a:ea typeface="ＭＳ Ｐゴシック" panose="020B0600070205080204" pitchFamily="34" charset="-128"/>
            </a:endParaRPr>
          </a:p>
          <a:p>
            <a:endParaRPr lang="en-US" altLang="zh-CN" dirty="0">
              <a:ea typeface="ＭＳ Ｐゴシック" panose="020B0600070205080204" pitchFamily="34" charset="-128"/>
            </a:endParaRPr>
          </a:p>
          <a:p>
            <a:endParaRPr lang="en-US" altLang="zh-CN" dirty="0">
              <a:ea typeface="ＭＳ Ｐゴシック" panose="020B0600070205080204" pitchFamily="34" charset="-128"/>
            </a:endParaRPr>
          </a:p>
          <a:p>
            <a:endParaRPr lang="en-US" altLang="zh-CN" dirty="0">
              <a:ea typeface="ＭＳ Ｐゴシック" panose="020B0600070205080204" pitchFamily="34" charset="-128"/>
            </a:endParaRPr>
          </a:p>
          <a:p>
            <a:endParaRPr lang="en-US" altLang="zh-CN" dirty="0">
              <a:ea typeface="ＭＳ Ｐゴシック" panose="020B0600070205080204" pitchFamily="34" charset="-128"/>
            </a:endParaRPr>
          </a:p>
          <a:p>
            <a:endParaRPr lang="en-US" altLang="zh-CN" dirty="0">
              <a:ea typeface="ＭＳ Ｐゴシック" panose="020B0600070205080204" pitchFamily="34" charset="-128"/>
            </a:endParaRPr>
          </a:p>
          <a:p>
            <a:endParaRPr lang="en-US" altLang="zh-CN" dirty="0">
              <a:ea typeface="ＭＳ Ｐゴシック" panose="020B0600070205080204" pitchFamily="34" charset="-128"/>
            </a:endParaRPr>
          </a:p>
          <a:p>
            <a:endParaRPr lang="en-US" altLang="zh-CN" dirty="0">
              <a:ea typeface="ＭＳ Ｐゴシック" panose="020B0600070205080204" pitchFamily="34" charset="-128"/>
            </a:endParaRPr>
          </a:p>
          <a:p>
            <a:r>
              <a:rPr lang="en-US" altLang="zh-CN" dirty="0">
                <a:ea typeface="ＭＳ Ｐゴシック" panose="020B0600070205080204" pitchFamily="34" charset="-128"/>
              </a:rPr>
              <a:t>Suitable for short distance communication</a:t>
            </a:r>
          </a:p>
          <a:p>
            <a:endParaRPr lang="en-US" altLang="zh-CN" dirty="0">
              <a:ea typeface="ＭＳ Ｐゴシック" panose="020B0600070205080204" pitchFamily="34" charset="-128"/>
            </a:endParaRPr>
          </a:p>
          <a:p>
            <a:endParaRPr lang="en-US" altLang="zh-CN" dirty="0">
              <a:ea typeface="ＭＳ Ｐゴシック" panose="020B0600070205080204" pitchFamily="34" charset="-128"/>
            </a:endParaRPr>
          </a:p>
          <a:p>
            <a:endParaRPr lang="en-US" altLang="zh-CN" dirty="0">
              <a:ea typeface="ＭＳ Ｐゴシック" panose="020B0600070205080204" pitchFamily="34" charset="-128"/>
            </a:endParaRPr>
          </a:p>
          <a:p>
            <a:endParaRPr lang="en-US" altLang="zh-CN" dirty="0">
              <a:ea typeface="ＭＳ Ｐゴシック" panose="020B0600070205080204" pitchFamily="34" charset="-128"/>
            </a:endParaRPr>
          </a:p>
          <a:p>
            <a:endParaRPr lang="en-US" altLang="zh-CN" dirty="0">
              <a:ea typeface="ＭＳ Ｐゴシック" panose="020B0600070205080204" pitchFamily="34" charset="-128"/>
            </a:endParaRPr>
          </a:p>
          <a:p>
            <a:endParaRPr lang="en-US" altLang="zh-CN" dirty="0">
              <a:ea typeface="ＭＳ Ｐゴシック" panose="020B0600070205080204" pitchFamily="34" charset="-128"/>
            </a:endParaRPr>
          </a:p>
          <a:p>
            <a:endParaRPr lang="en-US" altLang="zh-CN" dirty="0">
              <a:ea typeface="ＭＳ Ｐゴシック" panose="020B0600070205080204" pitchFamily="34" charset="-128"/>
            </a:endParaRPr>
          </a:p>
          <a:p>
            <a:endParaRPr lang="zh-CN" altLang="en-US" dirty="0">
              <a:ea typeface="ＭＳ Ｐゴシック" panose="020B0600070205080204" pitchFamily="34" charset="-128"/>
            </a:endParaRPr>
          </a:p>
        </p:txBody>
      </p:sp>
      <p:sp>
        <p:nvSpPr>
          <p:cNvPr id="149512" name="灯片编号占位符 7">
            <a:extLst>
              <a:ext uri="{FF2B5EF4-FFF2-40B4-BE49-F238E27FC236}">
                <a16:creationId xmlns:a16="http://schemas.microsoft.com/office/drawing/2014/main" id="{E152DEBC-0154-4EA1-807F-44BEAED89412}"/>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901855A1-BAA5-44D3-8662-CD4035FC78BC}" type="slidenum">
              <a:rPr lang="en-US" altLang="zh-CN" sz="1200" smtClean="0">
                <a:latin typeface="Tahoma" panose="020B0604030504040204" pitchFamily="34" charset="0"/>
              </a:rPr>
              <a:pPr>
                <a:lnSpc>
                  <a:spcPct val="100000"/>
                </a:lnSpc>
                <a:spcBef>
                  <a:spcPct val="0"/>
                </a:spcBef>
                <a:buClrTx/>
                <a:buSzTx/>
                <a:buFontTx/>
                <a:buNone/>
              </a:pPr>
              <a:t>10</a:t>
            </a:fld>
            <a:endParaRPr lang="en-US" altLang="zh-CN" sz="1200" dirty="0">
              <a:latin typeface="Tahoma" panose="020B0604030504040204" pitchFamily="34" charset="0"/>
            </a:endParaRPr>
          </a:p>
        </p:txBody>
      </p:sp>
      <p:pic>
        <p:nvPicPr>
          <p:cNvPr id="149513" name="图片 8">
            <a:extLst>
              <a:ext uri="{FF2B5EF4-FFF2-40B4-BE49-F238E27FC236}">
                <a16:creationId xmlns:a16="http://schemas.microsoft.com/office/drawing/2014/main" id="{9E0CFB44-0DBA-45A0-B54A-8F0559628E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088" y="2408238"/>
            <a:ext cx="3554412" cy="264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514" name="图片 9">
            <a:extLst>
              <a:ext uri="{FF2B5EF4-FFF2-40B4-BE49-F238E27FC236}">
                <a16:creationId xmlns:a16="http://schemas.microsoft.com/office/drawing/2014/main" id="{102F9A25-FA37-4A60-A647-500550A04E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0613" y="2408238"/>
            <a:ext cx="3530600" cy="261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7728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标题 1">
            <a:extLst>
              <a:ext uri="{FF2B5EF4-FFF2-40B4-BE49-F238E27FC236}">
                <a16:creationId xmlns:a16="http://schemas.microsoft.com/office/drawing/2014/main" id="{8485EFD5-B555-4928-B8CC-B0ECFF7EEDD1}"/>
              </a:ext>
            </a:extLst>
          </p:cNvPr>
          <p:cNvSpPr>
            <a:spLocks noGrp="1" noChangeArrowheads="1"/>
          </p:cNvSpPr>
          <p:nvPr>
            <p:ph type="title"/>
          </p:nvPr>
        </p:nvSpPr>
        <p:spPr/>
        <p:txBody>
          <a:bodyPr/>
          <a:lstStyle/>
          <a:p>
            <a:r>
              <a:rPr lang="en-US" altLang="zh-CN" sz="3600">
                <a:ea typeface="ＭＳ Ｐゴシック" panose="020B0600070205080204" pitchFamily="34" charset="-128"/>
              </a:rPr>
              <a:t>(1) Basic concepts</a:t>
            </a:r>
            <a:endParaRPr lang="zh-CN" altLang="en-US" sz="3600">
              <a:ea typeface="ＭＳ Ｐゴシック" panose="020B0600070205080204" pitchFamily="34" charset="-128"/>
            </a:endParaRPr>
          </a:p>
        </p:txBody>
      </p:sp>
      <p:sp>
        <p:nvSpPr>
          <p:cNvPr id="150532" name="灯片编号占位符 4">
            <a:extLst>
              <a:ext uri="{FF2B5EF4-FFF2-40B4-BE49-F238E27FC236}">
                <a16:creationId xmlns:a16="http://schemas.microsoft.com/office/drawing/2014/main" id="{25945E14-14DE-4FEA-B1B8-42EE2B02B612}"/>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ACF358F8-A67A-4A3A-B811-E496701D6E2C}" type="slidenum">
              <a:rPr lang="en-US" altLang="zh-CN" sz="1200" smtClean="0">
                <a:latin typeface="Tahoma" panose="020B0604030504040204" pitchFamily="34" charset="0"/>
              </a:rPr>
              <a:pPr>
                <a:lnSpc>
                  <a:spcPct val="100000"/>
                </a:lnSpc>
                <a:spcBef>
                  <a:spcPct val="0"/>
                </a:spcBef>
                <a:buClrTx/>
                <a:buSzTx/>
                <a:buFontTx/>
                <a:buNone/>
              </a:pPr>
              <a:t>11</a:t>
            </a:fld>
            <a:endParaRPr lang="en-US" altLang="zh-CN" sz="1200" dirty="0">
              <a:latin typeface="Tahoma" panose="020B0604030504040204" pitchFamily="34" charset="0"/>
            </a:endParaRPr>
          </a:p>
        </p:txBody>
      </p:sp>
      <p:graphicFrame>
        <p:nvGraphicFramePr>
          <p:cNvPr id="150533" name="Object 102" descr="信纸">
            <a:extLst>
              <a:ext uri="{FF2B5EF4-FFF2-40B4-BE49-F238E27FC236}">
                <a16:creationId xmlns:a16="http://schemas.microsoft.com/office/drawing/2014/main" id="{926F5F4A-C8DF-485D-B42C-4E169D6F1216}"/>
              </a:ext>
            </a:extLst>
          </p:cNvPr>
          <p:cNvGraphicFramePr>
            <a:graphicFrameLocks noChangeAspect="1"/>
          </p:cNvGraphicFramePr>
          <p:nvPr/>
        </p:nvGraphicFramePr>
        <p:xfrm>
          <a:off x="827088" y="1641475"/>
          <a:ext cx="7605712" cy="4673600"/>
        </p:xfrm>
        <a:graphic>
          <a:graphicData uri="http://schemas.openxmlformats.org/presentationml/2006/ole">
            <mc:AlternateContent xmlns:mc="http://schemas.openxmlformats.org/markup-compatibility/2006">
              <mc:Choice xmlns:v="urn:schemas-microsoft-com:vml" Requires="v">
                <p:oleObj spid="_x0000_s185357" name="Visio" r:id="rId3" imgW="3261261" imgH="2004048" progId="Visio.Drawing.11">
                  <p:embed/>
                </p:oleObj>
              </mc:Choice>
              <mc:Fallback>
                <p:oleObj name="Visio" r:id="rId3" imgW="3261261" imgH="2004048" progId="Visio.Drawing.11">
                  <p:embed/>
                  <p:pic>
                    <p:nvPicPr>
                      <p:cNvPr id="150533" name="Object 102" descr="信纸">
                        <a:extLst>
                          <a:ext uri="{FF2B5EF4-FFF2-40B4-BE49-F238E27FC236}">
                            <a16:creationId xmlns:a16="http://schemas.microsoft.com/office/drawing/2014/main" id="{926F5F4A-C8DF-485D-B42C-4E169D6F12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1641475"/>
                        <a:ext cx="7605712" cy="4673600"/>
                      </a:xfrm>
                      <a:prstGeom prst="rect">
                        <a:avLst/>
                      </a:prstGeom>
                      <a:blipFill dpi="0" rotWithShape="1">
                        <a:blip r:embed="rId5"/>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252372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标题 1">
            <a:extLst>
              <a:ext uri="{FF2B5EF4-FFF2-40B4-BE49-F238E27FC236}">
                <a16:creationId xmlns:a16="http://schemas.microsoft.com/office/drawing/2014/main" id="{2C63FA02-592E-4E1E-A649-5856BCD88792}"/>
              </a:ext>
            </a:extLst>
          </p:cNvPr>
          <p:cNvSpPr>
            <a:spLocks noGrp="1" noChangeArrowheads="1"/>
          </p:cNvSpPr>
          <p:nvPr>
            <p:ph type="title"/>
          </p:nvPr>
        </p:nvSpPr>
        <p:spPr>
          <a:xfrm>
            <a:off x="533400" y="228600"/>
            <a:ext cx="8367252" cy="1143000"/>
          </a:xfrm>
        </p:spPr>
        <p:txBody>
          <a:bodyPr/>
          <a:lstStyle/>
          <a:p>
            <a:r>
              <a:rPr lang="en-US" altLang="zh-CN" sz="3600" dirty="0">
                <a:ea typeface="ＭＳ Ｐゴシック" panose="020B0600070205080204" pitchFamily="34" charset="-128"/>
              </a:rPr>
              <a:t>3 Basic theory of data communication</a:t>
            </a:r>
            <a:endParaRPr lang="zh-CN" altLang="en-US" sz="3600" dirty="0">
              <a:ea typeface="ＭＳ Ｐゴシック" panose="020B0600070205080204" pitchFamily="34" charset="-128"/>
            </a:endParaRPr>
          </a:p>
        </p:txBody>
      </p:sp>
      <p:sp>
        <p:nvSpPr>
          <p:cNvPr id="3" name="内容占位符 2">
            <a:extLst>
              <a:ext uri="{FF2B5EF4-FFF2-40B4-BE49-F238E27FC236}">
                <a16:creationId xmlns:a16="http://schemas.microsoft.com/office/drawing/2014/main" id="{F5595A7A-660E-439E-84B0-80D277DDD099}"/>
              </a:ext>
            </a:extLst>
          </p:cNvPr>
          <p:cNvSpPr>
            <a:spLocks noGrp="1"/>
          </p:cNvSpPr>
          <p:nvPr>
            <p:ph idx="1"/>
          </p:nvPr>
        </p:nvSpPr>
        <p:spPr/>
        <p:txBody>
          <a:bodyPr/>
          <a:lstStyle/>
          <a:p>
            <a:pPr marL="0" indent="0">
              <a:buFont typeface="Wingdings" panose="05000000000000000000" pitchFamily="2" charset="2"/>
              <a:buNone/>
              <a:defRPr/>
            </a:pPr>
            <a:r>
              <a:rPr lang="en-US" altLang="zh-CN" dirty="0"/>
              <a:t>(1) Basic concepts</a:t>
            </a:r>
          </a:p>
          <a:p>
            <a:pPr marL="0" indent="0">
              <a:buFont typeface="Wingdings" panose="05000000000000000000" pitchFamily="2" charset="2"/>
              <a:buNone/>
              <a:defRPr/>
            </a:pPr>
            <a:r>
              <a:rPr lang="en-US" altLang="zh-CN" dirty="0">
                <a:solidFill>
                  <a:srgbClr val="FF0000"/>
                </a:solidFill>
              </a:rPr>
              <a:t>(2) For a specific physical communication channel, what is the maximum transmission rate? Infinite?  </a:t>
            </a:r>
          </a:p>
          <a:p>
            <a:pPr marL="0" indent="0">
              <a:buFont typeface="Wingdings" panose="05000000000000000000" pitchFamily="2" charset="2"/>
              <a:buNone/>
              <a:defRPr/>
            </a:pPr>
            <a:r>
              <a:rPr lang="en-US" altLang="zh-CN" dirty="0"/>
              <a:t>(3) How to transmit Bits in specific physical communication channels? Transmission speed, transmission duration, signal distortion?</a:t>
            </a:r>
          </a:p>
          <a:p>
            <a:pPr marL="0" indent="0">
              <a:buFont typeface="Wingdings" panose="05000000000000000000" pitchFamily="2" charset="2"/>
              <a:buNone/>
              <a:defRPr/>
            </a:pPr>
            <a:r>
              <a:rPr lang="en-US" altLang="zh-CN" dirty="0"/>
              <a:t>(4) In order to save communication equipment and costs, how to transmit the information of multiple computers in one physical channel?</a:t>
            </a:r>
          </a:p>
          <a:p>
            <a:pPr>
              <a:defRPr/>
            </a:pPr>
            <a:endParaRPr lang="zh-CN" altLang="en-US" dirty="0"/>
          </a:p>
        </p:txBody>
      </p:sp>
      <p:sp>
        <p:nvSpPr>
          <p:cNvPr id="159749" name="灯片编号占位符 4">
            <a:extLst>
              <a:ext uri="{FF2B5EF4-FFF2-40B4-BE49-F238E27FC236}">
                <a16:creationId xmlns:a16="http://schemas.microsoft.com/office/drawing/2014/main" id="{AC1BABB0-2222-4A71-B2A3-980CCA7A80D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5A9126DA-F043-402F-8C00-7DDFC05DDEDB}" type="slidenum">
              <a:rPr lang="en-US" altLang="zh-CN" sz="1200" smtClean="0">
                <a:latin typeface="Tahoma" panose="020B0604030504040204" pitchFamily="34" charset="0"/>
              </a:rPr>
              <a:pPr>
                <a:lnSpc>
                  <a:spcPct val="100000"/>
                </a:lnSpc>
                <a:spcBef>
                  <a:spcPct val="0"/>
                </a:spcBef>
                <a:buClrTx/>
                <a:buSzTx/>
                <a:buFontTx/>
                <a:buNone/>
              </a:pPr>
              <a:t>12</a:t>
            </a:fld>
            <a:endParaRPr lang="en-US" altLang="zh-CN" sz="1200" dirty="0">
              <a:latin typeface="Tahoma" panose="020B0604030504040204" pitchFamily="34" charset="0"/>
            </a:endParaRPr>
          </a:p>
        </p:txBody>
      </p:sp>
    </p:spTree>
    <p:extLst>
      <p:ext uri="{BB962C8B-B14F-4D97-AF65-F5344CB8AC3E}">
        <p14:creationId xmlns:p14="http://schemas.microsoft.com/office/powerpoint/2010/main" val="35483035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标题 1">
            <a:extLst>
              <a:ext uri="{FF2B5EF4-FFF2-40B4-BE49-F238E27FC236}">
                <a16:creationId xmlns:a16="http://schemas.microsoft.com/office/drawing/2014/main" id="{714A262D-399A-4814-BA40-AF6E8A1D83EF}"/>
              </a:ext>
            </a:extLst>
          </p:cNvPr>
          <p:cNvSpPr>
            <a:spLocks noGrp="1" noChangeArrowheads="1"/>
          </p:cNvSpPr>
          <p:nvPr>
            <p:ph type="title"/>
          </p:nvPr>
        </p:nvSpPr>
        <p:spPr/>
        <p:txBody>
          <a:bodyPr/>
          <a:lstStyle/>
          <a:p>
            <a:r>
              <a:rPr lang="en-US" altLang="zh-CN" sz="3600" dirty="0">
                <a:ea typeface="ＭＳ Ｐゴシック" panose="020B0600070205080204" pitchFamily="34" charset="-128"/>
              </a:rPr>
              <a:t>(2) Channel Characteristics</a:t>
            </a:r>
            <a:endParaRPr lang="zh-CN" altLang="en-US" sz="3600" dirty="0">
              <a:ea typeface="ＭＳ Ｐゴシック" panose="020B0600070205080204" pitchFamily="34" charset="-128"/>
            </a:endParaRPr>
          </a:p>
        </p:txBody>
      </p:sp>
      <p:sp>
        <p:nvSpPr>
          <p:cNvPr id="3" name="内容占位符 2">
            <a:extLst>
              <a:ext uri="{FF2B5EF4-FFF2-40B4-BE49-F238E27FC236}">
                <a16:creationId xmlns:a16="http://schemas.microsoft.com/office/drawing/2014/main" id="{CF4AD399-D7B1-46CA-8BCA-B8CF67523410}"/>
              </a:ext>
            </a:extLst>
          </p:cNvPr>
          <p:cNvSpPr>
            <a:spLocks noGrp="1" noChangeArrowheads="1"/>
          </p:cNvSpPr>
          <p:nvPr>
            <p:ph idx="1"/>
          </p:nvPr>
        </p:nvSpPr>
        <p:spPr/>
        <p:txBody>
          <a:bodyPr/>
          <a:lstStyle/>
          <a:p>
            <a:r>
              <a:rPr lang="en-US" altLang="zh-CN">
                <a:solidFill>
                  <a:srgbClr val="FF0000"/>
                </a:solidFill>
                <a:ea typeface="ＭＳ Ｐゴシック" panose="020B0600070205080204" pitchFamily="34" charset="-128"/>
              </a:rPr>
              <a:t>Symbol</a:t>
            </a:r>
            <a:r>
              <a:rPr lang="en-US" altLang="zh-CN">
                <a:ea typeface="ＭＳ Ｐゴシック" panose="020B0600070205080204" pitchFamily="34" charset="-128"/>
              </a:rPr>
              <a:t>: A digital pulse, which represents the basic waveform of a discrete value</a:t>
            </a:r>
          </a:p>
          <a:p>
            <a:pPr lvl="1"/>
            <a:r>
              <a:rPr lang="en-US" altLang="zh-CN">
                <a:ea typeface="Arial" panose="020B0604020202020204" pitchFamily="34" charset="0"/>
              </a:rPr>
              <a:t>ASCII code of letter ‘A’: 1000001, can be represented by 7 pulses/symbols</a:t>
            </a:r>
          </a:p>
          <a:p>
            <a:r>
              <a:rPr lang="en-US" altLang="zh-CN">
                <a:solidFill>
                  <a:srgbClr val="000099"/>
                </a:solidFill>
                <a:ea typeface="ＭＳ Ｐゴシック" panose="020B0600070205080204" pitchFamily="34" charset="-128"/>
              </a:rPr>
              <a:t>The amount of information carried by a symbol is determined by the number of discrete values taken by the symbol</a:t>
            </a:r>
          </a:p>
          <a:p>
            <a:pPr lvl="1"/>
            <a:r>
              <a:rPr lang="en-US" altLang="zh-CN">
                <a:ea typeface="Arial" panose="020B0604020202020204" pitchFamily="34" charset="0"/>
              </a:rPr>
              <a:t>Two discrete values (“0” or “1”): 1 bit</a:t>
            </a:r>
          </a:p>
          <a:p>
            <a:pPr lvl="1"/>
            <a:r>
              <a:rPr lang="en-US" altLang="zh-CN">
                <a:ea typeface="Arial" panose="020B0604020202020204" pitchFamily="34" charset="0"/>
              </a:rPr>
              <a:t>Four discrete values for a symbol:</a:t>
            </a:r>
            <a:r>
              <a:rPr lang="zh-CN" altLang="en-US">
                <a:ea typeface="Arial" panose="020B0604020202020204" pitchFamily="34" charset="0"/>
              </a:rPr>
              <a:t> </a:t>
            </a:r>
            <a:r>
              <a:rPr lang="en-US" altLang="zh-CN">
                <a:ea typeface="Arial" panose="020B0604020202020204" pitchFamily="34" charset="0"/>
              </a:rPr>
              <a:t>2 bits</a:t>
            </a:r>
          </a:p>
          <a:p>
            <a:pPr lvl="1"/>
            <a:r>
              <a:rPr lang="en-US" altLang="zh-CN">
                <a:ea typeface="Arial" panose="020B0604020202020204" pitchFamily="34" charset="0"/>
              </a:rPr>
              <a:t>If N discrete values for a symbol of n (bits), then</a:t>
            </a:r>
          </a:p>
          <a:p>
            <a:pPr lvl="1"/>
            <a:endParaRPr lang="zh-CN" altLang="en-US">
              <a:ea typeface="Arial" panose="020B0604020202020204" pitchFamily="34" charset="0"/>
            </a:endParaRPr>
          </a:p>
        </p:txBody>
      </p:sp>
      <p:sp>
        <p:nvSpPr>
          <p:cNvPr id="152581" name="灯片编号占位符 4">
            <a:extLst>
              <a:ext uri="{FF2B5EF4-FFF2-40B4-BE49-F238E27FC236}">
                <a16:creationId xmlns:a16="http://schemas.microsoft.com/office/drawing/2014/main" id="{E60112E8-8016-4DA4-9635-A4CD4DA13DF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567235E4-B6D3-40EB-B00F-819D1F376C30}" type="slidenum">
              <a:rPr lang="en-US" altLang="zh-CN" sz="1200" smtClean="0">
                <a:latin typeface="Tahoma" panose="020B0604030504040204" pitchFamily="34" charset="0"/>
              </a:rPr>
              <a:pPr>
                <a:lnSpc>
                  <a:spcPct val="100000"/>
                </a:lnSpc>
                <a:spcBef>
                  <a:spcPct val="0"/>
                </a:spcBef>
                <a:buClrTx/>
                <a:buSzTx/>
                <a:buFontTx/>
                <a:buNone/>
              </a:pPr>
              <a:t>13</a:t>
            </a:fld>
            <a:endParaRPr lang="en-US" altLang="zh-CN" sz="1200" dirty="0">
              <a:latin typeface="Tahoma" panose="020B0604030504040204" pitchFamily="34" charset="0"/>
            </a:endParaRPr>
          </a:p>
        </p:txBody>
      </p:sp>
      <p:sp>
        <p:nvSpPr>
          <p:cNvPr id="6" name="矩形 5">
            <a:extLst>
              <a:ext uri="{FF2B5EF4-FFF2-40B4-BE49-F238E27FC236}">
                <a16:creationId xmlns:a16="http://schemas.microsoft.com/office/drawing/2014/main" id="{0EE2A58F-F7AC-4419-A460-EDFB5A461242}"/>
              </a:ext>
            </a:extLst>
          </p:cNvPr>
          <p:cNvSpPr>
            <a:spLocks noChangeArrowheads="1"/>
          </p:cNvSpPr>
          <p:nvPr/>
        </p:nvSpPr>
        <p:spPr bwMode="auto">
          <a:xfrm>
            <a:off x="3929063" y="5499100"/>
            <a:ext cx="14001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2400" dirty="0">
                <a:solidFill>
                  <a:srgbClr val="FF0000"/>
                </a:solidFill>
                <a:latin typeface="Gill Sans MT (正文)"/>
              </a:rPr>
              <a:t>n = log</a:t>
            </a:r>
            <a:r>
              <a:rPr lang="en-US" altLang="zh-CN" sz="2400" baseline="-25000" dirty="0">
                <a:solidFill>
                  <a:srgbClr val="FF0000"/>
                </a:solidFill>
                <a:latin typeface="Gill Sans MT (正文)"/>
              </a:rPr>
              <a:t>2</a:t>
            </a:r>
            <a:r>
              <a:rPr lang="en-US" altLang="zh-CN" sz="2400" dirty="0">
                <a:solidFill>
                  <a:srgbClr val="FF0000"/>
                </a:solidFill>
                <a:latin typeface="Gill Sans MT (正文)"/>
              </a:rPr>
              <a:t>N</a:t>
            </a:r>
            <a:endParaRPr lang="zh-CN" altLang="en-US" sz="2400" dirty="0">
              <a:solidFill>
                <a:srgbClr val="FF0000"/>
              </a:solidFill>
              <a:latin typeface="Gill Sans MT (正文)"/>
            </a:endParaRPr>
          </a:p>
        </p:txBody>
      </p:sp>
    </p:spTree>
    <p:extLst>
      <p:ext uri="{BB962C8B-B14F-4D97-AF65-F5344CB8AC3E}">
        <p14:creationId xmlns:p14="http://schemas.microsoft.com/office/powerpoint/2010/main" val="7929579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additive="base">
                                        <p:cTn id="35" dur="500" fill="hold"/>
                                        <p:tgtEl>
                                          <p:spTgt spid="6"/>
                                        </p:tgtEl>
                                        <p:attrNameLst>
                                          <p:attrName>ppt_x</p:attrName>
                                        </p:attrNameLst>
                                      </p:cBhvr>
                                      <p:tavLst>
                                        <p:tav tm="0">
                                          <p:val>
                                            <p:strVal val="#ppt_x"/>
                                          </p:val>
                                        </p:tav>
                                        <p:tav tm="100000">
                                          <p:val>
                                            <p:strVal val="#ppt_x"/>
                                          </p:val>
                                        </p:tav>
                                      </p:tavLst>
                                    </p:anim>
                                    <p:anim calcmode="lin" valueType="num">
                                      <p:cBhvr additive="base">
                                        <p:cTn id="3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标题 1">
            <a:extLst>
              <a:ext uri="{FF2B5EF4-FFF2-40B4-BE49-F238E27FC236}">
                <a16:creationId xmlns:a16="http://schemas.microsoft.com/office/drawing/2014/main" id="{9B62718D-2DA4-4F31-A19A-A27F70A0AB29}"/>
              </a:ext>
            </a:extLst>
          </p:cNvPr>
          <p:cNvSpPr>
            <a:spLocks noGrp="1" noChangeArrowheads="1"/>
          </p:cNvSpPr>
          <p:nvPr>
            <p:ph type="title"/>
          </p:nvPr>
        </p:nvSpPr>
        <p:spPr/>
        <p:txBody>
          <a:bodyPr/>
          <a:lstStyle/>
          <a:p>
            <a:r>
              <a:rPr lang="en-US" altLang="zh-CN" sz="3600">
                <a:ea typeface="ＭＳ Ｐゴシック" panose="020B0600070205080204" pitchFamily="34" charset="-128"/>
              </a:rPr>
              <a:t>(2) Channel Characteristics</a:t>
            </a:r>
            <a:endParaRPr lang="zh-CN" altLang="en-US" sz="3600">
              <a:ea typeface="ＭＳ Ｐゴシック" panose="020B0600070205080204" pitchFamily="34" charset="-128"/>
            </a:endParaRPr>
          </a:p>
        </p:txBody>
      </p:sp>
      <p:sp>
        <p:nvSpPr>
          <p:cNvPr id="3" name="内容占位符 2">
            <a:extLst>
              <a:ext uri="{FF2B5EF4-FFF2-40B4-BE49-F238E27FC236}">
                <a16:creationId xmlns:a16="http://schemas.microsoft.com/office/drawing/2014/main" id="{8AABCFA8-57A5-48B8-B434-F04200629994}"/>
              </a:ext>
            </a:extLst>
          </p:cNvPr>
          <p:cNvSpPr>
            <a:spLocks noGrp="1" noChangeArrowheads="1"/>
          </p:cNvSpPr>
          <p:nvPr>
            <p:ph idx="1"/>
          </p:nvPr>
        </p:nvSpPr>
        <p:spPr/>
        <p:txBody>
          <a:bodyPr/>
          <a:lstStyle/>
          <a:p>
            <a:r>
              <a:rPr lang="en-US" altLang="zh-CN">
                <a:solidFill>
                  <a:srgbClr val="000099"/>
                </a:solidFill>
                <a:ea typeface="ＭＳ Ｐゴシック" panose="020B0600070205080204" pitchFamily="34" charset="-128"/>
              </a:rPr>
              <a:t>Baud rate (modulation rate or symbol rate)</a:t>
            </a:r>
            <a:r>
              <a:rPr lang="zh-CN" altLang="en-US">
                <a:solidFill>
                  <a:srgbClr val="000099"/>
                </a:solidFill>
                <a:ea typeface="ＭＳ Ｐゴシック" panose="020B0600070205080204" pitchFamily="34" charset="-128"/>
              </a:rPr>
              <a:t>：</a:t>
            </a:r>
          </a:p>
          <a:p>
            <a:pPr lvl="1"/>
            <a:r>
              <a:rPr lang="en-US" altLang="zh-CN">
                <a:ea typeface="Arial" panose="020B0604020202020204" pitchFamily="34" charset="0"/>
              </a:rPr>
              <a:t>The number of times the signal changes every second</a:t>
            </a:r>
          </a:p>
          <a:p>
            <a:pPr lvl="2"/>
            <a:r>
              <a:rPr lang="en-US" altLang="zh-CN">
                <a:ea typeface="Arial" panose="020B0604020202020204" pitchFamily="34" charset="0"/>
              </a:rPr>
              <a:t>1 baud sends one symbol per second</a:t>
            </a:r>
          </a:p>
          <a:p>
            <a:r>
              <a:rPr lang="en-US" altLang="zh-CN">
                <a:solidFill>
                  <a:srgbClr val="000099"/>
                </a:solidFill>
                <a:ea typeface="ＭＳ Ｐゴシック" panose="020B0600070205080204" pitchFamily="34" charset="-128"/>
              </a:rPr>
              <a:t>Bit rate</a:t>
            </a:r>
            <a:r>
              <a:rPr lang="zh-CN" altLang="en-US">
                <a:solidFill>
                  <a:srgbClr val="000099"/>
                </a:solidFill>
                <a:ea typeface="ＭＳ Ｐゴシック" panose="020B0600070205080204" pitchFamily="34" charset="-128"/>
              </a:rPr>
              <a:t>：</a:t>
            </a:r>
          </a:p>
          <a:p>
            <a:pPr lvl="1"/>
            <a:r>
              <a:rPr lang="en-US" altLang="zh-CN">
                <a:ea typeface="Arial" panose="020B0604020202020204" pitchFamily="34" charset="0"/>
              </a:rPr>
              <a:t>The number of bits transmitted per second</a:t>
            </a:r>
          </a:p>
          <a:p>
            <a:r>
              <a:rPr lang="en-US" altLang="zh-CN">
                <a:solidFill>
                  <a:srgbClr val="000099"/>
                </a:solidFill>
                <a:ea typeface="ＭＳ Ｐゴシック" panose="020B0600070205080204" pitchFamily="34" charset="-128"/>
              </a:rPr>
              <a:t>Relationship between them:</a:t>
            </a:r>
            <a:endParaRPr lang="zh-CN" altLang="en-US">
              <a:solidFill>
                <a:srgbClr val="000099"/>
              </a:solidFill>
              <a:ea typeface="ＭＳ Ｐゴシック" panose="020B0600070205080204" pitchFamily="34" charset="-128"/>
            </a:endParaRPr>
          </a:p>
          <a:p>
            <a:pPr lvl="1"/>
            <a:r>
              <a:rPr lang="en-US" altLang="zh-CN">
                <a:ea typeface="Arial" panose="020B0604020202020204" pitchFamily="34" charset="0"/>
              </a:rPr>
              <a:t>If each symbol has n bits: </a:t>
            </a:r>
            <a:r>
              <a:rPr lang="en-US" altLang="zh-CN">
                <a:solidFill>
                  <a:srgbClr val="FF0000"/>
                </a:solidFill>
                <a:ea typeface="Arial" panose="020B0604020202020204" pitchFamily="34" charset="0"/>
              </a:rPr>
              <a:t>bit rate (b/s) = baud rate * n</a:t>
            </a:r>
          </a:p>
          <a:p>
            <a:pPr lvl="1"/>
            <a:r>
              <a:rPr lang="en-US" altLang="zh-CN">
                <a:ea typeface="Arial" panose="020B0604020202020204" pitchFamily="34" charset="0"/>
              </a:rPr>
              <a:t>If each symbol has 3 bits, then the bit rate is three times the baud rate</a:t>
            </a:r>
          </a:p>
          <a:p>
            <a:pPr lvl="1"/>
            <a:r>
              <a:rPr lang="en-US" altLang="zh-CN">
                <a:ea typeface="Arial" panose="020B0604020202020204" pitchFamily="34" charset="0"/>
              </a:rPr>
              <a:t>If each symbol has 1 bit, the bit rate and baud rate are the same</a:t>
            </a:r>
          </a:p>
          <a:p>
            <a:endParaRPr lang="zh-CN" altLang="en-US">
              <a:ea typeface="ＭＳ Ｐゴシック" panose="020B0600070205080204" pitchFamily="34" charset="-128"/>
            </a:endParaRPr>
          </a:p>
        </p:txBody>
      </p:sp>
      <p:sp>
        <p:nvSpPr>
          <p:cNvPr id="153605" name="灯片编号占位符 4">
            <a:extLst>
              <a:ext uri="{FF2B5EF4-FFF2-40B4-BE49-F238E27FC236}">
                <a16:creationId xmlns:a16="http://schemas.microsoft.com/office/drawing/2014/main" id="{C630E9E1-4B01-4FC7-8459-0C3FF1CFCBC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A0082E13-4CF5-40C3-9F7B-16895E491EFD}" type="slidenum">
              <a:rPr lang="en-US" altLang="zh-CN" sz="1200" smtClean="0">
                <a:latin typeface="Tahoma" panose="020B0604030504040204" pitchFamily="34" charset="0"/>
              </a:rPr>
              <a:pPr>
                <a:lnSpc>
                  <a:spcPct val="100000"/>
                </a:lnSpc>
                <a:spcBef>
                  <a:spcPct val="0"/>
                </a:spcBef>
                <a:buClrTx/>
                <a:buSzTx/>
                <a:buFontTx/>
                <a:buNone/>
              </a:pPr>
              <a:t>14</a:t>
            </a:fld>
            <a:endParaRPr lang="en-US" altLang="zh-CN" sz="1200" dirty="0">
              <a:latin typeface="Tahoma" panose="020B0604030504040204" pitchFamily="34" charset="0"/>
            </a:endParaRPr>
          </a:p>
        </p:txBody>
      </p:sp>
    </p:spTree>
    <p:extLst>
      <p:ext uri="{BB962C8B-B14F-4D97-AF65-F5344CB8AC3E}">
        <p14:creationId xmlns:p14="http://schemas.microsoft.com/office/powerpoint/2010/main" val="11110911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标题 1">
            <a:extLst>
              <a:ext uri="{FF2B5EF4-FFF2-40B4-BE49-F238E27FC236}">
                <a16:creationId xmlns:a16="http://schemas.microsoft.com/office/drawing/2014/main" id="{47C4898A-9B26-410E-A4E6-81492422F1FC}"/>
              </a:ext>
            </a:extLst>
          </p:cNvPr>
          <p:cNvSpPr>
            <a:spLocks noGrp="1" noChangeArrowheads="1"/>
          </p:cNvSpPr>
          <p:nvPr>
            <p:ph type="title"/>
          </p:nvPr>
        </p:nvSpPr>
        <p:spPr/>
        <p:txBody>
          <a:bodyPr/>
          <a:lstStyle/>
          <a:p>
            <a:r>
              <a:rPr lang="en-US" altLang="zh-CN" sz="3600">
                <a:ea typeface="ＭＳ Ｐゴシック" panose="020B0600070205080204" pitchFamily="34" charset="-128"/>
              </a:rPr>
              <a:t>(2) Channel Characteristics</a:t>
            </a:r>
            <a:endParaRPr lang="zh-CN" altLang="en-US" sz="3600">
              <a:ea typeface="ＭＳ Ｐゴシック" panose="020B0600070205080204" pitchFamily="34" charset="-128"/>
            </a:endParaRPr>
          </a:p>
        </p:txBody>
      </p:sp>
      <p:sp>
        <p:nvSpPr>
          <p:cNvPr id="3" name="内容占位符 2">
            <a:extLst>
              <a:ext uri="{FF2B5EF4-FFF2-40B4-BE49-F238E27FC236}">
                <a16:creationId xmlns:a16="http://schemas.microsoft.com/office/drawing/2014/main" id="{06EA2853-1159-4152-B1B5-3AD64D70BC14}"/>
              </a:ext>
            </a:extLst>
          </p:cNvPr>
          <p:cNvSpPr>
            <a:spLocks noGrp="1" noChangeArrowheads="1"/>
          </p:cNvSpPr>
          <p:nvPr>
            <p:ph idx="1"/>
          </p:nvPr>
        </p:nvSpPr>
        <p:spPr/>
        <p:txBody>
          <a:bodyPr/>
          <a:lstStyle/>
          <a:p>
            <a:r>
              <a:rPr lang="en-US" altLang="zh-CN" dirty="0">
                <a:solidFill>
                  <a:srgbClr val="FF0000"/>
                </a:solidFill>
                <a:ea typeface="ＭＳ Ｐゴシック" panose="020B0600070205080204" pitchFamily="34" charset="-128"/>
              </a:rPr>
              <a:t>Channel capacity (bandwidth in networks)</a:t>
            </a:r>
          </a:p>
          <a:p>
            <a:pPr lvl="1"/>
            <a:r>
              <a:rPr lang="en-US" altLang="zh-CN" dirty="0">
                <a:ea typeface="Arial" panose="020B0604020202020204" pitchFamily="34" charset="0"/>
              </a:rPr>
              <a:t>The maximum number of bits that can be transmitted over a channel per unit time, expressed in </a:t>
            </a:r>
            <a:r>
              <a:rPr lang="en-US" altLang="zh-CN" dirty="0">
                <a:solidFill>
                  <a:srgbClr val="FF0000"/>
                </a:solidFill>
                <a:ea typeface="Arial" panose="020B0604020202020204" pitchFamily="34" charset="0"/>
              </a:rPr>
              <a:t>bps</a:t>
            </a:r>
          </a:p>
          <a:p>
            <a:pPr lvl="1"/>
            <a:endParaRPr lang="en-US" altLang="zh-CN" dirty="0">
              <a:solidFill>
                <a:srgbClr val="FF0000"/>
              </a:solidFill>
              <a:ea typeface="Arial" panose="020B0604020202020204" pitchFamily="34" charset="0"/>
            </a:endParaRPr>
          </a:p>
          <a:p>
            <a:r>
              <a:rPr lang="en-US" altLang="zh-CN" dirty="0">
                <a:solidFill>
                  <a:srgbClr val="FF0000"/>
                </a:solidFill>
                <a:ea typeface="ＭＳ Ｐゴシック" panose="020B0600070205080204" pitchFamily="34" charset="-128"/>
              </a:rPr>
              <a:t>Frequency bandwidth (in communication)</a:t>
            </a:r>
          </a:p>
          <a:p>
            <a:pPr lvl="1"/>
            <a:r>
              <a:rPr lang="en-US" altLang="zh-CN" dirty="0">
                <a:ea typeface="Arial" panose="020B0604020202020204" pitchFamily="34" charset="0"/>
              </a:rPr>
              <a:t>Frequency range of the signal allowed by the channel (= maximum frequency - minimum frequency), in </a:t>
            </a:r>
            <a:r>
              <a:rPr lang="en-US" altLang="zh-CN" dirty="0">
                <a:solidFill>
                  <a:srgbClr val="FF0000"/>
                </a:solidFill>
                <a:ea typeface="Arial" panose="020B0604020202020204" pitchFamily="34" charset="0"/>
              </a:rPr>
              <a:t>Hz</a:t>
            </a:r>
            <a:r>
              <a:rPr lang="en-US" altLang="zh-CN" dirty="0">
                <a:ea typeface="Arial" panose="020B0604020202020204" pitchFamily="34" charset="0"/>
              </a:rPr>
              <a:t> </a:t>
            </a:r>
          </a:p>
          <a:p>
            <a:pPr lvl="1"/>
            <a:r>
              <a:rPr lang="en-US" altLang="zh-CN" dirty="0">
                <a:ea typeface="Arial" panose="020B0604020202020204" pitchFamily="34" charset="0"/>
              </a:rPr>
              <a:t>E.g., people can hear sound waves of 20Hz ~ 20kHz, i.e., frequency bandwidth of hearing system is19980Hz </a:t>
            </a:r>
          </a:p>
        </p:txBody>
      </p:sp>
      <p:sp>
        <p:nvSpPr>
          <p:cNvPr id="154629" name="灯片编号占位符 4">
            <a:extLst>
              <a:ext uri="{FF2B5EF4-FFF2-40B4-BE49-F238E27FC236}">
                <a16:creationId xmlns:a16="http://schemas.microsoft.com/office/drawing/2014/main" id="{07B34E76-0AFA-47FC-BE2E-B798EE759C7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8A73C6C4-4046-4AD7-A512-F0800EBB7910}" type="slidenum">
              <a:rPr lang="en-US" altLang="zh-CN" sz="1200" smtClean="0">
                <a:latin typeface="Tahoma" panose="020B0604030504040204" pitchFamily="34" charset="0"/>
              </a:rPr>
              <a:pPr>
                <a:lnSpc>
                  <a:spcPct val="100000"/>
                </a:lnSpc>
                <a:spcBef>
                  <a:spcPct val="0"/>
                </a:spcBef>
                <a:buClrTx/>
                <a:buSzTx/>
                <a:buFontTx/>
                <a:buNone/>
              </a:pPr>
              <a:t>15</a:t>
            </a:fld>
            <a:endParaRPr lang="en-US" altLang="zh-CN" sz="1200" dirty="0">
              <a:latin typeface="Tahoma" panose="020B0604030504040204" pitchFamily="34" charset="0"/>
            </a:endParaRPr>
          </a:p>
        </p:txBody>
      </p:sp>
    </p:spTree>
    <p:extLst>
      <p:ext uri="{BB962C8B-B14F-4D97-AF65-F5344CB8AC3E}">
        <p14:creationId xmlns:p14="http://schemas.microsoft.com/office/powerpoint/2010/main" val="16738364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2B71615-9513-4F8D-B41E-1ABF5FDEE1D9}"/>
              </a:ext>
            </a:extLst>
          </p:cNvPr>
          <p:cNvSpPr>
            <a:spLocks noGrp="1"/>
          </p:cNvSpPr>
          <p:nvPr>
            <p:ph type="ftr" sz="quarter" idx="11"/>
          </p:nvPr>
        </p:nvSpPr>
        <p:spPr/>
        <p:txBody>
          <a:bodyPr/>
          <a:lstStyle/>
          <a:p>
            <a:pPr>
              <a:defRPr/>
            </a:pPr>
            <a:endParaRPr lang="en-US" dirty="0"/>
          </a:p>
        </p:txBody>
      </p:sp>
      <p:sp>
        <p:nvSpPr>
          <p:cNvPr id="5" name="灯片编号占位符 4">
            <a:extLst>
              <a:ext uri="{FF2B5EF4-FFF2-40B4-BE49-F238E27FC236}">
                <a16:creationId xmlns:a16="http://schemas.microsoft.com/office/drawing/2014/main" id="{D58B9499-7528-408C-9AC6-10BB4C71AA8A}"/>
              </a:ext>
            </a:extLst>
          </p:cNvPr>
          <p:cNvSpPr>
            <a:spLocks noGrp="1"/>
          </p:cNvSpPr>
          <p:nvPr>
            <p:ph type="sldNum" sz="quarter" idx="12"/>
          </p:nvPr>
        </p:nvSpPr>
        <p:spPr/>
        <p:txBody>
          <a:bodyPr/>
          <a:lstStyle/>
          <a:p>
            <a:pPr>
              <a:defRPr/>
            </a:pPr>
            <a:r>
              <a:rPr lang="en-US" altLang="zh-CN"/>
              <a:t>2-</a:t>
            </a:r>
            <a:fld id="{D3BB297E-9FF6-4F2D-A1E7-4D7782CD5A84}" type="slidenum">
              <a:rPr lang="en-US" altLang="zh-CN" smtClean="0"/>
              <a:pPr>
                <a:defRPr/>
              </a:pPr>
              <a:t>16</a:t>
            </a:fld>
            <a:endParaRPr lang="en-US" altLang="zh-CN"/>
          </a:p>
        </p:txBody>
      </p:sp>
    </p:spTree>
    <p:extLst>
      <p:ext uri="{BB962C8B-B14F-4D97-AF65-F5344CB8AC3E}">
        <p14:creationId xmlns:p14="http://schemas.microsoft.com/office/powerpoint/2010/main" val="1194406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标题 1">
            <a:extLst>
              <a:ext uri="{FF2B5EF4-FFF2-40B4-BE49-F238E27FC236}">
                <a16:creationId xmlns:a16="http://schemas.microsoft.com/office/drawing/2014/main" id="{48263BAC-5BD9-4109-963B-53F31B6A6F39}"/>
              </a:ext>
            </a:extLst>
          </p:cNvPr>
          <p:cNvSpPr>
            <a:spLocks noGrp="1" noChangeArrowheads="1"/>
          </p:cNvSpPr>
          <p:nvPr>
            <p:ph type="title"/>
          </p:nvPr>
        </p:nvSpPr>
        <p:spPr/>
        <p:txBody>
          <a:bodyPr/>
          <a:lstStyle/>
          <a:p>
            <a:r>
              <a:rPr lang="en-US" altLang="zh-CN" sz="3600">
                <a:ea typeface="ＭＳ Ｐゴシック" panose="020B0600070205080204" pitchFamily="34" charset="-128"/>
              </a:rPr>
              <a:t>(2) Channel Characteristics</a:t>
            </a:r>
            <a:endParaRPr lang="zh-CN" altLang="en-US" sz="3600">
              <a:ea typeface="ＭＳ Ｐゴシック" panose="020B0600070205080204" pitchFamily="34" charset="-128"/>
            </a:endParaRPr>
          </a:p>
        </p:txBody>
      </p:sp>
      <p:sp>
        <p:nvSpPr>
          <p:cNvPr id="3" name="内容占位符 2">
            <a:extLst>
              <a:ext uri="{FF2B5EF4-FFF2-40B4-BE49-F238E27FC236}">
                <a16:creationId xmlns:a16="http://schemas.microsoft.com/office/drawing/2014/main" id="{730F4EBE-5688-46BD-B93C-44E31C4BE52D}"/>
              </a:ext>
            </a:extLst>
          </p:cNvPr>
          <p:cNvSpPr>
            <a:spLocks noGrp="1"/>
          </p:cNvSpPr>
          <p:nvPr>
            <p:ph idx="1"/>
          </p:nvPr>
        </p:nvSpPr>
        <p:spPr/>
        <p:txBody>
          <a:bodyPr/>
          <a:lstStyle/>
          <a:p>
            <a:pPr>
              <a:defRPr/>
            </a:pPr>
            <a:r>
              <a:rPr lang="en-US" altLang="zh-CN" dirty="0">
                <a:solidFill>
                  <a:srgbClr val="000099"/>
                </a:solidFill>
              </a:rPr>
              <a:t>Nyquist's Law :</a:t>
            </a:r>
          </a:p>
          <a:p>
            <a:pPr marL="457200" lvl="1" indent="0">
              <a:buFont typeface="Arial" panose="020B0604020202020204" pitchFamily="34" charset="0"/>
              <a:buNone/>
              <a:defRPr/>
            </a:pPr>
            <a:r>
              <a:rPr lang="en-US" altLang="zh-CN" dirty="0">
                <a:solidFill>
                  <a:srgbClr val="FF0000"/>
                </a:solidFill>
              </a:rPr>
              <a:t>1) For an ideal low-pass channel with the frequency bandwidth of W (Hz), its maximum symbol transmission rate = 2W Baud</a:t>
            </a:r>
          </a:p>
          <a:p>
            <a:pPr marL="457200" lvl="1" indent="0">
              <a:buFont typeface="Arial" panose="020B0604020202020204" pitchFamily="34" charset="0"/>
              <a:buNone/>
              <a:defRPr/>
            </a:pPr>
            <a:r>
              <a:rPr lang="en-US" altLang="zh-CN" dirty="0">
                <a:solidFill>
                  <a:srgbClr val="FF0000"/>
                </a:solidFill>
              </a:rPr>
              <a:t>2) For an ideal band-pass channel with the frequency bandwidth of W (Hz), its maximum symbol transmission rate = W Baud</a:t>
            </a:r>
            <a:endParaRPr lang="en-US" altLang="zh-CN" dirty="0"/>
          </a:p>
          <a:p>
            <a:pPr>
              <a:defRPr/>
            </a:pPr>
            <a:r>
              <a:rPr lang="en-US" altLang="zh-CN" dirty="0"/>
              <a:t>Question</a:t>
            </a:r>
          </a:p>
          <a:p>
            <a:pPr lvl="1">
              <a:defRPr/>
            </a:pPr>
            <a:r>
              <a:rPr lang="en-US" altLang="zh-CN" dirty="0"/>
              <a:t>The frequency band of a standard telephone channel is 300 ~ 3400Hz, i.e., the frequency bandwidth is 3100Hz. What is the maximum symbol transmission rate through the ideal low-pass channel?</a:t>
            </a:r>
          </a:p>
          <a:p>
            <a:pPr lvl="1">
              <a:defRPr/>
            </a:pPr>
            <a:endParaRPr lang="en-US" altLang="zh-CN" dirty="0"/>
          </a:p>
        </p:txBody>
      </p:sp>
      <p:sp>
        <p:nvSpPr>
          <p:cNvPr id="155653" name="灯片编号占位符 4">
            <a:extLst>
              <a:ext uri="{FF2B5EF4-FFF2-40B4-BE49-F238E27FC236}">
                <a16:creationId xmlns:a16="http://schemas.microsoft.com/office/drawing/2014/main" id="{5B4232A7-356A-42D7-900E-3E09BFC7FFA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5CAEEF79-B489-44DF-AA44-6B943283EC61}" type="slidenum">
              <a:rPr lang="en-US" altLang="zh-CN" sz="1200" smtClean="0">
                <a:latin typeface="Tahoma" panose="020B0604030504040204" pitchFamily="34" charset="0"/>
              </a:rPr>
              <a:pPr>
                <a:lnSpc>
                  <a:spcPct val="100000"/>
                </a:lnSpc>
                <a:spcBef>
                  <a:spcPct val="0"/>
                </a:spcBef>
                <a:buClrTx/>
                <a:buSzTx/>
                <a:buFontTx/>
                <a:buNone/>
              </a:pPr>
              <a:t>17</a:t>
            </a:fld>
            <a:endParaRPr lang="en-US" altLang="zh-CN" sz="1200" dirty="0">
              <a:latin typeface="Tahoma" panose="020B0604030504040204" pitchFamily="34" charset="0"/>
            </a:endParaRPr>
          </a:p>
        </p:txBody>
      </p:sp>
    </p:spTree>
    <p:extLst>
      <p:ext uri="{BB962C8B-B14F-4D97-AF65-F5344CB8AC3E}">
        <p14:creationId xmlns:p14="http://schemas.microsoft.com/office/powerpoint/2010/main" val="25164534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标题 1">
            <a:extLst>
              <a:ext uri="{FF2B5EF4-FFF2-40B4-BE49-F238E27FC236}">
                <a16:creationId xmlns:a16="http://schemas.microsoft.com/office/drawing/2014/main" id="{DC8EEC96-8FD5-4305-A87D-3BF913CCED0B}"/>
              </a:ext>
            </a:extLst>
          </p:cNvPr>
          <p:cNvSpPr>
            <a:spLocks noGrp="1" noChangeArrowheads="1"/>
          </p:cNvSpPr>
          <p:nvPr>
            <p:ph type="title"/>
          </p:nvPr>
        </p:nvSpPr>
        <p:spPr/>
        <p:txBody>
          <a:bodyPr/>
          <a:lstStyle/>
          <a:p>
            <a:r>
              <a:rPr lang="en-US" altLang="zh-CN" sz="3600" dirty="0">
                <a:ea typeface="ＭＳ Ｐゴシック" panose="020B0600070205080204" pitchFamily="34" charset="-128"/>
              </a:rPr>
              <a:t>(2) Channel Characteristics</a:t>
            </a:r>
            <a:endParaRPr lang="zh-CN" altLang="en-US" sz="3600" dirty="0">
              <a:ea typeface="ＭＳ Ｐゴシック" panose="020B0600070205080204" pitchFamily="34" charset="-128"/>
            </a:endParaRPr>
          </a:p>
        </p:txBody>
      </p:sp>
      <p:sp>
        <p:nvSpPr>
          <p:cNvPr id="3" name="内容占位符 2">
            <a:extLst>
              <a:ext uri="{FF2B5EF4-FFF2-40B4-BE49-F238E27FC236}">
                <a16:creationId xmlns:a16="http://schemas.microsoft.com/office/drawing/2014/main" id="{D89E7D52-2C09-4F9F-8E48-151EB1FA7D8F}"/>
              </a:ext>
            </a:extLst>
          </p:cNvPr>
          <p:cNvSpPr>
            <a:spLocks noGrp="1" noChangeArrowheads="1"/>
          </p:cNvSpPr>
          <p:nvPr>
            <p:ph idx="1"/>
          </p:nvPr>
        </p:nvSpPr>
        <p:spPr/>
        <p:txBody>
          <a:bodyPr/>
          <a:lstStyle/>
          <a:p>
            <a:r>
              <a:rPr lang="en-US" altLang="zh-CN" dirty="0">
                <a:solidFill>
                  <a:srgbClr val="FF0000"/>
                </a:solidFill>
                <a:ea typeface="ＭＳ Ｐゴシック" panose="020B0600070205080204" pitchFamily="34" charset="-128"/>
              </a:rPr>
              <a:t>Actual channels are not ideal – Distortion exists</a:t>
            </a:r>
          </a:p>
          <a:p>
            <a:pPr lvl="1"/>
            <a:r>
              <a:rPr lang="en-US" altLang="zh-CN" dirty="0">
                <a:ea typeface="Arial" panose="020B0604020202020204" pitchFamily="34" charset="0"/>
              </a:rPr>
              <a:t>Higher symbol transmission rate</a:t>
            </a:r>
          </a:p>
          <a:p>
            <a:pPr lvl="1"/>
            <a:r>
              <a:rPr lang="en-US" altLang="zh-CN" dirty="0">
                <a:ea typeface="Arial" panose="020B0604020202020204" pitchFamily="34" charset="0"/>
              </a:rPr>
              <a:t>Farther signal transmission distance</a:t>
            </a:r>
          </a:p>
          <a:p>
            <a:r>
              <a:rPr lang="en-US" altLang="zh-CN" dirty="0">
                <a:solidFill>
                  <a:srgbClr val="000099"/>
                </a:solidFill>
                <a:ea typeface="ＭＳ Ｐゴシック" panose="020B0600070205080204" pitchFamily="34" charset="-128"/>
              </a:rPr>
              <a:t>Small and recognizable distortion</a:t>
            </a:r>
          </a:p>
          <a:p>
            <a:endParaRPr lang="en-US" altLang="zh-CN" dirty="0">
              <a:ea typeface="ＭＳ Ｐゴシック" panose="020B0600070205080204" pitchFamily="34" charset="-128"/>
            </a:endParaRPr>
          </a:p>
          <a:p>
            <a:endParaRPr lang="en-US" altLang="zh-CN" dirty="0">
              <a:ea typeface="ＭＳ Ｐゴシック" panose="020B0600070205080204" pitchFamily="34" charset="-128"/>
            </a:endParaRPr>
          </a:p>
          <a:p>
            <a:endParaRPr lang="en-US" altLang="zh-CN" dirty="0">
              <a:ea typeface="ＭＳ Ｐゴシック" panose="020B0600070205080204" pitchFamily="34" charset="-128"/>
            </a:endParaRPr>
          </a:p>
          <a:p>
            <a:r>
              <a:rPr lang="en-US" altLang="zh-CN" dirty="0">
                <a:solidFill>
                  <a:srgbClr val="000099"/>
                </a:solidFill>
                <a:ea typeface="ＭＳ Ｐゴシック" panose="020B0600070205080204" pitchFamily="34" charset="-128"/>
              </a:rPr>
              <a:t>Large and unrecognizable distortion</a:t>
            </a:r>
            <a:endParaRPr lang="zh-CN" altLang="en-US" dirty="0">
              <a:solidFill>
                <a:srgbClr val="000099"/>
              </a:solidFill>
              <a:ea typeface="ＭＳ Ｐゴシック" panose="020B0600070205080204" pitchFamily="34" charset="-128"/>
            </a:endParaRPr>
          </a:p>
        </p:txBody>
      </p:sp>
      <p:sp>
        <p:nvSpPr>
          <p:cNvPr id="156677" name="灯片编号占位符 4">
            <a:extLst>
              <a:ext uri="{FF2B5EF4-FFF2-40B4-BE49-F238E27FC236}">
                <a16:creationId xmlns:a16="http://schemas.microsoft.com/office/drawing/2014/main" id="{A29E94F6-2BC3-4164-A8AD-47AB6B245DA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DD3A21BD-35AC-4462-8A83-812F793D55E9}" type="slidenum">
              <a:rPr lang="en-US" altLang="zh-CN" sz="1200" smtClean="0">
                <a:latin typeface="Tahoma" panose="020B0604030504040204" pitchFamily="34" charset="0"/>
              </a:rPr>
              <a:pPr>
                <a:lnSpc>
                  <a:spcPct val="100000"/>
                </a:lnSpc>
                <a:spcBef>
                  <a:spcPct val="0"/>
                </a:spcBef>
                <a:buClrTx/>
                <a:buSzTx/>
                <a:buFontTx/>
                <a:buNone/>
              </a:pPr>
              <a:t>18</a:t>
            </a:fld>
            <a:endParaRPr lang="en-US" altLang="zh-CN" sz="1200" dirty="0">
              <a:latin typeface="Tahoma" panose="020B0604030504040204" pitchFamily="34" charset="0"/>
            </a:endParaRPr>
          </a:p>
        </p:txBody>
      </p:sp>
      <p:grpSp>
        <p:nvGrpSpPr>
          <p:cNvPr id="12" name="组合 11">
            <a:extLst>
              <a:ext uri="{FF2B5EF4-FFF2-40B4-BE49-F238E27FC236}">
                <a16:creationId xmlns:a16="http://schemas.microsoft.com/office/drawing/2014/main" id="{06D445C9-0F26-4B56-A7F3-A39228DF78B6}"/>
              </a:ext>
            </a:extLst>
          </p:cNvPr>
          <p:cNvGrpSpPr>
            <a:grpSpLocks/>
          </p:cNvGrpSpPr>
          <p:nvPr/>
        </p:nvGrpSpPr>
        <p:grpSpPr bwMode="auto">
          <a:xfrm>
            <a:off x="5849938" y="2105025"/>
            <a:ext cx="2616200" cy="666750"/>
            <a:chOff x="5849257" y="2104571"/>
            <a:chExt cx="2616394" cy="667658"/>
          </a:xfrm>
        </p:grpSpPr>
        <p:sp>
          <p:nvSpPr>
            <p:cNvPr id="156681" name="右大括号 7">
              <a:extLst>
                <a:ext uri="{FF2B5EF4-FFF2-40B4-BE49-F238E27FC236}">
                  <a16:creationId xmlns:a16="http://schemas.microsoft.com/office/drawing/2014/main" id="{4432D612-A800-40C6-8B53-CD2EB94F2EFF}"/>
                </a:ext>
              </a:extLst>
            </p:cNvPr>
            <p:cNvSpPr>
              <a:spLocks/>
            </p:cNvSpPr>
            <p:nvPr/>
          </p:nvSpPr>
          <p:spPr bwMode="auto">
            <a:xfrm>
              <a:off x="5849257" y="2104571"/>
              <a:ext cx="304799" cy="667658"/>
            </a:xfrm>
            <a:prstGeom prst="rightBrace">
              <a:avLst>
                <a:gd name="adj1" fmla="val 8336"/>
                <a:gd name="adj2" fmla="val 50000"/>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a:lnSpc>
                  <a:spcPct val="100000"/>
                </a:lnSpc>
                <a:spcBef>
                  <a:spcPct val="0"/>
                </a:spcBef>
                <a:buClrTx/>
                <a:buSzTx/>
                <a:buFontTx/>
                <a:buNone/>
              </a:pPr>
              <a:endParaRPr lang="zh-CN" altLang="en-US" sz="2400">
                <a:latin typeface="Arial" panose="020B0604020202020204" pitchFamily="34" charset="0"/>
              </a:endParaRPr>
            </a:p>
          </p:txBody>
        </p:sp>
        <p:sp>
          <p:nvSpPr>
            <p:cNvPr id="9" name="矩形 8">
              <a:extLst>
                <a:ext uri="{FF2B5EF4-FFF2-40B4-BE49-F238E27FC236}">
                  <a16:creationId xmlns:a16="http://schemas.microsoft.com/office/drawing/2014/main" id="{917792BC-C68C-4E5D-81AF-D64FF60ACFCA}"/>
                </a:ext>
              </a:extLst>
            </p:cNvPr>
            <p:cNvSpPr/>
            <p:nvPr/>
          </p:nvSpPr>
          <p:spPr>
            <a:xfrm>
              <a:off x="6154080" y="2207900"/>
              <a:ext cx="2311571" cy="461002"/>
            </a:xfrm>
            <a:prstGeom prst="rect">
              <a:avLst/>
            </a:prstGeom>
          </p:spPr>
          <p:txBody>
            <a:bodyPr wrap="none">
              <a:spAutoFit/>
            </a:bodyPr>
            <a:lstStyle/>
            <a:p>
              <a:pPr>
                <a:defRPr/>
              </a:pPr>
              <a:r>
                <a:rPr lang="en-US" altLang="zh-CN" dirty="0">
                  <a:latin typeface="+mn-lt"/>
                </a:rPr>
                <a:t>Larger distortion</a:t>
              </a:r>
              <a:endParaRPr lang="zh-CN" altLang="en-US" dirty="0">
                <a:latin typeface="+mn-lt"/>
              </a:endParaRPr>
            </a:p>
          </p:txBody>
        </p:sp>
      </p:grpSp>
      <p:graphicFrame>
        <p:nvGraphicFramePr>
          <p:cNvPr id="10" name="Object 25" descr="信纸">
            <a:extLst>
              <a:ext uri="{FF2B5EF4-FFF2-40B4-BE49-F238E27FC236}">
                <a16:creationId xmlns:a16="http://schemas.microsoft.com/office/drawing/2014/main" id="{6AEC40CA-44E0-40EF-9794-0E7258F08192}"/>
              </a:ext>
            </a:extLst>
          </p:cNvPr>
          <p:cNvGraphicFramePr>
            <a:graphicFrameLocks noChangeAspect="1"/>
          </p:cNvGraphicFramePr>
          <p:nvPr/>
        </p:nvGraphicFramePr>
        <p:xfrm>
          <a:off x="1547813" y="3302000"/>
          <a:ext cx="5903912" cy="1206500"/>
        </p:xfrm>
        <a:graphic>
          <a:graphicData uri="http://schemas.openxmlformats.org/presentationml/2006/ole">
            <mc:AlternateContent xmlns:mc="http://schemas.openxmlformats.org/markup-compatibility/2006">
              <mc:Choice xmlns:v="urn:schemas-microsoft-com:vml" Requires="v">
                <p:oleObj spid="_x0000_s213012" name="Visio" r:id="rId3" imgW="2834667" imgH="579096" progId="Visio.Drawing.11">
                  <p:embed/>
                </p:oleObj>
              </mc:Choice>
              <mc:Fallback>
                <p:oleObj name="Visio" r:id="rId3" imgW="2834667" imgH="579096" progId="Visio.Drawing.11">
                  <p:embed/>
                  <p:pic>
                    <p:nvPicPr>
                      <p:cNvPr id="10" name="Object 25" descr="信纸">
                        <a:extLst>
                          <a:ext uri="{FF2B5EF4-FFF2-40B4-BE49-F238E27FC236}">
                            <a16:creationId xmlns:a16="http://schemas.microsoft.com/office/drawing/2014/main" id="{6AEC40CA-44E0-40EF-9794-0E7258F081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3302000"/>
                        <a:ext cx="5903912" cy="1206500"/>
                      </a:xfrm>
                      <a:prstGeom prst="rect">
                        <a:avLst/>
                      </a:prstGeom>
                      <a:blipFill dpi="0" rotWithShape="1">
                        <a:blip r:embed="rId5"/>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Object 27" descr="信纸">
            <a:extLst>
              <a:ext uri="{FF2B5EF4-FFF2-40B4-BE49-F238E27FC236}">
                <a16:creationId xmlns:a16="http://schemas.microsoft.com/office/drawing/2014/main" id="{09857478-A50D-4854-9304-5F00D795D6BC}"/>
              </a:ext>
            </a:extLst>
          </p:cNvPr>
          <p:cNvGraphicFramePr>
            <a:graphicFrameLocks noChangeAspect="1"/>
          </p:cNvGraphicFramePr>
          <p:nvPr/>
        </p:nvGraphicFramePr>
        <p:xfrm>
          <a:off x="1547813" y="5116513"/>
          <a:ext cx="5903912" cy="1206500"/>
        </p:xfrm>
        <a:graphic>
          <a:graphicData uri="http://schemas.openxmlformats.org/presentationml/2006/ole">
            <mc:AlternateContent xmlns:mc="http://schemas.openxmlformats.org/markup-compatibility/2006">
              <mc:Choice xmlns:v="urn:schemas-microsoft-com:vml" Requires="v">
                <p:oleObj spid="_x0000_s213013" name="Visio" r:id="rId6" imgW="2834667" imgH="579096" progId="Visio.Drawing.11">
                  <p:embed/>
                </p:oleObj>
              </mc:Choice>
              <mc:Fallback>
                <p:oleObj name="Visio" r:id="rId6" imgW="2834667" imgH="579096" progId="Visio.Drawing.11">
                  <p:embed/>
                  <p:pic>
                    <p:nvPicPr>
                      <p:cNvPr id="11" name="Object 27" descr="信纸">
                        <a:extLst>
                          <a:ext uri="{FF2B5EF4-FFF2-40B4-BE49-F238E27FC236}">
                            <a16:creationId xmlns:a16="http://schemas.microsoft.com/office/drawing/2014/main" id="{09857478-A50D-4854-9304-5F00D795D6B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47813" y="5116513"/>
                        <a:ext cx="5903912" cy="1206500"/>
                      </a:xfrm>
                      <a:prstGeom prst="rect">
                        <a:avLst/>
                      </a:prstGeom>
                      <a:blipFill dpi="0" rotWithShape="1">
                        <a:blip r:embed="rId5"/>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0515312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fill="hold"/>
                                        <p:tgtEl>
                                          <p:spTgt spid="10"/>
                                        </p:tgtEl>
                                        <p:attrNameLst>
                                          <p:attrName>ppt_x</p:attrName>
                                        </p:attrNameLst>
                                      </p:cBhvr>
                                      <p:tavLst>
                                        <p:tav tm="0">
                                          <p:val>
                                            <p:strVal val="#ppt_x"/>
                                          </p:val>
                                        </p:tav>
                                        <p:tav tm="100000">
                                          <p:val>
                                            <p:strVal val="#ppt_x"/>
                                          </p:val>
                                        </p:tav>
                                      </p:tavLst>
                                    </p:anim>
                                    <p:anim calcmode="lin" valueType="num">
                                      <p:cBhvr additive="base">
                                        <p:cTn id="3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ppt_x</p:attrName>
                                        </p:attrNameLst>
                                      </p:cBhvr>
                                      <p:tavLst>
                                        <p:tav tm="0">
                                          <p:val>
                                            <p:strVal val="#ppt_x"/>
                                          </p:val>
                                        </p:tav>
                                        <p:tav tm="100000">
                                          <p:val>
                                            <p:strVal val="#ppt_x"/>
                                          </p:val>
                                        </p:tav>
                                      </p:tavLst>
                                    </p:anim>
                                    <p:anim calcmode="lin" valueType="num">
                                      <p:cBhvr additive="base">
                                        <p:cTn id="4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650" name="标题 1"/>
          <p:cNvSpPr>
            <a:spLocks noGrp="1" noChangeArrowheads="1"/>
          </p:cNvSpPr>
          <p:nvPr>
            <p:ph type="title"/>
          </p:nvPr>
        </p:nvSpPr>
        <p:spPr/>
        <p:txBody>
          <a:bodyPr/>
          <a:lstStyle/>
          <a:p>
            <a:r>
              <a:rPr lang="en-US" altLang="zh-CN" sz="3600" dirty="0">
                <a:ea typeface="ＭＳ Ｐゴシック" panose="020B0600070205080204" pitchFamily="34" charset="-128"/>
              </a:rPr>
              <a:t>(2) Channel Characteristics</a:t>
            </a:r>
            <a:endParaRPr lang="zh-CN" altLang="en-US" sz="3600" dirty="0">
              <a:ea typeface="ＭＳ Ｐゴシック" panose="020B0600070205080204" pitchFamily="34" charset="-128"/>
            </a:endParaRPr>
          </a:p>
        </p:txBody>
      </p:sp>
      <p:sp>
        <p:nvSpPr>
          <p:cNvPr id="3" name="内容占位符 2"/>
          <p:cNvSpPr>
            <a:spLocks noGrp="1"/>
          </p:cNvSpPr>
          <p:nvPr>
            <p:ph idx="1"/>
          </p:nvPr>
        </p:nvSpPr>
        <p:spPr>
          <a:xfrm>
            <a:off x="533400" y="1454150"/>
            <a:ext cx="7772400" cy="4805363"/>
          </a:xfrm>
        </p:spPr>
        <p:txBody>
          <a:bodyPr/>
          <a:lstStyle/>
          <a:p>
            <a:pPr>
              <a:defRPr/>
            </a:pPr>
            <a:r>
              <a:rPr lang="en-US" altLang="zh-CN" dirty="0">
                <a:solidFill>
                  <a:srgbClr val="FF0000"/>
                </a:solidFill>
              </a:rPr>
              <a:t>Nyquist's Law :</a:t>
            </a:r>
          </a:p>
          <a:p>
            <a:pPr marL="457200" lvl="1" indent="0">
              <a:lnSpc>
                <a:spcPct val="100000"/>
              </a:lnSpc>
              <a:buFont typeface="Arial" panose="020B0604020202020204" pitchFamily="34" charset="0"/>
              <a:buNone/>
              <a:defRPr/>
            </a:pPr>
            <a:r>
              <a:rPr lang="en-US" altLang="zh-CN" dirty="0"/>
              <a:t>1) For an ideal </a:t>
            </a:r>
            <a:r>
              <a:rPr lang="en-US" altLang="zh-CN" dirty="0">
                <a:solidFill>
                  <a:srgbClr val="FF0000"/>
                </a:solidFill>
              </a:rPr>
              <a:t>low-pass channel </a:t>
            </a:r>
            <a:r>
              <a:rPr lang="en-US" altLang="zh-CN" dirty="0"/>
              <a:t>with the frequency bandwidth of W (Hz), its maximum symbol transmission rate = </a:t>
            </a:r>
            <a:r>
              <a:rPr lang="en-US" altLang="zh-CN" dirty="0">
                <a:solidFill>
                  <a:srgbClr val="FF0000"/>
                </a:solidFill>
              </a:rPr>
              <a:t>2W</a:t>
            </a:r>
            <a:r>
              <a:rPr lang="en-US" altLang="zh-CN" dirty="0"/>
              <a:t> Baud</a:t>
            </a:r>
          </a:p>
          <a:p>
            <a:pPr marL="457200" lvl="1" indent="0">
              <a:lnSpc>
                <a:spcPct val="100000"/>
              </a:lnSpc>
              <a:buFont typeface="Arial" panose="020B0604020202020204" pitchFamily="34" charset="0"/>
              <a:buNone/>
              <a:defRPr/>
            </a:pPr>
            <a:r>
              <a:rPr lang="en-US" altLang="zh-CN" dirty="0"/>
              <a:t>2) For an ideal </a:t>
            </a:r>
            <a:r>
              <a:rPr lang="en-US" altLang="zh-CN" dirty="0">
                <a:solidFill>
                  <a:srgbClr val="FF0000"/>
                </a:solidFill>
              </a:rPr>
              <a:t>band-pass channel </a:t>
            </a:r>
            <a:r>
              <a:rPr lang="en-US" altLang="zh-CN" dirty="0"/>
              <a:t>with the frequency bandwidth of W (Hz), its maximum symbol transmission rate = </a:t>
            </a:r>
            <a:r>
              <a:rPr lang="en-US" altLang="zh-CN" dirty="0">
                <a:solidFill>
                  <a:srgbClr val="FF0000"/>
                </a:solidFill>
              </a:rPr>
              <a:t>W</a:t>
            </a:r>
            <a:r>
              <a:rPr lang="en-US" altLang="zh-CN" dirty="0"/>
              <a:t> Baud</a:t>
            </a:r>
          </a:p>
          <a:p>
            <a:pPr>
              <a:spcBef>
                <a:spcPts val="1200"/>
              </a:spcBef>
              <a:defRPr/>
            </a:pPr>
            <a:r>
              <a:rPr lang="en-US" altLang="zh-CN" dirty="0"/>
              <a:t>Question</a:t>
            </a:r>
          </a:p>
          <a:p>
            <a:pPr lvl="1">
              <a:lnSpc>
                <a:spcPct val="100000"/>
              </a:lnSpc>
              <a:buFont typeface="Arial" panose="020B0604020202020204" pitchFamily="34" charset="0"/>
              <a:buChar char="•"/>
              <a:defRPr/>
            </a:pPr>
            <a:r>
              <a:rPr lang="en-US" altLang="zh-CN" dirty="0"/>
              <a:t>The frequency band of a standard telephone channel is 300 ~ 3400Hz, i.e., the frequency bandwidth is 3100Hz. What is the maximum symbol transmission rate through the ideal low-pass channel?</a:t>
            </a:r>
          </a:p>
          <a:p>
            <a:pPr lvl="1">
              <a:buFont typeface="Arial" panose="020B0604020202020204" pitchFamily="34" charset="0"/>
              <a:buChar char="•"/>
              <a:defRPr/>
            </a:pPr>
            <a:endParaRPr lang="en-US" altLang="zh-CN" dirty="0"/>
          </a:p>
        </p:txBody>
      </p:sp>
      <p:sp>
        <p:nvSpPr>
          <p:cNvPr id="27653" name="灯片编号占位符 4"/>
          <p:cNvSpPr>
            <a:spLocks noGrp="1" noChangeArrowheads="1"/>
          </p:cNvSpPr>
          <p:nvPr>
            <p:ph type="sldNum" sz="quarter" idx="12"/>
          </p:nvPr>
        </p:nvSpPr>
        <p:spPr>
          <a:noFill/>
        </p:spPr>
        <p:txBody>
          <a:bodyPr/>
          <a:lstStyle/>
          <a:p>
            <a:r>
              <a:rPr lang="en-US" altLang="zh-CN" dirty="0"/>
              <a:t>2-</a:t>
            </a:r>
            <a:fld id="{0E09B652-CE4A-489F-AD58-21BC00BE6E4A}" type="slidenum">
              <a:rPr lang="en-US" altLang="zh-CN" smtClean="0"/>
              <a:pPr/>
              <a:t>19</a:t>
            </a:fld>
            <a:endParaRPr lang="en-US" altLang="zh-CN" dirty="0"/>
          </a:p>
        </p:txBody>
      </p:sp>
    </p:spTree>
    <p:extLst>
      <p:ext uri="{BB962C8B-B14F-4D97-AF65-F5344CB8AC3E}">
        <p14:creationId xmlns:p14="http://schemas.microsoft.com/office/powerpoint/2010/main" val="39575946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标题 1">
            <a:extLst>
              <a:ext uri="{FF2B5EF4-FFF2-40B4-BE49-F238E27FC236}">
                <a16:creationId xmlns:a16="http://schemas.microsoft.com/office/drawing/2014/main" id="{394EA008-B5A5-43D1-ACC0-EDBA6D3BEA3E}"/>
              </a:ext>
            </a:extLst>
          </p:cNvPr>
          <p:cNvSpPr>
            <a:spLocks noGrp="1" noChangeArrowheads="1"/>
          </p:cNvSpPr>
          <p:nvPr>
            <p:ph type="title"/>
          </p:nvPr>
        </p:nvSpPr>
        <p:spPr/>
        <p:txBody>
          <a:bodyPr/>
          <a:lstStyle/>
          <a:p>
            <a:r>
              <a:rPr lang="en-US" altLang="zh-CN" sz="3600" dirty="0">
                <a:ea typeface="ＭＳ Ｐゴシック" panose="020B0600070205080204" pitchFamily="34" charset="-128"/>
              </a:rPr>
              <a:t>(2) Channel Characteristics</a:t>
            </a:r>
            <a:endParaRPr lang="zh-CN" altLang="en-US" sz="3600" dirty="0">
              <a:ea typeface="ＭＳ Ｐゴシック" panose="020B0600070205080204" pitchFamily="34" charset="-128"/>
            </a:endParaRPr>
          </a:p>
        </p:txBody>
      </p:sp>
      <p:sp>
        <p:nvSpPr>
          <p:cNvPr id="3" name="内容占位符 2">
            <a:extLst>
              <a:ext uri="{FF2B5EF4-FFF2-40B4-BE49-F238E27FC236}">
                <a16:creationId xmlns:a16="http://schemas.microsoft.com/office/drawing/2014/main" id="{74109063-82EC-4557-919D-13C7487513E6}"/>
              </a:ext>
            </a:extLst>
          </p:cNvPr>
          <p:cNvSpPr>
            <a:spLocks noGrp="1" noChangeArrowheads="1"/>
          </p:cNvSpPr>
          <p:nvPr>
            <p:ph idx="1"/>
          </p:nvPr>
        </p:nvSpPr>
        <p:spPr/>
        <p:txBody>
          <a:bodyPr/>
          <a:lstStyle/>
          <a:p>
            <a:r>
              <a:rPr lang="en-US" altLang="zh-CN" dirty="0">
                <a:solidFill>
                  <a:srgbClr val="FF0000"/>
                </a:solidFill>
                <a:ea typeface="ＭＳ Ｐゴシック" panose="020B0600070205080204" pitchFamily="34" charset="-128"/>
              </a:rPr>
              <a:t>Shannon’s Formula</a:t>
            </a:r>
            <a:r>
              <a:rPr lang="en-US" altLang="zh-CN" dirty="0">
                <a:ea typeface="ＭＳ Ｐゴシック" panose="020B0600070205080204" pitchFamily="34" charset="-128"/>
              </a:rPr>
              <a:t>: limit information transmission rate C of channel can be expressed as:</a:t>
            </a:r>
          </a:p>
          <a:p>
            <a:pPr lvl="2"/>
            <a:endParaRPr lang="en-US" altLang="zh-CN" dirty="0">
              <a:ea typeface="Arial" panose="020B0604020202020204" pitchFamily="34" charset="0"/>
            </a:endParaRPr>
          </a:p>
          <a:p>
            <a:pPr lvl="2"/>
            <a:endParaRPr lang="en-US" altLang="zh-CN" dirty="0">
              <a:ea typeface="Arial" panose="020B0604020202020204" pitchFamily="34" charset="0"/>
            </a:endParaRPr>
          </a:p>
          <a:p>
            <a:pPr lvl="1"/>
            <a:r>
              <a:rPr lang="en-US" altLang="zh-CN" dirty="0">
                <a:ea typeface="Arial" panose="020B0604020202020204" pitchFamily="34" charset="0"/>
              </a:rPr>
              <a:t>W - Frequency bandwidth in Hz</a:t>
            </a:r>
          </a:p>
          <a:p>
            <a:pPr lvl="1"/>
            <a:r>
              <a:rPr lang="en-US" altLang="zh-CN" dirty="0">
                <a:ea typeface="Arial" panose="020B0604020202020204" pitchFamily="34" charset="0"/>
              </a:rPr>
              <a:t>S - Average signal power through the channel</a:t>
            </a:r>
          </a:p>
          <a:p>
            <a:pPr lvl="1"/>
            <a:r>
              <a:rPr lang="en-US" altLang="zh-CN" dirty="0">
                <a:ea typeface="Arial" panose="020B0604020202020204" pitchFamily="34" charset="0"/>
              </a:rPr>
              <a:t>N - Gaussian noise power through the channel</a:t>
            </a:r>
          </a:p>
          <a:p>
            <a:pPr lvl="1"/>
            <a:r>
              <a:rPr lang="en-US" altLang="zh-CN" dirty="0">
                <a:ea typeface="Arial" panose="020B0604020202020204" pitchFamily="34" charset="0"/>
              </a:rPr>
              <a:t>S/N – related to signal-to-noise ratio</a:t>
            </a:r>
          </a:p>
          <a:p>
            <a:pPr lvl="2"/>
            <a:r>
              <a:rPr lang="en-US" altLang="zh-CN" dirty="0">
                <a:ea typeface="Arial" panose="020B0604020202020204" pitchFamily="34" charset="0"/>
              </a:rPr>
              <a:t>Typically in </a:t>
            </a:r>
            <a:r>
              <a:rPr lang="en-US" altLang="zh-CN" dirty="0" err="1">
                <a:solidFill>
                  <a:srgbClr val="FF0000"/>
                </a:solidFill>
                <a:ea typeface="Arial" panose="020B0604020202020204" pitchFamily="34" charset="0"/>
              </a:rPr>
              <a:t>db</a:t>
            </a:r>
            <a:r>
              <a:rPr lang="en-US" altLang="zh-CN" dirty="0">
                <a:ea typeface="Arial" panose="020B0604020202020204" pitchFamily="34" charset="0"/>
              </a:rPr>
              <a:t> (decibels):</a:t>
            </a:r>
          </a:p>
          <a:p>
            <a:r>
              <a:rPr lang="en-US" altLang="zh-CN" dirty="0">
                <a:ea typeface="ＭＳ Ｐゴシック" panose="020B0600070205080204" pitchFamily="34" charset="-128"/>
              </a:rPr>
              <a:t>Actual rate much lower than C due to signal loss</a:t>
            </a:r>
          </a:p>
          <a:p>
            <a:r>
              <a:rPr lang="en-US" altLang="zh-CN" dirty="0">
                <a:ea typeface="ＭＳ Ｐゴシック" panose="020B0600070205080204" pitchFamily="34" charset="-128"/>
              </a:rPr>
              <a:t>Possible to achieve error-free transmission as long as transmission rate &lt; C</a:t>
            </a:r>
          </a:p>
          <a:p>
            <a:endParaRPr lang="en-US" altLang="zh-CN" dirty="0">
              <a:ea typeface="ＭＳ Ｐゴシック" panose="020B0600070205080204" pitchFamily="34" charset="-128"/>
            </a:endParaRPr>
          </a:p>
          <a:p>
            <a:endParaRPr lang="zh-CN" altLang="en-US" dirty="0">
              <a:ea typeface="ＭＳ Ｐゴシック" panose="020B0600070205080204" pitchFamily="34" charset="-128"/>
            </a:endParaRPr>
          </a:p>
        </p:txBody>
      </p:sp>
      <p:sp>
        <p:nvSpPr>
          <p:cNvPr id="157701" name="灯片编号占位符 4">
            <a:extLst>
              <a:ext uri="{FF2B5EF4-FFF2-40B4-BE49-F238E27FC236}">
                <a16:creationId xmlns:a16="http://schemas.microsoft.com/office/drawing/2014/main" id="{BE09417D-24A1-4F89-A8CC-18530F3721C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2B25543D-416D-49E8-BD56-A89C2B8C5C6C}" type="slidenum">
              <a:rPr lang="en-US" altLang="zh-CN" sz="1200" smtClean="0">
                <a:latin typeface="Tahoma" panose="020B0604030504040204" pitchFamily="34" charset="0"/>
              </a:rPr>
              <a:pPr>
                <a:lnSpc>
                  <a:spcPct val="100000"/>
                </a:lnSpc>
                <a:spcBef>
                  <a:spcPct val="0"/>
                </a:spcBef>
                <a:buClrTx/>
                <a:buSzTx/>
                <a:buFontTx/>
                <a:buNone/>
              </a:pPr>
              <a:t>20</a:t>
            </a:fld>
            <a:endParaRPr lang="en-US" altLang="zh-CN" sz="1200" dirty="0">
              <a:latin typeface="Tahoma" panose="020B0604030504040204" pitchFamily="34" charset="0"/>
            </a:endParaRPr>
          </a:p>
        </p:txBody>
      </p:sp>
      <p:sp>
        <p:nvSpPr>
          <p:cNvPr id="157702" name="矩形 5">
            <a:extLst>
              <a:ext uri="{FF2B5EF4-FFF2-40B4-BE49-F238E27FC236}">
                <a16:creationId xmlns:a16="http://schemas.microsoft.com/office/drawing/2014/main" id="{8D3F2BE8-913E-4C30-B7CF-FCECAC44175B}"/>
              </a:ext>
            </a:extLst>
          </p:cNvPr>
          <p:cNvSpPr>
            <a:spLocks noChangeArrowheads="1"/>
          </p:cNvSpPr>
          <p:nvPr/>
        </p:nvSpPr>
        <p:spPr bwMode="auto">
          <a:xfrm>
            <a:off x="3319463" y="2573338"/>
            <a:ext cx="2505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2400">
                <a:latin typeface="Gill Sans MT (正文)"/>
              </a:rPr>
              <a:t>C = Wlog</a:t>
            </a:r>
            <a:r>
              <a:rPr lang="en-US" altLang="zh-CN" sz="2400" baseline="-25000">
                <a:latin typeface="Gill Sans MT (正文)"/>
              </a:rPr>
              <a:t>2</a:t>
            </a:r>
            <a:r>
              <a:rPr lang="en-US" altLang="zh-CN" sz="2400">
                <a:latin typeface="Gill Sans MT (正文)"/>
              </a:rPr>
              <a:t>(1+S/N)</a:t>
            </a:r>
            <a:endParaRPr lang="zh-CN" altLang="en-US" sz="2400">
              <a:latin typeface="Gill Sans MT (正文)"/>
            </a:endParaRPr>
          </a:p>
        </p:txBody>
      </p:sp>
      <p:sp>
        <p:nvSpPr>
          <p:cNvPr id="157703" name="矩形 6">
            <a:extLst>
              <a:ext uri="{FF2B5EF4-FFF2-40B4-BE49-F238E27FC236}">
                <a16:creationId xmlns:a16="http://schemas.microsoft.com/office/drawing/2014/main" id="{52780EF7-5DEC-429A-929F-46CAC98DA07A}"/>
              </a:ext>
            </a:extLst>
          </p:cNvPr>
          <p:cNvSpPr>
            <a:spLocks noChangeArrowheads="1"/>
          </p:cNvSpPr>
          <p:nvPr/>
        </p:nvSpPr>
        <p:spPr bwMode="auto">
          <a:xfrm>
            <a:off x="4900613" y="4627563"/>
            <a:ext cx="16192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2400" dirty="0">
                <a:solidFill>
                  <a:srgbClr val="FF0000"/>
                </a:solidFill>
                <a:latin typeface="Gill Sans MT (正文)"/>
              </a:rPr>
              <a:t>10 log</a:t>
            </a:r>
            <a:r>
              <a:rPr lang="en-US" altLang="zh-CN" sz="2400" baseline="-25000" dirty="0">
                <a:solidFill>
                  <a:srgbClr val="FF0000"/>
                </a:solidFill>
                <a:latin typeface="Gill Sans MT (正文)"/>
              </a:rPr>
              <a:t>10</a:t>
            </a:r>
            <a:r>
              <a:rPr lang="en-US" altLang="zh-CN" sz="2400" dirty="0">
                <a:solidFill>
                  <a:srgbClr val="FF0000"/>
                </a:solidFill>
                <a:latin typeface="Gill Sans MT (正文)"/>
              </a:rPr>
              <a:t>S/N</a:t>
            </a:r>
            <a:endParaRPr lang="zh-CN" altLang="en-US" sz="2400" dirty="0">
              <a:solidFill>
                <a:srgbClr val="FF0000"/>
              </a:solidFill>
              <a:latin typeface="Gill Sans MT (正文)"/>
            </a:endParaRPr>
          </a:p>
        </p:txBody>
      </p:sp>
    </p:spTree>
    <p:extLst>
      <p:ext uri="{BB962C8B-B14F-4D97-AF65-F5344CB8AC3E}">
        <p14:creationId xmlns:p14="http://schemas.microsoft.com/office/powerpoint/2010/main" val="37201452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 calcmode="lin" valueType="num">
                                      <p:cBhvr additive="base">
                                        <p:cTn id="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anim calcmode="lin" valueType="num">
                                      <p:cBhvr additive="base">
                                        <p:cTn id="1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标题 1">
            <a:extLst>
              <a:ext uri="{FF2B5EF4-FFF2-40B4-BE49-F238E27FC236}">
                <a16:creationId xmlns:a16="http://schemas.microsoft.com/office/drawing/2014/main" id="{08379934-DBD7-42B6-898F-F89FE3FED1C5}"/>
              </a:ext>
            </a:extLst>
          </p:cNvPr>
          <p:cNvSpPr>
            <a:spLocks noGrp="1" noChangeArrowheads="1"/>
          </p:cNvSpPr>
          <p:nvPr>
            <p:ph type="title"/>
          </p:nvPr>
        </p:nvSpPr>
        <p:spPr/>
        <p:txBody>
          <a:bodyPr/>
          <a:lstStyle/>
          <a:p>
            <a:r>
              <a:rPr lang="en-US" altLang="zh-CN" sz="3600">
                <a:ea typeface="ＭＳ Ｐゴシック" panose="020B0600070205080204" pitchFamily="34" charset="-128"/>
              </a:rPr>
              <a:t>(2) Channel Characteristics</a:t>
            </a:r>
            <a:endParaRPr lang="zh-CN" altLang="en-US" sz="3600">
              <a:ea typeface="ＭＳ Ｐゴシック" panose="020B0600070205080204" pitchFamily="34" charset="-128"/>
            </a:endParaRPr>
          </a:p>
        </p:txBody>
      </p:sp>
      <p:sp>
        <p:nvSpPr>
          <p:cNvPr id="3" name="内容占位符 2">
            <a:extLst>
              <a:ext uri="{FF2B5EF4-FFF2-40B4-BE49-F238E27FC236}">
                <a16:creationId xmlns:a16="http://schemas.microsoft.com/office/drawing/2014/main" id="{6EDF8E01-5134-4AF1-93BF-129B78F98F1B}"/>
              </a:ext>
            </a:extLst>
          </p:cNvPr>
          <p:cNvSpPr>
            <a:spLocks noGrp="1" noChangeArrowheads="1"/>
          </p:cNvSpPr>
          <p:nvPr>
            <p:ph idx="1"/>
          </p:nvPr>
        </p:nvSpPr>
        <p:spPr/>
        <p:txBody>
          <a:bodyPr/>
          <a:lstStyle/>
          <a:p>
            <a:r>
              <a:rPr lang="en-US" altLang="zh-CN">
                <a:solidFill>
                  <a:srgbClr val="FF0000"/>
                </a:solidFill>
                <a:ea typeface="ＭＳ Ｐゴシック" panose="020B0600070205080204" pitchFamily="34" charset="-128"/>
              </a:rPr>
              <a:t>Example:</a:t>
            </a:r>
          </a:p>
          <a:p>
            <a:pPr lvl="1"/>
            <a:r>
              <a:rPr lang="en-US" altLang="zh-CN">
                <a:ea typeface="Arial" panose="020B0604020202020204" pitchFamily="34" charset="0"/>
              </a:rPr>
              <a:t>For the standard telephone channel with frequency bandwidth of 3.1 kHz, if the signal-to-noise ratio S/N = 2500, then can the information transmission rate be 50kb/s?</a:t>
            </a:r>
          </a:p>
          <a:p>
            <a:r>
              <a:rPr lang="en-US" altLang="zh-CN">
                <a:ea typeface="ＭＳ Ｐゴシック" panose="020B0600070205080204" pitchFamily="34" charset="-128"/>
              </a:rPr>
              <a:t>Solution:</a:t>
            </a:r>
          </a:p>
          <a:p>
            <a:pPr lvl="1"/>
            <a:r>
              <a:rPr lang="en-US" altLang="zh-CN">
                <a:ea typeface="Arial" panose="020B0604020202020204" pitchFamily="34" charset="0"/>
              </a:rPr>
              <a:t>Put W = 3.1kHz, S / N = 2500 into Shannon’s Formula</a:t>
            </a:r>
          </a:p>
          <a:p>
            <a:pPr lvl="1"/>
            <a:r>
              <a:rPr lang="en-US" altLang="zh-CN">
                <a:ea typeface="Arial" panose="020B0604020202020204" pitchFamily="34" charset="0"/>
              </a:rPr>
              <a:t>The limit information transmission rate is </a:t>
            </a:r>
            <a:r>
              <a:rPr lang="en-US" altLang="zh-CN">
                <a:solidFill>
                  <a:srgbClr val="FF0000"/>
                </a:solidFill>
                <a:ea typeface="Arial" panose="020B0604020202020204" pitchFamily="34" charset="0"/>
              </a:rPr>
              <a:t>35kb/s</a:t>
            </a:r>
            <a:r>
              <a:rPr lang="en-US" altLang="zh-CN">
                <a:ea typeface="Arial" panose="020B0604020202020204" pitchFamily="34" charset="0"/>
              </a:rPr>
              <a:t>, so it is impossible to reach </a:t>
            </a:r>
            <a:r>
              <a:rPr lang="en-US" altLang="zh-CN">
                <a:solidFill>
                  <a:srgbClr val="FF0000"/>
                </a:solidFill>
                <a:ea typeface="Arial" panose="020B0604020202020204" pitchFamily="34" charset="0"/>
              </a:rPr>
              <a:t>50kb/s</a:t>
            </a:r>
            <a:endParaRPr lang="en-US" altLang="zh-CN">
              <a:ea typeface="Arial" panose="020B0604020202020204" pitchFamily="34" charset="0"/>
            </a:endParaRPr>
          </a:p>
          <a:p>
            <a:r>
              <a:rPr lang="en-US" altLang="zh-CN">
                <a:ea typeface="ＭＳ Ｐゴシック" panose="020B0600070205080204" pitchFamily="34" charset="-128"/>
              </a:rPr>
              <a:t>In order to achieve 50kb/s, you can </a:t>
            </a:r>
          </a:p>
          <a:p>
            <a:pPr lvl="1"/>
            <a:r>
              <a:rPr lang="en-US" altLang="zh-CN">
                <a:ea typeface="Arial" panose="020B0604020202020204" pitchFamily="34" charset="0"/>
              </a:rPr>
              <a:t>improve the signal-to-noise ratio in the channel </a:t>
            </a:r>
          </a:p>
          <a:p>
            <a:pPr lvl="1"/>
            <a:r>
              <a:rPr lang="en-US" altLang="zh-CN">
                <a:ea typeface="Arial" panose="020B0604020202020204" pitchFamily="34" charset="0"/>
              </a:rPr>
              <a:t>or increase the frequency bandwidth</a:t>
            </a:r>
          </a:p>
          <a:p>
            <a:endParaRPr lang="zh-CN" altLang="en-US">
              <a:ea typeface="ＭＳ Ｐゴシック" panose="020B0600070205080204" pitchFamily="34" charset="-128"/>
            </a:endParaRPr>
          </a:p>
        </p:txBody>
      </p:sp>
      <p:sp>
        <p:nvSpPr>
          <p:cNvPr id="158725" name="灯片编号占位符 4">
            <a:extLst>
              <a:ext uri="{FF2B5EF4-FFF2-40B4-BE49-F238E27FC236}">
                <a16:creationId xmlns:a16="http://schemas.microsoft.com/office/drawing/2014/main" id="{70D33C08-FF27-4C16-8AE0-AA40BF505042}"/>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4BAC616D-1E17-4E24-8A35-60EF65980B03}" type="slidenum">
              <a:rPr lang="en-US" altLang="zh-CN" sz="1200" smtClean="0">
                <a:latin typeface="Tahoma" panose="020B0604030504040204" pitchFamily="34" charset="0"/>
              </a:rPr>
              <a:pPr>
                <a:lnSpc>
                  <a:spcPct val="100000"/>
                </a:lnSpc>
                <a:spcBef>
                  <a:spcPct val="0"/>
                </a:spcBef>
                <a:buClrTx/>
                <a:buSzTx/>
                <a:buFontTx/>
                <a:buNone/>
              </a:pPr>
              <a:t>21</a:t>
            </a:fld>
            <a:endParaRPr lang="en-US" altLang="zh-CN" sz="1200" dirty="0">
              <a:latin typeface="Tahoma" panose="020B0604030504040204" pitchFamily="34" charset="0"/>
            </a:endParaRPr>
          </a:p>
        </p:txBody>
      </p:sp>
    </p:spTree>
    <p:extLst>
      <p:ext uri="{BB962C8B-B14F-4D97-AF65-F5344CB8AC3E}">
        <p14:creationId xmlns:p14="http://schemas.microsoft.com/office/powerpoint/2010/main" val="42332096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 calcmode="lin" valueType="num">
                                      <p:cBhvr additive="base">
                                        <p:cTn id="2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标题 1">
            <a:extLst>
              <a:ext uri="{FF2B5EF4-FFF2-40B4-BE49-F238E27FC236}">
                <a16:creationId xmlns:a16="http://schemas.microsoft.com/office/drawing/2014/main" id="{2C63FA02-592E-4E1E-A649-5856BCD88792}"/>
              </a:ext>
            </a:extLst>
          </p:cNvPr>
          <p:cNvSpPr>
            <a:spLocks noGrp="1" noChangeArrowheads="1"/>
          </p:cNvSpPr>
          <p:nvPr>
            <p:ph type="title"/>
          </p:nvPr>
        </p:nvSpPr>
        <p:spPr>
          <a:xfrm>
            <a:off x="533399" y="228600"/>
            <a:ext cx="8286135" cy="1143000"/>
          </a:xfrm>
        </p:spPr>
        <p:txBody>
          <a:bodyPr/>
          <a:lstStyle/>
          <a:p>
            <a:r>
              <a:rPr lang="en-US" altLang="zh-CN" sz="3600" dirty="0">
                <a:ea typeface="ＭＳ Ｐゴシック" panose="020B0600070205080204" pitchFamily="34" charset="-128"/>
              </a:rPr>
              <a:t>3 Basic theory of data communication</a:t>
            </a:r>
            <a:endParaRPr lang="zh-CN" altLang="en-US" sz="3600" dirty="0">
              <a:ea typeface="ＭＳ Ｐゴシック" panose="020B0600070205080204" pitchFamily="34" charset="-128"/>
            </a:endParaRPr>
          </a:p>
        </p:txBody>
      </p:sp>
      <p:sp>
        <p:nvSpPr>
          <p:cNvPr id="3" name="内容占位符 2">
            <a:extLst>
              <a:ext uri="{FF2B5EF4-FFF2-40B4-BE49-F238E27FC236}">
                <a16:creationId xmlns:a16="http://schemas.microsoft.com/office/drawing/2014/main" id="{F5595A7A-660E-439E-84B0-80D277DDD099}"/>
              </a:ext>
            </a:extLst>
          </p:cNvPr>
          <p:cNvSpPr>
            <a:spLocks noGrp="1"/>
          </p:cNvSpPr>
          <p:nvPr>
            <p:ph idx="1"/>
          </p:nvPr>
        </p:nvSpPr>
        <p:spPr/>
        <p:txBody>
          <a:bodyPr/>
          <a:lstStyle/>
          <a:p>
            <a:pPr marL="0" indent="0">
              <a:buFont typeface="Wingdings" panose="05000000000000000000" pitchFamily="2" charset="2"/>
              <a:buNone/>
              <a:defRPr/>
            </a:pPr>
            <a:r>
              <a:rPr lang="en-US" altLang="zh-CN" dirty="0"/>
              <a:t>(1) Basic concepts</a:t>
            </a:r>
          </a:p>
          <a:p>
            <a:pPr marL="0" indent="0">
              <a:buFont typeface="Wingdings" panose="05000000000000000000" pitchFamily="2" charset="2"/>
              <a:buNone/>
              <a:defRPr/>
            </a:pPr>
            <a:r>
              <a:rPr lang="en-US" altLang="zh-CN" dirty="0"/>
              <a:t>(2) For a specific physical communication channel, what is the maximum transmission rate? Infinite?  </a:t>
            </a:r>
          </a:p>
          <a:p>
            <a:pPr marL="0" indent="0">
              <a:buFont typeface="Wingdings" panose="05000000000000000000" pitchFamily="2" charset="2"/>
              <a:buNone/>
              <a:defRPr/>
            </a:pPr>
            <a:r>
              <a:rPr lang="en-US" altLang="zh-CN" dirty="0">
                <a:solidFill>
                  <a:srgbClr val="FF0000"/>
                </a:solidFill>
              </a:rPr>
              <a:t>(3) How to transmit Bits in specific physical communication channels? Transmission speed, transmission duration, signal distortion?</a:t>
            </a:r>
          </a:p>
          <a:p>
            <a:pPr marL="0" indent="0">
              <a:buFont typeface="Wingdings" panose="05000000000000000000" pitchFamily="2" charset="2"/>
              <a:buNone/>
              <a:defRPr/>
            </a:pPr>
            <a:r>
              <a:rPr lang="en-US" altLang="zh-CN" dirty="0"/>
              <a:t>(4) In order to save communication equipment and costs, how to transmit the information of multiple computers in one physical channel?</a:t>
            </a:r>
          </a:p>
          <a:p>
            <a:pPr>
              <a:defRPr/>
            </a:pPr>
            <a:endParaRPr lang="zh-CN" altLang="en-US" dirty="0"/>
          </a:p>
        </p:txBody>
      </p:sp>
      <p:sp>
        <p:nvSpPr>
          <p:cNvPr id="159749" name="灯片编号占位符 4">
            <a:extLst>
              <a:ext uri="{FF2B5EF4-FFF2-40B4-BE49-F238E27FC236}">
                <a16:creationId xmlns:a16="http://schemas.microsoft.com/office/drawing/2014/main" id="{AC1BABB0-2222-4A71-B2A3-980CCA7A80D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5A9126DA-F043-402F-8C00-7DDFC05DDEDB}" type="slidenum">
              <a:rPr lang="en-US" altLang="zh-CN" sz="1200" smtClean="0">
                <a:latin typeface="Tahoma" panose="020B0604030504040204" pitchFamily="34" charset="0"/>
              </a:rPr>
              <a:pPr>
                <a:lnSpc>
                  <a:spcPct val="100000"/>
                </a:lnSpc>
                <a:spcBef>
                  <a:spcPct val="0"/>
                </a:spcBef>
                <a:buClrTx/>
                <a:buSzTx/>
                <a:buFontTx/>
                <a:buNone/>
              </a:pPr>
              <a:t>22</a:t>
            </a:fld>
            <a:endParaRPr lang="en-US" altLang="zh-CN" sz="1200" dirty="0">
              <a:latin typeface="Tahoma" panose="020B0604030504040204" pitchFamily="34" charset="0"/>
            </a:endParaRPr>
          </a:p>
        </p:txBody>
      </p:sp>
    </p:spTree>
    <p:extLst>
      <p:ext uri="{BB962C8B-B14F-4D97-AF65-F5344CB8AC3E}">
        <p14:creationId xmlns:p14="http://schemas.microsoft.com/office/powerpoint/2010/main" val="27146106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标题 1">
            <a:extLst>
              <a:ext uri="{FF2B5EF4-FFF2-40B4-BE49-F238E27FC236}">
                <a16:creationId xmlns:a16="http://schemas.microsoft.com/office/drawing/2014/main" id="{37B668C6-A46F-496E-A2AD-78BE16032736}"/>
              </a:ext>
            </a:extLst>
          </p:cNvPr>
          <p:cNvSpPr>
            <a:spLocks noGrp="1" noChangeArrowheads="1"/>
          </p:cNvSpPr>
          <p:nvPr>
            <p:ph type="title"/>
          </p:nvPr>
        </p:nvSpPr>
        <p:spPr>
          <a:xfrm>
            <a:off x="533400" y="228600"/>
            <a:ext cx="8064910" cy="1143000"/>
          </a:xfrm>
        </p:spPr>
        <p:txBody>
          <a:bodyPr/>
          <a:lstStyle/>
          <a:p>
            <a:r>
              <a:rPr lang="en-US" altLang="zh-CN" sz="3200" dirty="0">
                <a:ea typeface="ＭＳ Ｐゴシック" panose="020B0600070205080204" pitchFamily="34" charset="-128"/>
              </a:rPr>
              <a:t>Techniques in analog/digital transmission</a:t>
            </a:r>
            <a:endParaRPr lang="zh-CN" altLang="en-US" sz="3200" dirty="0">
              <a:ea typeface="ＭＳ Ｐゴシック" panose="020B0600070205080204" pitchFamily="34" charset="-128"/>
            </a:endParaRPr>
          </a:p>
        </p:txBody>
      </p:sp>
      <p:sp>
        <p:nvSpPr>
          <p:cNvPr id="160772" name="灯片编号占位符 4">
            <a:extLst>
              <a:ext uri="{FF2B5EF4-FFF2-40B4-BE49-F238E27FC236}">
                <a16:creationId xmlns:a16="http://schemas.microsoft.com/office/drawing/2014/main" id="{65632304-1C93-4BDE-8E79-A6868A03409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C25F4D07-6B0D-4A30-B1EB-246D01CEF6C9}" type="slidenum">
              <a:rPr lang="en-US" altLang="zh-CN" sz="1200" smtClean="0">
                <a:latin typeface="Tahoma" panose="020B0604030504040204" pitchFamily="34" charset="0"/>
              </a:rPr>
              <a:pPr>
                <a:lnSpc>
                  <a:spcPct val="100000"/>
                </a:lnSpc>
                <a:spcBef>
                  <a:spcPct val="0"/>
                </a:spcBef>
                <a:buClrTx/>
                <a:buSzTx/>
                <a:buFontTx/>
                <a:buNone/>
              </a:pPr>
              <a:t>23</a:t>
            </a:fld>
            <a:endParaRPr lang="en-US" altLang="zh-CN" sz="1200" dirty="0">
              <a:latin typeface="Tahoma" panose="020B0604030504040204" pitchFamily="34" charset="0"/>
            </a:endParaRPr>
          </a:p>
        </p:txBody>
      </p:sp>
      <p:graphicFrame>
        <p:nvGraphicFramePr>
          <p:cNvPr id="160773" name="Object 51" descr="信纸">
            <a:extLst>
              <a:ext uri="{FF2B5EF4-FFF2-40B4-BE49-F238E27FC236}">
                <a16:creationId xmlns:a16="http://schemas.microsoft.com/office/drawing/2014/main" id="{31A3AAF0-097A-49D7-8639-BA6C8E118261}"/>
              </a:ext>
            </a:extLst>
          </p:cNvPr>
          <p:cNvGraphicFramePr>
            <a:graphicFrameLocks noChangeAspect="1"/>
          </p:cNvGraphicFramePr>
          <p:nvPr/>
        </p:nvGraphicFramePr>
        <p:xfrm>
          <a:off x="2124075" y="4170363"/>
          <a:ext cx="4965700" cy="2044700"/>
        </p:xfrm>
        <a:graphic>
          <a:graphicData uri="http://schemas.openxmlformats.org/presentationml/2006/ole">
            <mc:AlternateContent xmlns:mc="http://schemas.openxmlformats.org/markup-compatibility/2006">
              <mc:Choice xmlns:v="urn:schemas-microsoft-com:vml" Requires="v">
                <p:oleObj spid="_x0000_s200724" name="Visio" r:id="rId3" imgW="2752657" imgH="1133565" progId="Visio.Drawing.11">
                  <p:embed/>
                </p:oleObj>
              </mc:Choice>
              <mc:Fallback>
                <p:oleObj name="Visio" r:id="rId3" imgW="2752657" imgH="1133565" progId="Visio.Drawing.11">
                  <p:embed/>
                  <p:pic>
                    <p:nvPicPr>
                      <p:cNvPr id="160773" name="Object 51" descr="信纸">
                        <a:extLst>
                          <a:ext uri="{FF2B5EF4-FFF2-40B4-BE49-F238E27FC236}">
                            <a16:creationId xmlns:a16="http://schemas.microsoft.com/office/drawing/2014/main" id="{31A3AAF0-097A-49D7-8639-BA6C8E1182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4075" y="4170363"/>
                        <a:ext cx="4965700" cy="2044700"/>
                      </a:xfrm>
                      <a:prstGeom prst="rect">
                        <a:avLst/>
                      </a:prstGeom>
                      <a:blipFill dpi="0" rotWithShape="1">
                        <a:blip r:embed="rId5"/>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0774" name="Object 54" descr="信纸">
            <a:extLst>
              <a:ext uri="{FF2B5EF4-FFF2-40B4-BE49-F238E27FC236}">
                <a16:creationId xmlns:a16="http://schemas.microsoft.com/office/drawing/2014/main" id="{47632727-48DD-43E3-9587-E8382620A567}"/>
              </a:ext>
            </a:extLst>
          </p:cNvPr>
          <p:cNvGraphicFramePr>
            <a:graphicFrameLocks noChangeAspect="1"/>
          </p:cNvGraphicFramePr>
          <p:nvPr/>
        </p:nvGraphicFramePr>
        <p:xfrm>
          <a:off x="2051050" y="1608138"/>
          <a:ext cx="5041900" cy="2176462"/>
        </p:xfrm>
        <a:graphic>
          <a:graphicData uri="http://schemas.openxmlformats.org/presentationml/2006/ole">
            <mc:AlternateContent xmlns:mc="http://schemas.openxmlformats.org/markup-compatibility/2006">
              <mc:Choice xmlns:v="urn:schemas-microsoft-com:vml" Requires="v">
                <p:oleObj spid="_x0000_s200725" name="Visio" r:id="rId6" imgW="2752657" imgH="1133565" progId="Visio.Drawing.11">
                  <p:embed/>
                </p:oleObj>
              </mc:Choice>
              <mc:Fallback>
                <p:oleObj name="Visio" r:id="rId6" imgW="2752657" imgH="1133565" progId="Visio.Drawing.11">
                  <p:embed/>
                  <p:pic>
                    <p:nvPicPr>
                      <p:cNvPr id="160774" name="Object 54" descr="信纸">
                        <a:extLst>
                          <a:ext uri="{FF2B5EF4-FFF2-40B4-BE49-F238E27FC236}">
                            <a16:creationId xmlns:a16="http://schemas.microsoft.com/office/drawing/2014/main" id="{47632727-48DD-43E3-9587-E8382620A56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51050" y="1608138"/>
                        <a:ext cx="5041900" cy="2176462"/>
                      </a:xfrm>
                      <a:prstGeom prst="rect">
                        <a:avLst/>
                      </a:prstGeom>
                      <a:blipFill dpi="0" rotWithShape="1">
                        <a:blip r:embed="rId5"/>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1569383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标题 1">
            <a:extLst>
              <a:ext uri="{FF2B5EF4-FFF2-40B4-BE49-F238E27FC236}">
                <a16:creationId xmlns:a16="http://schemas.microsoft.com/office/drawing/2014/main" id="{17C321D0-A40C-4F10-ABD6-7BE7A4915ABB}"/>
              </a:ext>
            </a:extLst>
          </p:cNvPr>
          <p:cNvSpPr>
            <a:spLocks noGrp="1" noChangeArrowheads="1"/>
          </p:cNvSpPr>
          <p:nvPr>
            <p:ph type="title"/>
          </p:nvPr>
        </p:nvSpPr>
        <p:spPr>
          <a:xfrm>
            <a:off x="533400" y="228600"/>
            <a:ext cx="7939088" cy="1143000"/>
          </a:xfrm>
        </p:spPr>
        <p:txBody>
          <a:bodyPr/>
          <a:lstStyle/>
          <a:p>
            <a:r>
              <a:rPr lang="en-US" altLang="zh-CN" sz="3200" dirty="0">
                <a:ea typeface="ＭＳ Ｐゴシック" panose="020B0600070205080204" pitchFamily="34" charset="-128"/>
              </a:rPr>
              <a:t>Modulation / demodulation system model</a:t>
            </a:r>
            <a:endParaRPr lang="zh-CN" altLang="en-US" sz="3200" dirty="0">
              <a:ea typeface="ＭＳ Ｐゴシック" panose="020B0600070205080204" pitchFamily="34" charset="-128"/>
            </a:endParaRPr>
          </a:p>
        </p:txBody>
      </p:sp>
      <p:sp>
        <p:nvSpPr>
          <p:cNvPr id="161796" name="灯片编号占位符 4">
            <a:extLst>
              <a:ext uri="{FF2B5EF4-FFF2-40B4-BE49-F238E27FC236}">
                <a16:creationId xmlns:a16="http://schemas.microsoft.com/office/drawing/2014/main" id="{78FE9549-78A0-497B-9420-FAC070F1AAA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3BA69B3D-8EDF-472C-B571-2D4832477D30}" type="slidenum">
              <a:rPr lang="en-US" altLang="zh-CN" sz="1200" smtClean="0">
                <a:latin typeface="Tahoma" panose="020B0604030504040204" pitchFamily="34" charset="0"/>
              </a:rPr>
              <a:pPr>
                <a:lnSpc>
                  <a:spcPct val="100000"/>
                </a:lnSpc>
                <a:spcBef>
                  <a:spcPct val="0"/>
                </a:spcBef>
                <a:buClrTx/>
                <a:buSzTx/>
                <a:buFontTx/>
                <a:buNone/>
              </a:pPr>
              <a:t>24</a:t>
            </a:fld>
            <a:endParaRPr lang="en-US" altLang="zh-CN" sz="1200" dirty="0">
              <a:latin typeface="Tahoma" panose="020B0604030504040204" pitchFamily="34" charset="0"/>
            </a:endParaRPr>
          </a:p>
        </p:txBody>
      </p:sp>
      <p:graphicFrame>
        <p:nvGraphicFramePr>
          <p:cNvPr id="161797" name="Object 53" descr="信纸">
            <a:extLst>
              <a:ext uri="{FF2B5EF4-FFF2-40B4-BE49-F238E27FC236}">
                <a16:creationId xmlns:a16="http://schemas.microsoft.com/office/drawing/2014/main" id="{3AF1E207-0819-4E83-9FC2-45B680ED89F8}"/>
              </a:ext>
            </a:extLst>
          </p:cNvPr>
          <p:cNvGraphicFramePr>
            <a:graphicFrameLocks noChangeAspect="1"/>
          </p:cNvGraphicFramePr>
          <p:nvPr/>
        </p:nvGraphicFramePr>
        <p:xfrm>
          <a:off x="500063" y="2428875"/>
          <a:ext cx="8053387" cy="2835275"/>
        </p:xfrm>
        <a:graphic>
          <a:graphicData uri="http://schemas.openxmlformats.org/presentationml/2006/ole">
            <mc:AlternateContent xmlns:mc="http://schemas.openxmlformats.org/markup-compatibility/2006">
              <mc:Choice xmlns:v="urn:schemas-microsoft-com:vml" Requires="v">
                <p:oleObj spid="_x0000_s201740" name="Visio" r:id="rId3" imgW="5280559" imgH="1859328" progId="Visio.Drawing.11">
                  <p:embed/>
                </p:oleObj>
              </mc:Choice>
              <mc:Fallback>
                <p:oleObj name="Visio" r:id="rId3" imgW="5280559" imgH="1859328" progId="Visio.Drawing.11">
                  <p:embed/>
                  <p:pic>
                    <p:nvPicPr>
                      <p:cNvPr id="161797" name="Object 53" descr="信纸">
                        <a:extLst>
                          <a:ext uri="{FF2B5EF4-FFF2-40B4-BE49-F238E27FC236}">
                            <a16:creationId xmlns:a16="http://schemas.microsoft.com/office/drawing/2014/main" id="{3AF1E207-0819-4E83-9FC2-45B680ED89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063" y="2428875"/>
                        <a:ext cx="8053387" cy="2835275"/>
                      </a:xfrm>
                      <a:prstGeom prst="rect">
                        <a:avLst/>
                      </a:prstGeom>
                      <a:blipFill dpi="0" rotWithShape="1">
                        <a:blip r:embed="rId5"/>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9551806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标题 1">
            <a:extLst>
              <a:ext uri="{FF2B5EF4-FFF2-40B4-BE49-F238E27FC236}">
                <a16:creationId xmlns:a16="http://schemas.microsoft.com/office/drawing/2014/main" id="{3ED62AB9-E4E4-4115-A97D-0DB3FDB96E61}"/>
              </a:ext>
            </a:extLst>
          </p:cNvPr>
          <p:cNvSpPr>
            <a:spLocks noGrp="1" noChangeArrowheads="1"/>
          </p:cNvSpPr>
          <p:nvPr>
            <p:ph type="title"/>
          </p:nvPr>
        </p:nvSpPr>
        <p:spPr/>
        <p:txBody>
          <a:bodyPr/>
          <a:lstStyle/>
          <a:p>
            <a:r>
              <a:rPr lang="en-US" altLang="zh-CN" sz="3600">
                <a:ea typeface="ＭＳ Ｐゴシック" panose="020B0600070205080204" pitchFamily="34" charset="-128"/>
              </a:rPr>
              <a:t>Coding / decoding system model</a:t>
            </a:r>
            <a:endParaRPr lang="zh-CN" altLang="en-US" sz="3600">
              <a:ea typeface="ＭＳ Ｐゴシック" panose="020B0600070205080204" pitchFamily="34" charset="-128"/>
            </a:endParaRPr>
          </a:p>
        </p:txBody>
      </p:sp>
      <p:sp>
        <p:nvSpPr>
          <p:cNvPr id="162820" name="灯片编号占位符 4">
            <a:extLst>
              <a:ext uri="{FF2B5EF4-FFF2-40B4-BE49-F238E27FC236}">
                <a16:creationId xmlns:a16="http://schemas.microsoft.com/office/drawing/2014/main" id="{ACA3FF9B-1028-45D1-8A7B-CE8CBBACFC0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sz="1200" dirty="0">
                <a:latin typeface="Tahoma" panose="020B0604030504040204" pitchFamily="34" charset="0"/>
              </a:rPr>
              <a:t>2-</a:t>
            </a:r>
            <a:fld id="{F073B5F5-7DC5-4835-8250-A11B9E9548DA}" type="slidenum">
              <a:rPr lang="en-US" altLang="zh-CN" sz="1200" smtClean="0">
                <a:latin typeface="Tahoma" panose="020B0604030504040204" pitchFamily="34" charset="0"/>
              </a:rPr>
              <a:pPr/>
              <a:t>25</a:t>
            </a:fld>
            <a:endParaRPr lang="en-US" altLang="zh-CN" sz="1200" dirty="0">
              <a:latin typeface="Tahoma" panose="020B0604030504040204" pitchFamily="34" charset="0"/>
            </a:endParaRPr>
          </a:p>
        </p:txBody>
      </p:sp>
      <p:grpSp>
        <p:nvGrpSpPr>
          <p:cNvPr id="162821" name="组合 23">
            <a:extLst>
              <a:ext uri="{FF2B5EF4-FFF2-40B4-BE49-F238E27FC236}">
                <a16:creationId xmlns:a16="http://schemas.microsoft.com/office/drawing/2014/main" id="{81928611-AB12-434B-B9F8-AFD06A026A4F}"/>
              </a:ext>
            </a:extLst>
          </p:cNvPr>
          <p:cNvGrpSpPr>
            <a:grpSpLocks/>
          </p:cNvGrpSpPr>
          <p:nvPr/>
        </p:nvGrpSpPr>
        <p:grpSpPr bwMode="auto">
          <a:xfrm>
            <a:off x="350838" y="2598738"/>
            <a:ext cx="8442325" cy="2632075"/>
            <a:chOff x="323850" y="2924175"/>
            <a:chExt cx="8442325" cy="2633134"/>
          </a:xfrm>
        </p:grpSpPr>
        <p:sp>
          <p:nvSpPr>
            <p:cNvPr id="162822" name="Rectangle 3" descr="White Marble">
              <a:extLst>
                <a:ext uri="{FF2B5EF4-FFF2-40B4-BE49-F238E27FC236}">
                  <a16:creationId xmlns:a16="http://schemas.microsoft.com/office/drawing/2014/main" id="{28B0A00E-9101-45AD-9CFD-A89F4193786D}"/>
                </a:ext>
              </a:extLst>
            </p:cNvPr>
            <p:cNvSpPr>
              <a:spLocks noChangeArrowheads="1"/>
            </p:cNvSpPr>
            <p:nvPr/>
          </p:nvSpPr>
          <p:spPr bwMode="auto">
            <a:xfrm>
              <a:off x="1835150" y="3576638"/>
              <a:ext cx="1282700" cy="901700"/>
            </a:xfrm>
            <a:prstGeom prst="rect">
              <a:avLst/>
            </a:prstGeom>
            <a:blipFill dpi="0" rotWithShape="0">
              <a:blip r:embed="rId2"/>
              <a:srcRect/>
              <a:tile tx="0" ty="0" sx="100000" sy="100000" flip="none" algn="tl"/>
            </a:blipFill>
            <a:ln w="12699">
              <a:solidFill>
                <a:schemeClr val="tx1"/>
              </a:solidFill>
              <a:miter lim="800000"/>
              <a:headEnd/>
              <a:tailEnd/>
            </a:ln>
          </p:spPr>
          <p:txBody>
            <a:bodyPr wrap="none" lIns="92075" tIns="46038" rIns="92075" bIns="46038" anchor="ctr"/>
            <a:lstStyle>
              <a:lvl1pPr defTabSz="762000">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defTabSz="76200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defTabSz="7620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defTabSz="7620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defTabSz="7620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a:lnSpc>
                  <a:spcPct val="100000"/>
                </a:lnSpc>
                <a:spcBef>
                  <a:spcPct val="0"/>
                </a:spcBef>
                <a:buClrTx/>
                <a:buSzTx/>
                <a:buFontTx/>
                <a:buNone/>
              </a:pPr>
              <a:r>
                <a:rPr kumimoji="1" lang="en-US" altLang="zh-CN" sz="2400">
                  <a:solidFill>
                    <a:srgbClr val="000000"/>
                  </a:solidFill>
                  <a:latin typeface="Gill Sans MT (正文)"/>
                  <a:ea typeface="宋体" panose="02010600030101010101" pitchFamily="2" charset="-122"/>
                </a:rPr>
                <a:t>Encoder</a:t>
              </a:r>
            </a:p>
          </p:txBody>
        </p:sp>
        <p:sp>
          <p:nvSpPr>
            <p:cNvPr id="162823" name="Rectangle 4" descr="White Marble">
              <a:extLst>
                <a:ext uri="{FF2B5EF4-FFF2-40B4-BE49-F238E27FC236}">
                  <a16:creationId xmlns:a16="http://schemas.microsoft.com/office/drawing/2014/main" id="{45E21380-28C3-4762-B58D-58E610D7F304}"/>
                </a:ext>
              </a:extLst>
            </p:cNvPr>
            <p:cNvSpPr>
              <a:spLocks noChangeArrowheads="1"/>
            </p:cNvSpPr>
            <p:nvPr/>
          </p:nvSpPr>
          <p:spPr bwMode="auto">
            <a:xfrm>
              <a:off x="5940425" y="3576638"/>
              <a:ext cx="1490663" cy="901700"/>
            </a:xfrm>
            <a:prstGeom prst="rect">
              <a:avLst/>
            </a:prstGeom>
            <a:blipFill dpi="0" rotWithShape="0">
              <a:blip r:embed="rId2"/>
              <a:srcRect/>
              <a:tile tx="0" ty="0" sx="100000" sy="100000" flip="none" algn="tl"/>
            </a:blipFill>
            <a:ln w="12699">
              <a:solidFill>
                <a:schemeClr val="tx1"/>
              </a:solidFill>
              <a:miter lim="800000"/>
              <a:headEnd/>
              <a:tailEnd/>
            </a:ln>
          </p:spPr>
          <p:txBody>
            <a:bodyPr wrap="none" lIns="92075" tIns="46038" rIns="92075" bIns="46038" anchor="ctr"/>
            <a:lstStyle>
              <a:lvl1pPr defTabSz="762000">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defTabSz="76200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defTabSz="7620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defTabSz="7620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defTabSz="7620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a:lnSpc>
                  <a:spcPct val="100000"/>
                </a:lnSpc>
                <a:spcBef>
                  <a:spcPct val="0"/>
                </a:spcBef>
                <a:buClrTx/>
                <a:buSzTx/>
                <a:buFontTx/>
                <a:buNone/>
              </a:pPr>
              <a:r>
                <a:rPr kumimoji="1" lang="en-US" altLang="zh-CN" sz="2400">
                  <a:solidFill>
                    <a:srgbClr val="000000"/>
                  </a:solidFill>
                  <a:latin typeface="Gill Sans MT (正文)"/>
                  <a:ea typeface="宋体" panose="02010600030101010101" pitchFamily="2" charset="-122"/>
                </a:rPr>
                <a:t>Decoder</a:t>
              </a:r>
            </a:p>
          </p:txBody>
        </p:sp>
        <p:sp>
          <p:nvSpPr>
            <p:cNvPr id="162824" name="Line 5">
              <a:extLst>
                <a:ext uri="{FF2B5EF4-FFF2-40B4-BE49-F238E27FC236}">
                  <a16:creationId xmlns:a16="http://schemas.microsoft.com/office/drawing/2014/main" id="{B0D08CAF-AEE4-426F-BD44-0B3CEA4E440E}"/>
                </a:ext>
              </a:extLst>
            </p:cNvPr>
            <p:cNvSpPr>
              <a:spLocks noChangeShapeType="1"/>
            </p:cNvSpPr>
            <p:nvPr/>
          </p:nvSpPr>
          <p:spPr bwMode="auto">
            <a:xfrm>
              <a:off x="611188" y="4008438"/>
              <a:ext cx="1223962" cy="0"/>
            </a:xfrm>
            <a:prstGeom prst="line">
              <a:avLst/>
            </a:prstGeom>
            <a:noFill/>
            <a:ln w="50799">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25" name="Line 6">
              <a:extLst>
                <a:ext uri="{FF2B5EF4-FFF2-40B4-BE49-F238E27FC236}">
                  <a16:creationId xmlns:a16="http://schemas.microsoft.com/office/drawing/2014/main" id="{CF89EF16-49C5-45BC-AC82-8DBF1940AF50}"/>
                </a:ext>
              </a:extLst>
            </p:cNvPr>
            <p:cNvSpPr>
              <a:spLocks noChangeShapeType="1"/>
            </p:cNvSpPr>
            <p:nvPr/>
          </p:nvSpPr>
          <p:spPr bwMode="auto">
            <a:xfrm>
              <a:off x="3132138" y="4008438"/>
              <a:ext cx="2808287" cy="0"/>
            </a:xfrm>
            <a:prstGeom prst="line">
              <a:avLst/>
            </a:prstGeom>
            <a:noFill/>
            <a:ln w="50799">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26" name="Rectangle 7">
              <a:extLst>
                <a:ext uri="{FF2B5EF4-FFF2-40B4-BE49-F238E27FC236}">
                  <a16:creationId xmlns:a16="http://schemas.microsoft.com/office/drawing/2014/main" id="{7466E4EA-28CA-46BA-B3A9-F0C5073E5C1F}"/>
                </a:ext>
              </a:extLst>
            </p:cNvPr>
            <p:cNvSpPr>
              <a:spLocks noChangeArrowheads="1"/>
            </p:cNvSpPr>
            <p:nvPr/>
          </p:nvSpPr>
          <p:spPr bwMode="auto">
            <a:xfrm>
              <a:off x="323850" y="4130675"/>
              <a:ext cx="1439863"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defTabSz="76200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defTabSz="7620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defTabSz="7620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defTabSz="7620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a:lnSpc>
                  <a:spcPct val="80000"/>
                </a:lnSpc>
                <a:spcBef>
                  <a:spcPct val="0"/>
                </a:spcBef>
                <a:buClrTx/>
                <a:buSzTx/>
                <a:buFontTx/>
                <a:buNone/>
              </a:pPr>
              <a:r>
                <a:rPr kumimoji="1" lang="en-US" altLang="zh-CN" sz="2000">
                  <a:latin typeface="Gill Sans MT (正文)"/>
                  <a:ea typeface="宋体" panose="02010600030101010101" pitchFamily="2" charset="-122"/>
                </a:rPr>
                <a:t>Digital or</a:t>
              </a:r>
            </a:p>
            <a:p>
              <a:pPr algn="ctr">
                <a:lnSpc>
                  <a:spcPct val="80000"/>
                </a:lnSpc>
                <a:spcBef>
                  <a:spcPct val="0"/>
                </a:spcBef>
                <a:buClrTx/>
                <a:buSzTx/>
                <a:buFontTx/>
                <a:buNone/>
              </a:pPr>
              <a:r>
                <a:rPr kumimoji="1" lang="en-US" altLang="zh-CN" sz="2000">
                  <a:latin typeface="Gill Sans MT (正文)"/>
                  <a:ea typeface="宋体" panose="02010600030101010101" pitchFamily="2" charset="-122"/>
                </a:rPr>
                <a:t>Analog data</a:t>
              </a:r>
              <a:endParaRPr kumimoji="1" lang="zh-CN" altLang="en-US" sz="2000">
                <a:latin typeface="Gill Sans MT (正文)"/>
                <a:ea typeface="宋体" panose="02010600030101010101" pitchFamily="2" charset="-122"/>
              </a:endParaRPr>
            </a:p>
          </p:txBody>
        </p:sp>
        <p:sp>
          <p:nvSpPr>
            <p:cNvPr id="12" name="Rectangle 8">
              <a:extLst>
                <a:ext uri="{FF2B5EF4-FFF2-40B4-BE49-F238E27FC236}">
                  <a16:creationId xmlns:a16="http://schemas.microsoft.com/office/drawing/2014/main" id="{F526247B-560A-4772-9E07-7EDC2451C702}"/>
                </a:ext>
              </a:extLst>
            </p:cNvPr>
            <p:cNvSpPr>
              <a:spLocks noChangeArrowheads="1"/>
            </p:cNvSpPr>
            <p:nvPr/>
          </p:nvSpPr>
          <p:spPr bwMode="auto">
            <a:xfrm>
              <a:off x="3702050" y="2932115"/>
              <a:ext cx="1739900" cy="360508"/>
            </a:xfrm>
            <a:prstGeom prst="rect">
              <a:avLst/>
            </a:prstGeom>
            <a:noFill/>
            <a:ln>
              <a:noFill/>
            </a:ln>
            <a:effectLst/>
            <a:extLst/>
          </p:spPr>
          <p:txBody>
            <a:bodyPr wrap="none" lIns="92075" tIns="46038" rIns="92075" bIns="46038">
              <a:spAutoFit/>
            </a:bodyPr>
            <a:lstStyle/>
            <a:p>
              <a:pPr defTabSz="762000">
                <a:lnSpc>
                  <a:spcPct val="70000"/>
                </a:lnSpc>
                <a:defRPr/>
              </a:pPr>
              <a:r>
                <a:rPr lang="en-US" altLang="zh-CN" dirty="0">
                  <a:effectLst>
                    <a:outerShdw blurRad="38100" dist="38100" dir="2700000" algn="tl">
                      <a:srgbClr val="C0C0C0"/>
                    </a:outerShdw>
                  </a:effectLst>
                  <a:latin typeface="Gill Sans MT (正文)"/>
                </a:rPr>
                <a:t>Digital signal</a:t>
              </a:r>
              <a:endParaRPr lang="zh-CN" altLang="en-US" dirty="0">
                <a:effectLst>
                  <a:outerShdw blurRad="38100" dist="38100" dir="2700000" algn="tl">
                    <a:srgbClr val="C0C0C0"/>
                  </a:outerShdw>
                </a:effectLst>
                <a:latin typeface="Gill Sans MT (正文)"/>
              </a:endParaRPr>
            </a:p>
          </p:txBody>
        </p:sp>
        <p:sp>
          <p:nvSpPr>
            <p:cNvPr id="162828" name="Line 9">
              <a:extLst>
                <a:ext uri="{FF2B5EF4-FFF2-40B4-BE49-F238E27FC236}">
                  <a16:creationId xmlns:a16="http://schemas.microsoft.com/office/drawing/2014/main" id="{77BF0B70-0EE1-48AA-8C0A-D1086F59DB16}"/>
                </a:ext>
              </a:extLst>
            </p:cNvPr>
            <p:cNvSpPr>
              <a:spLocks noChangeShapeType="1"/>
            </p:cNvSpPr>
            <p:nvPr/>
          </p:nvSpPr>
          <p:spPr bwMode="auto">
            <a:xfrm flipV="1">
              <a:off x="7451725" y="4008438"/>
              <a:ext cx="1008063" cy="0"/>
            </a:xfrm>
            <a:prstGeom prst="line">
              <a:avLst/>
            </a:prstGeom>
            <a:noFill/>
            <a:ln w="50799">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29" name="Line 10">
              <a:extLst>
                <a:ext uri="{FF2B5EF4-FFF2-40B4-BE49-F238E27FC236}">
                  <a16:creationId xmlns:a16="http://schemas.microsoft.com/office/drawing/2014/main" id="{1E36B5E8-074D-4861-8E39-AFCE8DC01E44}"/>
                </a:ext>
              </a:extLst>
            </p:cNvPr>
            <p:cNvSpPr>
              <a:spLocks noChangeShapeType="1"/>
            </p:cNvSpPr>
            <p:nvPr/>
          </p:nvSpPr>
          <p:spPr bwMode="auto">
            <a:xfrm flipV="1">
              <a:off x="3430588" y="2924175"/>
              <a:ext cx="0" cy="909638"/>
            </a:xfrm>
            <a:prstGeom prst="line">
              <a:avLst/>
            </a:prstGeom>
            <a:noFill/>
            <a:ln w="12700">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30" name="Line 11">
              <a:extLst>
                <a:ext uri="{FF2B5EF4-FFF2-40B4-BE49-F238E27FC236}">
                  <a16:creationId xmlns:a16="http://schemas.microsoft.com/office/drawing/2014/main" id="{77CBCC1E-9AA7-4AA9-8565-13A8795F29A9}"/>
                </a:ext>
              </a:extLst>
            </p:cNvPr>
            <p:cNvSpPr>
              <a:spLocks noChangeShapeType="1"/>
            </p:cNvSpPr>
            <p:nvPr/>
          </p:nvSpPr>
          <p:spPr bwMode="auto">
            <a:xfrm>
              <a:off x="3430588" y="3833813"/>
              <a:ext cx="2209800" cy="0"/>
            </a:xfrm>
            <a:prstGeom prst="line">
              <a:avLst/>
            </a:prstGeom>
            <a:noFill/>
            <a:ln w="12700">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31" name="Freeform 12">
              <a:extLst>
                <a:ext uri="{FF2B5EF4-FFF2-40B4-BE49-F238E27FC236}">
                  <a16:creationId xmlns:a16="http://schemas.microsoft.com/office/drawing/2014/main" id="{A9AA988E-4BB5-4EBF-AC1D-7C2DE749762D}"/>
                </a:ext>
              </a:extLst>
            </p:cNvPr>
            <p:cNvSpPr>
              <a:spLocks/>
            </p:cNvSpPr>
            <p:nvPr/>
          </p:nvSpPr>
          <p:spPr bwMode="auto">
            <a:xfrm>
              <a:off x="3430588" y="3432175"/>
              <a:ext cx="1987550" cy="388938"/>
            </a:xfrm>
            <a:custGeom>
              <a:avLst/>
              <a:gdLst>
                <a:gd name="T0" fmla="*/ 0 w 1438"/>
                <a:gd name="T1" fmla="*/ 0 h 288"/>
                <a:gd name="T2" fmla="*/ 2147483646 w 1438"/>
                <a:gd name="T3" fmla="*/ 0 h 288"/>
                <a:gd name="T4" fmla="*/ 2147483646 w 1438"/>
                <a:gd name="T5" fmla="*/ 2147483646 h 288"/>
                <a:gd name="T6" fmla="*/ 2147483646 w 1438"/>
                <a:gd name="T7" fmla="*/ 2147483646 h 288"/>
                <a:gd name="T8" fmla="*/ 2147483646 w 1438"/>
                <a:gd name="T9" fmla="*/ 0 h 288"/>
                <a:gd name="T10" fmla="*/ 2147483646 w 1438"/>
                <a:gd name="T11" fmla="*/ 0 h 288"/>
                <a:gd name="T12" fmla="*/ 2147483646 w 1438"/>
                <a:gd name="T13" fmla="*/ 2147483646 h 288"/>
                <a:gd name="T14" fmla="*/ 2147483646 w 1438"/>
                <a:gd name="T15" fmla="*/ 2147483646 h 288"/>
                <a:gd name="T16" fmla="*/ 2147483646 w 1438"/>
                <a:gd name="T17" fmla="*/ 0 h 288"/>
                <a:gd name="T18" fmla="*/ 2147483646 w 1438"/>
                <a:gd name="T19" fmla="*/ 0 h 2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38"/>
                <a:gd name="T31" fmla="*/ 0 h 288"/>
                <a:gd name="T32" fmla="*/ 1438 w 1438"/>
                <a:gd name="T33" fmla="*/ 288 h 2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38" h="288">
                  <a:moveTo>
                    <a:pt x="0" y="0"/>
                  </a:moveTo>
                  <a:lnTo>
                    <a:pt x="288" y="0"/>
                  </a:lnTo>
                  <a:lnTo>
                    <a:pt x="288" y="287"/>
                  </a:lnTo>
                  <a:lnTo>
                    <a:pt x="718" y="287"/>
                  </a:lnTo>
                  <a:lnTo>
                    <a:pt x="718" y="0"/>
                  </a:lnTo>
                  <a:lnTo>
                    <a:pt x="862" y="0"/>
                  </a:lnTo>
                  <a:lnTo>
                    <a:pt x="862" y="287"/>
                  </a:lnTo>
                  <a:lnTo>
                    <a:pt x="1149" y="287"/>
                  </a:lnTo>
                  <a:lnTo>
                    <a:pt x="1149" y="0"/>
                  </a:lnTo>
                  <a:lnTo>
                    <a:pt x="1437" y="0"/>
                  </a:lnTo>
                </a:path>
              </a:pathLst>
            </a:custGeom>
            <a:noFill/>
            <a:ln w="25399" cap="rnd">
              <a:solidFill>
                <a:schemeClr val="fo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2832" name="Rectangle 13">
              <a:extLst>
                <a:ext uri="{FF2B5EF4-FFF2-40B4-BE49-F238E27FC236}">
                  <a16:creationId xmlns:a16="http://schemas.microsoft.com/office/drawing/2014/main" id="{3037B486-1AC8-402E-AF9A-0122D2E76378}"/>
                </a:ext>
              </a:extLst>
            </p:cNvPr>
            <p:cNvSpPr>
              <a:spLocks noChangeArrowheads="1"/>
            </p:cNvSpPr>
            <p:nvPr/>
          </p:nvSpPr>
          <p:spPr bwMode="auto">
            <a:xfrm>
              <a:off x="2665527" y="2941638"/>
              <a:ext cx="641201" cy="360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defTabSz="76200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defTabSz="7620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defTabSz="7620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defTabSz="7620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70000"/>
                </a:lnSpc>
                <a:spcBef>
                  <a:spcPct val="0"/>
                </a:spcBef>
                <a:buClrTx/>
                <a:buSzTx/>
                <a:buFontTx/>
                <a:buNone/>
              </a:pPr>
              <a:r>
                <a:rPr kumimoji="1" lang="en-US" altLang="zh-CN" sz="2400">
                  <a:latin typeface="Gill Sans MT (正文)"/>
                  <a:ea typeface="宋体" panose="02010600030101010101" pitchFamily="2" charset="-122"/>
                </a:rPr>
                <a:t>x(t)</a:t>
              </a:r>
            </a:p>
          </p:txBody>
        </p:sp>
        <p:sp>
          <p:nvSpPr>
            <p:cNvPr id="162833" name="Rectangle 14">
              <a:extLst>
                <a:ext uri="{FF2B5EF4-FFF2-40B4-BE49-F238E27FC236}">
                  <a16:creationId xmlns:a16="http://schemas.microsoft.com/office/drawing/2014/main" id="{711F803F-757A-4368-9E3B-DE5E7C56EB22}"/>
                </a:ext>
              </a:extLst>
            </p:cNvPr>
            <p:cNvSpPr>
              <a:spLocks noChangeArrowheads="1"/>
            </p:cNvSpPr>
            <p:nvPr/>
          </p:nvSpPr>
          <p:spPr bwMode="auto">
            <a:xfrm>
              <a:off x="541338" y="3432175"/>
              <a:ext cx="618759"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defTabSz="76200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defTabSz="7620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defTabSz="7620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defTabSz="7620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kumimoji="1" lang="en-US" altLang="zh-CN" sz="2400">
                  <a:latin typeface="Gill Sans MT (正文)"/>
                  <a:ea typeface="宋体" panose="02010600030101010101" pitchFamily="2" charset="-122"/>
                </a:rPr>
                <a:t>g(t)</a:t>
              </a:r>
            </a:p>
          </p:txBody>
        </p:sp>
        <p:sp>
          <p:nvSpPr>
            <p:cNvPr id="162834" name="Rectangle 15">
              <a:extLst>
                <a:ext uri="{FF2B5EF4-FFF2-40B4-BE49-F238E27FC236}">
                  <a16:creationId xmlns:a16="http://schemas.microsoft.com/office/drawing/2014/main" id="{50D92F7D-A27B-4845-B4F1-EBEDE17F8CE7}"/>
                </a:ext>
              </a:extLst>
            </p:cNvPr>
            <p:cNvSpPr>
              <a:spLocks noChangeArrowheads="1"/>
            </p:cNvSpPr>
            <p:nvPr/>
          </p:nvSpPr>
          <p:spPr bwMode="auto">
            <a:xfrm>
              <a:off x="7451725" y="4135438"/>
              <a:ext cx="1314450" cy="83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defTabSz="76200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defTabSz="7620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defTabSz="7620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defTabSz="7620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a:lnSpc>
                  <a:spcPct val="80000"/>
                </a:lnSpc>
                <a:spcBef>
                  <a:spcPct val="0"/>
                </a:spcBef>
                <a:buClrTx/>
                <a:buSzTx/>
                <a:buFontTx/>
                <a:buNone/>
              </a:pPr>
              <a:r>
                <a:rPr kumimoji="1" lang="en-US" altLang="zh-CN" sz="2000">
                  <a:latin typeface="Gill Sans MT (正文)"/>
                  <a:ea typeface="宋体" panose="02010600030101010101" pitchFamily="2" charset="-122"/>
                </a:rPr>
                <a:t>Digital or</a:t>
              </a:r>
            </a:p>
            <a:p>
              <a:pPr algn="ctr">
                <a:lnSpc>
                  <a:spcPct val="80000"/>
                </a:lnSpc>
                <a:spcBef>
                  <a:spcPct val="0"/>
                </a:spcBef>
                <a:buClrTx/>
                <a:buSzTx/>
                <a:buFontTx/>
                <a:buNone/>
              </a:pPr>
              <a:r>
                <a:rPr kumimoji="1" lang="en-US" altLang="zh-CN" sz="2000">
                  <a:latin typeface="Gill Sans MT (正文)"/>
                  <a:ea typeface="宋体" panose="02010600030101010101" pitchFamily="2" charset="-122"/>
                </a:rPr>
                <a:t>Analog data</a:t>
              </a:r>
              <a:endParaRPr kumimoji="1" lang="zh-CN" altLang="en-US" sz="2000">
                <a:latin typeface="Gill Sans MT (正文)"/>
                <a:ea typeface="宋体" panose="02010600030101010101" pitchFamily="2" charset="-122"/>
              </a:endParaRPr>
            </a:p>
          </p:txBody>
        </p:sp>
        <p:sp>
          <p:nvSpPr>
            <p:cNvPr id="20" name="Rectangle 17">
              <a:extLst>
                <a:ext uri="{FF2B5EF4-FFF2-40B4-BE49-F238E27FC236}">
                  <a16:creationId xmlns:a16="http://schemas.microsoft.com/office/drawing/2014/main" id="{B74CA47A-1143-45D3-AC15-C24CBD99C9B4}"/>
                </a:ext>
              </a:extLst>
            </p:cNvPr>
            <p:cNvSpPr>
              <a:spLocks noChangeArrowheads="1"/>
            </p:cNvSpPr>
            <p:nvPr/>
          </p:nvSpPr>
          <p:spPr bwMode="auto">
            <a:xfrm>
              <a:off x="3405187" y="4196274"/>
              <a:ext cx="2012950" cy="360508"/>
            </a:xfrm>
            <a:prstGeom prst="rect">
              <a:avLst/>
            </a:prstGeom>
            <a:noFill/>
            <a:ln>
              <a:noFill/>
            </a:ln>
            <a:effectLst/>
            <a:extLst/>
          </p:spPr>
          <p:txBody>
            <a:bodyPr wrap="none" lIns="92075" tIns="46038" rIns="92075" bIns="46038">
              <a:spAutoFit/>
            </a:bodyPr>
            <a:lstStyle/>
            <a:p>
              <a:pPr defTabSz="762000">
                <a:lnSpc>
                  <a:spcPct val="70000"/>
                </a:lnSpc>
                <a:defRPr/>
              </a:pPr>
              <a:r>
                <a:rPr lang="en-US" altLang="zh-CN" dirty="0">
                  <a:effectLst>
                    <a:outerShdw blurRad="38100" dist="38100" dir="2700000" algn="tl">
                      <a:srgbClr val="C0C0C0"/>
                    </a:outerShdw>
                  </a:effectLst>
                  <a:latin typeface="Gill Sans MT (正文)"/>
                </a:rPr>
                <a:t>Digital channel</a:t>
              </a:r>
              <a:endParaRPr lang="zh-CN" altLang="en-US" dirty="0">
                <a:effectLst>
                  <a:outerShdw blurRad="38100" dist="38100" dir="2700000" algn="tl">
                    <a:srgbClr val="C0C0C0"/>
                  </a:outerShdw>
                </a:effectLst>
                <a:latin typeface="Gill Sans MT (正文)"/>
              </a:endParaRPr>
            </a:p>
          </p:txBody>
        </p:sp>
        <p:sp>
          <p:nvSpPr>
            <p:cNvPr id="162836" name="Rectangle 18">
              <a:extLst>
                <a:ext uri="{FF2B5EF4-FFF2-40B4-BE49-F238E27FC236}">
                  <a16:creationId xmlns:a16="http://schemas.microsoft.com/office/drawing/2014/main" id="{A1BE6D10-C573-4D53-A573-E48948851A16}"/>
                </a:ext>
              </a:extLst>
            </p:cNvPr>
            <p:cNvSpPr>
              <a:spLocks noChangeArrowheads="1"/>
            </p:cNvSpPr>
            <p:nvPr/>
          </p:nvSpPr>
          <p:spPr bwMode="auto">
            <a:xfrm>
              <a:off x="1608138" y="5218113"/>
              <a:ext cx="10080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defTabSz="76200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defTabSz="7620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defTabSz="7620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defTabSz="7620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a:lnSpc>
                  <a:spcPct val="80000"/>
                </a:lnSpc>
                <a:spcBef>
                  <a:spcPct val="0"/>
                </a:spcBef>
                <a:buClrTx/>
                <a:buSzTx/>
                <a:buFontTx/>
                <a:buNone/>
              </a:pPr>
              <a:r>
                <a:rPr kumimoji="1" lang="en-US" altLang="zh-CN" sz="2000">
                  <a:latin typeface="Gill Sans MT (正文)"/>
                  <a:ea typeface="宋体" panose="02010600030101010101" pitchFamily="2" charset="-122"/>
                </a:rPr>
                <a:t>sender</a:t>
              </a:r>
              <a:endParaRPr kumimoji="1" lang="zh-CN" altLang="en-US" sz="2000">
                <a:latin typeface="Gill Sans MT (正文)"/>
                <a:ea typeface="宋体" panose="02010600030101010101" pitchFamily="2" charset="-122"/>
              </a:endParaRPr>
            </a:p>
          </p:txBody>
        </p:sp>
        <p:sp>
          <p:nvSpPr>
            <p:cNvPr id="162837" name="Rectangle 19">
              <a:extLst>
                <a:ext uri="{FF2B5EF4-FFF2-40B4-BE49-F238E27FC236}">
                  <a16:creationId xmlns:a16="http://schemas.microsoft.com/office/drawing/2014/main" id="{0CCA7CAA-C2F8-4A9B-996A-00EE45329E8D}"/>
                </a:ext>
              </a:extLst>
            </p:cNvPr>
            <p:cNvSpPr>
              <a:spLocks noChangeArrowheads="1"/>
            </p:cNvSpPr>
            <p:nvPr/>
          </p:nvSpPr>
          <p:spPr bwMode="auto">
            <a:xfrm>
              <a:off x="6408738" y="5218113"/>
              <a:ext cx="1127124"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defTabSz="76200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defTabSz="7620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defTabSz="7620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defTabSz="7620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a:lnSpc>
                  <a:spcPct val="80000"/>
                </a:lnSpc>
                <a:spcBef>
                  <a:spcPct val="0"/>
                </a:spcBef>
                <a:buClrTx/>
                <a:buSzTx/>
                <a:buFontTx/>
                <a:buNone/>
              </a:pPr>
              <a:r>
                <a:rPr kumimoji="1" lang="en-US" altLang="zh-CN" sz="2000">
                  <a:latin typeface="Gill Sans MT (正文)"/>
                  <a:ea typeface="宋体" panose="02010600030101010101" pitchFamily="2" charset="-122"/>
                </a:rPr>
                <a:t>receiver</a:t>
              </a:r>
              <a:endParaRPr kumimoji="1" lang="zh-CN" altLang="en-US" sz="2000">
                <a:latin typeface="Gill Sans MT (正文)"/>
                <a:ea typeface="宋体" panose="02010600030101010101" pitchFamily="2" charset="-122"/>
              </a:endParaRPr>
            </a:p>
          </p:txBody>
        </p:sp>
        <p:sp>
          <p:nvSpPr>
            <p:cNvPr id="162838" name="Rectangle 20">
              <a:extLst>
                <a:ext uri="{FF2B5EF4-FFF2-40B4-BE49-F238E27FC236}">
                  <a16:creationId xmlns:a16="http://schemas.microsoft.com/office/drawing/2014/main" id="{6519949B-5194-4DF0-9713-83F8FDF3BEC2}"/>
                </a:ext>
              </a:extLst>
            </p:cNvPr>
            <p:cNvSpPr>
              <a:spLocks noChangeArrowheads="1"/>
            </p:cNvSpPr>
            <p:nvPr/>
          </p:nvSpPr>
          <p:spPr bwMode="auto">
            <a:xfrm>
              <a:off x="7780338" y="3432175"/>
              <a:ext cx="618759"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defTabSz="76200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defTabSz="7620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defTabSz="7620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defTabSz="7620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kumimoji="1" lang="en-US" altLang="zh-CN" sz="2400">
                  <a:latin typeface="Gill Sans MT (正文)"/>
                  <a:ea typeface="宋体" panose="02010600030101010101" pitchFamily="2" charset="-122"/>
                </a:rPr>
                <a:t>g(t)</a:t>
              </a:r>
            </a:p>
          </p:txBody>
        </p:sp>
        <p:sp>
          <p:nvSpPr>
            <p:cNvPr id="162839" name="AutoShape 21">
              <a:extLst>
                <a:ext uri="{FF2B5EF4-FFF2-40B4-BE49-F238E27FC236}">
                  <a16:creationId xmlns:a16="http://schemas.microsoft.com/office/drawing/2014/main" id="{4E9222D7-0CA2-47AE-8FEB-A1C358292396}"/>
                </a:ext>
              </a:extLst>
            </p:cNvPr>
            <p:cNvSpPr>
              <a:spLocks/>
            </p:cNvSpPr>
            <p:nvPr/>
          </p:nvSpPr>
          <p:spPr bwMode="auto">
            <a:xfrm rot="-5408755">
              <a:off x="1931988" y="3903663"/>
              <a:ext cx="342900" cy="2209800"/>
            </a:xfrm>
            <a:prstGeom prst="leftBrace">
              <a:avLst>
                <a:gd name="adj1" fmla="val 53704"/>
                <a:gd name="adj2" fmla="val 50000"/>
              </a:avLst>
            </a:prstGeom>
            <a:noFill/>
            <a:ln w="12699">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2400">
                <a:latin typeface="Gill Sans MT (正文)"/>
                <a:ea typeface="宋体" panose="02010600030101010101" pitchFamily="2" charset="-122"/>
              </a:endParaRPr>
            </a:p>
          </p:txBody>
        </p:sp>
        <p:sp>
          <p:nvSpPr>
            <p:cNvPr id="162840" name="Rectangle 22">
              <a:extLst>
                <a:ext uri="{FF2B5EF4-FFF2-40B4-BE49-F238E27FC236}">
                  <a16:creationId xmlns:a16="http://schemas.microsoft.com/office/drawing/2014/main" id="{CE43A41A-30FE-4138-A2A5-1F69D33DD6E3}"/>
                </a:ext>
              </a:extLst>
            </p:cNvPr>
            <p:cNvSpPr>
              <a:spLocks noChangeArrowheads="1"/>
            </p:cNvSpPr>
            <p:nvPr/>
          </p:nvSpPr>
          <p:spPr bwMode="auto">
            <a:xfrm>
              <a:off x="1989138" y="4532313"/>
              <a:ext cx="10080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defTabSz="76200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defTabSz="7620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defTabSz="7620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defTabSz="7620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a:lnSpc>
                  <a:spcPct val="80000"/>
                </a:lnSpc>
                <a:spcBef>
                  <a:spcPct val="0"/>
                </a:spcBef>
                <a:buClrTx/>
                <a:buSzTx/>
                <a:buFontTx/>
                <a:buNone/>
              </a:pPr>
              <a:r>
                <a:rPr kumimoji="1" lang="en-US" altLang="zh-CN" sz="2000">
                  <a:latin typeface="Gill Sans MT (正文)"/>
                  <a:ea typeface="宋体" panose="02010600030101010101" pitchFamily="2" charset="-122"/>
                </a:rPr>
                <a:t>coding</a:t>
              </a:r>
              <a:endParaRPr kumimoji="1" lang="zh-CN" altLang="en-US" sz="2000">
                <a:latin typeface="Gill Sans MT (正文)"/>
                <a:ea typeface="宋体" panose="02010600030101010101" pitchFamily="2" charset="-122"/>
              </a:endParaRPr>
            </a:p>
          </p:txBody>
        </p:sp>
        <p:sp>
          <p:nvSpPr>
            <p:cNvPr id="162841" name="AutoShape 23">
              <a:extLst>
                <a:ext uri="{FF2B5EF4-FFF2-40B4-BE49-F238E27FC236}">
                  <a16:creationId xmlns:a16="http://schemas.microsoft.com/office/drawing/2014/main" id="{8F0F5AAA-346B-4665-B84B-91293A172C62}"/>
                </a:ext>
              </a:extLst>
            </p:cNvPr>
            <p:cNvSpPr>
              <a:spLocks/>
            </p:cNvSpPr>
            <p:nvPr/>
          </p:nvSpPr>
          <p:spPr bwMode="auto">
            <a:xfrm rot="-5408755">
              <a:off x="6732588" y="3903663"/>
              <a:ext cx="342900" cy="2209800"/>
            </a:xfrm>
            <a:prstGeom prst="leftBrace">
              <a:avLst>
                <a:gd name="adj1" fmla="val 53704"/>
                <a:gd name="adj2" fmla="val 50000"/>
              </a:avLst>
            </a:prstGeom>
            <a:noFill/>
            <a:ln w="12699">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2400">
                <a:latin typeface="Gill Sans MT (正文)"/>
                <a:ea typeface="宋体" panose="02010600030101010101" pitchFamily="2" charset="-122"/>
              </a:endParaRPr>
            </a:p>
          </p:txBody>
        </p:sp>
        <p:sp>
          <p:nvSpPr>
            <p:cNvPr id="162842" name="Rectangle 24">
              <a:extLst>
                <a:ext uri="{FF2B5EF4-FFF2-40B4-BE49-F238E27FC236}">
                  <a16:creationId xmlns:a16="http://schemas.microsoft.com/office/drawing/2014/main" id="{E402581F-AF4F-4729-9C52-51E082D2F1B1}"/>
                </a:ext>
              </a:extLst>
            </p:cNvPr>
            <p:cNvSpPr>
              <a:spLocks noChangeArrowheads="1"/>
            </p:cNvSpPr>
            <p:nvPr/>
          </p:nvSpPr>
          <p:spPr bwMode="auto">
            <a:xfrm>
              <a:off x="6181725" y="4508500"/>
              <a:ext cx="1127125"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defTabSz="76200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defTabSz="7620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defTabSz="7620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defTabSz="7620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defTabSz="7620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a:lnSpc>
                  <a:spcPct val="80000"/>
                </a:lnSpc>
                <a:spcBef>
                  <a:spcPct val="0"/>
                </a:spcBef>
                <a:buClrTx/>
                <a:buSzTx/>
                <a:buFontTx/>
                <a:buNone/>
              </a:pPr>
              <a:r>
                <a:rPr kumimoji="1" lang="en-US" altLang="zh-CN" sz="2000">
                  <a:latin typeface="Gill Sans MT (正文)"/>
                  <a:ea typeface="宋体" panose="02010600030101010101" pitchFamily="2" charset="-122"/>
                </a:rPr>
                <a:t>decoding</a:t>
              </a:r>
              <a:endParaRPr kumimoji="1" lang="zh-CN" altLang="en-US" sz="2000">
                <a:latin typeface="Gill Sans MT (正文)"/>
                <a:ea typeface="宋体" panose="02010600030101010101" pitchFamily="2" charset="-122"/>
              </a:endParaRPr>
            </a:p>
          </p:txBody>
        </p:sp>
      </p:grpSp>
    </p:spTree>
    <p:extLst>
      <p:ext uri="{BB962C8B-B14F-4D97-AF65-F5344CB8AC3E}">
        <p14:creationId xmlns:p14="http://schemas.microsoft.com/office/powerpoint/2010/main" val="19228100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1D211E8-87BC-426F-B470-8346C1631EB9}"/>
              </a:ext>
            </a:extLst>
          </p:cNvPr>
          <p:cNvSpPr>
            <a:spLocks noGrp="1" noChangeArrowheads="1"/>
          </p:cNvSpPr>
          <p:nvPr>
            <p:ph idx="1"/>
          </p:nvPr>
        </p:nvSpPr>
        <p:spPr/>
        <p:txBody>
          <a:bodyPr/>
          <a:lstStyle/>
          <a:p>
            <a:r>
              <a:rPr lang="en-US" altLang="zh-CN">
                <a:solidFill>
                  <a:srgbClr val="000099"/>
                </a:solidFill>
                <a:ea typeface="ＭＳ Ｐゴシック" panose="020B0600070205080204" pitchFamily="34" charset="-128"/>
              </a:rPr>
              <a:t>Digital and carrier signals</a:t>
            </a:r>
          </a:p>
          <a:p>
            <a:endParaRPr lang="en-US" altLang="zh-CN">
              <a:solidFill>
                <a:srgbClr val="FF0000"/>
              </a:solidFill>
              <a:ea typeface="ＭＳ Ｐゴシック" panose="020B0600070205080204" pitchFamily="34" charset="-128"/>
            </a:endParaRPr>
          </a:p>
          <a:p>
            <a:endParaRPr lang="en-US" altLang="zh-CN">
              <a:solidFill>
                <a:srgbClr val="FF0000"/>
              </a:solidFill>
              <a:ea typeface="ＭＳ Ｐゴシック" panose="020B0600070205080204" pitchFamily="34" charset="-128"/>
            </a:endParaRPr>
          </a:p>
          <a:p>
            <a:endParaRPr lang="en-US" altLang="zh-CN">
              <a:solidFill>
                <a:srgbClr val="FF0000"/>
              </a:solidFill>
              <a:ea typeface="ＭＳ Ｐゴシック" panose="020B0600070205080204" pitchFamily="34" charset="-128"/>
            </a:endParaRPr>
          </a:p>
          <a:p>
            <a:pPr lvl="1"/>
            <a:endParaRPr lang="en-US" altLang="zh-CN">
              <a:solidFill>
                <a:srgbClr val="FF0000"/>
              </a:solidFill>
              <a:ea typeface="Arial" panose="020B0604020202020204" pitchFamily="34" charset="0"/>
            </a:endParaRPr>
          </a:p>
          <a:p>
            <a:pPr lvl="1"/>
            <a:endParaRPr lang="en-US" altLang="zh-CN">
              <a:solidFill>
                <a:srgbClr val="FF0000"/>
              </a:solidFill>
              <a:ea typeface="Arial" panose="020B0604020202020204" pitchFamily="34" charset="0"/>
            </a:endParaRPr>
          </a:p>
          <a:p>
            <a:r>
              <a:rPr lang="en-US" altLang="zh-CN">
                <a:solidFill>
                  <a:srgbClr val="FF0000"/>
                </a:solidFill>
                <a:ea typeface="ＭＳ Ｐゴシック" panose="020B0600070205080204" pitchFamily="34" charset="-128"/>
              </a:rPr>
              <a:t>Amplitude Modulation (AM)</a:t>
            </a:r>
            <a:endParaRPr lang="zh-CN" altLang="en-US">
              <a:ea typeface="ＭＳ Ｐゴシック" panose="020B0600070205080204" pitchFamily="34" charset="-128"/>
            </a:endParaRPr>
          </a:p>
        </p:txBody>
      </p:sp>
      <p:sp>
        <p:nvSpPr>
          <p:cNvPr id="163844" name="灯片编号占位符 4">
            <a:extLst>
              <a:ext uri="{FF2B5EF4-FFF2-40B4-BE49-F238E27FC236}">
                <a16:creationId xmlns:a16="http://schemas.microsoft.com/office/drawing/2014/main" id="{0A089BF4-62CC-40FA-8D99-C27162C1469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70DAEAD5-347B-4FC1-BC4F-B2F570866CAE}" type="slidenum">
              <a:rPr lang="en-US" altLang="zh-CN" sz="1200" smtClean="0">
                <a:latin typeface="Tahoma" panose="020B0604030504040204" pitchFamily="34" charset="0"/>
              </a:rPr>
              <a:pPr>
                <a:lnSpc>
                  <a:spcPct val="100000"/>
                </a:lnSpc>
                <a:spcBef>
                  <a:spcPct val="0"/>
                </a:spcBef>
                <a:buClrTx/>
                <a:buSzTx/>
                <a:buFontTx/>
                <a:buNone/>
              </a:pPr>
              <a:t>26</a:t>
            </a:fld>
            <a:endParaRPr lang="en-US" altLang="zh-CN" sz="1200" dirty="0">
              <a:latin typeface="Tahoma" panose="020B0604030504040204" pitchFamily="34" charset="0"/>
            </a:endParaRPr>
          </a:p>
        </p:txBody>
      </p:sp>
      <p:sp>
        <p:nvSpPr>
          <p:cNvPr id="163845" name="标题 1">
            <a:extLst>
              <a:ext uri="{FF2B5EF4-FFF2-40B4-BE49-F238E27FC236}">
                <a16:creationId xmlns:a16="http://schemas.microsoft.com/office/drawing/2014/main" id="{B2E87B03-4BD7-4CA4-98AA-8CA2F470B83A}"/>
              </a:ext>
            </a:extLst>
          </p:cNvPr>
          <p:cNvSpPr>
            <a:spLocks noGrp="1" noChangeArrowheads="1"/>
          </p:cNvSpPr>
          <p:nvPr>
            <p:ph type="title"/>
          </p:nvPr>
        </p:nvSpPr>
        <p:spPr>
          <a:xfrm>
            <a:off x="533400" y="228600"/>
            <a:ext cx="7851058" cy="1143000"/>
          </a:xfrm>
        </p:spPr>
        <p:txBody>
          <a:bodyPr/>
          <a:lstStyle/>
          <a:p>
            <a:r>
              <a:rPr lang="en-US" altLang="zh-CN" sz="3600" dirty="0">
                <a:ea typeface="ＭＳ Ｐゴシック" panose="020B0600070205080204" pitchFamily="34" charset="-128"/>
              </a:rPr>
              <a:t>Modulation</a:t>
            </a:r>
            <a:br>
              <a:rPr lang="en-US" altLang="zh-CN" sz="3600" dirty="0">
                <a:ea typeface="ＭＳ Ｐゴシック" panose="020B0600070205080204" pitchFamily="34" charset="-128"/>
              </a:rPr>
            </a:br>
            <a:r>
              <a:rPr lang="en-US" altLang="zh-CN" sz="3200" dirty="0">
                <a:ea typeface="ＭＳ Ｐゴシック" panose="020B0600070205080204" pitchFamily="34" charset="-128"/>
              </a:rPr>
              <a:t>(digital data to analog signals)</a:t>
            </a:r>
            <a:endParaRPr lang="zh-CN" altLang="en-US" sz="3600" dirty="0">
              <a:ea typeface="ＭＳ Ｐゴシック" panose="020B0600070205080204" pitchFamily="34" charset="-128"/>
            </a:endParaRPr>
          </a:p>
        </p:txBody>
      </p:sp>
      <p:graphicFrame>
        <p:nvGraphicFramePr>
          <p:cNvPr id="163846" name="Object 40" descr="信纸">
            <a:extLst>
              <a:ext uri="{FF2B5EF4-FFF2-40B4-BE49-F238E27FC236}">
                <a16:creationId xmlns:a16="http://schemas.microsoft.com/office/drawing/2014/main" id="{435EB245-A76E-4A0C-A281-49CA042AF7D1}"/>
              </a:ext>
            </a:extLst>
          </p:cNvPr>
          <p:cNvGraphicFramePr>
            <a:graphicFrameLocks noChangeAspect="1"/>
          </p:cNvGraphicFramePr>
          <p:nvPr/>
        </p:nvGraphicFramePr>
        <p:xfrm>
          <a:off x="1947863" y="2019300"/>
          <a:ext cx="5248275" cy="2073275"/>
        </p:xfrm>
        <a:graphic>
          <a:graphicData uri="http://schemas.openxmlformats.org/presentationml/2006/ole">
            <mc:AlternateContent xmlns:mc="http://schemas.openxmlformats.org/markup-compatibility/2006">
              <mc:Choice xmlns:v="urn:schemas-microsoft-com:vml" Requires="v">
                <p:oleObj spid="_x0000_s202772" name="Visio" r:id="rId3" imgW="6728471" imgH="2659392" progId="Visio.Drawing.11">
                  <p:embed/>
                </p:oleObj>
              </mc:Choice>
              <mc:Fallback>
                <p:oleObj name="Visio" r:id="rId3" imgW="6728471" imgH="2659392" progId="Visio.Drawing.11">
                  <p:embed/>
                  <p:pic>
                    <p:nvPicPr>
                      <p:cNvPr id="163846" name="Object 40" descr="信纸">
                        <a:extLst>
                          <a:ext uri="{FF2B5EF4-FFF2-40B4-BE49-F238E27FC236}">
                            <a16:creationId xmlns:a16="http://schemas.microsoft.com/office/drawing/2014/main" id="{435EB245-A76E-4A0C-A281-49CA042AF7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7863" y="2019300"/>
                        <a:ext cx="5248275" cy="2073275"/>
                      </a:xfrm>
                      <a:prstGeom prst="rect">
                        <a:avLst/>
                      </a:prstGeom>
                      <a:blipFill dpi="0" rotWithShape="1">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9" descr="信纸">
            <a:extLst>
              <a:ext uri="{FF2B5EF4-FFF2-40B4-BE49-F238E27FC236}">
                <a16:creationId xmlns:a16="http://schemas.microsoft.com/office/drawing/2014/main" id="{5F8AC052-5A76-4A66-BA68-964640562E17}"/>
              </a:ext>
            </a:extLst>
          </p:cNvPr>
          <p:cNvGraphicFramePr>
            <a:graphicFrameLocks noChangeAspect="1"/>
          </p:cNvGraphicFramePr>
          <p:nvPr/>
        </p:nvGraphicFramePr>
        <p:xfrm>
          <a:off x="2492375" y="4637088"/>
          <a:ext cx="4159250" cy="1963737"/>
        </p:xfrm>
        <a:graphic>
          <a:graphicData uri="http://schemas.openxmlformats.org/presentationml/2006/ole">
            <mc:AlternateContent xmlns:mc="http://schemas.openxmlformats.org/markup-compatibility/2006">
              <mc:Choice xmlns:v="urn:schemas-microsoft-com:vml" Requires="v">
                <p:oleObj spid="_x0000_s202773" name="Visio" r:id="rId6" imgW="5319257" imgH="2511733" progId="Visio.Drawing.11">
                  <p:embed/>
                </p:oleObj>
              </mc:Choice>
              <mc:Fallback>
                <p:oleObj name="Visio" r:id="rId6" imgW="5319257" imgH="2511733" progId="Visio.Drawing.11">
                  <p:embed/>
                  <p:pic>
                    <p:nvPicPr>
                      <p:cNvPr id="8" name="Object 9" descr="信纸">
                        <a:extLst>
                          <a:ext uri="{FF2B5EF4-FFF2-40B4-BE49-F238E27FC236}">
                            <a16:creationId xmlns:a16="http://schemas.microsoft.com/office/drawing/2014/main" id="{5F8AC052-5A76-4A66-BA68-964640562E1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92375" y="4637088"/>
                        <a:ext cx="4159250" cy="1963737"/>
                      </a:xfrm>
                      <a:prstGeom prst="rect">
                        <a:avLst/>
                      </a:prstGeom>
                      <a:blipFill dpi="0" rotWithShape="1">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6009980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CB6C1ED-6691-46C0-9756-3114264526EA}"/>
              </a:ext>
            </a:extLst>
          </p:cNvPr>
          <p:cNvSpPr>
            <a:spLocks noGrp="1" noChangeArrowheads="1"/>
          </p:cNvSpPr>
          <p:nvPr>
            <p:ph idx="1"/>
          </p:nvPr>
        </p:nvSpPr>
        <p:spPr/>
        <p:txBody>
          <a:bodyPr/>
          <a:lstStyle/>
          <a:p>
            <a:r>
              <a:rPr lang="en-US" altLang="zh-CN">
                <a:solidFill>
                  <a:srgbClr val="FF0000"/>
                </a:solidFill>
                <a:ea typeface="ＭＳ Ｐゴシック" panose="020B0600070205080204" pitchFamily="34" charset="-128"/>
              </a:rPr>
              <a:t>Frequency Modulation (FM)</a:t>
            </a:r>
            <a:endParaRPr lang="zh-CN" altLang="en-US">
              <a:solidFill>
                <a:srgbClr val="FF0000"/>
              </a:solidFill>
              <a:ea typeface="ＭＳ Ｐゴシック" panose="020B0600070205080204" pitchFamily="34" charset="-128"/>
            </a:endParaRPr>
          </a:p>
          <a:p>
            <a:pPr lvl="1"/>
            <a:endParaRPr lang="en-US" altLang="zh-CN">
              <a:solidFill>
                <a:srgbClr val="FF0000"/>
              </a:solidFill>
              <a:ea typeface="Arial" panose="020B0604020202020204" pitchFamily="34" charset="0"/>
            </a:endParaRPr>
          </a:p>
          <a:p>
            <a:pPr lvl="1"/>
            <a:endParaRPr lang="en-US" altLang="zh-CN">
              <a:solidFill>
                <a:srgbClr val="FF0000"/>
              </a:solidFill>
              <a:ea typeface="Arial" panose="020B0604020202020204" pitchFamily="34" charset="0"/>
            </a:endParaRPr>
          </a:p>
          <a:p>
            <a:pPr lvl="1"/>
            <a:endParaRPr lang="en-US" altLang="zh-CN">
              <a:solidFill>
                <a:srgbClr val="FF0000"/>
              </a:solidFill>
              <a:ea typeface="Arial" panose="020B0604020202020204" pitchFamily="34" charset="0"/>
            </a:endParaRPr>
          </a:p>
          <a:p>
            <a:pPr lvl="1"/>
            <a:endParaRPr lang="en-US" altLang="zh-CN">
              <a:solidFill>
                <a:srgbClr val="FF0000"/>
              </a:solidFill>
              <a:ea typeface="Arial" panose="020B0604020202020204" pitchFamily="34" charset="0"/>
            </a:endParaRPr>
          </a:p>
          <a:p>
            <a:pPr lvl="1"/>
            <a:endParaRPr lang="en-US" altLang="zh-CN">
              <a:solidFill>
                <a:srgbClr val="FF0000"/>
              </a:solidFill>
              <a:ea typeface="Arial" panose="020B0604020202020204" pitchFamily="34" charset="0"/>
            </a:endParaRPr>
          </a:p>
          <a:p>
            <a:r>
              <a:rPr lang="en-US" altLang="zh-CN">
                <a:solidFill>
                  <a:srgbClr val="FF0000"/>
                </a:solidFill>
                <a:ea typeface="ＭＳ Ｐゴシック" panose="020B0600070205080204" pitchFamily="34" charset="-128"/>
              </a:rPr>
              <a:t>Phase Modulation (PM)</a:t>
            </a:r>
          </a:p>
        </p:txBody>
      </p:sp>
      <p:sp>
        <p:nvSpPr>
          <p:cNvPr id="164868" name="灯片编号占位符 4">
            <a:extLst>
              <a:ext uri="{FF2B5EF4-FFF2-40B4-BE49-F238E27FC236}">
                <a16:creationId xmlns:a16="http://schemas.microsoft.com/office/drawing/2014/main" id="{352B6D37-003B-48F3-815B-04CCD8D0FE4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2235022F-E9DF-4D1B-B3DD-40593B31855D}" type="slidenum">
              <a:rPr lang="en-US" altLang="zh-CN" sz="1200" smtClean="0">
                <a:latin typeface="Tahoma" panose="020B0604030504040204" pitchFamily="34" charset="0"/>
              </a:rPr>
              <a:pPr>
                <a:lnSpc>
                  <a:spcPct val="100000"/>
                </a:lnSpc>
                <a:spcBef>
                  <a:spcPct val="0"/>
                </a:spcBef>
                <a:buClrTx/>
                <a:buSzTx/>
                <a:buFontTx/>
                <a:buNone/>
              </a:pPr>
              <a:t>27</a:t>
            </a:fld>
            <a:endParaRPr lang="en-US" altLang="zh-CN" sz="1200" dirty="0">
              <a:latin typeface="Tahoma" panose="020B0604030504040204" pitchFamily="34" charset="0"/>
            </a:endParaRPr>
          </a:p>
        </p:txBody>
      </p:sp>
      <p:graphicFrame>
        <p:nvGraphicFramePr>
          <p:cNvPr id="164869" name="Object 7" descr="信纸">
            <a:extLst>
              <a:ext uri="{FF2B5EF4-FFF2-40B4-BE49-F238E27FC236}">
                <a16:creationId xmlns:a16="http://schemas.microsoft.com/office/drawing/2014/main" id="{60C34645-0775-421A-A679-F434A44EA38A}"/>
              </a:ext>
            </a:extLst>
          </p:cNvPr>
          <p:cNvGraphicFramePr>
            <a:graphicFrameLocks noChangeAspect="1"/>
          </p:cNvGraphicFramePr>
          <p:nvPr/>
        </p:nvGraphicFramePr>
        <p:xfrm>
          <a:off x="1876425" y="2093913"/>
          <a:ext cx="5391150" cy="1758950"/>
        </p:xfrm>
        <a:graphic>
          <a:graphicData uri="http://schemas.openxmlformats.org/presentationml/2006/ole">
            <mc:AlternateContent xmlns:mc="http://schemas.openxmlformats.org/markup-compatibility/2006">
              <mc:Choice xmlns:v="urn:schemas-microsoft-com:vml" Requires="v">
                <p:oleObj spid="_x0000_s203805" name="Visio" r:id="rId3" imgW="5223386" imgH="2511733" progId="Visio.Drawing.11">
                  <p:embed/>
                </p:oleObj>
              </mc:Choice>
              <mc:Fallback>
                <p:oleObj name="Visio" r:id="rId3" imgW="5223386" imgH="2511733" progId="Visio.Drawing.11">
                  <p:embed/>
                  <p:pic>
                    <p:nvPicPr>
                      <p:cNvPr id="164869" name="Object 7" descr="信纸">
                        <a:extLst>
                          <a:ext uri="{FF2B5EF4-FFF2-40B4-BE49-F238E27FC236}">
                            <a16:creationId xmlns:a16="http://schemas.microsoft.com/office/drawing/2014/main" id="{60C34645-0775-421A-A679-F434A44EA3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6425" y="2093913"/>
                        <a:ext cx="5391150" cy="1758950"/>
                      </a:xfrm>
                      <a:prstGeom prst="rect">
                        <a:avLst/>
                      </a:prstGeom>
                      <a:blipFill dpi="0" rotWithShape="1">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28" descr="新闻纸">
            <a:extLst>
              <a:ext uri="{FF2B5EF4-FFF2-40B4-BE49-F238E27FC236}">
                <a16:creationId xmlns:a16="http://schemas.microsoft.com/office/drawing/2014/main" id="{B9603A87-34D9-4916-A686-7E7E4D0BEA37}"/>
              </a:ext>
            </a:extLst>
          </p:cNvPr>
          <p:cNvGraphicFramePr>
            <a:graphicFrameLocks noChangeAspect="1"/>
          </p:cNvGraphicFramePr>
          <p:nvPr/>
        </p:nvGraphicFramePr>
        <p:xfrm>
          <a:off x="1038225" y="4448175"/>
          <a:ext cx="2325688" cy="1973263"/>
        </p:xfrm>
        <a:graphic>
          <a:graphicData uri="http://schemas.openxmlformats.org/presentationml/2006/ole">
            <mc:AlternateContent xmlns:mc="http://schemas.openxmlformats.org/markup-compatibility/2006">
              <mc:Choice xmlns:v="urn:schemas-microsoft-com:vml" Requires="v">
                <p:oleObj spid="_x0000_s203806" name="Visio" r:id="rId6" imgW="2958278" imgH="2512455" progId="Visio.Drawing.11">
                  <p:embed/>
                </p:oleObj>
              </mc:Choice>
              <mc:Fallback>
                <p:oleObj name="Visio" r:id="rId6" imgW="2958278" imgH="2512455" progId="Visio.Drawing.11">
                  <p:embed/>
                  <p:pic>
                    <p:nvPicPr>
                      <p:cNvPr id="7" name="Object 28" descr="新闻纸">
                        <a:extLst>
                          <a:ext uri="{FF2B5EF4-FFF2-40B4-BE49-F238E27FC236}">
                            <a16:creationId xmlns:a16="http://schemas.microsoft.com/office/drawing/2014/main" id="{B9603A87-34D9-4916-A686-7E7E4D0BEA3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8225" y="4448175"/>
                        <a:ext cx="2325688" cy="1973263"/>
                      </a:xfrm>
                      <a:prstGeom prst="rect">
                        <a:avLst/>
                      </a:prstGeom>
                      <a:blipFill dpi="0" rotWithShape="1">
                        <a:blip r:embed="rId8"/>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30" descr="信纸">
            <a:extLst>
              <a:ext uri="{FF2B5EF4-FFF2-40B4-BE49-F238E27FC236}">
                <a16:creationId xmlns:a16="http://schemas.microsoft.com/office/drawing/2014/main" id="{D48CF762-4367-4998-B731-76F1EC3492BA}"/>
              </a:ext>
            </a:extLst>
          </p:cNvPr>
          <p:cNvGraphicFramePr>
            <a:graphicFrameLocks noChangeAspect="1"/>
          </p:cNvGraphicFramePr>
          <p:nvPr/>
        </p:nvGraphicFramePr>
        <p:xfrm>
          <a:off x="3898900" y="4394200"/>
          <a:ext cx="4425950" cy="2081213"/>
        </p:xfrm>
        <a:graphic>
          <a:graphicData uri="http://schemas.openxmlformats.org/presentationml/2006/ole">
            <mc:AlternateContent xmlns:mc="http://schemas.openxmlformats.org/markup-compatibility/2006">
              <mc:Choice xmlns:v="urn:schemas-microsoft-com:vml" Requires="v">
                <p:oleObj spid="_x0000_s203807" name="Visio" r:id="rId9" imgW="5305255" imgH="2495640" progId="Visio.Drawing.11">
                  <p:embed/>
                </p:oleObj>
              </mc:Choice>
              <mc:Fallback>
                <p:oleObj name="Visio" r:id="rId9" imgW="5305255" imgH="2495640" progId="Visio.Drawing.11">
                  <p:embed/>
                  <p:pic>
                    <p:nvPicPr>
                      <p:cNvPr id="8" name="Object 30" descr="信纸">
                        <a:extLst>
                          <a:ext uri="{FF2B5EF4-FFF2-40B4-BE49-F238E27FC236}">
                            <a16:creationId xmlns:a16="http://schemas.microsoft.com/office/drawing/2014/main" id="{D48CF762-4367-4998-B731-76F1EC3492B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98900" y="4394200"/>
                        <a:ext cx="4425950" cy="2081213"/>
                      </a:xfrm>
                      <a:prstGeom prst="rect">
                        <a:avLst/>
                      </a:prstGeom>
                      <a:blipFill dpi="0" rotWithShape="1">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4872" name="标题 1">
            <a:extLst>
              <a:ext uri="{FF2B5EF4-FFF2-40B4-BE49-F238E27FC236}">
                <a16:creationId xmlns:a16="http://schemas.microsoft.com/office/drawing/2014/main" id="{A0ED2D69-4CA6-44ED-B998-DF2FEB474DAE}"/>
              </a:ext>
            </a:extLst>
          </p:cNvPr>
          <p:cNvSpPr>
            <a:spLocks noGrp="1" noChangeArrowheads="1"/>
          </p:cNvSpPr>
          <p:nvPr>
            <p:ph type="title"/>
          </p:nvPr>
        </p:nvSpPr>
        <p:spPr/>
        <p:txBody>
          <a:bodyPr/>
          <a:lstStyle/>
          <a:p>
            <a:r>
              <a:rPr lang="en-US" altLang="zh-CN" sz="3600">
                <a:ea typeface="ＭＳ Ｐゴシック" panose="020B0600070205080204" pitchFamily="34" charset="-128"/>
              </a:rPr>
              <a:t>Modulation</a:t>
            </a:r>
            <a:br>
              <a:rPr lang="en-US" altLang="zh-CN" sz="3600">
                <a:ea typeface="ＭＳ Ｐゴシック" panose="020B0600070205080204" pitchFamily="34" charset="-128"/>
              </a:rPr>
            </a:br>
            <a:r>
              <a:rPr lang="en-US" altLang="zh-CN" sz="3200">
                <a:ea typeface="ＭＳ Ｐゴシック" panose="020B0600070205080204" pitchFamily="34" charset="-128"/>
              </a:rPr>
              <a:t>(digital data to analog signals)</a:t>
            </a:r>
            <a:endParaRPr lang="zh-CN" altLang="en-US" sz="3600">
              <a:ea typeface="ＭＳ Ｐゴシック" panose="020B0600070205080204" pitchFamily="34" charset="-128"/>
            </a:endParaRPr>
          </a:p>
        </p:txBody>
      </p:sp>
    </p:spTree>
    <p:extLst>
      <p:ext uri="{BB962C8B-B14F-4D97-AF65-F5344CB8AC3E}">
        <p14:creationId xmlns:p14="http://schemas.microsoft.com/office/powerpoint/2010/main" val="4040034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inVertical)">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内容占位符 2">
            <a:extLst>
              <a:ext uri="{FF2B5EF4-FFF2-40B4-BE49-F238E27FC236}">
                <a16:creationId xmlns:a16="http://schemas.microsoft.com/office/drawing/2014/main" id="{E59C8DFD-E686-4071-B328-0D77C55E1BE7}"/>
              </a:ext>
            </a:extLst>
          </p:cNvPr>
          <p:cNvSpPr>
            <a:spLocks noGrp="1" noChangeArrowheads="1"/>
          </p:cNvSpPr>
          <p:nvPr>
            <p:ph idx="1"/>
          </p:nvPr>
        </p:nvSpPr>
        <p:spPr/>
        <p:txBody>
          <a:bodyPr/>
          <a:lstStyle/>
          <a:p>
            <a:r>
              <a:rPr lang="fr-FR" altLang="zh-CN">
                <a:solidFill>
                  <a:srgbClr val="FF0000"/>
                </a:solidFill>
                <a:ea typeface="ＭＳ Ｐゴシック" panose="020B0600070205080204" pitchFamily="34" charset="-128"/>
              </a:rPr>
              <a:t>Quadrature Amplitude Modulation (QAM)</a:t>
            </a:r>
          </a:p>
          <a:p>
            <a:pPr lvl="1"/>
            <a:r>
              <a:rPr lang="en-US" altLang="zh-CN">
                <a:solidFill>
                  <a:srgbClr val="000099"/>
                </a:solidFill>
                <a:ea typeface="Arial" panose="020B0604020202020204" pitchFamily="34" charset="0"/>
              </a:rPr>
              <a:t>PM and AM techniques</a:t>
            </a:r>
            <a:endParaRPr lang="zh-CN" altLang="en-US">
              <a:solidFill>
                <a:srgbClr val="000099"/>
              </a:solidFill>
              <a:ea typeface="Arial" panose="020B0604020202020204" pitchFamily="34" charset="0"/>
            </a:endParaRPr>
          </a:p>
          <a:p>
            <a:pPr lvl="1"/>
            <a:r>
              <a:rPr lang="en-US" altLang="zh-CN">
                <a:ea typeface="Arial" panose="020B0604020202020204" pitchFamily="34" charset="0"/>
              </a:rPr>
              <a:t>If there are x changes in phase and y changes in amplitude, then there are x * y combined changes</a:t>
            </a:r>
          </a:p>
          <a:p>
            <a:pPr lvl="1"/>
            <a:endParaRPr lang="zh-CN" altLang="en-US">
              <a:ea typeface="Arial" panose="020B0604020202020204" pitchFamily="34" charset="0"/>
            </a:endParaRPr>
          </a:p>
        </p:txBody>
      </p:sp>
      <p:sp>
        <p:nvSpPr>
          <p:cNvPr id="165892" name="灯片编号占位符 4">
            <a:extLst>
              <a:ext uri="{FF2B5EF4-FFF2-40B4-BE49-F238E27FC236}">
                <a16:creationId xmlns:a16="http://schemas.microsoft.com/office/drawing/2014/main" id="{3CF6AD97-597B-49A1-A72C-A63196D2EFF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747E3F0B-B4B9-4BAE-B7EA-AA8E3D0F4B15}" type="slidenum">
              <a:rPr lang="en-US" altLang="zh-CN" sz="1200" smtClean="0">
                <a:latin typeface="Tahoma" panose="020B0604030504040204" pitchFamily="34" charset="0"/>
              </a:rPr>
              <a:pPr>
                <a:lnSpc>
                  <a:spcPct val="100000"/>
                </a:lnSpc>
                <a:spcBef>
                  <a:spcPct val="0"/>
                </a:spcBef>
                <a:buClrTx/>
                <a:buSzTx/>
                <a:buFontTx/>
                <a:buNone/>
              </a:pPr>
              <a:t>28</a:t>
            </a:fld>
            <a:endParaRPr lang="en-US" altLang="zh-CN" sz="1200" dirty="0">
              <a:latin typeface="Tahoma" panose="020B0604030504040204" pitchFamily="34" charset="0"/>
            </a:endParaRPr>
          </a:p>
        </p:txBody>
      </p:sp>
      <p:sp>
        <p:nvSpPr>
          <p:cNvPr id="165893" name="标题 1">
            <a:extLst>
              <a:ext uri="{FF2B5EF4-FFF2-40B4-BE49-F238E27FC236}">
                <a16:creationId xmlns:a16="http://schemas.microsoft.com/office/drawing/2014/main" id="{EE881763-BAC7-4EEE-86D1-70604ECA1A40}"/>
              </a:ext>
            </a:extLst>
          </p:cNvPr>
          <p:cNvSpPr>
            <a:spLocks noGrp="1" noChangeArrowheads="1"/>
          </p:cNvSpPr>
          <p:nvPr>
            <p:ph type="title"/>
          </p:nvPr>
        </p:nvSpPr>
        <p:spPr/>
        <p:txBody>
          <a:bodyPr/>
          <a:lstStyle/>
          <a:p>
            <a:r>
              <a:rPr lang="en-US" altLang="zh-CN" sz="3600">
                <a:ea typeface="ＭＳ Ｐゴシック" panose="020B0600070205080204" pitchFamily="34" charset="-128"/>
              </a:rPr>
              <a:t>Modulation</a:t>
            </a:r>
            <a:br>
              <a:rPr lang="en-US" altLang="zh-CN" sz="3600">
                <a:ea typeface="ＭＳ Ｐゴシック" panose="020B0600070205080204" pitchFamily="34" charset="-128"/>
              </a:rPr>
            </a:br>
            <a:r>
              <a:rPr lang="en-US" altLang="zh-CN" sz="3200">
                <a:ea typeface="ＭＳ Ｐゴシック" panose="020B0600070205080204" pitchFamily="34" charset="-128"/>
              </a:rPr>
              <a:t>(digital data to analog signals)</a:t>
            </a:r>
            <a:endParaRPr lang="zh-CN" altLang="en-US" sz="3600">
              <a:ea typeface="ＭＳ Ｐゴシック" panose="020B0600070205080204" pitchFamily="34" charset="-128"/>
            </a:endParaRPr>
          </a:p>
        </p:txBody>
      </p:sp>
      <p:graphicFrame>
        <p:nvGraphicFramePr>
          <p:cNvPr id="8" name="Object 7" descr="信纸">
            <a:extLst>
              <a:ext uri="{FF2B5EF4-FFF2-40B4-BE49-F238E27FC236}">
                <a16:creationId xmlns:a16="http://schemas.microsoft.com/office/drawing/2014/main" id="{45C8AB1F-2A21-4EBC-AF30-AE3FF09C7425}"/>
              </a:ext>
            </a:extLst>
          </p:cNvPr>
          <p:cNvGraphicFramePr>
            <a:graphicFrameLocks noChangeAspect="1"/>
          </p:cNvGraphicFramePr>
          <p:nvPr>
            <p:extLst>
              <p:ext uri="{D42A27DB-BD31-4B8C-83A1-F6EECF244321}">
                <p14:modId xmlns:p14="http://schemas.microsoft.com/office/powerpoint/2010/main" val="3198893655"/>
              </p:ext>
            </p:extLst>
          </p:nvPr>
        </p:nvGraphicFramePr>
        <p:xfrm>
          <a:off x="1120114" y="3693628"/>
          <a:ext cx="2603500" cy="2603500"/>
        </p:xfrm>
        <a:graphic>
          <a:graphicData uri="http://schemas.openxmlformats.org/presentationml/2006/ole">
            <mc:AlternateContent xmlns:mc="http://schemas.openxmlformats.org/markup-compatibility/2006">
              <mc:Choice xmlns:v="urn:schemas-microsoft-com:vml" Requires="v">
                <p:oleObj spid="_x0000_s204812" name="Visio" r:id="rId3" imgW="1549867" imgH="1550100" progId="Visio.Drawing.11">
                  <p:embed/>
                </p:oleObj>
              </mc:Choice>
              <mc:Fallback>
                <p:oleObj name="Visio" r:id="rId3" imgW="1549867" imgH="1550100" progId="Visio.Drawing.11">
                  <p:embed/>
                  <p:pic>
                    <p:nvPicPr>
                      <p:cNvPr id="10" name="Object 7" descr="信纸"/>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0114" y="3693628"/>
                        <a:ext cx="2603500" cy="2603500"/>
                      </a:xfrm>
                      <a:prstGeom prst="rect">
                        <a:avLst/>
                      </a:prstGeom>
                      <a:blipFill dpi="0" rotWithShape="1">
                        <a:blip r:embed="rId5"/>
                        <a:srcRect/>
                        <a:tile tx="0" ty="0" sx="100000" sy="100000" flip="none" algn="tl"/>
                      </a:blipFill>
                    </p:spPr>
                  </p:pic>
                </p:oleObj>
              </mc:Fallback>
            </mc:AlternateContent>
          </a:graphicData>
        </a:graphic>
      </p:graphicFrame>
      <p:sp>
        <p:nvSpPr>
          <p:cNvPr id="9" name="Text Box 9">
            <a:extLst>
              <a:ext uri="{FF2B5EF4-FFF2-40B4-BE49-F238E27FC236}">
                <a16:creationId xmlns:a16="http://schemas.microsoft.com/office/drawing/2014/main" id="{E1FA2768-B901-4DCE-A533-409B20C4F96D}"/>
              </a:ext>
            </a:extLst>
          </p:cNvPr>
          <p:cNvSpPr txBox="1">
            <a:spLocks noChangeArrowheads="1"/>
          </p:cNvSpPr>
          <p:nvPr/>
        </p:nvSpPr>
        <p:spPr bwMode="auto">
          <a:xfrm>
            <a:off x="744539" y="3362634"/>
            <a:ext cx="3559175" cy="369888"/>
          </a:xfrm>
          <a:prstGeom prst="rect">
            <a:avLst/>
          </a:prstGeom>
          <a:noFill/>
          <a:ln w="9525">
            <a:noFill/>
            <a:miter lim="800000"/>
            <a:headEnd/>
            <a:tailEnd/>
          </a:ln>
        </p:spPr>
        <p:txBody>
          <a:bodyPr>
            <a:spAutoFit/>
          </a:bodyPr>
          <a:lstStyle/>
          <a:p>
            <a:pPr algn="ctr" eaLnBrk="1" hangingPunct="1"/>
            <a:r>
              <a:rPr kumimoji="1" lang="en-US" altLang="zh-CN" sz="1800" dirty="0">
                <a:solidFill>
                  <a:srgbClr val="FF0000"/>
                </a:solidFill>
                <a:latin typeface="Comic Sans MS" pitchFamily="66" charset="0"/>
                <a:ea typeface="宋体" pitchFamily="2" charset="-122"/>
              </a:rPr>
              <a:t>4-QAM constellation table</a:t>
            </a:r>
            <a:endParaRPr kumimoji="1" lang="zh-CN" altLang="en-US" sz="1800" dirty="0">
              <a:solidFill>
                <a:srgbClr val="FF0000"/>
              </a:solidFill>
              <a:latin typeface="Comic Sans MS" pitchFamily="66" charset="0"/>
              <a:ea typeface="宋体" pitchFamily="2" charset="-122"/>
            </a:endParaRPr>
          </a:p>
        </p:txBody>
      </p:sp>
      <p:pic>
        <p:nvPicPr>
          <p:cNvPr id="12" name="图片 11">
            <a:extLst>
              <a:ext uri="{FF2B5EF4-FFF2-40B4-BE49-F238E27FC236}">
                <a16:creationId xmlns:a16="http://schemas.microsoft.com/office/drawing/2014/main" id="{02299D13-2D37-4B0F-A97C-D205892421B0}"/>
              </a:ext>
            </a:extLst>
          </p:cNvPr>
          <p:cNvPicPr>
            <a:picLocks noChangeAspect="1"/>
          </p:cNvPicPr>
          <p:nvPr/>
        </p:nvPicPr>
        <p:blipFill>
          <a:blip r:embed="rId6"/>
          <a:stretch>
            <a:fillRect/>
          </a:stretch>
        </p:blipFill>
        <p:spPr>
          <a:xfrm>
            <a:off x="4948085" y="3676874"/>
            <a:ext cx="3089429" cy="2568264"/>
          </a:xfrm>
          <a:prstGeom prst="rect">
            <a:avLst/>
          </a:prstGeom>
        </p:spPr>
      </p:pic>
      <p:sp>
        <p:nvSpPr>
          <p:cNvPr id="13" name="Text Box 9">
            <a:extLst>
              <a:ext uri="{FF2B5EF4-FFF2-40B4-BE49-F238E27FC236}">
                <a16:creationId xmlns:a16="http://schemas.microsoft.com/office/drawing/2014/main" id="{E15B5B7C-B89D-4E28-8EFB-B3FDD04ACEA4}"/>
              </a:ext>
            </a:extLst>
          </p:cNvPr>
          <p:cNvSpPr txBox="1">
            <a:spLocks noChangeArrowheads="1"/>
          </p:cNvSpPr>
          <p:nvPr/>
        </p:nvSpPr>
        <p:spPr bwMode="auto">
          <a:xfrm>
            <a:off x="4478339" y="3387949"/>
            <a:ext cx="3559175" cy="369888"/>
          </a:xfrm>
          <a:prstGeom prst="rect">
            <a:avLst/>
          </a:prstGeom>
          <a:noFill/>
          <a:ln w="9525">
            <a:noFill/>
            <a:miter lim="800000"/>
            <a:headEnd/>
            <a:tailEnd/>
          </a:ln>
        </p:spPr>
        <p:txBody>
          <a:bodyPr>
            <a:spAutoFit/>
          </a:bodyPr>
          <a:lstStyle/>
          <a:p>
            <a:pPr algn="ctr" eaLnBrk="1" hangingPunct="1"/>
            <a:r>
              <a:rPr kumimoji="1" lang="en-US" altLang="zh-CN" sz="1800" dirty="0">
                <a:solidFill>
                  <a:srgbClr val="FF0000"/>
                </a:solidFill>
                <a:latin typeface="Comic Sans MS" pitchFamily="66" charset="0"/>
                <a:ea typeface="宋体" pitchFamily="2" charset="-122"/>
              </a:rPr>
              <a:t>16-QAM constellation table</a:t>
            </a:r>
            <a:endParaRPr kumimoji="1" lang="zh-CN" altLang="en-US" sz="1800" dirty="0">
              <a:solidFill>
                <a:srgbClr val="FF0000"/>
              </a:solidFill>
              <a:latin typeface="Comic Sans MS" pitchFamily="66" charset="0"/>
              <a:ea typeface="宋体" pitchFamily="2" charset="-122"/>
            </a:endParaRPr>
          </a:p>
        </p:txBody>
      </p:sp>
    </p:spTree>
    <p:extLst>
      <p:ext uri="{BB962C8B-B14F-4D97-AF65-F5344CB8AC3E}">
        <p14:creationId xmlns:p14="http://schemas.microsoft.com/office/powerpoint/2010/main" val="2230612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标题 1">
            <a:extLst>
              <a:ext uri="{FF2B5EF4-FFF2-40B4-BE49-F238E27FC236}">
                <a16:creationId xmlns:a16="http://schemas.microsoft.com/office/drawing/2014/main" id="{8B39ADED-1B03-4D1F-9A90-A6D06C960679}"/>
              </a:ext>
            </a:extLst>
          </p:cNvPr>
          <p:cNvSpPr>
            <a:spLocks noGrp="1" noChangeArrowheads="1"/>
          </p:cNvSpPr>
          <p:nvPr>
            <p:ph type="title"/>
          </p:nvPr>
        </p:nvSpPr>
        <p:spPr/>
        <p:txBody>
          <a:bodyPr/>
          <a:lstStyle/>
          <a:p>
            <a:r>
              <a:rPr lang="fr-FR" altLang="zh-CN" sz="3600" dirty="0">
                <a:ea typeface="ＭＳ Ｐゴシック" panose="020B0600070205080204" pitchFamily="34" charset="-128"/>
              </a:rPr>
              <a:t>Pulse Code Modulation (PCM)</a:t>
            </a:r>
            <a:br>
              <a:rPr lang="fr-FR" altLang="zh-CN" sz="3600" dirty="0">
                <a:ea typeface="ＭＳ Ｐゴシック" panose="020B0600070205080204" pitchFamily="34" charset="-128"/>
              </a:rPr>
            </a:br>
            <a:r>
              <a:rPr lang="en-US" altLang="zh-CN" sz="3200" dirty="0">
                <a:ea typeface="ＭＳ Ｐゴシック" panose="020B0600070205080204" pitchFamily="34" charset="-128"/>
              </a:rPr>
              <a:t>(analog data to digital signals)</a:t>
            </a:r>
            <a:endParaRPr lang="zh-CN" altLang="en-US" sz="3600" dirty="0">
              <a:ea typeface="ＭＳ Ｐゴシック" panose="020B0600070205080204" pitchFamily="34" charset="-128"/>
            </a:endParaRPr>
          </a:p>
        </p:txBody>
      </p:sp>
      <p:sp>
        <p:nvSpPr>
          <p:cNvPr id="3" name="内容占位符 2">
            <a:extLst>
              <a:ext uri="{FF2B5EF4-FFF2-40B4-BE49-F238E27FC236}">
                <a16:creationId xmlns:a16="http://schemas.microsoft.com/office/drawing/2014/main" id="{5FD8ACD5-3AED-4F1F-8C1D-CC44C3132CDA}"/>
              </a:ext>
            </a:extLst>
          </p:cNvPr>
          <p:cNvSpPr>
            <a:spLocks noGrp="1" noChangeArrowheads="1"/>
          </p:cNvSpPr>
          <p:nvPr>
            <p:ph idx="1"/>
          </p:nvPr>
        </p:nvSpPr>
        <p:spPr/>
        <p:txBody>
          <a:bodyPr/>
          <a:lstStyle/>
          <a:p>
            <a:r>
              <a:rPr lang="en-US" altLang="zh-CN">
                <a:solidFill>
                  <a:srgbClr val="FF0000"/>
                </a:solidFill>
                <a:ea typeface="ＭＳ Ｐゴシック" panose="020B0600070205080204" pitchFamily="34" charset="-128"/>
              </a:rPr>
              <a:t>Sampling Theorem</a:t>
            </a:r>
          </a:p>
          <a:p>
            <a:pPr lvl="1"/>
            <a:r>
              <a:rPr lang="en-US" altLang="zh-CN">
                <a:ea typeface="Arial" panose="020B0604020202020204" pitchFamily="34" charset="0"/>
              </a:rPr>
              <a:t>As long as the sampling frequency is not less than twice the maximum frequency of the signal, the original signal can be recovered from the sampling pulse without distortion</a:t>
            </a:r>
          </a:p>
          <a:p>
            <a:r>
              <a:rPr lang="en-US" altLang="zh-CN">
                <a:solidFill>
                  <a:srgbClr val="FF0000"/>
                </a:solidFill>
                <a:ea typeface="ＭＳ Ｐゴシック" panose="020B0600070205080204" pitchFamily="34" charset="-128"/>
              </a:rPr>
              <a:t>PCM system model</a:t>
            </a:r>
            <a:endParaRPr lang="zh-CN" altLang="en-US">
              <a:solidFill>
                <a:srgbClr val="FF0000"/>
              </a:solidFill>
              <a:ea typeface="ＭＳ Ｐゴシック" panose="020B0600070205080204" pitchFamily="34" charset="-128"/>
            </a:endParaRPr>
          </a:p>
        </p:txBody>
      </p:sp>
      <p:sp>
        <p:nvSpPr>
          <p:cNvPr id="166917" name="灯片编号占位符 4">
            <a:extLst>
              <a:ext uri="{FF2B5EF4-FFF2-40B4-BE49-F238E27FC236}">
                <a16:creationId xmlns:a16="http://schemas.microsoft.com/office/drawing/2014/main" id="{23CC3505-058A-4C1D-9297-C277D8127B1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1BC03799-1E0E-4D86-A7D6-7B40232131D9}" type="slidenum">
              <a:rPr lang="en-US" altLang="zh-CN" sz="1200" smtClean="0">
                <a:latin typeface="Tahoma" panose="020B0604030504040204" pitchFamily="34" charset="0"/>
              </a:rPr>
              <a:pPr>
                <a:lnSpc>
                  <a:spcPct val="100000"/>
                </a:lnSpc>
                <a:spcBef>
                  <a:spcPct val="0"/>
                </a:spcBef>
                <a:buClrTx/>
                <a:buSzTx/>
                <a:buFontTx/>
                <a:buNone/>
              </a:pPr>
              <a:t>29</a:t>
            </a:fld>
            <a:endParaRPr lang="en-US" altLang="zh-CN" sz="1200" dirty="0">
              <a:latin typeface="Tahoma" panose="020B0604030504040204" pitchFamily="34" charset="0"/>
            </a:endParaRPr>
          </a:p>
        </p:txBody>
      </p:sp>
      <p:graphicFrame>
        <p:nvGraphicFramePr>
          <p:cNvPr id="6" name="Object 21" descr="信纸">
            <a:extLst>
              <a:ext uri="{FF2B5EF4-FFF2-40B4-BE49-F238E27FC236}">
                <a16:creationId xmlns:a16="http://schemas.microsoft.com/office/drawing/2014/main" id="{8B18AAEB-8EC9-4B39-9133-702F723953CF}"/>
              </a:ext>
            </a:extLst>
          </p:cNvPr>
          <p:cNvGraphicFramePr>
            <a:graphicFrameLocks noChangeAspect="1"/>
          </p:cNvGraphicFramePr>
          <p:nvPr>
            <p:extLst>
              <p:ext uri="{D42A27DB-BD31-4B8C-83A1-F6EECF244321}">
                <p14:modId xmlns:p14="http://schemas.microsoft.com/office/powerpoint/2010/main" val="2560630564"/>
              </p:ext>
            </p:extLst>
          </p:nvPr>
        </p:nvGraphicFramePr>
        <p:xfrm>
          <a:off x="252413" y="4048125"/>
          <a:ext cx="8639175" cy="1789113"/>
        </p:xfrm>
        <a:graphic>
          <a:graphicData uri="http://schemas.openxmlformats.org/presentationml/2006/ole">
            <mc:AlternateContent xmlns:mc="http://schemas.openxmlformats.org/markup-compatibility/2006">
              <mc:Choice xmlns:v="urn:schemas-microsoft-com:vml" Requires="v">
                <p:oleObj spid="_x0000_s205836" name="Visio" r:id="rId3" imgW="5110832" imgH="1061245" progId="Visio.Drawing.11">
                  <p:embed/>
                </p:oleObj>
              </mc:Choice>
              <mc:Fallback>
                <p:oleObj name="Visio" r:id="rId3" imgW="5110832" imgH="1061245" progId="Visio.Drawing.11">
                  <p:embed/>
                  <p:pic>
                    <p:nvPicPr>
                      <p:cNvPr id="6" name="Object 21" descr="信纸">
                        <a:extLst>
                          <a:ext uri="{FF2B5EF4-FFF2-40B4-BE49-F238E27FC236}">
                            <a16:creationId xmlns:a16="http://schemas.microsoft.com/office/drawing/2014/main" id="{8B18AAEB-8EC9-4B39-9133-702F723953CF}"/>
                          </a:ext>
                        </a:extLst>
                      </p:cNvPr>
                      <p:cNvPicPr>
                        <a:picLocks noChangeAspect="1" noChangeArrowheads="1"/>
                      </p:cNvPicPr>
                      <p:nvPr/>
                    </p:nvPicPr>
                    <p:blipFill>
                      <a:blip r:embed="rId4"/>
                      <a:srcRect/>
                      <a:stretch>
                        <a:fillRect/>
                      </a:stretch>
                    </p:blipFill>
                    <p:spPr bwMode="auto">
                      <a:xfrm>
                        <a:off x="252413" y="4048125"/>
                        <a:ext cx="8639175" cy="1789113"/>
                      </a:xfrm>
                      <a:prstGeom prst="rect">
                        <a:avLst/>
                      </a:prstGeom>
                      <a:blipFill dpi="0" rotWithShape="1">
                        <a:blip r:embed="rId5"/>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0472019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内容占位符 2">
            <a:extLst>
              <a:ext uri="{FF2B5EF4-FFF2-40B4-BE49-F238E27FC236}">
                <a16:creationId xmlns:a16="http://schemas.microsoft.com/office/drawing/2014/main" id="{EA20A0B5-39F9-4B53-A770-FEFAFD80A7B3}"/>
              </a:ext>
            </a:extLst>
          </p:cNvPr>
          <p:cNvSpPr>
            <a:spLocks noGrp="1" noChangeArrowheads="1"/>
          </p:cNvSpPr>
          <p:nvPr>
            <p:ph idx="1"/>
          </p:nvPr>
        </p:nvSpPr>
        <p:spPr/>
        <p:txBody>
          <a:bodyPr/>
          <a:lstStyle/>
          <a:p>
            <a:r>
              <a:rPr lang="en-US" altLang="zh-CN">
                <a:solidFill>
                  <a:srgbClr val="000099"/>
                </a:solidFill>
                <a:ea typeface="ＭＳ Ｐゴシック" panose="020B0600070205080204" pitchFamily="34" charset="-128"/>
              </a:rPr>
              <a:t>Voice signal digitization</a:t>
            </a:r>
          </a:p>
          <a:p>
            <a:pPr lvl="1"/>
            <a:r>
              <a:rPr lang="en-US" altLang="zh-CN">
                <a:ea typeface="Arial" panose="020B0604020202020204" pitchFamily="34" charset="0"/>
              </a:rPr>
              <a:t>Voice frequency bandwidth f &lt;4kHz</a:t>
            </a:r>
          </a:p>
          <a:p>
            <a:pPr lvl="1"/>
            <a:r>
              <a:rPr lang="en-US" altLang="zh-CN">
                <a:ea typeface="Arial" panose="020B0604020202020204" pitchFamily="34" charset="0"/>
              </a:rPr>
              <a:t>Sampling clock frequency: 8kHz (&gt; 2 times the maximum voice frequency)</a:t>
            </a:r>
          </a:p>
          <a:p>
            <a:pPr lvl="1"/>
            <a:r>
              <a:rPr lang="en-US" altLang="zh-CN">
                <a:ea typeface="Arial" panose="020B0604020202020204" pitchFamily="34" charset="0"/>
              </a:rPr>
              <a:t>Sample quantization series: 256 (8bit / per sample)</a:t>
            </a:r>
          </a:p>
          <a:p>
            <a:pPr lvl="1"/>
            <a:r>
              <a:rPr lang="en-US" altLang="zh-CN">
                <a:ea typeface="Arial" panose="020B0604020202020204" pitchFamily="34" charset="0"/>
              </a:rPr>
              <a:t>Data rate: 8000 times / s * 8bit = 64kb / s</a:t>
            </a:r>
          </a:p>
          <a:p>
            <a:pPr lvl="1"/>
            <a:r>
              <a:rPr lang="en-US" altLang="zh-CN">
                <a:ea typeface="Arial" panose="020B0604020202020204" pitchFamily="34" charset="0"/>
              </a:rPr>
              <a:t>The rate of each PCM signal = 64kb / s</a:t>
            </a:r>
          </a:p>
          <a:p>
            <a:pPr lvl="1"/>
            <a:endParaRPr lang="zh-CN" altLang="en-US">
              <a:ea typeface="Arial" panose="020B0604020202020204" pitchFamily="34" charset="0"/>
            </a:endParaRPr>
          </a:p>
        </p:txBody>
      </p:sp>
      <p:sp>
        <p:nvSpPr>
          <p:cNvPr id="167940" name="灯片编号占位符 4">
            <a:extLst>
              <a:ext uri="{FF2B5EF4-FFF2-40B4-BE49-F238E27FC236}">
                <a16:creationId xmlns:a16="http://schemas.microsoft.com/office/drawing/2014/main" id="{4E22A4A1-9DF6-4339-A71C-70584634697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40E34253-8812-442D-9C8F-A6DEE0DBC8FA}" type="slidenum">
              <a:rPr lang="en-US" altLang="zh-CN" sz="1200" smtClean="0">
                <a:latin typeface="Tahoma" panose="020B0604030504040204" pitchFamily="34" charset="0"/>
              </a:rPr>
              <a:pPr>
                <a:lnSpc>
                  <a:spcPct val="100000"/>
                </a:lnSpc>
                <a:spcBef>
                  <a:spcPct val="0"/>
                </a:spcBef>
                <a:buClrTx/>
                <a:buSzTx/>
                <a:buFontTx/>
                <a:buNone/>
              </a:pPr>
              <a:t>30</a:t>
            </a:fld>
            <a:endParaRPr lang="en-US" altLang="zh-CN" sz="1200" dirty="0">
              <a:latin typeface="Tahoma" panose="020B0604030504040204" pitchFamily="34" charset="0"/>
            </a:endParaRPr>
          </a:p>
        </p:txBody>
      </p:sp>
      <p:sp>
        <p:nvSpPr>
          <p:cNvPr id="167941" name="标题 1">
            <a:extLst>
              <a:ext uri="{FF2B5EF4-FFF2-40B4-BE49-F238E27FC236}">
                <a16:creationId xmlns:a16="http://schemas.microsoft.com/office/drawing/2014/main" id="{8A645086-3976-47B7-AF11-82B179FAAE24}"/>
              </a:ext>
            </a:extLst>
          </p:cNvPr>
          <p:cNvSpPr>
            <a:spLocks noGrp="1" noChangeArrowheads="1"/>
          </p:cNvSpPr>
          <p:nvPr>
            <p:ph type="title"/>
          </p:nvPr>
        </p:nvSpPr>
        <p:spPr/>
        <p:txBody>
          <a:bodyPr/>
          <a:lstStyle/>
          <a:p>
            <a:r>
              <a:rPr lang="fr-FR" altLang="zh-CN" sz="3600" dirty="0">
                <a:ea typeface="ＭＳ Ｐゴシック" panose="020B0600070205080204" pitchFamily="34" charset="-128"/>
              </a:rPr>
              <a:t>Pulse Code Modulation (PCM)</a:t>
            </a:r>
            <a:br>
              <a:rPr lang="fr-FR" altLang="zh-CN" sz="3600" dirty="0">
                <a:ea typeface="ＭＳ Ｐゴシック" panose="020B0600070205080204" pitchFamily="34" charset="-128"/>
              </a:rPr>
            </a:br>
            <a:r>
              <a:rPr lang="en-US" altLang="zh-CN" sz="3200" dirty="0">
                <a:ea typeface="ＭＳ Ｐゴシック" panose="020B0600070205080204" pitchFamily="34" charset="-128"/>
              </a:rPr>
              <a:t>(analog data to digital signals)</a:t>
            </a:r>
            <a:endParaRPr lang="zh-CN" altLang="en-US" sz="3600" dirty="0">
              <a:ea typeface="ＭＳ Ｐゴシック" panose="020B0600070205080204" pitchFamily="34" charset="-128"/>
            </a:endParaRPr>
          </a:p>
        </p:txBody>
      </p:sp>
    </p:spTree>
    <p:extLst>
      <p:ext uri="{BB962C8B-B14F-4D97-AF65-F5344CB8AC3E}">
        <p14:creationId xmlns:p14="http://schemas.microsoft.com/office/powerpoint/2010/main" val="31864891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3" name="灯片编号占位符 4">
            <a:extLst>
              <a:ext uri="{FF2B5EF4-FFF2-40B4-BE49-F238E27FC236}">
                <a16:creationId xmlns:a16="http://schemas.microsoft.com/office/drawing/2014/main" id="{B734A407-79C9-46BE-A922-5EE84B35478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C48C76CD-263F-41BC-85C7-43F898B2BDD0}" type="slidenum">
              <a:rPr lang="en-US" altLang="zh-CN" sz="1200" smtClean="0">
                <a:latin typeface="Tahoma" panose="020B0604030504040204" pitchFamily="34" charset="0"/>
              </a:rPr>
              <a:pPr>
                <a:lnSpc>
                  <a:spcPct val="100000"/>
                </a:lnSpc>
                <a:spcBef>
                  <a:spcPct val="0"/>
                </a:spcBef>
                <a:buClrTx/>
                <a:buSzTx/>
                <a:buFontTx/>
                <a:buNone/>
              </a:pPr>
              <a:t>31</a:t>
            </a:fld>
            <a:endParaRPr lang="en-US" altLang="zh-CN" sz="1200" dirty="0">
              <a:latin typeface="Tahoma" panose="020B0604030504040204" pitchFamily="34" charset="0"/>
            </a:endParaRPr>
          </a:p>
        </p:txBody>
      </p:sp>
      <p:sp>
        <p:nvSpPr>
          <p:cNvPr id="168964" name="标题 1">
            <a:extLst>
              <a:ext uri="{FF2B5EF4-FFF2-40B4-BE49-F238E27FC236}">
                <a16:creationId xmlns:a16="http://schemas.microsoft.com/office/drawing/2014/main" id="{7CB8A114-BD56-4573-8E3F-5D4909E1A4A7}"/>
              </a:ext>
            </a:extLst>
          </p:cNvPr>
          <p:cNvSpPr>
            <a:spLocks noGrp="1" noChangeArrowheads="1"/>
          </p:cNvSpPr>
          <p:nvPr>
            <p:ph type="title"/>
          </p:nvPr>
        </p:nvSpPr>
        <p:spPr>
          <a:xfrm>
            <a:off x="533400" y="228600"/>
            <a:ext cx="7772400" cy="1143000"/>
          </a:xfrm>
        </p:spPr>
        <p:txBody>
          <a:bodyPr/>
          <a:lstStyle/>
          <a:p>
            <a:r>
              <a:rPr lang="fr-FR" altLang="zh-CN" sz="3600" dirty="0">
                <a:ea typeface="ＭＳ Ｐゴシック" panose="020B0600070205080204" pitchFamily="34" charset="-128"/>
              </a:rPr>
              <a:t>Pulse Code Modulation (PCM)</a:t>
            </a:r>
            <a:br>
              <a:rPr lang="fr-FR" altLang="zh-CN" sz="3600" dirty="0">
                <a:ea typeface="ＭＳ Ｐゴシック" panose="020B0600070205080204" pitchFamily="34" charset="-128"/>
              </a:rPr>
            </a:br>
            <a:r>
              <a:rPr lang="en-US" altLang="zh-CN" sz="3200" dirty="0">
                <a:ea typeface="ＭＳ Ｐゴシック" panose="020B0600070205080204" pitchFamily="34" charset="-128"/>
              </a:rPr>
              <a:t>(analog data to digital signals)</a:t>
            </a:r>
            <a:endParaRPr lang="zh-CN" altLang="en-US" sz="3600" dirty="0">
              <a:ea typeface="ＭＳ Ｐゴシック" panose="020B0600070205080204" pitchFamily="34" charset="-128"/>
            </a:endParaRPr>
          </a:p>
        </p:txBody>
      </p:sp>
      <p:graphicFrame>
        <p:nvGraphicFramePr>
          <p:cNvPr id="168965" name="Object 56" descr="信纸">
            <a:extLst>
              <a:ext uri="{FF2B5EF4-FFF2-40B4-BE49-F238E27FC236}">
                <a16:creationId xmlns:a16="http://schemas.microsoft.com/office/drawing/2014/main" id="{729A52D4-BEB0-4954-990E-E77C8FF3C93D}"/>
              </a:ext>
            </a:extLst>
          </p:cNvPr>
          <p:cNvGraphicFramePr>
            <a:graphicFrameLocks noChangeAspect="1"/>
          </p:cNvGraphicFramePr>
          <p:nvPr/>
        </p:nvGraphicFramePr>
        <p:xfrm>
          <a:off x="2052638" y="1584325"/>
          <a:ext cx="6045200" cy="4772025"/>
        </p:xfrm>
        <a:graphic>
          <a:graphicData uri="http://schemas.openxmlformats.org/presentationml/2006/ole">
            <mc:AlternateContent xmlns:mc="http://schemas.openxmlformats.org/markup-compatibility/2006">
              <mc:Choice xmlns:v="urn:schemas-microsoft-com:vml" Requires="v">
                <p:oleObj spid="_x0000_s206859" name="Visio" r:id="rId3" imgW="5539670" imgH="4373784" progId="Visio.Drawing.11">
                  <p:embed/>
                </p:oleObj>
              </mc:Choice>
              <mc:Fallback>
                <p:oleObj name="Visio" r:id="rId3" imgW="5539670" imgH="4373784" progId="Visio.Drawing.11">
                  <p:embed/>
                  <p:pic>
                    <p:nvPicPr>
                      <p:cNvPr id="168965" name="Object 56" descr="信纸">
                        <a:extLst>
                          <a:ext uri="{FF2B5EF4-FFF2-40B4-BE49-F238E27FC236}">
                            <a16:creationId xmlns:a16="http://schemas.microsoft.com/office/drawing/2014/main" id="{729A52D4-BEB0-4954-990E-E77C8FF3C9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2638" y="1584325"/>
                        <a:ext cx="6045200" cy="4772025"/>
                      </a:xfrm>
                      <a:prstGeom prst="rect">
                        <a:avLst/>
                      </a:prstGeom>
                      <a:blipFill dpi="0" rotWithShape="1">
                        <a:blip r:embed="rId5"/>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8966" name="Rectangle 5">
            <a:extLst>
              <a:ext uri="{FF2B5EF4-FFF2-40B4-BE49-F238E27FC236}">
                <a16:creationId xmlns:a16="http://schemas.microsoft.com/office/drawing/2014/main" id="{93202121-3DF2-4BFC-9C67-AD835A57E61B}"/>
              </a:ext>
            </a:extLst>
          </p:cNvPr>
          <p:cNvSpPr>
            <a:spLocks noChangeArrowheads="1"/>
          </p:cNvSpPr>
          <p:nvPr/>
        </p:nvSpPr>
        <p:spPr bwMode="auto">
          <a:xfrm>
            <a:off x="277813" y="3627438"/>
            <a:ext cx="2087562"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r>
              <a:rPr kumimoji="1" lang="en-US" altLang="zh-CN" sz="2400">
                <a:solidFill>
                  <a:srgbClr val="FF0000"/>
                </a:solidFill>
                <a:latin typeface="Gill Sans MT (正文)"/>
                <a:ea typeface="宋体" panose="02010600030101010101" pitchFamily="2" charset="-122"/>
              </a:rPr>
              <a:t>PCM coding process example</a:t>
            </a:r>
            <a:endParaRPr kumimoji="1" lang="zh-CN" altLang="en-US" sz="2400">
              <a:solidFill>
                <a:srgbClr val="FF0000"/>
              </a:solidFill>
              <a:latin typeface="Gill Sans MT (正文)"/>
              <a:ea typeface="宋体" panose="02010600030101010101" pitchFamily="2" charset="-122"/>
            </a:endParaRPr>
          </a:p>
        </p:txBody>
      </p:sp>
    </p:spTree>
    <p:extLst>
      <p:ext uri="{BB962C8B-B14F-4D97-AF65-F5344CB8AC3E}">
        <p14:creationId xmlns:p14="http://schemas.microsoft.com/office/powerpoint/2010/main" val="20982965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标题 1">
            <a:extLst>
              <a:ext uri="{FF2B5EF4-FFF2-40B4-BE49-F238E27FC236}">
                <a16:creationId xmlns:a16="http://schemas.microsoft.com/office/drawing/2014/main" id="{AA12ECE4-70A5-47DD-B3C0-238D858C5E69}"/>
              </a:ext>
            </a:extLst>
          </p:cNvPr>
          <p:cNvSpPr>
            <a:spLocks noGrp="1" noChangeArrowheads="1"/>
          </p:cNvSpPr>
          <p:nvPr>
            <p:ph type="title"/>
          </p:nvPr>
        </p:nvSpPr>
        <p:spPr/>
        <p:txBody>
          <a:bodyPr/>
          <a:lstStyle/>
          <a:p>
            <a:r>
              <a:rPr lang="en-US" altLang="zh-CN" sz="3600">
                <a:ea typeface="ＭＳ Ｐゴシック" panose="020B0600070205080204" pitchFamily="34" charset="-128"/>
              </a:rPr>
              <a:t>Digital signal coding </a:t>
            </a:r>
            <a:br>
              <a:rPr lang="en-US" altLang="zh-CN" sz="3600">
                <a:ea typeface="ＭＳ Ｐゴシック" panose="020B0600070205080204" pitchFamily="34" charset="-128"/>
              </a:rPr>
            </a:br>
            <a:r>
              <a:rPr lang="en-US" altLang="zh-CN" sz="3200">
                <a:ea typeface="ＭＳ Ｐゴシック" panose="020B0600070205080204" pitchFamily="34" charset="-128"/>
              </a:rPr>
              <a:t>(digital data to digital signals)</a:t>
            </a:r>
            <a:endParaRPr lang="zh-CN" altLang="en-US" sz="3600">
              <a:ea typeface="ＭＳ Ｐゴシック" panose="020B0600070205080204" pitchFamily="34" charset="-128"/>
            </a:endParaRPr>
          </a:p>
        </p:txBody>
      </p:sp>
      <p:sp>
        <p:nvSpPr>
          <p:cNvPr id="169987" name="内容占位符 2">
            <a:extLst>
              <a:ext uri="{FF2B5EF4-FFF2-40B4-BE49-F238E27FC236}">
                <a16:creationId xmlns:a16="http://schemas.microsoft.com/office/drawing/2014/main" id="{D3B51194-1517-4B1A-BEAA-9471A71C82E6}"/>
              </a:ext>
            </a:extLst>
          </p:cNvPr>
          <p:cNvSpPr>
            <a:spLocks noGrp="1" noChangeArrowheads="1"/>
          </p:cNvSpPr>
          <p:nvPr>
            <p:ph idx="1"/>
          </p:nvPr>
        </p:nvSpPr>
        <p:spPr/>
        <p:txBody>
          <a:bodyPr/>
          <a:lstStyle/>
          <a:p>
            <a:r>
              <a:rPr lang="en-US" altLang="zh-CN">
                <a:ea typeface="ＭＳ Ｐゴシック" panose="020B0600070205080204" pitchFamily="34" charset="-128"/>
              </a:rPr>
              <a:t>Non-Return-to-Zero (NRZ)</a:t>
            </a:r>
          </a:p>
          <a:p>
            <a:r>
              <a:rPr lang="en-US" altLang="zh-CN">
                <a:ea typeface="ＭＳ Ｐゴシック" panose="020B0600070205080204" pitchFamily="34" charset="-128"/>
              </a:rPr>
              <a:t>Manchester encoding</a:t>
            </a:r>
          </a:p>
          <a:p>
            <a:r>
              <a:rPr lang="en-US" altLang="zh-CN">
                <a:ea typeface="ＭＳ Ｐゴシック" panose="020B0600070205080204" pitchFamily="34" charset="-128"/>
              </a:rPr>
              <a:t>Differential Manchester encoding</a:t>
            </a:r>
          </a:p>
          <a:p>
            <a:r>
              <a:rPr lang="en-US" altLang="zh-CN">
                <a:ea typeface="ＭＳ Ｐゴシック" panose="020B0600070205080204" pitchFamily="34" charset="-128"/>
              </a:rPr>
              <a:t>Block encoding (4B / 5B, 8B / 10B)</a:t>
            </a:r>
          </a:p>
          <a:p>
            <a:endParaRPr lang="zh-CN" altLang="en-US">
              <a:ea typeface="ＭＳ Ｐゴシック" panose="020B0600070205080204" pitchFamily="34" charset="-128"/>
            </a:endParaRPr>
          </a:p>
        </p:txBody>
      </p:sp>
      <p:sp>
        <p:nvSpPr>
          <p:cNvPr id="169989" name="灯片编号占位符 4">
            <a:extLst>
              <a:ext uri="{FF2B5EF4-FFF2-40B4-BE49-F238E27FC236}">
                <a16:creationId xmlns:a16="http://schemas.microsoft.com/office/drawing/2014/main" id="{0281F4BF-6BD6-4629-B84E-01AE1F49514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sz="1200" dirty="0">
                <a:latin typeface="Tahoma" panose="020B0604030504040204" pitchFamily="34" charset="0"/>
              </a:rPr>
              <a:t>2-</a:t>
            </a:r>
            <a:fld id="{DD35EB1B-E688-4262-A0BF-90600D778412}" type="slidenum">
              <a:rPr lang="en-US" altLang="zh-CN" sz="1200" smtClean="0">
                <a:latin typeface="Tahoma" panose="020B0604030504040204" pitchFamily="34" charset="0"/>
              </a:rPr>
              <a:pPr/>
              <a:t>32</a:t>
            </a:fld>
            <a:endParaRPr lang="en-US" altLang="zh-CN" sz="1200" dirty="0">
              <a:latin typeface="Tahoma" panose="020B0604030504040204" pitchFamily="34" charset="0"/>
            </a:endParaRPr>
          </a:p>
        </p:txBody>
      </p:sp>
    </p:spTree>
    <p:extLst>
      <p:ext uri="{BB962C8B-B14F-4D97-AF65-F5344CB8AC3E}">
        <p14:creationId xmlns:p14="http://schemas.microsoft.com/office/powerpoint/2010/main" val="27848670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7401A43-DBD9-453E-B7AC-A996521DF1E2}"/>
              </a:ext>
            </a:extLst>
          </p:cNvPr>
          <p:cNvSpPr>
            <a:spLocks noGrp="1"/>
          </p:cNvSpPr>
          <p:nvPr>
            <p:ph idx="1"/>
          </p:nvPr>
        </p:nvSpPr>
        <p:spPr/>
        <p:txBody>
          <a:bodyPr/>
          <a:lstStyle/>
          <a:p>
            <a:pPr>
              <a:defRPr/>
            </a:pPr>
            <a:r>
              <a:rPr lang="en-US" altLang="zh-CN" dirty="0">
                <a:solidFill>
                  <a:srgbClr val="FF0000"/>
                </a:solidFill>
              </a:rPr>
              <a:t>Non-Return-To-Zero Level (NRZ-L) Coding</a:t>
            </a:r>
          </a:p>
          <a:p>
            <a:pPr>
              <a:defRPr/>
            </a:pPr>
            <a:endParaRPr lang="en-US" altLang="zh-CN" dirty="0">
              <a:solidFill>
                <a:srgbClr val="FF0000"/>
              </a:solidFill>
            </a:endParaRPr>
          </a:p>
          <a:p>
            <a:pPr>
              <a:defRPr/>
            </a:pPr>
            <a:endParaRPr lang="en-US" altLang="zh-CN" dirty="0">
              <a:solidFill>
                <a:srgbClr val="FF0000"/>
              </a:solidFill>
            </a:endParaRPr>
          </a:p>
          <a:p>
            <a:pPr>
              <a:defRPr/>
            </a:pPr>
            <a:endParaRPr lang="en-US" altLang="zh-CN" dirty="0">
              <a:solidFill>
                <a:srgbClr val="FF0000"/>
              </a:solidFill>
            </a:endParaRPr>
          </a:p>
          <a:p>
            <a:pPr>
              <a:defRPr/>
            </a:pPr>
            <a:endParaRPr lang="en-US" altLang="zh-CN" dirty="0">
              <a:solidFill>
                <a:srgbClr val="FF0000"/>
              </a:solidFill>
            </a:endParaRPr>
          </a:p>
          <a:p>
            <a:pPr>
              <a:defRPr/>
            </a:pPr>
            <a:endParaRPr lang="en-US" altLang="zh-CN" dirty="0">
              <a:solidFill>
                <a:srgbClr val="FF0000"/>
              </a:solidFill>
            </a:endParaRPr>
          </a:p>
          <a:p>
            <a:pPr>
              <a:defRPr/>
            </a:pPr>
            <a:endParaRPr lang="en-US" altLang="zh-CN" dirty="0">
              <a:solidFill>
                <a:srgbClr val="FF0000"/>
              </a:solidFill>
            </a:endParaRPr>
          </a:p>
          <a:p>
            <a:pPr marL="0" indent="0">
              <a:buFont typeface="Wingdings" panose="05000000000000000000" pitchFamily="2" charset="2"/>
              <a:buNone/>
              <a:defRPr/>
            </a:pPr>
            <a:endParaRPr lang="zh-CN" altLang="en-US" dirty="0"/>
          </a:p>
        </p:txBody>
      </p:sp>
      <p:sp>
        <p:nvSpPr>
          <p:cNvPr id="171012" name="灯片编号占位符 4">
            <a:extLst>
              <a:ext uri="{FF2B5EF4-FFF2-40B4-BE49-F238E27FC236}">
                <a16:creationId xmlns:a16="http://schemas.microsoft.com/office/drawing/2014/main" id="{9669818E-685E-47C5-9CEE-4013271889C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sz="1200" dirty="0">
                <a:latin typeface="Tahoma" panose="020B0604030504040204" pitchFamily="34" charset="0"/>
              </a:rPr>
              <a:t>2-</a:t>
            </a:r>
            <a:fld id="{0759EEFD-F388-49C6-8D1A-E9BB4BFE184B}" type="slidenum">
              <a:rPr lang="en-US" altLang="zh-CN" sz="1200" smtClean="0">
                <a:latin typeface="Tahoma" panose="020B0604030504040204" pitchFamily="34" charset="0"/>
              </a:rPr>
              <a:pPr/>
              <a:t>33</a:t>
            </a:fld>
            <a:endParaRPr lang="en-US" altLang="zh-CN" sz="1200" dirty="0">
              <a:latin typeface="Tahoma" panose="020B0604030504040204" pitchFamily="34" charset="0"/>
            </a:endParaRPr>
          </a:p>
        </p:txBody>
      </p:sp>
      <p:sp>
        <p:nvSpPr>
          <p:cNvPr id="171013" name="标题 1">
            <a:extLst>
              <a:ext uri="{FF2B5EF4-FFF2-40B4-BE49-F238E27FC236}">
                <a16:creationId xmlns:a16="http://schemas.microsoft.com/office/drawing/2014/main" id="{0345308E-6FB8-4EBD-9B63-55FC6FC86A85}"/>
              </a:ext>
            </a:extLst>
          </p:cNvPr>
          <p:cNvSpPr>
            <a:spLocks noGrp="1" noChangeArrowheads="1"/>
          </p:cNvSpPr>
          <p:nvPr>
            <p:ph type="title"/>
          </p:nvPr>
        </p:nvSpPr>
        <p:spPr/>
        <p:txBody>
          <a:bodyPr/>
          <a:lstStyle/>
          <a:p>
            <a:r>
              <a:rPr lang="en-US" altLang="zh-CN" sz="3600">
                <a:ea typeface="ＭＳ Ｐゴシック" panose="020B0600070205080204" pitchFamily="34" charset="-128"/>
              </a:rPr>
              <a:t>Digital signal coding </a:t>
            </a:r>
            <a:br>
              <a:rPr lang="en-US" altLang="zh-CN" sz="3600">
                <a:ea typeface="ＭＳ Ｐゴシック" panose="020B0600070205080204" pitchFamily="34" charset="-128"/>
              </a:rPr>
            </a:br>
            <a:r>
              <a:rPr lang="en-US" altLang="zh-CN" sz="3200">
                <a:ea typeface="ＭＳ Ｐゴシック" panose="020B0600070205080204" pitchFamily="34" charset="-128"/>
              </a:rPr>
              <a:t>(digital data to digital signals)</a:t>
            </a:r>
            <a:endParaRPr lang="zh-CN" altLang="en-US" sz="3600">
              <a:ea typeface="ＭＳ Ｐゴシック" panose="020B0600070205080204" pitchFamily="34" charset="-128"/>
            </a:endParaRPr>
          </a:p>
        </p:txBody>
      </p:sp>
      <p:graphicFrame>
        <p:nvGraphicFramePr>
          <p:cNvPr id="171014" name="Object 6" descr="信纸">
            <a:extLst>
              <a:ext uri="{FF2B5EF4-FFF2-40B4-BE49-F238E27FC236}">
                <a16:creationId xmlns:a16="http://schemas.microsoft.com/office/drawing/2014/main" id="{44F141EC-7CF1-4E6D-899A-3681D37265FF}"/>
              </a:ext>
            </a:extLst>
          </p:cNvPr>
          <p:cNvGraphicFramePr>
            <a:graphicFrameLocks noChangeAspect="1"/>
          </p:cNvGraphicFramePr>
          <p:nvPr/>
        </p:nvGraphicFramePr>
        <p:xfrm>
          <a:off x="1133475" y="2667000"/>
          <a:ext cx="6877050" cy="2684463"/>
        </p:xfrm>
        <a:graphic>
          <a:graphicData uri="http://schemas.openxmlformats.org/presentationml/2006/ole">
            <mc:AlternateContent xmlns:mc="http://schemas.openxmlformats.org/markup-compatibility/2006">
              <mc:Choice xmlns:v="urn:schemas-microsoft-com:vml" Requires="v">
                <p:oleObj spid="_x0000_s207883" name="Visio" r:id="rId3" imgW="4178202" imgH="1630296" progId="Visio.Drawing.11">
                  <p:embed/>
                </p:oleObj>
              </mc:Choice>
              <mc:Fallback>
                <p:oleObj name="Visio" r:id="rId3" imgW="4178202" imgH="1630296" progId="Visio.Drawing.11">
                  <p:embed/>
                  <p:pic>
                    <p:nvPicPr>
                      <p:cNvPr id="171014" name="Object 6" descr="信纸">
                        <a:extLst>
                          <a:ext uri="{FF2B5EF4-FFF2-40B4-BE49-F238E27FC236}">
                            <a16:creationId xmlns:a16="http://schemas.microsoft.com/office/drawing/2014/main" id="{44F141EC-7CF1-4E6D-899A-3681D37265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3475" y="2667000"/>
                        <a:ext cx="6877050" cy="2684463"/>
                      </a:xfrm>
                      <a:prstGeom prst="rect">
                        <a:avLst/>
                      </a:prstGeom>
                      <a:blipFill dpi="0" rotWithShape="1">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5994856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171B21E-185F-4B0F-9F17-2467EF250BD4}"/>
              </a:ext>
            </a:extLst>
          </p:cNvPr>
          <p:cNvSpPr>
            <a:spLocks noGrp="1" noChangeArrowheads="1"/>
          </p:cNvSpPr>
          <p:nvPr>
            <p:ph idx="1"/>
          </p:nvPr>
        </p:nvSpPr>
        <p:spPr/>
        <p:txBody>
          <a:bodyPr/>
          <a:lstStyle/>
          <a:p>
            <a:r>
              <a:rPr lang="en-US" altLang="zh-CN">
                <a:solidFill>
                  <a:srgbClr val="FF0000"/>
                </a:solidFill>
                <a:ea typeface="ＭＳ Ｐゴシック" panose="020B0600070205080204" pitchFamily="34" charset="-128"/>
              </a:rPr>
              <a:t>Disadvantages of NRZ-L</a:t>
            </a:r>
          </a:p>
          <a:p>
            <a:pPr lvl="1"/>
            <a:r>
              <a:rPr lang="en-US" altLang="zh-CN">
                <a:ea typeface="Arial" panose="020B0604020202020204" pitchFamily="34" charset="0"/>
              </a:rPr>
              <a:t>Difficult to tell the end of one and the beginning of another</a:t>
            </a:r>
          </a:p>
          <a:p>
            <a:pPr lvl="1"/>
            <a:r>
              <a:rPr lang="en-US" altLang="zh-CN">
                <a:ea typeface="Arial" panose="020B0604020202020204" pitchFamily="34" charset="0"/>
              </a:rPr>
              <a:t>The sender and the receiver must have clock synchronization</a:t>
            </a:r>
          </a:p>
          <a:p>
            <a:pPr lvl="1"/>
            <a:r>
              <a:rPr lang="en-US" altLang="zh-CN">
                <a:ea typeface="Arial" panose="020B0604020202020204" pitchFamily="34" charset="0"/>
              </a:rPr>
              <a:t>If the signal "0" or "1" appears continuously, the signal DC component will accumulate</a:t>
            </a:r>
          </a:p>
          <a:p>
            <a:pPr lvl="1"/>
            <a:r>
              <a:rPr lang="en-US" altLang="zh-CN">
                <a:ea typeface="Arial" panose="020B0604020202020204" pitchFamily="34" charset="0"/>
              </a:rPr>
              <a:t>Prone to propagation errors</a:t>
            </a:r>
          </a:p>
          <a:p>
            <a:endParaRPr lang="zh-CN" altLang="en-US">
              <a:ea typeface="ＭＳ Ｐゴシック" panose="020B0600070205080204" pitchFamily="34" charset="-128"/>
            </a:endParaRPr>
          </a:p>
        </p:txBody>
      </p:sp>
      <p:sp>
        <p:nvSpPr>
          <p:cNvPr id="172036" name="灯片编号占位符 4">
            <a:extLst>
              <a:ext uri="{FF2B5EF4-FFF2-40B4-BE49-F238E27FC236}">
                <a16:creationId xmlns:a16="http://schemas.microsoft.com/office/drawing/2014/main" id="{BB21AAE5-7EDF-43B7-8B69-974ECCD47F9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sz="1200" dirty="0">
                <a:latin typeface="Tahoma" panose="020B0604030504040204" pitchFamily="34" charset="0"/>
              </a:rPr>
              <a:t>2-</a:t>
            </a:r>
            <a:fld id="{6B868745-E794-483B-A519-2B9063952D52}" type="slidenum">
              <a:rPr lang="en-US" altLang="zh-CN" sz="1200" smtClean="0">
                <a:latin typeface="Tahoma" panose="020B0604030504040204" pitchFamily="34" charset="0"/>
              </a:rPr>
              <a:pPr/>
              <a:t>34</a:t>
            </a:fld>
            <a:endParaRPr lang="en-US" altLang="zh-CN" sz="1200" dirty="0">
              <a:latin typeface="Tahoma" panose="020B0604030504040204" pitchFamily="34" charset="0"/>
            </a:endParaRPr>
          </a:p>
        </p:txBody>
      </p:sp>
      <p:sp>
        <p:nvSpPr>
          <p:cNvPr id="172037" name="标题 1">
            <a:extLst>
              <a:ext uri="{FF2B5EF4-FFF2-40B4-BE49-F238E27FC236}">
                <a16:creationId xmlns:a16="http://schemas.microsoft.com/office/drawing/2014/main" id="{33B6D14D-255B-4789-9022-CFEFF5CA1E42}"/>
              </a:ext>
            </a:extLst>
          </p:cNvPr>
          <p:cNvSpPr>
            <a:spLocks noGrp="1" noChangeArrowheads="1"/>
          </p:cNvSpPr>
          <p:nvPr>
            <p:ph type="title"/>
          </p:nvPr>
        </p:nvSpPr>
        <p:spPr/>
        <p:txBody>
          <a:bodyPr/>
          <a:lstStyle/>
          <a:p>
            <a:r>
              <a:rPr lang="en-US" altLang="zh-CN" sz="3600">
                <a:ea typeface="ＭＳ Ｐゴシック" panose="020B0600070205080204" pitchFamily="34" charset="-128"/>
              </a:rPr>
              <a:t>Digital signal coding </a:t>
            </a:r>
            <a:br>
              <a:rPr lang="en-US" altLang="zh-CN" sz="3600">
                <a:ea typeface="ＭＳ Ｐゴシック" panose="020B0600070205080204" pitchFamily="34" charset="-128"/>
              </a:rPr>
            </a:br>
            <a:r>
              <a:rPr lang="en-US" altLang="zh-CN" sz="3200">
                <a:ea typeface="ＭＳ Ｐゴシック" panose="020B0600070205080204" pitchFamily="34" charset="-128"/>
              </a:rPr>
              <a:t>(digital data to digital signals)</a:t>
            </a:r>
            <a:endParaRPr lang="zh-CN" altLang="en-US" sz="3600">
              <a:ea typeface="ＭＳ Ｐゴシック" panose="020B0600070205080204" pitchFamily="34" charset="-128"/>
            </a:endParaRPr>
          </a:p>
        </p:txBody>
      </p:sp>
    </p:spTree>
    <p:extLst>
      <p:ext uri="{BB962C8B-B14F-4D97-AF65-F5344CB8AC3E}">
        <p14:creationId xmlns:p14="http://schemas.microsoft.com/office/powerpoint/2010/main" val="38023404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B8E3C39-05EA-43DE-A484-A7FFD094D351}"/>
              </a:ext>
            </a:extLst>
          </p:cNvPr>
          <p:cNvSpPr>
            <a:spLocks noGrp="1" noChangeArrowheads="1"/>
          </p:cNvSpPr>
          <p:nvPr>
            <p:ph idx="1"/>
          </p:nvPr>
        </p:nvSpPr>
        <p:spPr>
          <a:xfrm>
            <a:off x="533400" y="228600"/>
            <a:ext cx="7772400" cy="6030913"/>
          </a:xfrm>
        </p:spPr>
        <p:txBody>
          <a:bodyPr/>
          <a:lstStyle/>
          <a:p>
            <a:r>
              <a:rPr lang="en-US" altLang="zh-CN">
                <a:solidFill>
                  <a:srgbClr val="FF0000"/>
                </a:solidFill>
                <a:ea typeface="ＭＳ Ｐゴシック" panose="020B0600070205080204" pitchFamily="34" charset="-128"/>
              </a:rPr>
              <a:t>Bit synchronization</a:t>
            </a:r>
          </a:p>
          <a:p>
            <a:pPr lvl="1"/>
            <a:r>
              <a:rPr lang="en-US" altLang="zh-CN">
                <a:ea typeface="Arial" panose="020B0604020202020204" pitchFamily="34" charset="0"/>
              </a:rPr>
              <a:t>The purpose is to synchronize each bit of information received by the receiver with the sender</a:t>
            </a:r>
          </a:p>
          <a:p>
            <a:r>
              <a:rPr lang="en-US" altLang="zh-CN">
                <a:solidFill>
                  <a:srgbClr val="FF0000"/>
                </a:solidFill>
                <a:ea typeface="ＭＳ Ｐゴシック" panose="020B0600070205080204" pitchFamily="34" charset="-128"/>
              </a:rPr>
              <a:t>External synchronization</a:t>
            </a:r>
          </a:p>
          <a:p>
            <a:endParaRPr lang="en-US" altLang="zh-CN">
              <a:solidFill>
                <a:srgbClr val="FF0000"/>
              </a:solidFill>
              <a:ea typeface="ＭＳ Ｐゴシック" panose="020B0600070205080204" pitchFamily="34" charset="-128"/>
            </a:endParaRPr>
          </a:p>
          <a:p>
            <a:endParaRPr lang="en-US" altLang="zh-CN">
              <a:solidFill>
                <a:srgbClr val="FF0000"/>
              </a:solidFill>
              <a:ea typeface="ＭＳ Ｐゴシック" panose="020B0600070205080204" pitchFamily="34" charset="-128"/>
            </a:endParaRPr>
          </a:p>
          <a:p>
            <a:endParaRPr lang="en-US" altLang="zh-CN">
              <a:solidFill>
                <a:srgbClr val="FF0000"/>
              </a:solidFill>
              <a:ea typeface="ＭＳ Ｐゴシック" panose="020B0600070205080204" pitchFamily="34" charset="-128"/>
            </a:endParaRPr>
          </a:p>
          <a:p>
            <a:endParaRPr lang="en-US" altLang="zh-CN">
              <a:solidFill>
                <a:srgbClr val="FF0000"/>
              </a:solidFill>
              <a:ea typeface="ＭＳ Ｐゴシック" panose="020B0600070205080204" pitchFamily="34" charset="-128"/>
            </a:endParaRPr>
          </a:p>
          <a:p>
            <a:endParaRPr lang="en-US" altLang="zh-CN">
              <a:solidFill>
                <a:srgbClr val="FF0000"/>
              </a:solidFill>
              <a:ea typeface="ＭＳ Ｐゴシック" panose="020B0600070205080204" pitchFamily="34" charset="-128"/>
            </a:endParaRPr>
          </a:p>
          <a:p>
            <a:endParaRPr lang="en-US" altLang="zh-CN">
              <a:solidFill>
                <a:srgbClr val="FF0000"/>
              </a:solidFill>
              <a:ea typeface="ＭＳ Ｐゴシック" panose="020B0600070205080204" pitchFamily="34" charset="-128"/>
            </a:endParaRPr>
          </a:p>
          <a:p>
            <a:endParaRPr lang="en-US" altLang="zh-CN">
              <a:solidFill>
                <a:srgbClr val="FF0000"/>
              </a:solidFill>
              <a:ea typeface="ＭＳ Ｐゴシック" panose="020B0600070205080204" pitchFamily="34" charset="-128"/>
            </a:endParaRPr>
          </a:p>
          <a:p>
            <a:endParaRPr lang="en-US" altLang="zh-CN">
              <a:solidFill>
                <a:srgbClr val="FF0000"/>
              </a:solidFill>
              <a:ea typeface="ＭＳ Ｐゴシック" panose="020B0600070205080204" pitchFamily="34" charset="-128"/>
            </a:endParaRPr>
          </a:p>
          <a:p>
            <a:r>
              <a:rPr lang="en-US" altLang="zh-CN">
                <a:solidFill>
                  <a:srgbClr val="FF0000"/>
                </a:solidFill>
                <a:ea typeface="ＭＳ Ｐゴシック" panose="020B0600070205080204" pitchFamily="34" charset="-128"/>
              </a:rPr>
              <a:t>Self-synchronization</a:t>
            </a:r>
          </a:p>
          <a:p>
            <a:endParaRPr lang="zh-CN" altLang="en-US">
              <a:ea typeface="ＭＳ Ｐゴシック" panose="020B0600070205080204" pitchFamily="34" charset="-128"/>
            </a:endParaRPr>
          </a:p>
        </p:txBody>
      </p:sp>
      <p:sp>
        <p:nvSpPr>
          <p:cNvPr id="173060" name="灯片编号占位符 4">
            <a:extLst>
              <a:ext uri="{FF2B5EF4-FFF2-40B4-BE49-F238E27FC236}">
                <a16:creationId xmlns:a16="http://schemas.microsoft.com/office/drawing/2014/main" id="{286ACA83-2165-4AD1-81D2-28068ABB591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sz="1200" dirty="0">
                <a:latin typeface="Tahoma" panose="020B0604030504040204" pitchFamily="34" charset="0"/>
              </a:rPr>
              <a:t>2-</a:t>
            </a:r>
            <a:fld id="{97163C6D-C678-4C77-B1D1-D509DF0FC570}" type="slidenum">
              <a:rPr lang="en-US" altLang="zh-CN" sz="1200" smtClean="0">
                <a:latin typeface="Tahoma" panose="020B0604030504040204" pitchFamily="34" charset="0"/>
              </a:rPr>
              <a:pPr/>
              <a:t>35</a:t>
            </a:fld>
            <a:endParaRPr lang="en-US" altLang="zh-CN" sz="1200" dirty="0">
              <a:latin typeface="Tahoma" panose="020B0604030504040204" pitchFamily="34" charset="0"/>
            </a:endParaRPr>
          </a:p>
        </p:txBody>
      </p:sp>
      <p:graphicFrame>
        <p:nvGraphicFramePr>
          <p:cNvPr id="7" name="Object 7" descr="信纸">
            <a:extLst>
              <a:ext uri="{FF2B5EF4-FFF2-40B4-BE49-F238E27FC236}">
                <a16:creationId xmlns:a16="http://schemas.microsoft.com/office/drawing/2014/main" id="{9C343347-DF9F-47A1-9A29-E1F40C3BD0A8}"/>
              </a:ext>
            </a:extLst>
          </p:cNvPr>
          <p:cNvGraphicFramePr>
            <a:graphicFrameLocks noChangeAspect="1"/>
          </p:cNvGraphicFramePr>
          <p:nvPr/>
        </p:nvGraphicFramePr>
        <p:xfrm>
          <a:off x="1190625" y="1916113"/>
          <a:ext cx="6765925" cy="3287712"/>
        </p:xfrm>
        <a:graphic>
          <a:graphicData uri="http://schemas.openxmlformats.org/presentationml/2006/ole">
            <mc:AlternateContent xmlns:mc="http://schemas.openxmlformats.org/markup-compatibility/2006">
              <mc:Choice xmlns:v="urn:schemas-microsoft-com:vml" Requires="v">
                <p:oleObj spid="_x0000_s208907" name="Visio" r:id="rId3" imgW="3573751" imgH="1737288" progId="Visio.Drawing.11">
                  <p:embed/>
                </p:oleObj>
              </mc:Choice>
              <mc:Fallback>
                <p:oleObj name="Visio" r:id="rId3" imgW="3573751" imgH="1737288" progId="Visio.Drawing.11">
                  <p:embed/>
                  <p:pic>
                    <p:nvPicPr>
                      <p:cNvPr id="7" name="Object 7" descr="信纸">
                        <a:extLst>
                          <a:ext uri="{FF2B5EF4-FFF2-40B4-BE49-F238E27FC236}">
                            <a16:creationId xmlns:a16="http://schemas.microsoft.com/office/drawing/2014/main" id="{9C343347-DF9F-47A1-9A29-E1F40C3BD0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0625" y="1916113"/>
                        <a:ext cx="6765925" cy="3287712"/>
                      </a:xfrm>
                      <a:prstGeom prst="rect">
                        <a:avLst/>
                      </a:prstGeom>
                      <a:blipFill dpi="0" rotWithShape="1">
                        <a:blip r:embed="rId5"/>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3107060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80B32A6-57A3-40E0-8CF5-0232EEC74644}"/>
              </a:ext>
            </a:extLst>
          </p:cNvPr>
          <p:cNvSpPr>
            <a:spLocks noGrp="1" noChangeArrowheads="1"/>
          </p:cNvSpPr>
          <p:nvPr>
            <p:ph idx="1"/>
          </p:nvPr>
        </p:nvSpPr>
        <p:spPr/>
        <p:txBody>
          <a:bodyPr/>
          <a:lstStyle/>
          <a:p>
            <a:r>
              <a:rPr lang="en-US" altLang="zh-CN">
                <a:solidFill>
                  <a:srgbClr val="FF0000"/>
                </a:solidFill>
                <a:ea typeface="ＭＳ Ｐゴシック" panose="020B0600070205080204" pitchFamily="34" charset="-128"/>
              </a:rPr>
              <a:t>Manchester Coding</a:t>
            </a:r>
          </a:p>
          <a:p>
            <a:pPr lvl="1"/>
            <a:r>
              <a:rPr lang="en-US" altLang="zh-CN">
                <a:ea typeface="Arial" panose="020B0604020202020204" pitchFamily="34" charset="0"/>
              </a:rPr>
              <a:t>Each symbol is </a:t>
            </a:r>
            <a:r>
              <a:rPr lang="en-US" altLang="zh-CN">
                <a:solidFill>
                  <a:srgbClr val="000099"/>
                </a:solidFill>
                <a:ea typeface="Arial" panose="020B0604020202020204" pitchFamily="34" charset="0"/>
              </a:rPr>
              <a:t>divided into two equal intervals</a:t>
            </a:r>
          </a:p>
          <a:p>
            <a:pPr lvl="2"/>
            <a:r>
              <a:rPr lang="en-US" altLang="zh-CN">
                <a:ea typeface="Arial" panose="020B0604020202020204" pitchFamily="34" charset="0"/>
              </a:rPr>
              <a:t>"1": the previous interval is high and the next low</a:t>
            </a:r>
          </a:p>
          <a:p>
            <a:pPr lvl="2"/>
            <a:r>
              <a:rPr lang="en-US" altLang="zh-CN">
                <a:ea typeface="Arial" panose="020B0604020202020204" pitchFamily="34" charset="0"/>
              </a:rPr>
              <a:t>"0": the previous interval is low and the next high</a:t>
            </a:r>
          </a:p>
          <a:p>
            <a:pPr lvl="1"/>
            <a:r>
              <a:rPr lang="en-US" altLang="zh-CN">
                <a:solidFill>
                  <a:srgbClr val="000099"/>
                </a:solidFill>
                <a:ea typeface="Arial" panose="020B0604020202020204" pitchFamily="34" charset="0"/>
              </a:rPr>
              <a:t>Feature: A level hop in the middle time of each symbol</a:t>
            </a:r>
          </a:p>
          <a:p>
            <a:pPr lvl="1"/>
            <a:endParaRPr lang="zh-CN" altLang="en-US">
              <a:ea typeface="Arial" panose="020B0604020202020204" pitchFamily="34" charset="0"/>
            </a:endParaRPr>
          </a:p>
        </p:txBody>
      </p:sp>
      <p:sp>
        <p:nvSpPr>
          <p:cNvPr id="174084" name="灯片编号占位符 4">
            <a:extLst>
              <a:ext uri="{FF2B5EF4-FFF2-40B4-BE49-F238E27FC236}">
                <a16:creationId xmlns:a16="http://schemas.microsoft.com/office/drawing/2014/main" id="{E4D2D0CC-E509-4840-B5A4-2FC1EDE007C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sz="1200" dirty="0">
                <a:latin typeface="Tahoma" panose="020B0604030504040204" pitchFamily="34" charset="0"/>
              </a:rPr>
              <a:t>2-</a:t>
            </a:r>
            <a:fld id="{63CA4875-A565-462F-B098-93B164F61211}" type="slidenum">
              <a:rPr lang="en-US" altLang="zh-CN" sz="1200" smtClean="0">
                <a:latin typeface="Tahoma" panose="020B0604030504040204" pitchFamily="34" charset="0"/>
              </a:rPr>
              <a:pPr/>
              <a:t>36</a:t>
            </a:fld>
            <a:endParaRPr lang="en-US" altLang="zh-CN" sz="1200" dirty="0">
              <a:latin typeface="Tahoma" panose="020B0604030504040204" pitchFamily="34" charset="0"/>
            </a:endParaRPr>
          </a:p>
        </p:txBody>
      </p:sp>
      <p:sp>
        <p:nvSpPr>
          <p:cNvPr id="174085" name="标题 1">
            <a:extLst>
              <a:ext uri="{FF2B5EF4-FFF2-40B4-BE49-F238E27FC236}">
                <a16:creationId xmlns:a16="http://schemas.microsoft.com/office/drawing/2014/main" id="{B6D928A1-47B6-4F61-86DF-44146F6EEBCB}"/>
              </a:ext>
            </a:extLst>
          </p:cNvPr>
          <p:cNvSpPr>
            <a:spLocks noGrp="1" noChangeArrowheads="1"/>
          </p:cNvSpPr>
          <p:nvPr>
            <p:ph type="title"/>
          </p:nvPr>
        </p:nvSpPr>
        <p:spPr/>
        <p:txBody>
          <a:bodyPr/>
          <a:lstStyle/>
          <a:p>
            <a:r>
              <a:rPr lang="en-US" altLang="zh-CN" sz="3600">
                <a:ea typeface="ＭＳ Ｐゴシック" panose="020B0600070205080204" pitchFamily="34" charset="-128"/>
              </a:rPr>
              <a:t>Digital signal coding </a:t>
            </a:r>
            <a:br>
              <a:rPr lang="en-US" altLang="zh-CN" sz="3600">
                <a:ea typeface="ＭＳ Ｐゴシック" panose="020B0600070205080204" pitchFamily="34" charset="-128"/>
              </a:rPr>
            </a:br>
            <a:r>
              <a:rPr lang="en-US" altLang="zh-CN" sz="3200">
                <a:ea typeface="ＭＳ Ｐゴシック" panose="020B0600070205080204" pitchFamily="34" charset="-128"/>
              </a:rPr>
              <a:t>(digital data to digital signals)</a:t>
            </a:r>
            <a:endParaRPr lang="zh-CN" altLang="en-US" sz="3600">
              <a:ea typeface="ＭＳ Ｐゴシック" panose="020B0600070205080204" pitchFamily="34" charset="-128"/>
            </a:endParaRPr>
          </a:p>
        </p:txBody>
      </p:sp>
      <p:graphicFrame>
        <p:nvGraphicFramePr>
          <p:cNvPr id="174086" name="Object 4" descr="信纸">
            <a:extLst>
              <a:ext uri="{FF2B5EF4-FFF2-40B4-BE49-F238E27FC236}">
                <a16:creationId xmlns:a16="http://schemas.microsoft.com/office/drawing/2014/main" id="{D8EFAAA6-8268-4564-B97B-4C4A1CEE2688}"/>
              </a:ext>
            </a:extLst>
          </p:cNvPr>
          <p:cNvGraphicFramePr>
            <a:graphicFrameLocks noChangeAspect="1"/>
          </p:cNvGraphicFramePr>
          <p:nvPr/>
        </p:nvGraphicFramePr>
        <p:xfrm>
          <a:off x="1036638" y="3627438"/>
          <a:ext cx="7070725" cy="2881312"/>
        </p:xfrm>
        <a:graphic>
          <a:graphicData uri="http://schemas.openxmlformats.org/presentationml/2006/ole">
            <mc:AlternateContent xmlns:mc="http://schemas.openxmlformats.org/markup-compatibility/2006">
              <mc:Choice xmlns:v="urn:schemas-microsoft-com:vml" Requires="v">
                <p:oleObj spid="_x0000_s209931" name="Visio" r:id="rId3" imgW="5180334" imgH="2109668" progId="Visio.Drawing.11">
                  <p:embed/>
                </p:oleObj>
              </mc:Choice>
              <mc:Fallback>
                <p:oleObj name="Visio" r:id="rId3" imgW="5180334" imgH="2109668" progId="Visio.Drawing.11">
                  <p:embed/>
                  <p:pic>
                    <p:nvPicPr>
                      <p:cNvPr id="174086" name="Object 4" descr="信纸">
                        <a:extLst>
                          <a:ext uri="{FF2B5EF4-FFF2-40B4-BE49-F238E27FC236}">
                            <a16:creationId xmlns:a16="http://schemas.microsoft.com/office/drawing/2014/main" id="{D8EFAAA6-8268-4564-B97B-4C4A1CEE26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6638" y="3627438"/>
                        <a:ext cx="7070725" cy="2881312"/>
                      </a:xfrm>
                      <a:prstGeom prst="rect">
                        <a:avLst/>
                      </a:prstGeom>
                      <a:blipFill dpi="0" rotWithShape="1">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4340078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CA63152-5699-4D00-9727-7F20BAB1116B}"/>
              </a:ext>
            </a:extLst>
          </p:cNvPr>
          <p:cNvSpPr>
            <a:spLocks noGrp="1" noChangeArrowheads="1"/>
          </p:cNvSpPr>
          <p:nvPr>
            <p:ph idx="1"/>
          </p:nvPr>
        </p:nvSpPr>
        <p:spPr/>
        <p:txBody>
          <a:bodyPr/>
          <a:lstStyle/>
          <a:p>
            <a:r>
              <a:rPr lang="en-US" altLang="zh-CN">
                <a:solidFill>
                  <a:srgbClr val="FF0000"/>
                </a:solidFill>
                <a:ea typeface="ＭＳ Ｐゴシック" panose="020B0600070205080204" pitchFamily="34" charset="-128"/>
              </a:rPr>
              <a:t>Advantages</a:t>
            </a:r>
          </a:p>
          <a:p>
            <a:pPr lvl="1"/>
            <a:r>
              <a:rPr lang="en-US" altLang="zh-CN">
                <a:ea typeface="Arial" panose="020B0604020202020204" pitchFamily="34" charset="0"/>
              </a:rPr>
              <a:t>Overcoming the disadvantages of the NRZ Coding</a:t>
            </a:r>
          </a:p>
          <a:p>
            <a:pPr lvl="1"/>
            <a:r>
              <a:rPr lang="en-US" altLang="zh-CN">
                <a:ea typeface="Arial" panose="020B0604020202020204" pitchFamily="34" charset="0"/>
              </a:rPr>
              <a:t>Each jump in the middle of a symbol can be used as data, and also as a clock for </a:t>
            </a:r>
            <a:r>
              <a:rPr lang="en-US" altLang="zh-CN">
                <a:solidFill>
                  <a:srgbClr val="000099"/>
                </a:solidFill>
                <a:ea typeface="Arial" panose="020B0604020202020204" pitchFamily="34" charset="0"/>
              </a:rPr>
              <a:t>self-synchronization</a:t>
            </a:r>
            <a:endParaRPr lang="en-US" altLang="zh-CN">
              <a:ea typeface="Arial" panose="020B0604020202020204" pitchFamily="34" charset="0"/>
            </a:endParaRPr>
          </a:p>
          <a:p>
            <a:r>
              <a:rPr lang="en-US" altLang="zh-CN">
                <a:solidFill>
                  <a:srgbClr val="FF0000"/>
                </a:solidFill>
                <a:ea typeface="ＭＳ Ｐゴシック" panose="020B0600070205080204" pitchFamily="34" charset="-128"/>
              </a:rPr>
              <a:t>Disadvantages</a:t>
            </a:r>
          </a:p>
          <a:p>
            <a:pPr lvl="1"/>
            <a:r>
              <a:rPr lang="en-US" altLang="zh-CN">
                <a:ea typeface="Arial" panose="020B0604020202020204" pitchFamily="34" charset="0"/>
              </a:rPr>
              <a:t>Doubling the frequency bandwidth requirement of the transmission channel</a:t>
            </a:r>
          </a:p>
          <a:p>
            <a:pPr lvl="1"/>
            <a:r>
              <a:rPr lang="en-US" altLang="zh-CN">
                <a:ea typeface="Arial" panose="020B0604020202020204" pitchFamily="34" charset="0"/>
              </a:rPr>
              <a:t>High-frequency noise also increases – susceptible to noise interference</a:t>
            </a:r>
          </a:p>
          <a:p>
            <a:pPr lvl="1"/>
            <a:r>
              <a:rPr lang="en-US" altLang="zh-CN">
                <a:solidFill>
                  <a:srgbClr val="000099"/>
                </a:solidFill>
                <a:ea typeface="Arial" panose="020B0604020202020204" pitchFamily="34" charset="0"/>
              </a:rPr>
              <a:t>Ambiguous</a:t>
            </a:r>
          </a:p>
          <a:p>
            <a:endParaRPr lang="zh-CN" altLang="en-US">
              <a:ea typeface="ＭＳ Ｐゴシック" panose="020B0600070205080204" pitchFamily="34" charset="-128"/>
            </a:endParaRPr>
          </a:p>
        </p:txBody>
      </p:sp>
      <p:sp>
        <p:nvSpPr>
          <p:cNvPr id="175108" name="灯片编号占位符 4">
            <a:extLst>
              <a:ext uri="{FF2B5EF4-FFF2-40B4-BE49-F238E27FC236}">
                <a16:creationId xmlns:a16="http://schemas.microsoft.com/office/drawing/2014/main" id="{6497F6BD-265A-4C00-8138-A36D8E78890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sz="1200" dirty="0">
                <a:latin typeface="Tahoma" panose="020B0604030504040204" pitchFamily="34" charset="0"/>
              </a:rPr>
              <a:t>2-</a:t>
            </a:r>
            <a:fld id="{24132F53-8946-4943-8877-6EE1C15EF4C1}" type="slidenum">
              <a:rPr lang="en-US" altLang="zh-CN" sz="1200" smtClean="0">
                <a:latin typeface="Tahoma" panose="020B0604030504040204" pitchFamily="34" charset="0"/>
              </a:rPr>
              <a:pPr/>
              <a:t>37</a:t>
            </a:fld>
            <a:endParaRPr lang="en-US" altLang="zh-CN" sz="1200" dirty="0">
              <a:latin typeface="Tahoma" panose="020B0604030504040204" pitchFamily="34" charset="0"/>
            </a:endParaRPr>
          </a:p>
        </p:txBody>
      </p:sp>
      <p:sp>
        <p:nvSpPr>
          <p:cNvPr id="175109" name="标题 1">
            <a:extLst>
              <a:ext uri="{FF2B5EF4-FFF2-40B4-BE49-F238E27FC236}">
                <a16:creationId xmlns:a16="http://schemas.microsoft.com/office/drawing/2014/main" id="{3804D563-A16E-4874-B7CA-79919D5F0F92}"/>
              </a:ext>
            </a:extLst>
          </p:cNvPr>
          <p:cNvSpPr>
            <a:spLocks noGrp="1" noChangeArrowheads="1"/>
          </p:cNvSpPr>
          <p:nvPr>
            <p:ph type="title"/>
          </p:nvPr>
        </p:nvSpPr>
        <p:spPr/>
        <p:txBody>
          <a:bodyPr/>
          <a:lstStyle/>
          <a:p>
            <a:r>
              <a:rPr lang="en-US" altLang="zh-CN" sz="3600">
                <a:ea typeface="ＭＳ Ｐゴシック" panose="020B0600070205080204" pitchFamily="34" charset="-128"/>
              </a:rPr>
              <a:t>Digital signal coding </a:t>
            </a:r>
            <a:br>
              <a:rPr lang="en-US" altLang="zh-CN" sz="3600">
                <a:ea typeface="ＭＳ Ｐゴシック" panose="020B0600070205080204" pitchFamily="34" charset="-128"/>
              </a:rPr>
            </a:br>
            <a:r>
              <a:rPr lang="en-US" altLang="zh-CN" sz="3200">
                <a:ea typeface="ＭＳ Ｐゴシック" panose="020B0600070205080204" pitchFamily="34" charset="-128"/>
              </a:rPr>
              <a:t>(digital data to digital signals)</a:t>
            </a:r>
            <a:endParaRPr lang="zh-CN" altLang="en-US" sz="3600">
              <a:ea typeface="ＭＳ Ｐゴシック" panose="020B0600070205080204" pitchFamily="34" charset="-128"/>
            </a:endParaRPr>
          </a:p>
        </p:txBody>
      </p:sp>
    </p:spTree>
    <p:extLst>
      <p:ext uri="{BB962C8B-B14F-4D97-AF65-F5344CB8AC3E}">
        <p14:creationId xmlns:p14="http://schemas.microsoft.com/office/powerpoint/2010/main" val="42136466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C8D3B2D-1A7D-4093-80C6-2949D2830ADB}"/>
              </a:ext>
            </a:extLst>
          </p:cNvPr>
          <p:cNvSpPr>
            <a:spLocks noGrp="1" noChangeArrowheads="1"/>
          </p:cNvSpPr>
          <p:nvPr>
            <p:ph idx="1"/>
          </p:nvPr>
        </p:nvSpPr>
        <p:spPr/>
        <p:txBody>
          <a:bodyPr/>
          <a:lstStyle/>
          <a:p>
            <a:r>
              <a:rPr lang="en-US" altLang="zh-CN">
                <a:solidFill>
                  <a:srgbClr val="FF0000"/>
                </a:solidFill>
                <a:ea typeface="ＭＳ Ｐゴシック" panose="020B0600070205080204" pitchFamily="34" charset="-128"/>
              </a:rPr>
              <a:t>Differential</a:t>
            </a:r>
            <a:r>
              <a:rPr lang="en-US" altLang="zh-CN">
                <a:ea typeface="ＭＳ Ｐゴシック" panose="020B0600070205080204" pitchFamily="34" charset="-128"/>
              </a:rPr>
              <a:t> </a:t>
            </a:r>
            <a:r>
              <a:rPr lang="en-US" altLang="zh-CN">
                <a:solidFill>
                  <a:srgbClr val="000099"/>
                </a:solidFill>
                <a:ea typeface="ＭＳ Ｐゴシック" panose="020B0600070205080204" pitchFamily="34" charset="-128"/>
              </a:rPr>
              <a:t>Manchester Coding</a:t>
            </a:r>
          </a:p>
          <a:p>
            <a:pPr lvl="1"/>
            <a:r>
              <a:rPr lang="en-US" altLang="zh-CN">
                <a:ea typeface="Arial" panose="020B0604020202020204" pitchFamily="34" charset="0"/>
              </a:rPr>
              <a:t>"1": the level of the first half of the symbol </a:t>
            </a:r>
            <a:r>
              <a:rPr lang="en-US" altLang="zh-CN">
                <a:solidFill>
                  <a:srgbClr val="000099"/>
                </a:solidFill>
                <a:ea typeface="Arial" panose="020B0604020202020204" pitchFamily="34" charset="0"/>
              </a:rPr>
              <a:t>is the same as </a:t>
            </a:r>
            <a:r>
              <a:rPr lang="en-US" altLang="zh-CN">
                <a:ea typeface="Arial" panose="020B0604020202020204" pitchFamily="34" charset="0"/>
              </a:rPr>
              <a:t>the level of the second half of the previous symbol</a:t>
            </a:r>
          </a:p>
          <a:p>
            <a:pPr lvl="1"/>
            <a:r>
              <a:rPr lang="en-US" altLang="zh-CN">
                <a:ea typeface="Arial" panose="020B0604020202020204" pitchFamily="34" charset="0"/>
              </a:rPr>
              <a:t>"0": the level of the first half of the symbol </a:t>
            </a:r>
            <a:r>
              <a:rPr lang="en-US" altLang="zh-CN">
                <a:solidFill>
                  <a:srgbClr val="000099"/>
                </a:solidFill>
                <a:ea typeface="Arial" panose="020B0604020202020204" pitchFamily="34" charset="0"/>
              </a:rPr>
              <a:t>is opposite to</a:t>
            </a:r>
            <a:r>
              <a:rPr lang="en-US" altLang="zh-CN">
                <a:ea typeface="Arial" panose="020B0604020202020204" pitchFamily="34" charset="0"/>
              </a:rPr>
              <a:t> the level of the second half of the previous symbol</a:t>
            </a:r>
          </a:p>
          <a:p>
            <a:r>
              <a:rPr lang="en-US" altLang="zh-CN">
                <a:solidFill>
                  <a:srgbClr val="000099"/>
                </a:solidFill>
                <a:ea typeface="ＭＳ Ｐゴシック" panose="020B0600070205080204" pitchFamily="34" charset="-128"/>
              </a:rPr>
              <a:t>Regardless of whether the previous bit is 1 or 0</a:t>
            </a:r>
          </a:p>
          <a:p>
            <a:endParaRPr lang="zh-CN" altLang="en-US">
              <a:solidFill>
                <a:srgbClr val="000099"/>
              </a:solidFill>
              <a:ea typeface="ＭＳ Ｐゴシック" panose="020B0600070205080204" pitchFamily="34" charset="-128"/>
            </a:endParaRPr>
          </a:p>
        </p:txBody>
      </p:sp>
      <p:sp>
        <p:nvSpPr>
          <p:cNvPr id="176132" name="灯片编号占位符 4">
            <a:extLst>
              <a:ext uri="{FF2B5EF4-FFF2-40B4-BE49-F238E27FC236}">
                <a16:creationId xmlns:a16="http://schemas.microsoft.com/office/drawing/2014/main" id="{0F3A01D3-0872-40E2-A41B-69547EC06DF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sz="1200" dirty="0">
                <a:latin typeface="Tahoma" panose="020B0604030504040204" pitchFamily="34" charset="0"/>
              </a:rPr>
              <a:t>2-</a:t>
            </a:r>
            <a:fld id="{CE99EF29-EF2F-4E97-BCFF-ADB80E2EC7E3}" type="slidenum">
              <a:rPr lang="en-US" altLang="zh-CN" sz="1200" smtClean="0">
                <a:latin typeface="Tahoma" panose="020B0604030504040204" pitchFamily="34" charset="0"/>
              </a:rPr>
              <a:pPr/>
              <a:t>38</a:t>
            </a:fld>
            <a:endParaRPr lang="en-US" altLang="zh-CN" sz="1200" dirty="0">
              <a:latin typeface="Tahoma" panose="020B0604030504040204" pitchFamily="34" charset="0"/>
            </a:endParaRPr>
          </a:p>
        </p:txBody>
      </p:sp>
      <p:sp>
        <p:nvSpPr>
          <p:cNvPr id="176133" name="标题 1">
            <a:extLst>
              <a:ext uri="{FF2B5EF4-FFF2-40B4-BE49-F238E27FC236}">
                <a16:creationId xmlns:a16="http://schemas.microsoft.com/office/drawing/2014/main" id="{07DB4B75-B0A4-4DC2-A9F3-041F19FF1BC9}"/>
              </a:ext>
            </a:extLst>
          </p:cNvPr>
          <p:cNvSpPr>
            <a:spLocks noGrp="1" noChangeArrowheads="1"/>
          </p:cNvSpPr>
          <p:nvPr>
            <p:ph type="title"/>
          </p:nvPr>
        </p:nvSpPr>
        <p:spPr/>
        <p:txBody>
          <a:bodyPr/>
          <a:lstStyle/>
          <a:p>
            <a:r>
              <a:rPr lang="en-US" altLang="zh-CN" sz="3600">
                <a:ea typeface="ＭＳ Ｐゴシック" panose="020B0600070205080204" pitchFamily="34" charset="-128"/>
              </a:rPr>
              <a:t>Digital signal coding </a:t>
            </a:r>
            <a:br>
              <a:rPr lang="en-US" altLang="zh-CN" sz="3600">
                <a:ea typeface="ＭＳ Ｐゴシック" panose="020B0600070205080204" pitchFamily="34" charset="-128"/>
              </a:rPr>
            </a:br>
            <a:r>
              <a:rPr lang="en-US" altLang="zh-CN" sz="3200">
                <a:ea typeface="ＭＳ Ｐゴシック" panose="020B0600070205080204" pitchFamily="34" charset="-128"/>
              </a:rPr>
              <a:t>(digital data to digital signals)</a:t>
            </a:r>
            <a:endParaRPr lang="zh-CN" altLang="en-US" sz="3600">
              <a:ea typeface="ＭＳ Ｐゴシック" panose="020B0600070205080204" pitchFamily="34" charset="-128"/>
            </a:endParaRPr>
          </a:p>
        </p:txBody>
      </p:sp>
      <p:grpSp>
        <p:nvGrpSpPr>
          <p:cNvPr id="12" name="组合 11">
            <a:extLst>
              <a:ext uri="{FF2B5EF4-FFF2-40B4-BE49-F238E27FC236}">
                <a16:creationId xmlns:a16="http://schemas.microsoft.com/office/drawing/2014/main" id="{213EFD31-D5A4-4D91-954D-DD058053619B}"/>
              </a:ext>
            </a:extLst>
          </p:cNvPr>
          <p:cNvGrpSpPr>
            <a:grpSpLocks/>
          </p:cNvGrpSpPr>
          <p:nvPr/>
        </p:nvGrpSpPr>
        <p:grpSpPr bwMode="auto">
          <a:xfrm>
            <a:off x="671513" y="3954463"/>
            <a:ext cx="3659187" cy="2411412"/>
            <a:chOff x="671512" y="3954832"/>
            <a:chExt cx="3658798" cy="2410769"/>
          </a:xfrm>
        </p:grpSpPr>
        <p:graphicFrame>
          <p:nvGraphicFramePr>
            <p:cNvPr id="176138" name="Object 5" descr="信纸">
              <a:extLst>
                <a:ext uri="{FF2B5EF4-FFF2-40B4-BE49-F238E27FC236}">
                  <a16:creationId xmlns:a16="http://schemas.microsoft.com/office/drawing/2014/main" id="{007C4B40-937F-4A44-80F3-F1671DAE9DA2}"/>
                </a:ext>
              </a:extLst>
            </p:cNvPr>
            <p:cNvGraphicFramePr>
              <a:graphicFrameLocks noChangeAspect="1"/>
            </p:cNvGraphicFramePr>
            <p:nvPr/>
          </p:nvGraphicFramePr>
          <p:xfrm>
            <a:off x="671512" y="4938300"/>
            <a:ext cx="3658798" cy="1427301"/>
          </p:xfrm>
          <a:graphic>
            <a:graphicData uri="http://schemas.openxmlformats.org/presentationml/2006/ole">
              <mc:AlternateContent xmlns:mc="http://schemas.openxmlformats.org/markup-compatibility/2006">
                <mc:Choice xmlns:v="urn:schemas-microsoft-com:vml" Requires="v">
                  <p:oleObj spid="_x0000_s210964" name="Visio" r:id="rId3" imgW="5168395" imgH="2016105" progId="Visio.Drawing.11">
                    <p:embed/>
                  </p:oleObj>
                </mc:Choice>
                <mc:Fallback>
                  <p:oleObj name="Visio" r:id="rId3" imgW="5168395" imgH="2016105" progId="Visio.Drawing.11">
                    <p:embed/>
                    <p:pic>
                      <p:nvPicPr>
                        <p:cNvPr id="176138" name="Object 5" descr="信纸">
                          <a:extLst>
                            <a:ext uri="{FF2B5EF4-FFF2-40B4-BE49-F238E27FC236}">
                              <a16:creationId xmlns:a16="http://schemas.microsoft.com/office/drawing/2014/main" id="{007C4B40-937F-4A44-80F3-F1671DAE9D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1512" y="4938300"/>
                          <a:ext cx="3658798" cy="1427301"/>
                        </a:xfrm>
                        <a:prstGeom prst="rect">
                          <a:avLst/>
                        </a:prstGeom>
                        <a:blipFill dpi="0" rotWithShape="1">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6139" name="矩形 9">
              <a:extLst>
                <a:ext uri="{FF2B5EF4-FFF2-40B4-BE49-F238E27FC236}">
                  <a16:creationId xmlns:a16="http://schemas.microsoft.com/office/drawing/2014/main" id="{37025DA2-96FF-49AB-B2E3-DAE73E754BAE}"/>
                </a:ext>
              </a:extLst>
            </p:cNvPr>
            <p:cNvSpPr>
              <a:spLocks noChangeArrowheads="1"/>
            </p:cNvSpPr>
            <p:nvPr/>
          </p:nvSpPr>
          <p:spPr bwMode="auto">
            <a:xfrm>
              <a:off x="816645" y="3954832"/>
              <a:ext cx="336853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a:solidFill>
                    <a:schemeClr val="tx1"/>
                  </a:solidFill>
                  <a:latin typeface="Arial" panose="020B0604020202020204" pitchFamily="34" charset="0"/>
                  <a:ea typeface="ＭＳ Ｐゴシック" panose="020B0600070205080204" pitchFamily="34" charset="-128"/>
                </a:defRPr>
              </a:lvl1pPr>
              <a:lvl2pPr>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lvl="1" algn="ctr"/>
              <a:r>
                <a:rPr lang="en-US" altLang="zh-CN" sz="2000">
                  <a:solidFill>
                    <a:srgbClr val="FF0000"/>
                  </a:solidFill>
                  <a:latin typeface="Gill Sans MT (正文)"/>
                </a:rPr>
                <a:t>Waveform 1</a:t>
              </a:r>
            </a:p>
            <a:p>
              <a:pPr marL="0" lvl="1" algn="ctr"/>
              <a:r>
                <a:rPr lang="en-US" altLang="zh-CN" sz="1800">
                  <a:latin typeface="Gill Sans MT (正文)"/>
                </a:rPr>
                <a:t>Assuming the previous bit rises from low to high</a:t>
              </a:r>
            </a:p>
          </p:txBody>
        </p:sp>
      </p:grpSp>
      <p:grpSp>
        <p:nvGrpSpPr>
          <p:cNvPr id="13" name="组合 12">
            <a:extLst>
              <a:ext uri="{FF2B5EF4-FFF2-40B4-BE49-F238E27FC236}">
                <a16:creationId xmlns:a16="http://schemas.microsoft.com/office/drawing/2014/main" id="{D3D082F2-3439-4262-B37C-23103A134270}"/>
              </a:ext>
            </a:extLst>
          </p:cNvPr>
          <p:cNvGrpSpPr>
            <a:grpSpLocks/>
          </p:cNvGrpSpPr>
          <p:nvPr/>
        </p:nvGrpSpPr>
        <p:grpSpPr bwMode="auto">
          <a:xfrm>
            <a:off x="4716463" y="3954463"/>
            <a:ext cx="3756025" cy="2444750"/>
            <a:chOff x="4716043" y="3954832"/>
            <a:chExt cx="3756445" cy="2445054"/>
          </a:xfrm>
        </p:grpSpPr>
        <p:graphicFrame>
          <p:nvGraphicFramePr>
            <p:cNvPr id="176136" name="Object 5" descr="信纸">
              <a:extLst>
                <a:ext uri="{FF2B5EF4-FFF2-40B4-BE49-F238E27FC236}">
                  <a16:creationId xmlns:a16="http://schemas.microsoft.com/office/drawing/2014/main" id="{3DE2A6FF-D87E-4CE9-A941-F6C50192E510}"/>
                </a:ext>
              </a:extLst>
            </p:cNvPr>
            <p:cNvGraphicFramePr>
              <a:graphicFrameLocks noChangeAspect="1"/>
            </p:cNvGraphicFramePr>
            <p:nvPr/>
          </p:nvGraphicFramePr>
          <p:xfrm>
            <a:off x="4716043" y="4938300"/>
            <a:ext cx="3756445" cy="1461586"/>
          </p:xfrm>
          <a:graphic>
            <a:graphicData uri="http://schemas.openxmlformats.org/presentationml/2006/ole">
              <mc:AlternateContent xmlns:mc="http://schemas.openxmlformats.org/markup-compatibility/2006">
                <mc:Choice xmlns:v="urn:schemas-microsoft-com:vml" Requires="v">
                  <p:oleObj spid="_x0000_s210965" name="Visio" r:id="rId6" imgW="5361586" imgH="2085464" progId="Visio.Drawing.11">
                    <p:embed/>
                  </p:oleObj>
                </mc:Choice>
                <mc:Fallback>
                  <p:oleObj name="Visio" r:id="rId6" imgW="5361586" imgH="2085464" progId="Visio.Drawing.11">
                    <p:embed/>
                    <p:pic>
                      <p:nvPicPr>
                        <p:cNvPr id="176136" name="Object 5" descr="信纸">
                          <a:extLst>
                            <a:ext uri="{FF2B5EF4-FFF2-40B4-BE49-F238E27FC236}">
                              <a16:creationId xmlns:a16="http://schemas.microsoft.com/office/drawing/2014/main" id="{3DE2A6FF-D87E-4CE9-A941-F6C50192E51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16043" y="4938300"/>
                          <a:ext cx="3756445" cy="1461586"/>
                        </a:xfrm>
                        <a:prstGeom prst="rect">
                          <a:avLst/>
                        </a:prstGeom>
                        <a:blipFill dpi="0" rotWithShape="1">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6137" name="矩形 10">
              <a:extLst>
                <a:ext uri="{FF2B5EF4-FFF2-40B4-BE49-F238E27FC236}">
                  <a16:creationId xmlns:a16="http://schemas.microsoft.com/office/drawing/2014/main" id="{020CD533-D9D7-4525-ADDA-D26D5FC3E4AF}"/>
                </a:ext>
              </a:extLst>
            </p:cNvPr>
            <p:cNvSpPr>
              <a:spLocks noChangeArrowheads="1"/>
            </p:cNvSpPr>
            <p:nvPr/>
          </p:nvSpPr>
          <p:spPr bwMode="auto">
            <a:xfrm>
              <a:off x="4909999" y="3954832"/>
              <a:ext cx="336853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a:solidFill>
                    <a:schemeClr val="tx1"/>
                  </a:solidFill>
                  <a:latin typeface="Arial" panose="020B0604020202020204" pitchFamily="34" charset="0"/>
                  <a:ea typeface="ＭＳ Ｐゴシック" panose="020B0600070205080204" pitchFamily="34" charset="-128"/>
                </a:defRPr>
              </a:lvl1pPr>
              <a:lvl2pPr>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lvl="1" algn="ctr"/>
              <a:r>
                <a:rPr lang="en-US" altLang="zh-CN" sz="2000">
                  <a:solidFill>
                    <a:srgbClr val="FF0000"/>
                  </a:solidFill>
                  <a:latin typeface="Gill Sans MT (正文)"/>
                </a:rPr>
                <a:t>Waveform 2</a:t>
              </a:r>
            </a:p>
            <a:p>
              <a:pPr marL="0" lvl="1" algn="ctr"/>
              <a:r>
                <a:rPr lang="en-US" altLang="zh-CN" sz="1800">
                  <a:latin typeface="Gill Sans MT (正文)"/>
                </a:rPr>
                <a:t>Assuming the previous bit drops from high to low</a:t>
              </a:r>
            </a:p>
          </p:txBody>
        </p:sp>
      </p:grpSp>
    </p:spTree>
    <p:extLst>
      <p:ext uri="{BB962C8B-B14F-4D97-AF65-F5344CB8AC3E}">
        <p14:creationId xmlns:p14="http://schemas.microsoft.com/office/powerpoint/2010/main" val="417533088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4D31198-3E77-4752-8C2E-FF8EFCB884FB}"/>
              </a:ext>
            </a:extLst>
          </p:cNvPr>
          <p:cNvSpPr>
            <a:spLocks noGrp="1" noChangeArrowheads="1"/>
          </p:cNvSpPr>
          <p:nvPr>
            <p:ph idx="1"/>
          </p:nvPr>
        </p:nvSpPr>
        <p:spPr/>
        <p:txBody>
          <a:bodyPr/>
          <a:lstStyle/>
          <a:p>
            <a:r>
              <a:rPr lang="en-US" altLang="zh-CN">
                <a:solidFill>
                  <a:srgbClr val="FF0000"/>
                </a:solidFill>
                <a:ea typeface="ＭＳ Ｐゴシック" panose="020B0600070205080204" pitchFamily="34" charset="-128"/>
              </a:rPr>
              <a:t>Advantages</a:t>
            </a:r>
          </a:p>
          <a:p>
            <a:pPr lvl="1"/>
            <a:r>
              <a:rPr lang="en-US" altLang="zh-CN">
                <a:ea typeface="Arial" panose="020B0604020202020204" pitchFamily="34" charset="0"/>
              </a:rPr>
              <a:t>Regardless of whether the symbol is "1" or "0", there must be a level hop in the middle of each symbol =&gt; better anti–interference performance</a:t>
            </a:r>
          </a:p>
          <a:p>
            <a:pPr lvl="1"/>
            <a:r>
              <a:rPr lang="en-US" altLang="zh-CN">
                <a:ea typeface="Arial" panose="020B0604020202020204" pitchFamily="34" charset="0"/>
              </a:rPr>
              <a:t>Separation between bit clock and data =&gt; easy data extraction</a:t>
            </a:r>
          </a:p>
          <a:p>
            <a:pPr lvl="1"/>
            <a:r>
              <a:rPr lang="en-US" altLang="zh-CN">
                <a:ea typeface="Arial" panose="020B0604020202020204" pitchFamily="34" charset="0"/>
              </a:rPr>
              <a:t>Transition uniquely determined by the second half of the previous symbol =&gt; </a:t>
            </a:r>
            <a:r>
              <a:rPr lang="en-US" altLang="zh-CN">
                <a:solidFill>
                  <a:srgbClr val="000099"/>
                </a:solidFill>
                <a:ea typeface="Arial" panose="020B0604020202020204" pitchFamily="34" charset="0"/>
              </a:rPr>
              <a:t>ambiguity eliminated</a:t>
            </a:r>
          </a:p>
          <a:p>
            <a:r>
              <a:rPr lang="en-US" altLang="zh-CN">
                <a:solidFill>
                  <a:srgbClr val="FF0000"/>
                </a:solidFill>
                <a:ea typeface="ＭＳ Ｐゴシック" panose="020B0600070205080204" pitchFamily="34" charset="-128"/>
              </a:rPr>
              <a:t>Disadvantages</a:t>
            </a:r>
          </a:p>
          <a:p>
            <a:pPr lvl="1"/>
            <a:r>
              <a:rPr lang="en-US" altLang="zh-CN">
                <a:ea typeface="Arial" panose="020B0604020202020204" pitchFamily="34" charset="0"/>
              </a:rPr>
              <a:t>Doubling the frequency bandwidth requirement of the transmission channel</a:t>
            </a:r>
          </a:p>
          <a:p>
            <a:pPr lvl="1"/>
            <a:r>
              <a:rPr lang="en-US" altLang="zh-CN">
                <a:ea typeface="Arial" panose="020B0604020202020204" pitchFamily="34" charset="0"/>
              </a:rPr>
              <a:t>High-frequency noise also increases – susceptible to noise interference</a:t>
            </a:r>
          </a:p>
        </p:txBody>
      </p:sp>
      <p:sp>
        <p:nvSpPr>
          <p:cNvPr id="177156" name="灯片编号占位符 4">
            <a:extLst>
              <a:ext uri="{FF2B5EF4-FFF2-40B4-BE49-F238E27FC236}">
                <a16:creationId xmlns:a16="http://schemas.microsoft.com/office/drawing/2014/main" id="{CDAC5BC5-1849-4993-906C-B87F2C8193E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sz="1200" dirty="0">
                <a:latin typeface="Tahoma" panose="020B0604030504040204" pitchFamily="34" charset="0"/>
              </a:rPr>
              <a:t>2-</a:t>
            </a:r>
            <a:fld id="{3BE45EFB-C69E-41E1-AD4A-7F5F15F56F6C}" type="slidenum">
              <a:rPr lang="en-US" altLang="zh-CN" sz="1200" smtClean="0">
                <a:latin typeface="Tahoma" panose="020B0604030504040204" pitchFamily="34" charset="0"/>
              </a:rPr>
              <a:pPr/>
              <a:t>39</a:t>
            </a:fld>
            <a:endParaRPr lang="en-US" altLang="zh-CN" sz="1200" dirty="0">
              <a:latin typeface="Tahoma" panose="020B0604030504040204" pitchFamily="34" charset="0"/>
            </a:endParaRPr>
          </a:p>
        </p:txBody>
      </p:sp>
      <p:sp>
        <p:nvSpPr>
          <p:cNvPr id="177157" name="标题 1">
            <a:extLst>
              <a:ext uri="{FF2B5EF4-FFF2-40B4-BE49-F238E27FC236}">
                <a16:creationId xmlns:a16="http://schemas.microsoft.com/office/drawing/2014/main" id="{A8704927-5B5C-427D-9568-2A65D2B5A23C}"/>
              </a:ext>
            </a:extLst>
          </p:cNvPr>
          <p:cNvSpPr>
            <a:spLocks noGrp="1" noChangeArrowheads="1"/>
          </p:cNvSpPr>
          <p:nvPr>
            <p:ph type="title"/>
          </p:nvPr>
        </p:nvSpPr>
        <p:spPr/>
        <p:txBody>
          <a:bodyPr/>
          <a:lstStyle/>
          <a:p>
            <a:r>
              <a:rPr lang="en-US" altLang="zh-CN" sz="3600">
                <a:ea typeface="ＭＳ Ｐゴシック" panose="020B0600070205080204" pitchFamily="34" charset="-128"/>
              </a:rPr>
              <a:t>Digital signal coding </a:t>
            </a:r>
            <a:br>
              <a:rPr lang="en-US" altLang="zh-CN" sz="3600">
                <a:ea typeface="ＭＳ Ｐゴシック" panose="020B0600070205080204" pitchFamily="34" charset="-128"/>
              </a:rPr>
            </a:br>
            <a:r>
              <a:rPr lang="en-US" altLang="zh-CN" sz="3200">
                <a:ea typeface="ＭＳ Ｐゴシック" panose="020B0600070205080204" pitchFamily="34" charset="-128"/>
              </a:rPr>
              <a:t>(digital data to digital signals)</a:t>
            </a:r>
            <a:endParaRPr lang="zh-CN" altLang="en-US" sz="3600">
              <a:ea typeface="ＭＳ Ｐゴシック" panose="020B0600070205080204" pitchFamily="34" charset="-128"/>
            </a:endParaRPr>
          </a:p>
        </p:txBody>
      </p:sp>
    </p:spTree>
    <p:extLst>
      <p:ext uri="{BB962C8B-B14F-4D97-AF65-F5344CB8AC3E}">
        <p14:creationId xmlns:p14="http://schemas.microsoft.com/office/powerpoint/2010/main" val="4750397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5393E73-040D-4110-AAE8-E0E17538C640}"/>
              </a:ext>
            </a:extLst>
          </p:cNvPr>
          <p:cNvSpPr>
            <a:spLocks noGrp="1"/>
          </p:cNvSpPr>
          <p:nvPr>
            <p:ph idx="1"/>
          </p:nvPr>
        </p:nvSpPr>
        <p:spPr/>
        <p:txBody>
          <a:bodyPr/>
          <a:lstStyle/>
          <a:p>
            <a:pPr>
              <a:defRPr/>
            </a:pPr>
            <a:r>
              <a:rPr lang="en-US" altLang="zh-CN" dirty="0"/>
              <a:t>Exercise:</a:t>
            </a:r>
          </a:p>
          <a:p>
            <a:pPr marL="0" indent="0">
              <a:buFont typeface="Wingdings" panose="05000000000000000000" pitchFamily="2" charset="2"/>
              <a:buNone/>
              <a:defRPr/>
            </a:pPr>
            <a:r>
              <a:rPr lang="en-US" altLang="zh-CN" dirty="0"/>
              <a:t>     Draw the waveform of "001101" with </a:t>
            </a:r>
          </a:p>
          <a:p>
            <a:pPr lvl="1">
              <a:defRPr/>
            </a:pPr>
            <a:r>
              <a:rPr lang="en-US" altLang="zh-CN" dirty="0"/>
              <a:t>NRZ-L</a:t>
            </a:r>
          </a:p>
          <a:p>
            <a:pPr lvl="1">
              <a:defRPr/>
            </a:pPr>
            <a:r>
              <a:rPr lang="en-US" altLang="zh-CN" dirty="0"/>
              <a:t>Manchester Coding</a:t>
            </a:r>
          </a:p>
          <a:p>
            <a:pPr lvl="1">
              <a:defRPr/>
            </a:pPr>
            <a:r>
              <a:rPr lang="en-US" altLang="zh-CN" dirty="0"/>
              <a:t>Differential Manchester Coding</a:t>
            </a:r>
          </a:p>
          <a:p>
            <a:pPr>
              <a:defRPr/>
            </a:pPr>
            <a:endParaRPr lang="zh-CN" altLang="en-US" dirty="0"/>
          </a:p>
        </p:txBody>
      </p:sp>
      <p:sp>
        <p:nvSpPr>
          <p:cNvPr id="178180" name="灯片编号占位符 4">
            <a:extLst>
              <a:ext uri="{FF2B5EF4-FFF2-40B4-BE49-F238E27FC236}">
                <a16:creationId xmlns:a16="http://schemas.microsoft.com/office/drawing/2014/main" id="{FD139DA5-0BD3-4398-BFCC-D3A59374593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sz="1200" dirty="0">
                <a:latin typeface="Tahoma" panose="020B0604030504040204" pitchFamily="34" charset="0"/>
              </a:rPr>
              <a:t>2-</a:t>
            </a:r>
            <a:fld id="{11C16CD6-1B72-469B-86E4-371CDEB70B38}" type="slidenum">
              <a:rPr lang="en-US" altLang="zh-CN" sz="1200" smtClean="0">
                <a:latin typeface="Tahoma" panose="020B0604030504040204" pitchFamily="34" charset="0"/>
              </a:rPr>
              <a:pPr/>
              <a:t>40</a:t>
            </a:fld>
            <a:endParaRPr lang="en-US" altLang="zh-CN" sz="1200" dirty="0">
              <a:latin typeface="Tahoma" panose="020B0604030504040204" pitchFamily="34" charset="0"/>
            </a:endParaRPr>
          </a:p>
        </p:txBody>
      </p:sp>
      <p:sp>
        <p:nvSpPr>
          <p:cNvPr id="178181" name="标题 1">
            <a:extLst>
              <a:ext uri="{FF2B5EF4-FFF2-40B4-BE49-F238E27FC236}">
                <a16:creationId xmlns:a16="http://schemas.microsoft.com/office/drawing/2014/main" id="{CE20497B-3984-451A-BAE8-EE1BE1FCADC9}"/>
              </a:ext>
            </a:extLst>
          </p:cNvPr>
          <p:cNvSpPr>
            <a:spLocks noGrp="1" noChangeArrowheads="1"/>
          </p:cNvSpPr>
          <p:nvPr>
            <p:ph type="title"/>
          </p:nvPr>
        </p:nvSpPr>
        <p:spPr/>
        <p:txBody>
          <a:bodyPr/>
          <a:lstStyle/>
          <a:p>
            <a:r>
              <a:rPr lang="en-US" altLang="zh-CN" sz="3600">
                <a:ea typeface="ＭＳ Ｐゴシック" panose="020B0600070205080204" pitchFamily="34" charset="-128"/>
              </a:rPr>
              <a:t>Digital signal coding </a:t>
            </a:r>
            <a:br>
              <a:rPr lang="en-US" altLang="zh-CN" sz="3600">
                <a:ea typeface="ＭＳ Ｐゴシック" panose="020B0600070205080204" pitchFamily="34" charset="-128"/>
              </a:rPr>
            </a:br>
            <a:r>
              <a:rPr lang="en-US" altLang="zh-CN" sz="3200">
                <a:ea typeface="ＭＳ Ｐゴシック" panose="020B0600070205080204" pitchFamily="34" charset="-128"/>
              </a:rPr>
              <a:t>(digital data to digital signals)</a:t>
            </a:r>
            <a:endParaRPr lang="zh-CN" altLang="en-US" sz="3600">
              <a:ea typeface="ＭＳ Ｐゴシック" panose="020B0600070205080204" pitchFamily="34" charset="-128"/>
            </a:endParaRPr>
          </a:p>
        </p:txBody>
      </p:sp>
    </p:spTree>
    <p:extLst>
      <p:ext uri="{BB962C8B-B14F-4D97-AF65-F5344CB8AC3E}">
        <p14:creationId xmlns:p14="http://schemas.microsoft.com/office/powerpoint/2010/main" val="30299866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noChangeArrowheads="1"/>
          </p:cNvSpPr>
          <p:nvPr>
            <p:ph type="title"/>
          </p:nvPr>
        </p:nvSpPr>
        <p:spPr>
          <a:xfrm>
            <a:off x="533400" y="334963"/>
            <a:ext cx="7772400" cy="1143000"/>
          </a:xfrm>
        </p:spPr>
        <p:txBody>
          <a:bodyPr/>
          <a:lstStyle/>
          <a:p>
            <a:r>
              <a:rPr lang="en-US" altLang="zh-CN" sz="3600" dirty="0">
                <a:latin typeface="Comic Sans MS" pitchFamily="66" charset="0"/>
                <a:ea typeface="ＭＳ Ｐゴシック" pitchFamily="34" charset="-128"/>
              </a:rPr>
              <a:t>Exercise-3</a:t>
            </a:r>
            <a:endParaRPr lang="zh-CN" altLang="en-US" sz="3600" dirty="0">
              <a:latin typeface="Comic Sans MS" pitchFamily="66" charset="0"/>
              <a:ea typeface="ＭＳ Ｐゴシック" pitchFamily="34" charset="-128"/>
            </a:endParaRPr>
          </a:p>
        </p:txBody>
      </p:sp>
      <p:sp>
        <p:nvSpPr>
          <p:cNvPr id="57347" name="内容占位符 2"/>
          <p:cNvSpPr>
            <a:spLocks noGrp="1" noChangeArrowheads="1"/>
          </p:cNvSpPr>
          <p:nvPr>
            <p:ph idx="1"/>
          </p:nvPr>
        </p:nvSpPr>
        <p:spPr>
          <a:xfrm>
            <a:off x="304800" y="1611313"/>
            <a:ext cx="7915275" cy="4648200"/>
          </a:xfrm>
        </p:spPr>
        <p:txBody>
          <a:bodyPr/>
          <a:lstStyle/>
          <a:p>
            <a:pPr marL="0" indent="0" algn="just">
              <a:buAutoNum type="arabicPeriod"/>
            </a:pPr>
            <a:r>
              <a:rPr lang="en-US" altLang="zh-CN" sz="2400" dirty="0">
                <a:latin typeface="Comic Sans MS" pitchFamily="66" charset="0"/>
                <a:ea typeface="ＭＳ Ｐゴシック" pitchFamily="34" charset="-128"/>
              </a:rPr>
              <a:t>If the following figure shows the signal waveform received by the 10Base-T network interface card, the bit string received by the network interface card is</a:t>
            </a:r>
          </a:p>
          <a:p>
            <a:pPr marL="0" indent="0">
              <a:buNone/>
            </a:pPr>
            <a:endParaRPr lang="en-US" altLang="zh-CN" sz="2400" dirty="0">
              <a:latin typeface="Comic Sans MS" pitchFamily="66" charset="0"/>
              <a:ea typeface="宋体" pitchFamily="2" charset="-122"/>
            </a:endParaRPr>
          </a:p>
          <a:p>
            <a:pPr marL="0" indent="0">
              <a:buNone/>
            </a:pPr>
            <a:endParaRPr lang="en-US" altLang="zh-CN" sz="2400" dirty="0">
              <a:latin typeface="Comic Sans MS" pitchFamily="66" charset="0"/>
              <a:ea typeface="宋体" pitchFamily="2" charset="-122"/>
            </a:endParaRPr>
          </a:p>
          <a:p>
            <a:pPr marL="0" indent="0">
              <a:buNone/>
            </a:pPr>
            <a:endParaRPr lang="en-US" altLang="zh-CN" sz="2400" dirty="0">
              <a:latin typeface="Comic Sans MS" pitchFamily="66" charset="0"/>
              <a:ea typeface="宋体" pitchFamily="2" charset="-122"/>
            </a:endParaRPr>
          </a:p>
          <a:p>
            <a:pPr marL="0" indent="0">
              <a:buNone/>
            </a:pPr>
            <a:endParaRPr lang="en-US" altLang="zh-CN" sz="2400" dirty="0">
              <a:latin typeface="Comic Sans MS" pitchFamily="66" charset="0"/>
              <a:ea typeface="宋体" pitchFamily="2" charset="-122"/>
            </a:endParaRPr>
          </a:p>
          <a:p>
            <a:pPr marL="0" indent="0">
              <a:buNone/>
            </a:pPr>
            <a:endParaRPr lang="en-US" altLang="zh-CN" sz="2400" dirty="0">
              <a:latin typeface="Comic Sans MS" pitchFamily="66" charset="0"/>
              <a:ea typeface="宋体" pitchFamily="2" charset="-122"/>
            </a:endParaRPr>
          </a:p>
          <a:p>
            <a:pPr marL="0" indent="0">
              <a:buNone/>
            </a:pPr>
            <a:endParaRPr lang="en-US" altLang="zh-CN" sz="2400" dirty="0">
              <a:latin typeface="Comic Sans MS" pitchFamily="66" charset="0"/>
              <a:ea typeface="宋体" pitchFamily="2" charset="-122"/>
            </a:endParaRPr>
          </a:p>
          <a:p>
            <a:pPr marL="0" indent="0">
              <a:buNone/>
            </a:pPr>
            <a:r>
              <a:rPr lang="en-US" altLang="zh-CN" sz="2400" dirty="0">
                <a:latin typeface="Comic Sans MS" pitchFamily="66" charset="0"/>
                <a:ea typeface="宋体" pitchFamily="2" charset="-122"/>
              </a:rPr>
              <a:t>A. 00110110 B. 10101101 C. 01010010 D. </a:t>
            </a:r>
            <a:r>
              <a:rPr lang="en-US" altLang="zh-CN" sz="2400" dirty="0">
                <a:latin typeface="Comic Sans MS" pitchFamily="66" charset="0"/>
                <a:ea typeface="ＭＳ Ｐゴシック" pitchFamily="34" charset="-128"/>
              </a:rPr>
              <a:t>11000101</a:t>
            </a:r>
          </a:p>
          <a:p>
            <a:pPr marL="0" indent="0">
              <a:buNone/>
            </a:pPr>
            <a:endParaRPr lang="en-US" altLang="zh-CN" sz="2400" dirty="0">
              <a:solidFill>
                <a:srgbClr val="FF0000"/>
              </a:solidFill>
              <a:latin typeface="Comic Sans MS" pitchFamily="66" charset="0"/>
              <a:ea typeface="宋体" pitchFamily="2" charset="-122"/>
            </a:endParaRPr>
          </a:p>
          <a:p>
            <a:pPr marL="0" indent="0" algn="just">
              <a:buNone/>
            </a:pPr>
            <a:endParaRPr lang="en-US" altLang="zh-CN" sz="2400" dirty="0">
              <a:latin typeface="Comic Sans MS" pitchFamily="66" charset="0"/>
              <a:ea typeface="ＭＳ Ｐゴシック" pitchFamily="34" charset="-128"/>
            </a:endParaRPr>
          </a:p>
        </p:txBody>
      </p:sp>
      <p:sp>
        <p:nvSpPr>
          <p:cNvPr id="57349" name="灯片编号占位符 4"/>
          <p:cNvSpPr>
            <a:spLocks noGrp="1" noChangeArrowheads="1"/>
          </p:cNvSpPr>
          <p:nvPr>
            <p:ph type="sldNum" sz="quarter" idx="12"/>
          </p:nvPr>
        </p:nvSpPr>
        <p:spPr>
          <a:noFill/>
        </p:spPr>
        <p:txBody>
          <a:bodyPr/>
          <a:lstStyle/>
          <a:p>
            <a:r>
              <a:rPr lang="en-US" altLang="zh-CN" dirty="0"/>
              <a:t>2-</a:t>
            </a:r>
            <a:fld id="{1E8B5747-F1CE-4BE2-8756-E553FD4610CD}" type="slidenum">
              <a:rPr lang="en-US" altLang="zh-CN" smtClean="0"/>
              <a:pPr/>
              <a:t>41</a:t>
            </a:fld>
            <a:endParaRPr lang="en-US" altLang="zh-CN" dirty="0"/>
          </a:p>
        </p:txBody>
      </p:sp>
      <p:pic>
        <p:nvPicPr>
          <p:cNvPr id="3" name="图片 2">
            <a:extLst>
              <a:ext uri="{FF2B5EF4-FFF2-40B4-BE49-F238E27FC236}">
                <a16:creationId xmlns:a16="http://schemas.microsoft.com/office/drawing/2014/main" id="{D933AD80-CF2D-4BE2-B1BA-30A931A8823E}"/>
              </a:ext>
            </a:extLst>
          </p:cNvPr>
          <p:cNvPicPr>
            <a:picLocks noChangeAspect="1"/>
          </p:cNvPicPr>
          <p:nvPr/>
        </p:nvPicPr>
        <p:blipFill>
          <a:blip r:embed="rId3"/>
          <a:stretch>
            <a:fillRect/>
          </a:stretch>
        </p:blipFill>
        <p:spPr>
          <a:xfrm>
            <a:off x="533400" y="2894120"/>
            <a:ext cx="7126954" cy="1559945"/>
          </a:xfrm>
          <a:prstGeom prst="rect">
            <a:avLst/>
          </a:prstGeom>
        </p:spPr>
      </p:pic>
    </p:spTree>
    <p:extLst>
      <p:ext uri="{BB962C8B-B14F-4D97-AF65-F5344CB8AC3E}">
        <p14:creationId xmlns:p14="http://schemas.microsoft.com/office/powerpoint/2010/main" val="34388183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7D3604B-B3FE-433D-971B-8DC202756009}"/>
              </a:ext>
            </a:extLst>
          </p:cNvPr>
          <p:cNvSpPr>
            <a:spLocks noGrp="1" noChangeArrowheads="1"/>
          </p:cNvSpPr>
          <p:nvPr>
            <p:ph idx="1"/>
          </p:nvPr>
        </p:nvSpPr>
        <p:spPr/>
        <p:txBody>
          <a:bodyPr/>
          <a:lstStyle/>
          <a:p>
            <a:r>
              <a:rPr lang="en-US" altLang="zh-CN">
                <a:solidFill>
                  <a:srgbClr val="FF0000"/>
                </a:solidFill>
                <a:ea typeface="ＭＳ Ｐゴシック" panose="020B0600070205080204" pitchFamily="34" charset="-128"/>
              </a:rPr>
              <a:t>Block Coding</a:t>
            </a:r>
          </a:p>
          <a:p>
            <a:pPr lvl="1"/>
            <a:r>
              <a:rPr lang="en-US" altLang="zh-CN">
                <a:solidFill>
                  <a:srgbClr val="FF0000"/>
                </a:solidFill>
                <a:ea typeface="Arial" panose="020B0604020202020204" pitchFamily="34" charset="0"/>
              </a:rPr>
              <a:t>Advantages</a:t>
            </a:r>
          </a:p>
          <a:p>
            <a:pPr lvl="2"/>
            <a:r>
              <a:rPr lang="en-US" altLang="zh-CN">
                <a:ea typeface="Arial" panose="020B0604020202020204" pitchFamily="34" charset="0"/>
              </a:rPr>
              <a:t>Can improve the coding efficiency, reduce the modulation rate, and reduce the transmission line requirements</a:t>
            </a:r>
          </a:p>
          <a:p>
            <a:pPr lvl="2"/>
            <a:r>
              <a:rPr lang="en-US" altLang="zh-CN">
                <a:ea typeface="Arial" panose="020B0604020202020204" pitchFamily="34" charset="0"/>
              </a:rPr>
              <a:t>Some redundant bits can be added for error detection or synchronization</a:t>
            </a:r>
          </a:p>
          <a:p>
            <a:pPr lvl="1"/>
            <a:r>
              <a:rPr lang="en-US" altLang="zh-CN">
                <a:solidFill>
                  <a:srgbClr val="FF0000"/>
                </a:solidFill>
                <a:ea typeface="Arial" panose="020B0604020202020204" pitchFamily="34" charset="0"/>
              </a:rPr>
              <a:t>Applications</a:t>
            </a:r>
          </a:p>
          <a:p>
            <a:pPr lvl="2"/>
            <a:r>
              <a:rPr lang="en-US" altLang="zh-CN">
                <a:ea typeface="Arial" panose="020B0604020202020204" pitchFamily="34" charset="0"/>
              </a:rPr>
              <a:t>4B / 5B (FDDI, 100M Fast Ethernet)</a:t>
            </a:r>
          </a:p>
          <a:p>
            <a:pPr lvl="2"/>
            <a:r>
              <a:rPr lang="en-US" altLang="zh-CN">
                <a:ea typeface="Arial" panose="020B0604020202020204" pitchFamily="34" charset="0"/>
              </a:rPr>
              <a:t>8B / 10B (Gigabit Ethernet)</a:t>
            </a:r>
          </a:p>
          <a:p>
            <a:endParaRPr lang="zh-CN" altLang="en-US">
              <a:ea typeface="ＭＳ Ｐゴシック" panose="020B0600070205080204" pitchFamily="34" charset="-128"/>
            </a:endParaRPr>
          </a:p>
        </p:txBody>
      </p:sp>
      <p:sp>
        <p:nvSpPr>
          <p:cNvPr id="179204" name="灯片编号占位符 4">
            <a:extLst>
              <a:ext uri="{FF2B5EF4-FFF2-40B4-BE49-F238E27FC236}">
                <a16:creationId xmlns:a16="http://schemas.microsoft.com/office/drawing/2014/main" id="{27E2DDC8-3868-473C-BC96-7654A531D63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sz="1200" dirty="0">
                <a:latin typeface="Tahoma" panose="020B0604030504040204" pitchFamily="34" charset="0"/>
              </a:rPr>
              <a:t>2-</a:t>
            </a:r>
            <a:fld id="{66C442BF-A43E-4B9D-9FB0-ED87D1FE56B6}" type="slidenum">
              <a:rPr lang="en-US" altLang="zh-CN" sz="1200" smtClean="0">
                <a:latin typeface="Tahoma" panose="020B0604030504040204" pitchFamily="34" charset="0"/>
              </a:rPr>
              <a:pPr/>
              <a:t>42</a:t>
            </a:fld>
            <a:endParaRPr lang="en-US" altLang="zh-CN" sz="1200" dirty="0">
              <a:latin typeface="Tahoma" panose="020B0604030504040204" pitchFamily="34" charset="0"/>
            </a:endParaRPr>
          </a:p>
        </p:txBody>
      </p:sp>
      <p:sp>
        <p:nvSpPr>
          <p:cNvPr id="179205" name="标题 1">
            <a:extLst>
              <a:ext uri="{FF2B5EF4-FFF2-40B4-BE49-F238E27FC236}">
                <a16:creationId xmlns:a16="http://schemas.microsoft.com/office/drawing/2014/main" id="{416E77B2-5501-40EC-840A-A1E7116D532E}"/>
              </a:ext>
            </a:extLst>
          </p:cNvPr>
          <p:cNvSpPr>
            <a:spLocks noGrp="1" noChangeArrowheads="1"/>
          </p:cNvSpPr>
          <p:nvPr>
            <p:ph type="title"/>
          </p:nvPr>
        </p:nvSpPr>
        <p:spPr/>
        <p:txBody>
          <a:bodyPr/>
          <a:lstStyle/>
          <a:p>
            <a:r>
              <a:rPr lang="en-US" altLang="zh-CN" sz="3600">
                <a:ea typeface="ＭＳ Ｐゴシック" panose="020B0600070205080204" pitchFamily="34" charset="-128"/>
              </a:rPr>
              <a:t>Digital signal coding </a:t>
            </a:r>
            <a:br>
              <a:rPr lang="en-US" altLang="zh-CN" sz="3600">
                <a:ea typeface="ＭＳ Ｐゴシック" panose="020B0600070205080204" pitchFamily="34" charset="-128"/>
              </a:rPr>
            </a:br>
            <a:r>
              <a:rPr lang="en-US" altLang="zh-CN" sz="3200">
                <a:ea typeface="ＭＳ Ｐゴシック" panose="020B0600070205080204" pitchFamily="34" charset="-128"/>
              </a:rPr>
              <a:t>(digital data to digital signals)</a:t>
            </a:r>
            <a:endParaRPr lang="zh-CN" altLang="en-US" sz="3600">
              <a:ea typeface="ＭＳ Ｐゴシック" panose="020B0600070205080204" pitchFamily="34" charset="-128"/>
            </a:endParaRPr>
          </a:p>
        </p:txBody>
      </p:sp>
    </p:spTree>
    <p:extLst>
      <p:ext uri="{BB962C8B-B14F-4D97-AF65-F5344CB8AC3E}">
        <p14:creationId xmlns:p14="http://schemas.microsoft.com/office/powerpoint/2010/main" val="19169145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01D4464-362B-42CB-AC1C-D463420C8AE2}"/>
              </a:ext>
            </a:extLst>
          </p:cNvPr>
          <p:cNvSpPr>
            <a:spLocks noGrp="1"/>
          </p:cNvSpPr>
          <p:nvPr>
            <p:ph sz="half" idx="1"/>
          </p:nvPr>
        </p:nvSpPr>
        <p:spPr/>
        <p:txBody>
          <a:bodyPr/>
          <a:lstStyle/>
          <a:p>
            <a:pPr marL="0" indent="0">
              <a:buFont typeface="Wingdings" panose="05000000000000000000" pitchFamily="2" charset="2"/>
              <a:buNone/>
              <a:defRPr/>
            </a:pPr>
            <a:r>
              <a:rPr lang="pt-BR" altLang="zh-CN" dirty="0">
                <a:solidFill>
                  <a:srgbClr val="FF0000"/>
                </a:solidFill>
              </a:rPr>
              <a:t>Steps (mB / nB, m &lt; n)</a:t>
            </a:r>
            <a:r>
              <a:rPr lang="zh-CN" altLang="en-US" dirty="0">
                <a:solidFill>
                  <a:srgbClr val="FF0000"/>
                </a:solidFill>
              </a:rPr>
              <a:t>：</a:t>
            </a:r>
            <a:endParaRPr lang="pt-BR" altLang="zh-CN" dirty="0">
              <a:solidFill>
                <a:srgbClr val="FF0000"/>
              </a:solidFill>
            </a:endParaRPr>
          </a:p>
          <a:p>
            <a:pPr>
              <a:defRPr/>
            </a:pPr>
            <a:r>
              <a:rPr lang="en-US" altLang="zh-CN" dirty="0">
                <a:solidFill>
                  <a:srgbClr val="FF0000"/>
                </a:solidFill>
              </a:rPr>
              <a:t>Grouping</a:t>
            </a:r>
            <a:r>
              <a:rPr lang="en-US" altLang="zh-CN" dirty="0"/>
              <a:t> </a:t>
            </a:r>
          </a:p>
          <a:p>
            <a:pPr>
              <a:defRPr/>
            </a:pPr>
            <a:r>
              <a:rPr lang="en-US" altLang="zh-CN" dirty="0">
                <a:solidFill>
                  <a:srgbClr val="FF0000"/>
                </a:solidFill>
              </a:rPr>
              <a:t>Substitution</a:t>
            </a:r>
          </a:p>
          <a:p>
            <a:pPr lvl="1">
              <a:defRPr/>
            </a:pPr>
            <a:r>
              <a:rPr lang="en-US" altLang="zh-CN" dirty="0"/>
              <a:t>The extra bit sequence can be used for </a:t>
            </a:r>
          </a:p>
          <a:p>
            <a:pPr lvl="2">
              <a:defRPr/>
            </a:pPr>
            <a:r>
              <a:rPr lang="en-US" altLang="zh-CN" dirty="0"/>
              <a:t>error detection</a:t>
            </a:r>
          </a:p>
          <a:p>
            <a:pPr lvl="2">
              <a:defRPr/>
            </a:pPr>
            <a:r>
              <a:rPr lang="en-US" altLang="zh-CN" dirty="0"/>
              <a:t>synchronization </a:t>
            </a:r>
          </a:p>
          <a:p>
            <a:pPr lvl="2">
              <a:defRPr/>
            </a:pPr>
            <a:r>
              <a:rPr lang="en-US" altLang="zh-CN" dirty="0"/>
              <a:t>or other controls </a:t>
            </a:r>
          </a:p>
          <a:p>
            <a:pPr marL="457200" lvl="1" indent="0">
              <a:buFont typeface="Arial" panose="020B0604020202020204" pitchFamily="34" charset="0"/>
              <a:buNone/>
              <a:defRPr/>
            </a:pPr>
            <a:r>
              <a:rPr lang="en-US" altLang="zh-CN" dirty="0"/>
              <a:t>    or not used</a:t>
            </a:r>
          </a:p>
          <a:p>
            <a:pPr>
              <a:defRPr/>
            </a:pPr>
            <a:r>
              <a:rPr lang="en-US" altLang="zh-CN" dirty="0">
                <a:solidFill>
                  <a:srgbClr val="FF0000"/>
                </a:solidFill>
              </a:rPr>
              <a:t>Line coding</a:t>
            </a:r>
            <a:endParaRPr lang="pt-BR" altLang="zh-CN" dirty="0"/>
          </a:p>
          <a:p>
            <a:pPr>
              <a:defRPr/>
            </a:pPr>
            <a:endParaRPr lang="zh-CN" altLang="en-US" dirty="0"/>
          </a:p>
        </p:txBody>
      </p:sp>
      <p:sp>
        <p:nvSpPr>
          <p:cNvPr id="5" name="页脚占位符 4">
            <a:extLst>
              <a:ext uri="{FF2B5EF4-FFF2-40B4-BE49-F238E27FC236}">
                <a16:creationId xmlns:a16="http://schemas.microsoft.com/office/drawing/2014/main" id="{781BE8C5-ABDC-4486-80DD-686B2D12DDE5}"/>
              </a:ext>
            </a:extLst>
          </p:cNvPr>
          <p:cNvSpPr>
            <a:spLocks noGrp="1"/>
          </p:cNvSpPr>
          <p:nvPr>
            <p:ph type="ftr" sz="quarter" idx="11"/>
          </p:nvPr>
        </p:nvSpPr>
        <p:spPr/>
        <p:txBody>
          <a:bodyPr/>
          <a:lstStyle/>
          <a:p>
            <a:pPr>
              <a:defRPr/>
            </a:pPr>
            <a:r>
              <a:rPr lang="en-US"/>
              <a:t>Introduction</a:t>
            </a:r>
          </a:p>
        </p:txBody>
      </p:sp>
      <p:sp>
        <p:nvSpPr>
          <p:cNvPr id="180228" name="标题 1">
            <a:extLst>
              <a:ext uri="{FF2B5EF4-FFF2-40B4-BE49-F238E27FC236}">
                <a16:creationId xmlns:a16="http://schemas.microsoft.com/office/drawing/2014/main" id="{9FFFF7DC-EC89-46B9-8CEE-CD750DF71C66}"/>
              </a:ext>
            </a:extLst>
          </p:cNvPr>
          <p:cNvSpPr>
            <a:spLocks noGrp="1" noChangeArrowheads="1"/>
          </p:cNvSpPr>
          <p:nvPr>
            <p:ph type="title"/>
          </p:nvPr>
        </p:nvSpPr>
        <p:spPr/>
        <p:txBody>
          <a:bodyPr/>
          <a:lstStyle/>
          <a:p>
            <a:r>
              <a:rPr lang="en-US" altLang="zh-CN" sz="3600">
                <a:ea typeface="ＭＳ Ｐゴシック" panose="020B0600070205080204" pitchFamily="34" charset="-128"/>
              </a:rPr>
              <a:t>Digital signal coding </a:t>
            </a:r>
            <a:br>
              <a:rPr lang="en-US" altLang="zh-CN" sz="3600">
                <a:ea typeface="ＭＳ Ｐゴシック" panose="020B0600070205080204" pitchFamily="34" charset="-128"/>
              </a:rPr>
            </a:br>
            <a:r>
              <a:rPr lang="en-US" altLang="zh-CN" sz="3200">
                <a:ea typeface="ＭＳ Ｐゴシック" panose="020B0600070205080204" pitchFamily="34" charset="-128"/>
              </a:rPr>
              <a:t>(digital data to digital signals)</a:t>
            </a:r>
            <a:endParaRPr lang="zh-CN" altLang="en-US" sz="3600">
              <a:ea typeface="ＭＳ Ｐゴシック" panose="020B0600070205080204" pitchFamily="34" charset="-128"/>
            </a:endParaRPr>
          </a:p>
        </p:txBody>
      </p:sp>
      <p:graphicFrame>
        <p:nvGraphicFramePr>
          <p:cNvPr id="180229" name="Object 11" descr="信纸">
            <a:extLst>
              <a:ext uri="{FF2B5EF4-FFF2-40B4-BE49-F238E27FC236}">
                <a16:creationId xmlns:a16="http://schemas.microsoft.com/office/drawing/2014/main" id="{E2E99C93-5902-4508-8E8C-FA3F44D9EA60}"/>
              </a:ext>
            </a:extLst>
          </p:cNvPr>
          <p:cNvGraphicFramePr>
            <a:graphicFrameLocks noChangeAspect="1"/>
          </p:cNvGraphicFramePr>
          <p:nvPr/>
        </p:nvGraphicFramePr>
        <p:xfrm>
          <a:off x="5221288" y="73025"/>
          <a:ext cx="3390900" cy="6669088"/>
        </p:xfrm>
        <a:graphic>
          <a:graphicData uri="http://schemas.openxmlformats.org/presentationml/2006/ole">
            <mc:AlternateContent xmlns:mc="http://schemas.openxmlformats.org/markup-compatibility/2006">
              <mc:Choice xmlns:v="urn:schemas-microsoft-com:vml" Requires="v">
                <p:oleObj spid="_x0000_s211979" name="Visio" r:id="rId3" imgW="2461235" imgH="4838616" progId="Visio.Drawing.11">
                  <p:embed/>
                </p:oleObj>
              </mc:Choice>
              <mc:Fallback>
                <p:oleObj name="Visio" r:id="rId3" imgW="2461235" imgH="4838616" progId="Visio.Drawing.11">
                  <p:embed/>
                  <p:pic>
                    <p:nvPicPr>
                      <p:cNvPr id="180229" name="Object 11" descr="信纸">
                        <a:extLst>
                          <a:ext uri="{FF2B5EF4-FFF2-40B4-BE49-F238E27FC236}">
                            <a16:creationId xmlns:a16="http://schemas.microsoft.com/office/drawing/2014/main" id="{E2E99C93-5902-4508-8E8C-FA3F44D9EA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1288" y="73025"/>
                        <a:ext cx="3390900" cy="6669088"/>
                      </a:xfrm>
                      <a:prstGeom prst="rect">
                        <a:avLst/>
                      </a:prstGeom>
                      <a:blipFill dpi="0" rotWithShape="1">
                        <a:blip r:embed="rId5"/>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4493882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标题 1">
            <a:extLst>
              <a:ext uri="{FF2B5EF4-FFF2-40B4-BE49-F238E27FC236}">
                <a16:creationId xmlns:a16="http://schemas.microsoft.com/office/drawing/2014/main" id="{35080CF2-81BD-45A1-BE9D-FDA02F2F449C}"/>
              </a:ext>
            </a:extLst>
          </p:cNvPr>
          <p:cNvSpPr>
            <a:spLocks noGrp="1" noChangeArrowheads="1"/>
          </p:cNvSpPr>
          <p:nvPr>
            <p:ph type="title"/>
          </p:nvPr>
        </p:nvSpPr>
        <p:spPr>
          <a:xfrm>
            <a:off x="533399" y="228600"/>
            <a:ext cx="8278761" cy="1143000"/>
          </a:xfrm>
        </p:spPr>
        <p:txBody>
          <a:bodyPr/>
          <a:lstStyle/>
          <a:p>
            <a:r>
              <a:rPr lang="en-US" altLang="zh-CN" sz="3600" dirty="0">
                <a:ea typeface="ＭＳ Ｐゴシック" panose="020B0600070205080204" pitchFamily="34" charset="-128"/>
              </a:rPr>
              <a:t>3 Basic theory of data communication</a:t>
            </a:r>
            <a:endParaRPr lang="zh-CN" altLang="en-US" sz="3600" dirty="0">
              <a:ea typeface="ＭＳ Ｐゴシック" panose="020B0600070205080204" pitchFamily="34" charset="-128"/>
            </a:endParaRPr>
          </a:p>
        </p:txBody>
      </p:sp>
      <p:sp>
        <p:nvSpPr>
          <p:cNvPr id="3" name="内容占位符 2">
            <a:extLst>
              <a:ext uri="{FF2B5EF4-FFF2-40B4-BE49-F238E27FC236}">
                <a16:creationId xmlns:a16="http://schemas.microsoft.com/office/drawing/2014/main" id="{F5595A7A-660E-439E-84B0-80D277DDD099}"/>
              </a:ext>
            </a:extLst>
          </p:cNvPr>
          <p:cNvSpPr>
            <a:spLocks noGrp="1"/>
          </p:cNvSpPr>
          <p:nvPr>
            <p:ph idx="1"/>
          </p:nvPr>
        </p:nvSpPr>
        <p:spPr/>
        <p:txBody>
          <a:bodyPr/>
          <a:lstStyle/>
          <a:p>
            <a:pPr marL="0" indent="0">
              <a:buFont typeface="Wingdings" panose="05000000000000000000" pitchFamily="2" charset="2"/>
              <a:buNone/>
              <a:defRPr/>
            </a:pPr>
            <a:r>
              <a:rPr lang="en-US" altLang="zh-CN" dirty="0"/>
              <a:t>(1) Basic concepts</a:t>
            </a:r>
          </a:p>
          <a:p>
            <a:pPr marL="0" indent="0">
              <a:buFont typeface="Wingdings" panose="05000000000000000000" pitchFamily="2" charset="2"/>
              <a:buNone/>
              <a:defRPr/>
            </a:pPr>
            <a:r>
              <a:rPr lang="en-US" altLang="zh-CN" dirty="0"/>
              <a:t>(2) For a specific physical communication channel, what is the maximum transmission rate? Infinite?  </a:t>
            </a:r>
          </a:p>
          <a:p>
            <a:pPr marL="0" indent="0">
              <a:buFont typeface="Wingdings" panose="05000000000000000000" pitchFamily="2" charset="2"/>
              <a:buNone/>
              <a:defRPr/>
            </a:pPr>
            <a:r>
              <a:rPr lang="en-US" altLang="zh-CN" dirty="0"/>
              <a:t>(3) How to transmit Bits in specific physical communication channels? Transmission speed, transmission duration, signal distortion?</a:t>
            </a:r>
          </a:p>
          <a:p>
            <a:pPr marL="0" indent="0">
              <a:buFont typeface="Wingdings" panose="05000000000000000000" pitchFamily="2" charset="2"/>
              <a:buNone/>
              <a:defRPr/>
            </a:pPr>
            <a:r>
              <a:rPr lang="en-US" altLang="zh-CN" dirty="0">
                <a:solidFill>
                  <a:srgbClr val="FF0000"/>
                </a:solidFill>
              </a:rPr>
              <a:t>(4) In order to save communication equipment and costs, how to transmit the information of multiple computers in one physical channel?</a:t>
            </a:r>
          </a:p>
          <a:p>
            <a:pPr>
              <a:defRPr/>
            </a:pPr>
            <a:endParaRPr lang="zh-CN" altLang="en-US" dirty="0"/>
          </a:p>
        </p:txBody>
      </p:sp>
      <p:sp>
        <p:nvSpPr>
          <p:cNvPr id="181253" name="灯片编号占位符 4">
            <a:extLst>
              <a:ext uri="{FF2B5EF4-FFF2-40B4-BE49-F238E27FC236}">
                <a16:creationId xmlns:a16="http://schemas.microsoft.com/office/drawing/2014/main" id="{A2CB0B69-0B24-4470-A3B5-0A90953ADC1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558F89AA-FC6E-4A97-90B9-A359EECA5F31}" type="slidenum">
              <a:rPr lang="en-US" altLang="zh-CN" sz="1200" smtClean="0">
                <a:latin typeface="Tahoma" panose="020B0604030504040204" pitchFamily="34" charset="0"/>
              </a:rPr>
              <a:pPr>
                <a:lnSpc>
                  <a:spcPct val="100000"/>
                </a:lnSpc>
                <a:spcBef>
                  <a:spcPct val="0"/>
                </a:spcBef>
                <a:buClrTx/>
                <a:buSzTx/>
                <a:buFontTx/>
                <a:buNone/>
              </a:pPr>
              <a:t>44</a:t>
            </a:fld>
            <a:endParaRPr lang="en-US" altLang="zh-CN" sz="1200" dirty="0">
              <a:latin typeface="Tahoma" panose="020B0604030504040204" pitchFamily="34" charset="0"/>
            </a:endParaRPr>
          </a:p>
        </p:txBody>
      </p:sp>
    </p:spTree>
    <p:extLst>
      <p:ext uri="{BB962C8B-B14F-4D97-AF65-F5344CB8AC3E}">
        <p14:creationId xmlns:p14="http://schemas.microsoft.com/office/powerpoint/2010/main" val="12154193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标题 1">
            <a:extLst>
              <a:ext uri="{FF2B5EF4-FFF2-40B4-BE49-F238E27FC236}">
                <a16:creationId xmlns:a16="http://schemas.microsoft.com/office/drawing/2014/main" id="{927DB177-18E0-4C57-A7BA-B723BDE48F39}"/>
              </a:ext>
            </a:extLst>
          </p:cNvPr>
          <p:cNvSpPr>
            <a:spLocks noGrp="1" noChangeArrowheads="1"/>
          </p:cNvSpPr>
          <p:nvPr>
            <p:ph type="title"/>
          </p:nvPr>
        </p:nvSpPr>
        <p:spPr/>
        <p:txBody>
          <a:bodyPr/>
          <a:lstStyle/>
          <a:p>
            <a:r>
              <a:rPr lang="en-US" altLang="zh-CN" sz="3600">
                <a:ea typeface="ＭＳ Ｐゴシック" panose="020B0600070205080204" pitchFamily="34" charset="-128"/>
              </a:rPr>
              <a:t>Multiplexing (Multi-pass)</a:t>
            </a:r>
            <a:endParaRPr lang="zh-CN" altLang="en-US" sz="3600">
              <a:ea typeface="ＭＳ Ｐゴシック" panose="020B0600070205080204" pitchFamily="34" charset="-128"/>
            </a:endParaRPr>
          </a:p>
        </p:txBody>
      </p:sp>
      <p:sp>
        <p:nvSpPr>
          <p:cNvPr id="3" name="内容占位符 2">
            <a:extLst>
              <a:ext uri="{FF2B5EF4-FFF2-40B4-BE49-F238E27FC236}">
                <a16:creationId xmlns:a16="http://schemas.microsoft.com/office/drawing/2014/main" id="{D3A96E90-F5B7-4E90-A984-BF1A37FD8C0D}"/>
              </a:ext>
            </a:extLst>
          </p:cNvPr>
          <p:cNvSpPr>
            <a:spLocks noGrp="1" noChangeArrowheads="1"/>
          </p:cNvSpPr>
          <p:nvPr>
            <p:ph idx="1"/>
          </p:nvPr>
        </p:nvSpPr>
        <p:spPr/>
        <p:txBody>
          <a:bodyPr/>
          <a:lstStyle/>
          <a:p>
            <a:r>
              <a:rPr lang="en-US" altLang="zh-CN">
                <a:ea typeface="ＭＳ Ｐゴシック" panose="020B0600070205080204" pitchFamily="34" charset="-128"/>
              </a:rPr>
              <a:t>To send multiple sources of information in one physical channel at the same time</a:t>
            </a:r>
          </a:p>
          <a:p>
            <a:endParaRPr lang="en-US" altLang="zh-CN">
              <a:ea typeface="ＭＳ Ｐゴシック" panose="020B0600070205080204" pitchFamily="34" charset="-128"/>
            </a:endParaRPr>
          </a:p>
          <a:p>
            <a:endParaRPr lang="en-US" altLang="zh-CN">
              <a:ea typeface="ＭＳ Ｐゴシック" panose="020B0600070205080204" pitchFamily="34" charset="-128"/>
            </a:endParaRPr>
          </a:p>
          <a:p>
            <a:endParaRPr lang="en-US" altLang="zh-CN">
              <a:ea typeface="ＭＳ Ｐゴシック" panose="020B0600070205080204" pitchFamily="34" charset="-128"/>
            </a:endParaRPr>
          </a:p>
          <a:p>
            <a:endParaRPr lang="en-US" altLang="zh-CN">
              <a:ea typeface="ＭＳ Ｐゴシック" panose="020B0600070205080204" pitchFamily="34" charset="-128"/>
            </a:endParaRPr>
          </a:p>
          <a:p>
            <a:r>
              <a:rPr lang="en-US" altLang="zh-CN">
                <a:ea typeface="ＭＳ Ｐゴシック" panose="020B0600070205080204" pitchFamily="34" charset="-128"/>
              </a:rPr>
              <a:t>Commonly used techniques</a:t>
            </a:r>
          </a:p>
          <a:p>
            <a:pPr lvl="1"/>
            <a:r>
              <a:rPr lang="en-US" altLang="zh-CN">
                <a:ea typeface="Arial" panose="020B0604020202020204" pitchFamily="34" charset="0"/>
              </a:rPr>
              <a:t>Frequency division multiplexing (FDM) </a:t>
            </a:r>
          </a:p>
          <a:p>
            <a:pPr lvl="1"/>
            <a:r>
              <a:rPr lang="en-US" altLang="zh-CN">
                <a:ea typeface="Arial" panose="020B0604020202020204" pitchFamily="34" charset="0"/>
              </a:rPr>
              <a:t>Time division multiplexing (TDM)</a:t>
            </a:r>
          </a:p>
          <a:p>
            <a:pPr lvl="1"/>
            <a:r>
              <a:rPr lang="en-US" altLang="zh-CN">
                <a:ea typeface="Arial" panose="020B0604020202020204" pitchFamily="34" charset="0"/>
              </a:rPr>
              <a:t>Wavelength division multiplexing (WDM)</a:t>
            </a:r>
          </a:p>
          <a:p>
            <a:pPr lvl="1"/>
            <a:r>
              <a:rPr lang="en-US" altLang="zh-CN">
                <a:ea typeface="Arial" panose="020B0604020202020204" pitchFamily="34" charset="0"/>
              </a:rPr>
              <a:t>Code division multiplexing (CDM)</a:t>
            </a:r>
            <a:endParaRPr lang="zh-CN" altLang="en-US">
              <a:ea typeface="Arial" panose="020B0604020202020204" pitchFamily="34" charset="0"/>
            </a:endParaRPr>
          </a:p>
        </p:txBody>
      </p:sp>
      <p:sp>
        <p:nvSpPr>
          <p:cNvPr id="182277" name="灯片编号占位符 4">
            <a:extLst>
              <a:ext uri="{FF2B5EF4-FFF2-40B4-BE49-F238E27FC236}">
                <a16:creationId xmlns:a16="http://schemas.microsoft.com/office/drawing/2014/main" id="{6F40A5BD-827E-4390-B3EF-CCA39A920FD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894FFD16-B039-4C4C-9F01-DCA287AD60FE}" type="slidenum">
              <a:rPr lang="en-US" altLang="zh-CN" sz="1200" smtClean="0">
                <a:latin typeface="Tahoma" panose="020B0604030504040204" pitchFamily="34" charset="0"/>
              </a:rPr>
              <a:pPr>
                <a:lnSpc>
                  <a:spcPct val="100000"/>
                </a:lnSpc>
                <a:spcBef>
                  <a:spcPct val="0"/>
                </a:spcBef>
                <a:buClrTx/>
                <a:buSzTx/>
                <a:buFontTx/>
                <a:buNone/>
              </a:pPr>
              <a:t>45</a:t>
            </a:fld>
            <a:endParaRPr lang="en-US" altLang="zh-CN" sz="1200" dirty="0">
              <a:latin typeface="Tahoma" panose="020B0604030504040204" pitchFamily="34" charset="0"/>
            </a:endParaRPr>
          </a:p>
        </p:txBody>
      </p:sp>
      <p:graphicFrame>
        <p:nvGraphicFramePr>
          <p:cNvPr id="182278" name="Object 12" descr="信纸">
            <a:extLst>
              <a:ext uri="{FF2B5EF4-FFF2-40B4-BE49-F238E27FC236}">
                <a16:creationId xmlns:a16="http://schemas.microsoft.com/office/drawing/2014/main" id="{092DC09C-0622-4D66-9C59-BCB507B18B8A}"/>
              </a:ext>
            </a:extLst>
          </p:cNvPr>
          <p:cNvGraphicFramePr>
            <a:graphicFrameLocks noChangeAspect="1"/>
          </p:cNvGraphicFramePr>
          <p:nvPr/>
        </p:nvGraphicFramePr>
        <p:xfrm>
          <a:off x="1335088" y="2568575"/>
          <a:ext cx="6473825" cy="1454150"/>
        </p:xfrm>
        <a:graphic>
          <a:graphicData uri="http://schemas.openxmlformats.org/presentationml/2006/ole">
            <mc:AlternateContent xmlns:mc="http://schemas.openxmlformats.org/markup-compatibility/2006">
              <mc:Choice xmlns:v="urn:schemas-microsoft-com:vml" Requires="v">
                <p:oleObj spid="_x0000_s199692" name="Visio" r:id="rId3" imgW="3438457" imgH="771525" progId="Visio.Drawing.11">
                  <p:embed/>
                </p:oleObj>
              </mc:Choice>
              <mc:Fallback>
                <p:oleObj name="Visio" r:id="rId3" imgW="3438457" imgH="771525" progId="Visio.Drawing.11">
                  <p:embed/>
                  <p:pic>
                    <p:nvPicPr>
                      <p:cNvPr id="182278" name="Object 12" descr="信纸">
                        <a:extLst>
                          <a:ext uri="{FF2B5EF4-FFF2-40B4-BE49-F238E27FC236}">
                            <a16:creationId xmlns:a16="http://schemas.microsoft.com/office/drawing/2014/main" id="{092DC09C-0622-4D66-9C59-BCB507B18B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5088" y="2568575"/>
                        <a:ext cx="6473825" cy="1454150"/>
                      </a:xfrm>
                      <a:prstGeom prst="rect">
                        <a:avLst/>
                      </a:prstGeom>
                      <a:blipFill dpi="0" rotWithShape="1">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871736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anim calcmode="lin" valueType="num">
                                      <p:cBhvr additive="base">
                                        <p:cTn id="1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 calcmode="lin" valueType="num">
                                      <p:cBhvr additive="base">
                                        <p:cTn id="1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 calcmode="lin" valueType="num">
                                      <p:cBhvr additive="base">
                                        <p:cTn id="1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anim calcmode="lin" valueType="num">
                                      <p:cBhvr additive="base">
                                        <p:cTn id="2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a:extLst>
              <a:ext uri="{FF2B5EF4-FFF2-40B4-BE49-F238E27FC236}">
                <a16:creationId xmlns:a16="http://schemas.microsoft.com/office/drawing/2014/main" id="{287A7B64-80D6-468A-9B1B-0DFFE803958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dirty="0">
                <a:latin typeface="Times New Roman" panose="02020603050405020304" pitchFamily="18" charset="0"/>
              </a:rPr>
              <a:t>2-</a:t>
            </a:r>
            <a:fld id="{4346990F-93DA-42F2-B6A1-6F636A5163AE}" type="slidenum">
              <a:rPr lang="en-US" altLang="zh-CN" sz="1400" smtClean="0">
                <a:latin typeface="Times New Roman" panose="02020603050405020304" pitchFamily="18" charset="0"/>
              </a:rPr>
              <a:pPr>
                <a:spcBef>
                  <a:spcPct val="0"/>
                </a:spcBef>
                <a:buClrTx/>
                <a:buSzTx/>
                <a:buFontTx/>
                <a:buNone/>
              </a:pPr>
              <a:t>46</a:t>
            </a:fld>
            <a:endParaRPr lang="en-US" altLang="zh-CN" sz="1400" dirty="0">
              <a:latin typeface="Times New Roman" panose="02020603050405020304" pitchFamily="18" charset="0"/>
            </a:endParaRPr>
          </a:p>
        </p:txBody>
      </p:sp>
      <p:sp>
        <p:nvSpPr>
          <p:cNvPr id="30723" name="Rectangle 2">
            <a:extLst>
              <a:ext uri="{FF2B5EF4-FFF2-40B4-BE49-F238E27FC236}">
                <a16:creationId xmlns:a16="http://schemas.microsoft.com/office/drawing/2014/main" id="{458D0038-57F2-42DD-8C06-6F33B2DAA08E}"/>
              </a:ext>
            </a:extLst>
          </p:cNvPr>
          <p:cNvSpPr>
            <a:spLocks noGrp="1" noChangeArrowheads="1"/>
          </p:cNvSpPr>
          <p:nvPr>
            <p:ph type="title"/>
          </p:nvPr>
        </p:nvSpPr>
        <p:spPr>
          <a:xfrm>
            <a:off x="230188" y="228600"/>
            <a:ext cx="8629650" cy="1143000"/>
          </a:xfrm>
        </p:spPr>
        <p:txBody>
          <a:bodyPr/>
          <a:lstStyle/>
          <a:p>
            <a:r>
              <a:rPr lang="zh-CN" altLang="en-US" sz="3200" dirty="0">
                <a:ea typeface="ＭＳ Ｐゴシック" panose="020B0600070205080204" pitchFamily="34" charset="-128"/>
              </a:rPr>
              <a:t>*</a:t>
            </a:r>
            <a:r>
              <a:rPr lang="en-US" altLang="zh-CN" sz="3200" dirty="0">
                <a:ea typeface="ＭＳ Ｐゴシック" panose="020B0600070205080204" pitchFamily="34" charset="-128"/>
              </a:rPr>
              <a:t>Multiplexing </a:t>
            </a:r>
            <a:r>
              <a:rPr lang="en-US" altLang="zh-CN" sz="3200" dirty="0">
                <a:ea typeface="宋体" panose="02010600030101010101" pitchFamily="2" charset="-122"/>
              </a:rPr>
              <a:t>: FDMA</a:t>
            </a:r>
            <a:endParaRPr lang="en-US" altLang="zh-CN" dirty="0">
              <a:ea typeface="宋体" panose="02010600030101010101" pitchFamily="2" charset="-122"/>
            </a:endParaRPr>
          </a:p>
        </p:txBody>
      </p:sp>
      <p:sp>
        <p:nvSpPr>
          <p:cNvPr id="30724" name="Rectangle 3">
            <a:extLst>
              <a:ext uri="{FF2B5EF4-FFF2-40B4-BE49-F238E27FC236}">
                <a16:creationId xmlns:a16="http://schemas.microsoft.com/office/drawing/2014/main" id="{CD549787-3DDD-4FD0-A52F-817B03AA0C31}"/>
              </a:ext>
            </a:extLst>
          </p:cNvPr>
          <p:cNvSpPr>
            <a:spLocks noGrp="1" noChangeArrowheads="1"/>
          </p:cNvSpPr>
          <p:nvPr>
            <p:ph type="body" idx="1"/>
          </p:nvPr>
        </p:nvSpPr>
        <p:spPr>
          <a:xfrm>
            <a:off x="501650" y="1370013"/>
            <a:ext cx="8223250" cy="4648200"/>
          </a:xfrm>
        </p:spPr>
        <p:txBody>
          <a:bodyPr/>
          <a:lstStyle/>
          <a:p>
            <a:pPr>
              <a:buFont typeface="ZapfDingbats" pitchFamily="82" charset="2"/>
              <a:buNone/>
            </a:pPr>
            <a:r>
              <a:rPr lang="en-US" altLang="zh-CN" dirty="0">
                <a:solidFill>
                  <a:srgbClr val="FF0000"/>
                </a:solidFill>
                <a:ea typeface="宋体" panose="02010600030101010101" pitchFamily="2" charset="-122"/>
              </a:rPr>
              <a:t>FDMA: frequency division multiple access</a:t>
            </a:r>
            <a:r>
              <a:rPr lang="en-US" altLang="zh-CN" dirty="0">
                <a:ea typeface="宋体" panose="02010600030101010101" pitchFamily="2" charset="-122"/>
              </a:rPr>
              <a:t> </a:t>
            </a:r>
          </a:p>
          <a:p>
            <a:r>
              <a:rPr lang="en-US" altLang="zh-CN" sz="2400" dirty="0">
                <a:ea typeface="宋体" panose="02010600030101010101" pitchFamily="2" charset="-122"/>
              </a:rPr>
              <a:t>channel spectrum divided into frequency bands</a:t>
            </a:r>
          </a:p>
          <a:p>
            <a:r>
              <a:rPr lang="en-US" altLang="zh-CN" sz="2400" dirty="0">
                <a:ea typeface="宋体" panose="02010600030101010101" pitchFamily="2" charset="-122"/>
              </a:rPr>
              <a:t>each station assigned fixed frequency band</a:t>
            </a:r>
          </a:p>
          <a:p>
            <a:r>
              <a:rPr lang="en-US" altLang="zh-CN" sz="2400" dirty="0">
                <a:ea typeface="宋体" panose="02010600030101010101" pitchFamily="2" charset="-122"/>
              </a:rPr>
              <a:t>unused transmission time in frequency bands go idle </a:t>
            </a:r>
          </a:p>
          <a:p>
            <a:r>
              <a:rPr lang="en-US" altLang="zh-CN" sz="2400" dirty="0">
                <a:ea typeface="宋体" panose="02010600030101010101" pitchFamily="2" charset="-122"/>
              </a:rPr>
              <a:t>example: 6-station LAN, 1,3,4 have pkt, frequency bands 2,5,6 idle </a:t>
            </a:r>
          </a:p>
          <a:p>
            <a:endParaRPr lang="en-US" altLang="zh-CN" sz="2400" dirty="0">
              <a:ea typeface="宋体" panose="02010600030101010101" pitchFamily="2" charset="-122"/>
            </a:endParaRPr>
          </a:p>
          <a:p>
            <a:endParaRPr lang="en-US" altLang="zh-CN" sz="2400" dirty="0">
              <a:ea typeface="宋体" panose="02010600030101010101" pitchFamily="2" charset="-122"/>
            </a:endParaRPr>
          </a:p>
          <a:p>
            <a:endParaRPr lang="en-US" altLang="zh-CN" sz="2400" dirty="0">
              <a:ea typeface="宋体" panose="02010600030101010101" pitchFamily="2" charset="-122"/>
            </a:endParaRPr>
          </a:p>
          <a:p>
            <a:endParaRPr lang="en-US" altLang="zh-CN" sz="2400" dirty="0">
              <a:ea typeface="宋体" panose="02010600030101010101" pitchFamily="2" charset="-122"/>
            </a:endParaRPr>
          </a:p>
          <a:p>
            <a:endParaRPr lang="en-US" altLang="zh-CN" sz="2400" dirty="0">
              <a:ea typeface="宋体" panose="02010600030101010101" pitchFamily="2" charset="-122"/>
            </a:endParaRPr>
          </a:p>
          <a:p>
            <a:endParaRPr lang="en-US" altLang="zh-CN" sz="2400" dirty="0">
              <a:ea typeface="宋体" panose="02010600030101010101" pitchFamily="2" charset="-122"/>
            </a:endParaRPr>
          </a:p>
        </p:txBody>
      </p:sp>
      <p:sp>
        <p:nvSpPr>
          <p:cNvPr id="26" name="Rectangle 4">
            <a:extLst>
              <a:ext uri="{FF2B5EF4-FFF2-40B4-BE49-F238E27FC236}">
                <a16:creationId xmlns:a16="http://schemas.microsoft.com/office/drawing/2014/main" id="{64E6734F-F699-4875-A4D9-B3E51DBE19B9}"/>
              </a:ext>
            </a:extLst>
          </p:cNvPr>
          <p:cNvSpPr>
            <a:spLocks noChangeArrowheads="1"/>
          </p:cNvSpPr>
          <p:nvPr/>
        </p:nvSpPr>
        <p:spPr bwMode="auto">
          <a:xfrm>
            <a:off x="4627563" y="4138613"/>
            <a:ext cx="627062" cy="2251075"/>
          </a:xfrm>
          <a:prstGeom prst="rect">
            <a:avLst/>
          </a:prstGeom>
          <a:solidFill>
            <a:srgbClr val="FFFFFF"/>
          </a:solidFill>
          <a:ln w="1905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27" name="Line 5">
            <a:extLst>
              <a:ext uri="{FF2B5EF4-FFF2-40B4-BE49-F238E27FC236}">
                <a16:creationId xmlns:a16="http://schemas.microsoft.com/office/drawing/2014/main" id="{21CE0972-0519-456C-830B-0582120DCAD7}"/>
              </a:ext>
            </a:extLst>
          </p:cNvPr>
          <p:cNvSpPr>
            <a:spLocks noChangeShapeType="1"/>
          </p:cNvSpPr>
          <p:nvPr/>
        </p:nvSpPr>
        <p:spPr bwMode="auto">
          <a:xfrm flipV="1">
            <a:off x="4625975" y="5243513"/>
            <a:ext cx="622300" cy="15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8" name="Line 6">
            <a:extLst>
              <a:ext uri="{FF2B5EF4-FFF2-40B4-BE49-F238E27FC236}">
                <a16:creationId xmlns:a16="http://schemas.microsoft.com/office/drawing/2014/main" id="{F6E4D4FD-33C5-4F70-99D2-38C4E58EDA25}"/>
              </a:ext>
            </a:extLst>
          </p:cNvPr>
          <p:cNvSpPr>
            <a:spLocks noChangeShapeType="1"/>
          </p:cNvSpPr>
          <p:nvPr/>
        </p:nvSpPr>
        <p:spPr bwMode="auto">
          <a:xfrm flipV="1">
            <a:off x="4621213" y="5635625"/>
            <a:ext cx="631825" cy="63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9" name="Line 7">
            <a:extLst>
              <a:ext uri="{FF2B5EF4-FFF2-40B4-BE49-F238E27FC236}">
                <a16:creationId xmlns:a16="http://schemas.microsoft.com/office/drawing/2014/main" id="{06355C10-4BA3-4FB4-AEE5-FFCFFEFCE81E}"/>
              </a:ext>
            </a:extLst>
          </p:cNvPr>
          <p:cNvSpPr>
            <a:spLocks noChangeShapeType="1"/>
          </p:cNvSpPr>
          <p:nvPr/>
        </p:nvSpPr>
        <p:spPr bwMode="auto">
          <a:xfrm flipV="1">
            <a:off x="4625975" y="6021388"/>
            <a:ext cx="627063" cy="15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30" name="Line 8">
            <a:extLst>
              <a:ext uri="{FF2B5EF4-FFF2-40B4-BE49-F238E27FC236}">
                <a16:creationId xmlns:a16="http://schemas.microsoft.com/office/drawing/2014/main" id="{B5FF0E43-0A80-46F8-BC5F-2F03FE0FAD5C}"/>
              </a:ext>
            </a:extLst>
          </p:cNvPr>
          <p:cNvSpPr>
            <a:spLocks noChangeShapeType="1"/>
          </p:cNvSpPr>
          <p:nvPr/>
        </p:nvSpPr>
        <p:spPr bwMode="auto">
          <a:xfrm flipV="1">
            <a:off x="4621213" y="4857750"/>
            <a:ext cx="631825" cy="63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31" name="Line 9">
            <a:extLst>
              <a:ext uri="{FF2B5EF4-FFF2-40B4-BE49-F238E27FC236}">
                <a16:creationId xmlns:a16="http://schemas.microsoft.com/office/drawing/2014/main" id="{32A6F25C-2A98-4E4F-99AE-E496C5ADCE1E}"/>
              </a:ext>
            </a:extLst>
          </p:cNvPr>
          <p:cNvSpPr>
            <a:spLocks noChangeShapeType="1"/>
          </p:cNvSpPr>
          <p:nvPr/>
        </p:nvSpPr>
        <p:spPr bwMode="auto">
          <a:xfrm flipV="1">
            <a:off x="4625975" y="4471988"/>
            <a:ext cx="631825" cy="63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32" name="Line 11">
            <a:extLst>
              <a:ext uri="{FF2B5EF4-FFF2-40B4-BE49-F238E27FC236}">
                <a16:creationId xmlns:a16="http://schemas.microsoft.com/office/drawing/2014/main" id="{964B0C87-E7BF-47C5-8952-CBB1B3C0175C}"/>
              </a:ext>
            </a:extLst>
          </p:cNvPr>
          <p:cNvSpPr>
            <a:spLocks noChangeShapeType="1"/>
          </p:cNvSpPr>
          <p:nvPr/>
        </p:nvSpPr>
        <p:spPr bwMode="auto">
          <a:xfrm>
            <a:off x="5346700" y="4411663"/>
            <a:ext cx="222885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30732" name="Freeform 12">
            <a:extLst>
              <a:ext uri="{FF2B5EF4-FFF2-40B4-BE49-F238E27FC236}">
                <a16:creationId xmlns:a16="http://schemas.microsoft.com/office/drawing/2014/main" id="{85840451-16F7-4022-AB0B-7DDE3D43880E}"/>
              </a:ext>
            </a:extLst>
          </p:cNvPr>
          <p:cNvSpPr>
            <a:spLocks/>
          </p:cNvSpPr>
          <p:nvPr/>
        </p:nvSpPr>
        <p:spPr bwMode="auto">
          <a:xfrm>
            <a:off x="5494338" y="4292600"/>
            <a:ext cx="1728787" cy="114300"/>
          </a:xfrm>
          <a:custGeom>
            <a:avLst/>
            <a:gdLst>
              <a:gd name="T0" fmla="*/ 0 w 1089"/>
              <a:gd name="T1" fmla="*/ 2147483646 h 72"/>
              <a:gd name="T2" fmla="*/ 0 w 1089"/>
              <a:gd name="T3" fmla="*/ 2147483646 h 72"/>
              <a:gd name="T4" fmla="*/ 2147483646 w 1089"/>
              <a:gd name="T5" fmla="*/ 0 h 72"/>
              <a:gd name="T6" fmla="*/ 2147483646 w 1089"/>
              <a:gd name="T7" fmla="*/ 2147483646 h 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9" h="72">
                <a:moveTo>
                  <a:pt x="0" y="72"/>
                </a:moveTo>
                <a:lnTo>
                  <a:pt x="0" y="3"/>
                </a:lnTo>
                <a:lnTo>
                  <a:pt x="1089" y="0"/>
                </a:lnTo>
                <a:lnTo>
                  <a:pt x="1089" y="72"/>
                </a:lnTo>
              </a:path>
            </a:pathLst>
          </a:custGeom>
          <a:solidFill>
            <a:schemeClr val="accent2"/>
          </a:solidFill>
          <a:ln w="1905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13">
            <a:extLst>
              <a:ext uri="{FF2B5EF4-FFF2-40B4-BE49-F238E27FC236}">
                <a16:creationId xmlns:a16="http://schemas.microsoft.com/office/drawing/2014/main" id="{4285314F-FBEA-49FF-ADFA-7C75434AD7ED}"/>
              </a:ext>
            </a:extLst>
          </p:cNvPr>
          <p:cNvSpPr>
            <a:spLocks noChangeShapeType="1"/>
          </p:cNvSpPr>
          <p:nvPr/>
        </p:nvSpPr>
        <p:spPr bwMode="auto">
          <a:xfrm>
            <a:off x="5394325" y="4814888"/>
            <a:ext cx="222885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35" name="Line 15">
            <a:extLst>
              <a:ext uri="{FF2B5EF4-FFF2-40B4-BE49-F238E27FC236}">
                <a16:creationId xmlns:a16="http://schemas.microsoft.com/office/drawing/2014/main" id="{DB49F9F3-512A-4847-86B8-ED3640A3481B}"/>
              </a:ext>
            </a:extLst>
          </p:cNvPr>
          <p:cNvSpPr>
            <a:spLocks noChangeShapeType="1"/>
          </p:cNvSpPr>
          <p:nvPr/>
        </p:nvSpPr>
        <p:spPr bwMode="auto">
          <a:xfrm>
            <a:off x="5394325" y="5213350"/>
            <a:ext cx="222885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30735" name="Freeform 16">
            <a:extLst>
              <a:ext uri="{FF2B5EF4-FFF2-40B4-BE49-F238E27FC236}">
                <a16:creationId xmlns:a16="http://schemas.microsoft.com/office/drawing/2014/main" id="{D6551948-6442-449D-A3B3-ED25D0F3BD63}"/>
              </a:ext>
            </a:extLst>
          </p:cNvPr>
          <p:cNvSpPr>
            <a:spLocks/>
          </p:cNvSpPr>
          <p:nvPr/>
        </p:nvSpPr>
        <p:spPr bwMode="auto">
          <a:xfrm>
            <a:off x="5541963" y="5094288"/>
            <a:ext cx="1728787" cy="114300"/>
          </a:xfrm>
          <a:custGeom>
            <a:avLst/>
            <a:gdLst>
              <a:gd name="T0" fmla="*/ 0 w 1089"/>
              <a:gd name="T1" fmla="*/ 2147483646 h 72"/>
              <a:gd name="T2" fmla="*/ 0 w 1089"/>
              <a:gd name="T3" fmla="*/ 2147483646 h 72"/>
              <a:gd name="T4" fmla="*/ 2147483646 w 1089"/>
              <a:gd name="T5" fmla="*/ 0 h 72"/>
              <a:gd name="T6" fmla="*/ 2147483646 w 1089"/>
              <a:gd name="T7" fmla="*/ 2147483646 h 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9" h="72">
                <a:moveTo>
                  <a:pt x="0" y="72"/>
                </a:moveTo>
                <a:lnTo>
                  <a:pt x="0" y="3"/>
                </a:lnTo>
                <a:lnTo>
                  <a:pt x="1089" y="0"/>
                </a:lnTo>
                <a:lnTo>
                  <a:pt x="1089" y="72"/>
                </a:lnTo>
              </a:path>
            </a:pathLst>
          </a:custGeom>
          <a:solidFill>
            <a:srgbClr val="FF0000"/>
          </a:solidFill>
          <a:ln w="1905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0736" name="Group 17">
            <a:extLst>
              <a:ext uri="{FF2B5EF4-FFF2-40B4-BE49-F238E27FC236}">
                <a16:creationId xmlns:a16="http://schemas.microsoft.com/office/drawing/2014/main" id="{F9C37A05-FAB0-4B5D-AEB5-AD64875AC81A}"/>
              </a:ext>
            </a:extLst>
          </p:cNvPr>
          <p:cNvGrpSpPr>
            <a:grpSpLocks/>
          </p:cNvGrpSpPr>
          <p:nvPr/>
        </p:nvGrpSpPr>
        <p:grpSpPr bwMode="auto">
          <a:xfrm>
            <a:off x="5411788" y="5499100"/>
            <a:ext cx="2228850" cy="119063"/>
            <a:chOff x="1884" y="2826"/>
            <a:chExt cx="1404" cy="75"/>
          </a:xfrm>
        </p:grpSpPr>
        <p:sp>
          <p:nvSpPr>
            <p:cNvPr id="38" name="Line 18">
              <a:extLst>
                <a:ext uri="{FF2B5EF4-FFF2-40B4-BE49-F238E27FC236}">
                  <a16:creationId xmlns:a16="http://schemas.microsoft.com/office/drawing/2014/main" id="{A7592F5B-3B8E-4529-8E7D-AF9A0959E8DB}"/>
                </a:ext>
              </a:extLst>
            </p:cNvPr>
            <p:cNvSpPr>
              <a:spLocks noChangeShapeType="1"/>
            </p:cNvSpPr>
            <p:nvPr/>
          </p:nvSpPr>
          <p:spPr bwMode="auto">
            <a:xfrm>
              <a:off x="1884" y="2901"/>
              <a:ext cx="140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30752" name="Freeform 19">
              <a:extLst>
                <a:ext uri="{FF2B5EF4-FFF2-40B4-BE49-F238E27FC236}">
                  <a16:creationId xmlns:a16="http://schemas.microsoft.com/office/drawing/2014/main" id="{C45CC616-7D74-4CAC-85C9-2C99D0368E49}"/>
                </a:ext>
              </a:extLst>
            </p:cNvPr>
            <p:cNvSpPr>
              <a:spLocks/>
            </p:cNvSpPr>
            <p:nvPr/>
          </p:nvSpPr>
          <p:spPr bwMode="auto">
            <a:xfrm>
              <a:off x="1977" y="2826"/>
              <a:ext cx="1089" cy="72"/>
            </a:xfrm>
            <a:custGeom>
              <a:avLst/>
              <a:gdLst>
                <a:gd name="T0" fmla="*/ 0 w 1089"/>
                <a:gd name="T1" fmla="*/ 72 h 72"/>
                <a:gd name="T2" fmla="*/ 0 w 1089"/>
                <a:gd name="T3" fmla="*/ 3 h 72"/>
                <a:gd name="T4" fmla="*/ 1089 w 1089"/>
                <a:gd name="T5" fmla="*/ 0 h 72"/>
                <a:gd name="T6" fmla="*/ 1089 w 1089"/>
                <a:gd name="T7" fmla="*/ 72 h 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9" h="72">
                  <a:moveTo>
                    <a:pt x="0" y="72"/>
                  </a:moveTo>
                  <a:lnTo>
                    <a:pt x="0" y="3"/>
                  </a:lnTo>
                  <a:lnTo>
                    <a:pt x="1089" y="0"/>
                  </a:lnTo>
                  <a:lnTo>
                    <a:pt x="1089" y="72"/>
                  </a:lnTo>
                </a:path>
              </a:pathLst>
            </a:custGeom>
            <a:solidFill>
              <a:srgbClr val="00CC66"/>
            </a:solidFill>
            <a:ln w="1905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0" name="Line 20">
            <a:extLst>
              <a:ext uri="{FF2B5EF4-FFF2-40B4-BE49-F238E27FC236}">
                <a16:creationId xmlns:a16="http://schemas.microsoft.com/office/drawing/2014/main" id="{E56C0B5A-FD05-43F6-96A8-42EDCC2F1D8F}"/>
              </a:ext>
            </a:extLst>
          </p:cNvPr>
          <p:cNvSpPr>
            <a:spLocks noChangeShapeType="1"/>
          </p:cNvSpPr>
          <p:nvPr/>
        </p:nvSpPr>
        <p:spPr bwMode="auto">
          <a:xfrm>
            <a:off x="5441950" y="6024563"/>
            <a:ext cx="222885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41" name="Text Box 22">
            <a:extLst>
              <a:ext uri="{FF2B5EF4-FFF2-40B4-BE49-F238E27FC236}">
                <a16:creationId xmlns:a16="http://schemas.microsoft.com/office/drawing/2014/main" id="{007C7FD7-E59A-4024-9586-EA76DC0FA041}"/>
              </a:ext>
            </a:extLst>
          </p:cNvPr>
          <p:cNvSpPr txBox="1">
            <a:spLocks noChangeArrowheads="1"/>
          </p:cNvSpPr>
          <p:nvPr/>
        </p:nvSpPr>
        <p:spPr bwMode="auto">
          <a:xfrm rot="-5400000">
            <a:off x="3423444" y="5018882"/>
            <a:ext cx="18732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latin typeface="Arial" charset="0"/>
              </a:rPr>
              <a:t>frequency bands</a:t>
            </a:r>
          </a:p>
        </p:txBody>
      </p:sp>
      <p:sp>
        <p:nvSpPr>
          <p:cNvPr id="42" name="Text Box 23">
            <a:extLst>
              <a:ext uri="{FF2B5EF4-FFF2-40B4-BE49-F238E27FC236}">
                <a16:creationId xmlns:a16="http://schemas.microsoft.com/office/drawing/2014/main" id="{B347CAC1-789F-4F39-9A22-920077B1BF81}"/>
              </a:ext>
            </a:extLst>
          </p:cNvPr>
          <p:cNvSpPr txBox="1">
            <a:spLocks noChangeArrowheads="1"/>
          </p:cNvSpPr>
          <p:nvPr/>
        </p:nvSpPr>
        <p:spPr bwMode="auto">
          <a:xfrm rot="67766">
            <a:off x="7332663" y="3960813"/>
            <a:ext cx="6159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latin typeface="Arial" charset="0"/>
              </a:rPr>
              <a:t>time</a:t>
            </a:r>
          </a:p>
        </p:txBody>
      </p:sp>
      <p:sp>
        <p:nvSpPr>
          <p:cNvPr id="30740" name="Freeform 54">
            <a:extLst>
              <a:ext uri="{FF2B5EF4-FFF2-40B4-BE49-F238E27FC236}">
                <a16:creationId xmlns:a16="http://schemas.microsoft.com/office/drawing/2014/main" id="{ADC3BEED-A112-4DED-B836-14132937F1F3}"/>
              </a:ext>
            </a:extLst>
          </p:cNvPr>
          <p:cNvSpPr>
            <a:spLocks/>
          </p:cNvSpPr>
          <p:nvPr/>
        </p:nvSpPr>
        <p:spPr bwMode="auto">
          <a:xfrm>
            <a:off x="2032000" y="4348163"/>
            <a:ext cx="595313" cy="1538287"/>
          </a:xfrm>
          <a:custGeom>
            <a:avLst/>
            <a:gdLst>
              <a:gd name="T0" fmla="*/ 2147483646 w 375"/>
              <a:gd name="T1" fmla="*/ 0 h 969"/>
              <a:gd name="T2" fmla="*/ 0 w 375"/>
              <a:gd name="T3" fmla="*/ 2147483646 h 969"/>
              <a:gd name="T4" fmla="*/ 2147483646 w 375"/>
              <a:gd name="T5" fmla="*/ 2147483646 h 969"/>
              <a:gd name="T6" fmla="*/ 2147483646 w 375"/>
              <a:gd name="T7" fmla="*/ 0 h 96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5" h="969">
                <a:moveTo>
                  <a:pt x="375" y="0"/>
                </a:moveTo>
                <a:lnTo>
                  <a:pt x="0" y="485"/>
                </a:lnTo>
                <a:lnTo>
                  <a:pt x="375" y="969"/>
                </a:lnTo>
                <a:lnTo>
                  <a:pt x="375" y="0"/>
                </a:lnTo>
                <a:close/>
              </a:path>
            </a:pathLst>
          </a:custGeom>
          <a:gradFill rotWithShape="1">
            <a:gsLst>
              <a:gs pos="0">
                <a:schemeClr val="tx1"/>
              </a:gs>
              <a:gs pos="100000">
                <a:schemeClr val="bg1"/>
              </a:gs>
            </a:gsLst>
            <a:lin ang="0" scaled="1"/>
          </a:gradFill>
          <a:ln>
            <a:noFill/>
          </a:ln>
          <a:effectLst/>
          <a:extLst>
            <a:ext uri="{91240B29-F687-4F45-9708-019B960494DF}">
              <a14:hiddenLine xmlns:a14="http://schemas.microsoft.com/office/drawing/2010/main" w="3175" cmpd="sng">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0741" name="Group 56">
            <a:extLst>
              <a:ext uri="{FF2B5EF4-FFF2-40B4-BE49-F238E27FC236}">
                <a16:creationId xmlns:a16="http://schemas.microsoft.com/office/drawing/2014/main" id="{5359F6B2-81FB-4D60-BCF4-47F569DE86B4}"/>
              </a:ext>
            </a:extLst>
          </p:cNvPr>
          <p:cNvGrpSpPr>
            <a:grpSpLocks/>
          </p:cNvGrpSpPr>
          <p:nvPr/>
        </p:nvGrpSpPr>
        <p:grpSpPr bwMode="auto">
          <a:xfrm>
            <a:off x="293688" y="4986338"/>
            <a:ext cx="1666875" cy="314325"/>
            <a:chOff x="1614" y="1494"/>
            <a:chExt cx="1050" cy="198"/>
          </a:xfrm>
        </p:grpSpPr>
        <p:sp>
          <p:nvSpPr>
            <p:cNvPr id="45" name="Rectangle 57">
              <a:extLst>
                <a:ext uri="{FF2B5EF4-FFF2-40B4-BE49-F238E27FC236}">
                  <a16:creationId xmlns:a16="http://schemas.microsoft.com/office/drawing/2014/main" id="{A4B8F4C8-5B16-4768-9F7A-B85D94F0B53C}"/>
                </a:ext>
              </a:extLst>
            </p:cNvPr>
            <p:cNvSpPr>
              <a:spLocks noChangeArrowheads="1"/>
            </p:cNvSpPr>
            <p:nvPr/>
          </p:nvSpPr>
          <p:spPr bwMode="auto">
            <a:xfrm>
              <a:off x="2358" y="1500"/>
              <a:ext cx="168" cy="17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46" name="Freeform 58">
              <a:extLst>
                <a:ext uri="{FF2B5EF4-FFF2-40B4-BE49-F238E27FC236}">
                  <a16:creationId xmlns:a16="http://schemas.microsoft.com/office/drawing/2014/main" id="{2CD57B9C-3C92-4021-8777-6F6667BB0E5E}"/>
                </a:ext>
              </a:extLst>
            </p:cNvPr>
            <p:cNvSpPr>
              <a:spLocks/>
            </p:cNvSpPr>
            <p:nvPr/>
          </p:nvSpPr>
          <p:spPr bwMode="auto">
            <a:xfrm>
              <a:off x="1614" y="1494"/>
              <a:ext cx="896" cy="198"/>
            </a:xfrm>
            <a:custGeom>
              <a:avLst/>
              <a:gdLst>
                <a:gd name="T0" fmla="*/ 18 w 896"/>
                <a:gd name="T1" fmla="*/ 0 h 198"/>
                <a:gd name="T2" fmla="*/ 0 w 896"/>
                <a:gd name="T3" fmla="*/ 96 h 198"/>
                <a:gd name="T4" fmla="*/ 18 w 896"/>
                <a:gd name="T5" fmla="*/ 198 h 198"/>
                <a:gd name="T6" fmla="*/ 774 w 896"/>
                <a:gd name="T7" fmla="*/ 198 h 198"/>
                <a:gd name="T8" fmla="*/ 750 w 896"/>
                <a:gd name="T9" fmla="*/ 90 h 198"/>
                <a:gd name="T10" fmla="*/ 774 w 896"/>
                <a:gd name="T11" fmla="*/ 0 h 198"/>
                <a:gd name="T12" fmla="*/ 18 w 896"/>
                <a:gd name="T13" fmla="*/ 0 h 19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96" h="198">
                  <a:moveTo>
                    <a:pt x="18" y="0"/>
                  </a:moveTo>
                  <a:lnTo>
                    <a:pt x="0" y="96"/>
                  </a:lnTo>
                  <a:lnTo>
                    <a:pt x="18" y="198"/>
                  </a:lnTo>
                  <a:lnTo>
                    <a:pt x="774" y="198"/>
                  </a:lnTo>
                  <a:cubicBezTo>
                    <a:pt x="896" y="180"/>
                    <a:pt x="750" y="123"/>
                    <a:pt x="750" y="90"/>
                  </a:cubicBezTo>
                  <a:cubicBezTo>
                    <a:pt x="750" y="57"/>
                    <a:pt x="896" y="15"/>
                    <a:pt x="774" y="0"/>
                  </a:cubicBezTo>
                  <a:lnTo>
                    <a:pt x="18" y="0"/>
                  </a:lnTo>
                  <a:close/>
                </a:path>
              </a:pathLst>
            </a:custGeom>
            <a:gradFill rotWithShape="1">
              <a:gsLst>
                <a:gs pos="0">
                  <a:schemeClr val="tx1"/>
                </a:gs>
                <a:gs pos="50000">
                  <a:schemeClr val="bg1"/>
                </a:gs>
                <a:gs pos="100000">
                  <a:schemeClr val="tx1"/>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dirty="0"/>
            </a:p>
          </p:txBody>
        </p:sp>
        <p:sp>
          <p:nvSpPr>
            <p:cNvPr id="47" name="Oval 59">
              <a:extLst>
                <a:ext uri="{FF2B5EF4-FFF2-40B4-BE49-F238E27FC236}">
                  <a16:creationId xmlns:a16="http://schemas.microsoft.com/office/drawing/2014/main" id="{3765A18F-91A6-4289-A67F-42D1EE290FA0}"/>
                </a:ext>
              </a:extLst>
            </p:cNvPr>
            <p:cNvSpPr>
              <a:spLocks noChangeArrowheads="1"/>
            </p:cNvSpPr>
            <p:nvPr/>
          </p:nvSpPr>
          <p:spPr bwMode="auto">
            <a:xfrm>
              <a:off x="2502" y="1506"/>
              <a:ext cx="62" cy="16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48" name="Line 60">
              <a:extLst>
                <a:ext uri="{FF2B5EF4-FFF2-40B4-BE49-F238E27FC236}">
                  <a16:creationId xmlns:a16="http://schemas.microsoft.com/office/drawing/2014/main" id="{B0B75D96-E9E4-4ADF-9580-1A5674B815BE}"/>
                </a:ext>
              </a:extLst>
            </p:cNvPr>
            <p:cNvSpPr>
              <a:spLocks noChangeShapeType="1"/>
            </p:cNvSpPr>
            <p:nvPr/>
          </p:nvSpPr>
          <p:spPr bwMode="auto">
            <a:xfrm>
              <a:off x="2526" y="1584"/>
              <a:ext cx="13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dirty="0"/>
            </a:p>
          </p:txBody>
        </p:sp>
      </p:grpSp>
      <p:sp>
        <p:nvSpPr>
          <p:cNvPr id="30742" name="Freeform 65">
            <a:extLst>
              <a:ext uri="{FF2B5EF4-FFF2-40B4-BE49-F238E27FC236}">
                <a16:creationId xmlns:a16="http://schemas.microsoft.com/office/drawing/2014/main" id="{2B4E6082-76E6-4C89-A7C7-77C68839CA12}"/>
              </a:ext>
            </a:extLst>
          </p:cNvPr>
          <p:cNvSpPr>
            <a:spLocks/>
          </p:cNvSpPr>
          <p:nvPr/>
        </p:nvSpPr>
        <p:spPr bwMode="auto">
          <a:xfrm>
            <a:off x="2803525" y="5040313"/>
            <a:ext cx="892175" cy="173037"/>
          </a:xfrm>
          <a:custGeom>
            <a:avLst/>
            <a:gdLst>
              <a:gd name="T0" fmla="*/ 2147483646 w 562"/>
              <a:gd name="T1" fmla="*/ 2147483646 h 266"/>
              <a:gd name="T2" fmla="*/ 2147483646 w 562"/>
              <a:gd name="T3" fmla="*/ 2147483646 h 266"/>
              <a:gd name="T4" fmla="*/ 2147483646 w 562"/>
              <a:gd name="T5" fmla="*/ 2147483646 h 266"/>
              <a:gd name="T6" fmla="*/ 2147483646 w 562"/>
              <a:gd name="T7" fmla="*/ 0 h 266"/>
              <a:gd name="T8" fmla="*/ 2147483646 w 562"/>
              <a:gd name="T9" fmla="*/ 2147483646 h 266"/>
              <a:gd name="T10" fmla="*/ 2147483646 w 562"/>
              <a:gd name="T11" fmla="*/ 2147483646 h 266"/>
              <a:gd name="T12" fmla="*/ 2147483646 w 562"/>
              <a:gd name="T13" fmla="*/ 2147483646 h 266"/>
              <a:gd name="T14" fmla="*/ 2147483646 w 562"/>
              <a:gd name="T15" fmla="*/ 2147483646 h 266"/>
              <a:gd name="T16" fmla="*/ 2147483646 w 562"/>
              <a:gd name="T17" fmla="*/ 2147483646 h 266"/>
              <a:gd name="T18" fmla="*/ 2147483646 w 562"/>
              <a:gd name="T19" fmla="*/ 2147483646 h 266"/>
              <a:gd name="T20" fmla="*/ 2147483646 w 562"/>
              <a:gd name="T21" fmla="*/ 2147483646 h 2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62" h="266">
                <a:moveTo>
                  <a:pt x="4" y="264"/>
                </a:moveTo>
                <a:cubicBezTo>
                  <a:pt x="4" y="212"/>
                  <a:pt x="0" y="4"/>
                  <a:pt x="52" y="6"/>
                </a:cubicBezTo>
                <a:cubicBezTo>
                  <a:pt x="106" y="4"/>
                  <a:pt x="58" y="266"/>
                  <a:pt x="108" y="266"/>
                </a:cubicBezTo>
                <a:cubicBezTo>
                  <a:pt x="158" y="266"/>
                  <a:pt x="126" y="0"/>
                  <a:pt x="174" y="0"/>
                </a:cubicBezTo>
                <a:cubicBezTo>
                  <a:pt x="222" y="0"/>
                  <a:pt x="184" y="266"/>
                  <a:pt x="228" y="264"/>
                </a:cubicBezTo>
                <a:cubicBezTo>
                  <a:pt x="272" y="262"/>
                  <a:pt x="244" y="8"/>
                  <a:pt x="288" y="8"/>
                </a:cubicBezTo>
                <a:cubicBezTo>
                  <a:pt x="332" y="8"/>
                  <a:pt x="304" y="266"/>
                  <a:pt x="354" y="266"/>
                </a:cubicBezTo>
                <a:cubicBezTo>
                  <a:pt x="404" y="266"/>
                  <a:pt x="336" y="8"/>
                  <a:pt x="402" y="8"/>
                </a:cubicBezTo>
                <a:cubicBezTo>
                  <a:pt x="468" y="8"/>
                  <a:pt x="416" y="266"/>
                  <a:pt x="464" y="264"/>
                </a:cubicBezTo>
                <a:cubicBezTo>
                  <a:pt x="512" y="262"/>
                  <a:pt x="450" y="4"/>
                  <a:pt x="506" y="6"/>
                </a:cubicBezTo>
                <a:cubicBezTo>
                  <a:pt x="562" y="8"/>
                  <a:pt x="546" y="192"/>
                  <a:pt x="556" y="266"/>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43" name="Freeform 66">
            <a:extLst>
              <a:ext uri="{FF2B5EF4-FFF2-40B4-BE49-F238E27FC236}">
                <a16:creationId xmlns:a16="http://schemas.microsoft.com/office/drawing/2014/main" id="{3CFA3FAE-87F2-4FD4-99C8-B24BAAACFA47}"/>
              </a:ext>
            </a:extLst>
          </p:cNvPr>
          <p:cNvSpPr>
            <a:spLocks/>
          </p:cNvSpPr>
          <p:nvPr/>
        </p:nvSpPr>
        <p:spPr bwMode="auto">
          <a:xfrm>
            <a:off x="2846388" y="4270375"/>
            <a:ext cx="427037" cy="219075"/>
          </a:xfrm>
          <a:custGeom>
            <a:avLst/>
            <a:gdLst>
              <a:gd name="T0" fmla="*/ 2147483646 w 562"/>
              <a:gd name="T1" fmla="*/ 2147483646 h 266"/>
              <a:gd name="T2" fmla="*/ 2147483646 w 562"/>
              <a:gd name="T3" fmla="*/ 2147483646 h 266"/>
              <a:gd name="T4" fmla="*/ 2147483646 w 562"/>
              <a:gd name="T5" fmla="*/ 2147483646 h 266"/>
              <a:gd name="T6" fmla="*/ 2147483646 w 562"/>
              <a:gd name="T7" fmla="*/ 0 h 266"/>
              <a:gd name="T8" fmla="*/ 2147483646 w 562"/>
              <a:gd name="T9" fmla="*/ 2147483646 h 266"/>
              <a:gd name="T10" fmla="*/ 2147483646 w 562"/>
              <a:gd name="T11" fmla="*/ 2147483646 h 266"/>
              <a:gd name="T12" fmla="*/ 2147483646 w 562"/>
              <a:gd name="T13" fmla="*/ 2147483646 h 266"/>
              <a:gd name="T14" fmla="*/ 2147483646 w 562"/>
              <a:gd name="T15" fmla="*/ 2147483646 h 266"/>
              <a:gd name="T16" fmla="*/ 2147483646 w 562"/>
              <a:gd name="T17" fmla="*/ 2147483646 h 266"/>
              <a:gd name="T18" fmla="*/ 2147483646 w 562"/>
              <a:gd name="T19" fmla="*/ 2147483646 h 266"/>
              <a:gd name="T20" fmla="*/ 2147483646 w 562"/>
              <a:gd name="T21" fmla="*/ 2147483646 h 2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62" h="266">
                <a:moveTo>
                  <a:pt x="4" y="264"/>
                </a:moveTo>
                <a:cubicBezTo>
                  <a:pt x="4" y="212"/>
                  <a:pt x="0" y="4"/>
                  <a:pt x="52" y="6"/>
                </a:cubicBezTo>
                <a:cubicBezTo>
                  <a:pt x="106" y="4"/>
                  <a:pt x="58" y="266"/>
                  <a:pt x="108" y="266"/>
                </a:cubicBezTo>
                <a:cubicBezTo>
                  <a:pt x="158" y="266"/>
                  <a:pt x="126" y="0"/>
                  <a:pt x="174" y="0"/>
                </a:cubicBezTo>
                <a:cubicBezTo>
                  <a:pt x="222" y="0"/>
                  <a:pt x="184" y="266"/>
                  <a:pt x="228" y="264"/>
                </a:cubicBezTo>
                <a:cubicBezTo>
                  <a:pt x="272" y="262"/>
                  <a:pt x="244" y="8"/>
                  <a:pt x="288" y="8"/>
                </a:cubicBezTo>
                <a:cubicBezTo>
                  <a:pt x="332" y="8"/>
                  <a:pt x="304" y="266"/>
                  <a:pt x="354" y="266"/>
                </a:cubicBezTo>
                <a:cubicBezTo>
                  <a:pt x="404" y="266"/>
                  <a:pt x="336" y="8"/>
                  <a:pt x="402" y="8"/>
                </a:cubicBezTo>
                <a:cubicBezTo>
                  <a:pt x="468" y="8"/>
                  <a:pt x="416" y="266"/>
                  <a:pt x="464" y="264"/>
                </a:cubicBezTo>
                <a:cubicBezTo>
                  <a:pt x="512" y="262"/>
                  <a:pt x="450" y="4"/>
                  <a:pt x="506" y="6"/>
                </a:cubicBezTo>
                <a:cubicBezTo>
                  <a:pt x="562" y="8"/>
                  <a:pt x="546" y="192"/>
                  <a:pt x="556" y="266"/>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44" name="Freeform 68">
            <a:extLst>
              <a:ext uri="{FF2B5EF4-FFF2-40B4-BE49-F238E27FC236}">
                <a16:creationId xmlns:a16="http://schemas.microsoft.com/office/drawing/2014/main" id="{DF01F405-830D-4DBD-9150-058BB618A4B1}"/>
              </a:ext>
            </a:extLst>
          </p:cNvPr>
          <p:cNvSpPr>
            <a:spLocks/>
          </p:cNvSpPr>
          <p:nvPr/>
        </p:nvSpPr>
        <p:spPr bwMode="auto">
          <a:xfrm>
            <a:off x="2755900" y="6069013"/>
            <a:ext cx="989013" cy="185737"/>
          </a:xfrm>
          <a:custGeom>
            <a:avLst/>
            <a:gdLst>
              <a:gd name="T0" fmla="*/ 2147483646 w 623"/>
              <a:gd name="T1" fmla="*/ 2147483646 h 117"/>
              <a:gd name="T2" fmla="*/ 2147483646 w 623"/>
              <a:gd name="T3" fmla="*/ 2147483646 h 117"/>
              <a:gd name="T4" fmla="*/ 2147483646 w 623"/>
              <a:gd name="T5" fmla="*/ 2147483646 h 117"/>
              <a:gd name="T6" fmla="*/ 2147483646 w 623"/>
              <a:gd name="T7" fmla="*/ 0 h 117"/>
              <a:gd name="T8" fmla="*/ 2147483646 w 623"/>
              <a:gd name="T9" fmla="*/ 2147483646 h 117"/>
              <a:gd name="T10" fmla="*/ 2147483646 w 623"/>
              <a:gd name="T11" fmla="*/ 2147483646 h 11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3" h="117">
                <a:moveTo>
                  <a:pt x="20" y="113"/>
                </a:moveTo>
                <a:cubicBezTo>
                  <a:pt x="44" y="68"/>
                  <a:pt x="0" y="1"/>
                  <a:pt x="114" y="2"/>
                </a:cubicBezTo>
                <a:cubicBezTo>
                  <a:pt x="233" y="1"/>
                  <a:pt x="144" y="114"/>
                  <a:pt x="256" y="114"/>
                </a:cubicBezTo>
                <a:cubicBezTo>
                  <a:pt x="368" y="114"/>
                  <a:pt x="288" y="0"/>
                  <a:pt x="394" y="0"/>
                </a:cubicBezTo>
                <a:cubicBezTo>
                  <a:pt x="500" y="0"/>
                  <a:pt x="421" y="117"/>
                  <a:pt x="522" y="116"/>
                </a:cubicBezTo>
                <a:cubicBezTo>
                  <a:pt x="623" y="115"/>
                  <a:pt x="570" y="64"/>
                  <a:pt x="616" y="14"/>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 name="Text Box 69">
            <a:extLst>
              <a:ext uri="{FF2B5EF4-FFF2-40B4-BE49-F238E27FC236}">
                <a16:creationId xmlns:a16="http://schemas.microsoft.com/office/drawing/2014/main" id="{A1BD90EB-F765-42FC-9FB6-D77CC83C2B59}"/>
              </a:ext>
            </a:extLst>
          </p:cNvPr>
          <p:cNvSpPr txBox="1">
            <a:spLocks noChangeArrowheads="1"/>
          </p:cNvSpPr>
          <p:nvPr/>
        </p:nvSpPr>
        <p:spPr bwMode="auto">
          <a:xfrm>
            <a:off x="442913" y="5699125"/>
            <a:ext cx="12890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latin typeface="Arial" charset="0"/>
              </a:rPr>
              <a:t>FDM cable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93936761-E8BD-4DE7-BCBB-97979AB31BD5}"/>
              </a:ext>
            </a:extLst>
          </p:cNvPr>
          <p:cNvSpPr>
            <a:spLocks noGrp="1" noChangeArrowheads="1"/>
          </p:cNvSpPr>
          <p:nvPr>
            <p:ph type="title"/>
          </p:nvPr>
        </p:nvSpPr>
        <p:spPr>
          <a:xfrm>
            <a:off x="754857" y="488157"/>
            <a:ext cx="7993062" cy="1143000"/>
          </a:xfrm>
        </p:spPr>
        <p:txBody>
          <a:bodyPr/>
          <a:lstStyle/>
          <a:p>
            <a:pPr eaLnBrk="1" hangingPunct="1"/>
            <a:r>
              <a:rPr lang="zh-CN" altLang="en-US" sz="3200" dirty="0">
                <a:ea typeface="宋体" panose="02010600030101010101" pitchFamily="2" charset="-122"/>
              </a:rPr>
              <a:t>*</a:t>
            </a:r>
            <a:r>
              <a:rPr lang="en-US" altLang="zh-CN" sz="3200" dirty="0">
                <a:ea typeface="宋体" panose="02010600030101010101" pitchFamily="2" charset="-122"/>
              </a:rPr>
              <a:t>Multiplexing : </a:t>
            </a:r>
            <a:r>
              <a:rPr lang="en-US" altLang="zh-CN" sz="3200" dirty="0">
                <a:ea typeface="ＭＳ Ｐゴシック" panose="020B0600070205080204" pitchFamily="34" charset="-128"/>
              </a:rPr>
              <a:t>Orthogonal frequency division multiplexing (OFDM) technology</a:t>
            </a:r>
            <a:endParaRPr lang="zh-CN" altLang="en-US" sz="3200" dirty="0">
              <a:ea typeface="ＭＳ Ｐゴシック" panose="020B0600070205080204" pitchFamily="34" charset="-128"/>
            </a:endParaRPr>
          </a:p>
        </p:txBody>
      </p:sp>
      <p:sp>
        <p:nvSpPr>
          <p:cNvPr id="72707" name="Rectangle 3">
            <a:extLst>
              <a:ext uri="{FF2B5EF4-FFF2-40B4-BE49-F238E27FC236}">
                <a16:creationId xmlns:a16="http://schemas.microsoft.com/office/drawing/2014/main" id="{7C8A2DBE-EC0F-4D99-8D6D-A5AD9B66717F}"/>
              </a:ext>
            </a:extLst>
          </p:cNvPr>
          <p:cNvSpPr>
            <a:spLocks noGrp="1" noChangeArrowheads="1"/>
          </p:cNvSpPr>
          <p:nvPr>
            <p:ph type="body" idx="1"/>
          </p:nvPr>
        </p:nvSpPr>
        <p:spPr>
          <a:xfrm>
            <a:off x="827088" y="2205038"/>
            <a:ext cx="7848600" cy="4537075"/>
          </a:xfrm>
        </p:spPr>
        <p:txBody>
          <a:bodyPr/>
          <a:lstStyle/>
          <a:p>
            <a:pPr eaLnBrk="1" hangingPunct="1"/>
            <a:r>
              <a:rPr lang="en-US" altLang="zh-CN" dirty="0">
                <a:solidFill>
                  <a:srgbClr val="FF0000"/>
                </a:solidFill>
                <a:ea typeface="宋体" panose="02010600030101010101" pitchFamily="2" charset="-122"/>
              </a:rPr>
              <a:t>Basic principle:</a:t>
            </a:r>
          </a:p>
          <a:p>
            <a:pPr lvl="1" eaLnBrk="1" hangingPunct="1"/>
            <a:r>
              <a:rPr lang="en-US" altLang="zh-CN" dirty="0">
                <a:ea typeface="宋体" panose="02010600030101010101" pitchFamily="2" charset="-122"/>
              </a:rPr>
              <a:t>Dividing the channel into a number of orthogonal sub-channels;</a:t>
            </a:r>
          </a:p>
          <a:p>
            <a:pPr lvl="1" eaLnBrk="1" hangingPunct="1"/>
            <a:r>
              <a:rPr lang="en-US" altLang="zh-CN" dirty="0">
                <a:ea typeface="宋体" panose="02010600030101010101" pitchFamily="2" charset="-122"/>
              </a:rPr>
              <a:t>The high-speed serial data is decomposed into multiple parallel low-speed data, the use of multi-carrier FDM method to transfer, that is, the data allocated to a large number of sub-channels for transmission.</a:t>
            </a:r>
          </a:p>
          <a:p>
            <a:pPr lvl="1" eaLnBrk="1" hangingPunct="1"/>
            <a:endParaRPr lang="en-US" altLang="zh-CN" sz="2000" dirty="0">
              <a:latin typeface="Comic Sans MS" panose="030F0702030302020204" pitchFamily="66" charset="0"/>
            </a:endParaRPr>
          </a:p>
          <a:p>
            <a:pPr eaLnBrk="1" hangingPunct="1"/>
            <a:r>
              <a:rPr lang="en-US" altLang="zh-CN" dirty="0">
                <a:solidFill>
                  <a:srgbClr val="FF0000"/>
                </a:solidFill>
                <a:ea typeface="宋体" panose="02010600030101010101" pitchFamily="2" charset="-122"/>
              </a:rPr>
              <a:t>Suitable for the high-speed data transmission through wireless channel under the presence of multipath propagation and Doppler shift.</a:t>
            </a:r>
            <a:endParaRPr lang="zh-CN" altLang="en-US" dirty="0">
              <a:solidFill>
                <a:srgbClr val="FF0000"/>
              </a:solidFill>
              <a:ea typeface="宋体" panose="02010600030101010101" pitchFamily="2" charset="-122"/>
            </a:endParaRPr>
          </a:p>
        </p:txBody>
      </p:sp>
      <p:sp>
        <p:nvSpPr>
          <p:cNvPr id="4" name="灯片编号占位符 5">
            <a:extLst>
              <a:ext uri="{FF2B5EF4-FFF2-40B4-BE49-F238E27FC236}">
                <a16:creationId xmlns:a16="http://schemas.microsoft.com/office/drawing/2014/main" id="{709B9124-83AD-4956-B127-C02B0D1DE77D}"/>
              </a:ext>
            </a:extLst>
          </p:cNvPr>
          <p:cNvSpPr>
            <a:spLocks noGrp="1"/>
          </p:cNvSpPr>
          <p:nvPr>
            <p:ph type="sldNum" sz="quarter" idx="12"/>
          </p:nvPr>
        </p:nvSpPr>
        <p:spPr>
          <a:xfrm>
            <a:off x="8324850" y="6462713"/>
            <a:ext cx="676275" cy="276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dirty="0">
                <a:latin typeface="Times New Roman" panose="02020603050405020304" pitchFamily="18" charset="0"/>
              </a:rPr>
              <a:t>2-</a:t>
            </a:r>
            <a:fld id="{4346990F-93DA-42F2-B6A1-6F636A5163AE}" type="slidenum">
              <a:rPr lang="en-US" altLang="zh-CN" sz="1400" smtClean="0">
                <a:latin typeface="Times New Roman" panose="02020603050405020304" pitchFamily="18" charset="0"/>
              </a:rPr>
              <a:pPr>
                <a:spcBef>
                  <a:spcPct val="0"/>
                </a:spcBef>
                <a:buClrTx/>
                <a:buSzTx/>
                <a:buFontTx/>
                <a:buNone/>
              </a:pPr>
              <a:t>47</a:t>
            </a:fld>
            <a:endParaRPr lang="en-US" altLang="zh-CN" sz="1400" dirty="0">
              <a:latin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内容占位符 3">
            <a:extLst>
              <a:ext uri="{FF2B5EF4-FFF2-40B4-BE49-F238E27FC236}">
                <a16:creationId xmlns:a16="http://schemas.microsoft.com/office/drawing/2014/main" id="{674CBF48-85B6-4272-A708-6D1F2F2E3C6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268538" y="1916113"/>
            <a:ext cx="4591050" cy="4318000"/>
          </a:xfrm>
        </p:spPr>
      </p:pic>
      <p:sp>
        <p:nvSpPr>
          <p:cNvPr id="4" name="灯片编号占位符 5">
            <a:extLst>
              <a:ext uri="{FF2B5EF4-FFF2-40B4-BE49-F238E27FC236}">
                <a16:creationId xmlns:a16="http://schemas.microsoft.com/office/drawing/2014/main" id="{C34FFBE8-F685-4D13-AA94-EA1DF3980E46}"/>
              </a:ext>
            </a:extLst>
          </p:cNvPr>
          <p:cNvSpPr>
            <a:spLocks noGrp="1"/>
          </p:cNvSpPr>
          <p:nvPr>
            <p:ph type="sldNum" sz="quarter" idx="12"/>
          </p:nvPr>
        </p:nvSpPr>
        <p:spPr>
          <a:xfrm>
            <a:off x="8324850" y="6462713"/>
            <a:ext cx="676275" cy="276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dirty="0">
                <a:latin typeface="Times New Roman" panose="02020603050405020304" pitchFamily="18" charset="0"/>
              </a:rPr>
              <a:t>2-</a:t>
            </a:r>
            <a:fld id="{4346990F-93DA-42F2-B6A1-6F636A5163AE}" type="slidenum">
              <a:rPr lang="en-US" altLang="zh-CN" sz="1400" smtClean="0">
                <a:latin typeface="Times New Roman" panose="02020603050405020304" pitchFamily="18" charset="0"/>
              </a:rPr>
              <a:pPr>
                <a:spcBef>
                  <a:spcPct val="0"/>
                </a:spcBef>
                <a:buClrTx/>
                <a:buSzTx/>
                <a:buFontTx/>
                <a:buNone/>
              </a:pPr>
              <a:t>48</a:t>
            </a:fld>
            <a:endParaRPr lang="en-US" altLang="zh-CN" sz="1400" dirty="0">
              <a:latin typeface="Times New Roman" panose="02020603050405020304" pitchFamily="18" charset="0"/>
            </a:endParaRPr>
          </a:p>
        </p:txBody>
      </p:sp>
      <p:sp>
        <p:nvSpPr>
          <p:cNvPr id="8" name="Rectangle 2">
            <a:extLst>
              <a:ext uri="{FF2B5EF4-FFF2-40B4-BE49-F238E27FC236}">
                <a16:creationId xmlns:a16="http://schemas.microsoft.com/office/drawing/2014/main" id="{BD5DD288-3F71-4C4E-AC3D-294AC66AEC3D}"/>
              </a:ext>
            </a:extLst>
          </p:cNvPr>
          <p:cNvSpPr>
            <a:spLocks noGrp="1" noChangeArrowheads="1"/>
          </p:cNvSpPr>
          <p:nvPr>
            <p:ph type="title"/>
          </p:nvPr>
        </p:nvSpPr>
        <p:spPr>
          <a:xfrm>
            <a:off x="754857" y="488157"/>
            <a:ext cx="7993062" cy="1143000"/>
          </a:xfrm>
        </p:spPr>
        <p:txBody>
          <a:bodyPr/>
          <a:lstStyle/>
          <a:p>
            <a:pPr eaLnBrk="1" hangingPunct="1"/>
            <a:r>
              <a:rPr lang="en-US" altLang="zh-CN" sz="3200" dirty="0">
                <a:ea typeface="宋体" panose="02010600030101010101" pitchFamily="2" charset="-122"/>
              </a:rPr>
              <a:t>*Multiplexing : </a:t>
            </a:r>
            <a:r>
              <a:rPr lang="en-US" altLang="zh-CN" sz="3200" dirty="0">
                <a:ea typeface="ＭＳ Ｐゴシック" panose="020B0600070205080204" pitchFamily="34" charset="-128"/>
              </a:rPr>
              <a:t>Orthogonal frequency division multiplexing (OFDM) technology</a:t>
            </a:r>
            <a:endParaRPr lang="zh-CN" altLang="en-US" sz="3200" dirty="0">
              <a:ea typeface="ＭＳ Ｐゴシック" panose="020B0600070205080204" pitchFamily="34" charset="-128"/>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1" name="Picture 1" descr="C:\Users\hu\AppData\Roaming\Tencent\Users\20536555\QQ\WinTemp\RichOle\2LQ6M566F4GJBSBXKB1%@[H.png">
            <a:extLst>
              <a:ext uri="{FF2B5EF4-FFF2-40B4-BE49-F238E27FC236}">
                <a16:creationId xmlns:a16="http://schemas.microsoft.com/office/drawing/2014/main" id="{E23D01D1-7165-414C-B82C-E77E3F8A0F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363" y="1876425"/>
            <a:ext cx="7727950" cy="326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31EFBDB7-C8FC-43A1-998A-3907ABD4AFB9}"/>
              </a:ext>
            </a:extLst>
          </p:cNvPr>
          <p:cNvSpPr>
            <a:spLocks noRot="1" noChangeAspect="1" noMove="1" noResize="1" noEditPoints="1" noAdjustHandles="1" noChangeArrowheads="1" noChangeShapeType="1" noTextEdit="1"/>
          </p:cNvSpPr>
          <p:nvPr/>
        </p:nvSpPr>
        <p:spPr>
          <a:xfrm>
            <a:off x="1907704" y="5157192"/>
            <a:ext cx="5504327" cy="929806"/>
          </a:xfrm>
          <a:prstGeom prst="rect">
            <a:avLst/>
          </a:prstGeom>
          <a:blipFill rotWithShape="1">
            <a:blip r:embed="rId3"/>
            <a:stretch>
              <a:fillRect/>
            </a:stretch>
          </a:blipFill>
        </p:spPr>
        <p:txBody>
          <a:bodyPr/>
          <a:lstStyle/>
          <a:p>
            <a:r>
              <a:rPr lang="zh-CN" altLang="en-US">
                <a:noFill/>
              </a:rPr>
              <a:t> </a:t>
            </a:r>
          </a:p>
        </p:txBody>
      </p:sp>
      <p:sp>
        <p:nvSpPr>
          <p:cNvPr id="10" name="Rectangle 2">
            <a:extLst>
              <a:ext uri="{FF2B5EF4-FFF2-40B4-BE49-F238E27FC236}">
                <a16:creationId xmlns:a16="http://schemas.microsoft.com/office/drawing/2014/main" id="{C5308B51-1E50-4BEC-9553-5C8433A88CAA}"/>
              </a:ext>
            </a:extLst>
          </p:cNvPr>
          <p:cNvSpPr>
            <a:spLocks noGrp="1" noChangeArrowheads="1"/>
          </p:cNvSpPr>
          <p:nvPr>
            <p:ph type="title"/>
          </p:nvPr>
        </p:nvSpPr>
        <p:spPr>
          <a:xfrm>
            <a:off x="754857" y="488157"/>
            <a:ext cx="7993062" cy="1143000"/>
          </a:xfrm>
        </p:spPr>
        <p:txBody>
          <a:bodyPr/>
          <a:lstStyle/>
          <a:p>
            <a:pPr eaLnBrk="1" hangingPunct="1"/>
            <a:r>
              <a:rPr lang="en-US" altLang="zh-CN" sz="3200" dirty="0">
                <a:ea typeface="宋体" panose="02010600030101010101" pitchFamily="2" charset="-122"/>
              </a:rPr>
              <a:t>*Multiplexing : </a:t>
            </a:r>
            <a:r>
              <a:rPr lang="en-US" altLang="zh-CN" sz="3200" dirty="0">
                <a:ea typeface="ＭＳ Ｐゴシック" panose="020B0600070205080204" pitchFamily="34" charset="-128"/>
              </a:rPr>
              <a:t>Orthogonal frequency division multiplexing (OFDM) technology</a:t>
            </a:r>
            <a:endParaRPr lang="zh-CN" altLang="en-US" sz="3200" dirty="0">
              <a:ea typeface="ＭＳ Ｐゴシック" panose="020B0600070205080204" pitchFamily="34" charset="-128"/>
            </a:endParaRPr>
          </a:p>
        </p:txBody>
      </p:sp>
      <p:sp>
        <p:nvSpPr>
          <p:cNvPr id="7" name="灯片编号占位符 5">
            <a:extLst>
              <a:ext uri="{FF2B5EF4-FFF2-40B4-BE49-F238E27FC236}">
                <a16:creationId xmlns:a16="http://schemas.microsoft.com/office/drawing/2014/main" id="{428665EB-A2B6-45DF-9949-1848B59F664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dirty="0">
                <a:latin typeface="Times New Roman" panose="02020603050405020304" pitchFamily="18" charset="0"/>
              </a:rPr>
              <a:t>2-</a:t>
            </a:r>
            <a:fld id="{4346990F-93DA-42F2-B6A1-6F636A5163AE}" type="slidenum">
              <a:rPr lang="en-US" altLang="zh-CN" sz="1400" smtClean="0">
                <a:latin typeface="Times New Roman" panose="02020603050405020304" pitchFamily="18" charset="0"/>
              </a:rPr>
              <a:pPr>
                <a:spcBef>
                  <a:spcPct val="0"/>
                </a:spcBef>
                <a:buClrTx/>
                <a:buSzTx/>
                <a:buFontTx/>
                <a:buNone/>
              </a:pPr>
              <a:t>49</a:t>
            </a:fld>
            <a:endParaRPr lang="en-US" altLang="zh-CN" sz="1400" dirty="0">
              <a:latin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a:extLst>
              <a:ext uri="{FF2B5EF4-FFF2-40B4-BE49-F238E27FC236}">
                <a16:creationId xmlns:a16="http://schemas.microsoft.com/office/drawing/2014/main" id="{CFF11DB3-624A-485F-9C33-5D1569BD61CE}"/>
              </a:ext>
            </a:extLst>
          </p:cNvPr>
          <p:cNvSpPr>
            <a:spLocks noGrp="1" noChangeArrowheads="1"/>
          </p:cNvSpPr>
          <p:nvPr>
            <p:ph type="title"/>
          </p:nvPr>
        </p:nvSpPr>
        <p:spPr>
          <a:xfrm>
            <a:off x="754857" y="488157"/>
            <a:ext cx="7993062" cy="1143000"/>
          </a:xfrm>
        </p:spPr>
        <p:txBody>
          <a:bodyPr/>
          <a:lstStyle/>
          <a:p>
            <a:pPr eaLnBrk="1" hangingPunct="1"/>
            <a:r>
              <a:rPr lang="en-US" altLang="zh-CN" sz="3200" dirty="0">
                <a:ea typeface="宋体" panose="02010600030101010101" pitchFamily="2" charset="-122"/>
              </a:rPr>
              <a:t>*Multiplexing : </a:t>
            </a:r>
            <a:r>
              <a:rPr lang="en-US" altLang="zh-CN" sz="3200" dirty="0">
                <a:ea typeface="ＭＳ Ｐゴシック" panose="020B0600070205080204" pitchFamily="34" charset="-128"/>
              </a:rPr>
              <a:t>Orthogonal frequency division multiplexing (OFDM) technology</a:t>
            </a:r>
            <a:endParaRPr lang="zh-CN" altLang="en-US" sz="3200" dirty="0">
              <a:ea typeface="ＭＳ Ｐゴシック" panose="020B0600070205080204" pitchFamily="34" charset="-128"/>
            </a:endParaRPr>
          </a:p>
        </p:txBody>
      </p:sp>
      <p:sp>
        <p:nvSpPr>
          <p:cNvPr id="74755" name="Rectangle 3">
            <a:extLst>
              <a:ext uri="{FF2B5EF4-FFF2-40B4-BE49-F238E27FC236}">
                <a16:creationId xmlns:a16="http://schemas.microsoft.com/office/drawing/2014/main" id="{85581DD7-5326-4D71-B31E-AB7770F77FA4}"/>
              </a:ext>
            </a:extLst>
          </p:cNvPr>
          <p:cNvSpPr>
            <a:spLocks noGrp="1" noChangeArrowheads="1"/>
          </p:cNvSpPr>
          <p:nvPr>
            <p:ph type="body" sz="half" idx="1"/>
          </p:nvPr>
        </p:nvSpPr>
        <p:spPr>
          <a:xfrm>
            <a:off x="1182688" y="2017713"/>
            <a:ext cx="6197600" cy="4114800"/>
          </a:xfrm>
        </p:spPr>
        <p:txBody>
          <a:bodyPr/>
          <a:lstStyle/>
          <a:p>
            <a:pPr eaLnBrk="1" hangingPunct="1"/>
            <a:r>
              <a:rPr lang="en-US" altLang="zh-CN" dirty="0">
                <a:solidFill>
                  <a:srgbClr val="FF0000"/>
                </a:solidFill>
                <a:ea typeface="宋体" panose="02010600030101010101" pitchFamily="2" charset="-122"/>
              </a:rPr>
              <a:t>FFT based OFDM Transmit  System</a:t>
            </a:r>
            <a:endParaRPr lang="zh-CN" altLang="en-US" dirty="0">
              <a:solidFill>
                <a:srgbClr val="FF0000"/>
              </a:solidFill>
              <a:ea typeface="宋体" panose="02010600030101010101" pitchFamily="2" charset="-122"/>
            </a:endParaRPr>
          </a:p>
        </p:txBody>
      </p:sp>
      <p:graphicFrame>
        <p:nvGraphicFramePr>
          <p:cNvPr id="74756" name="Object 5" descr="信纸">
            <a:extLst>
              <a:ext uri="{FF2B5EF4-FFF2-40B4-BE49-F238E27FC236}">
                <a16:creationId xmlns:a16="http://schemas.microsoft.com/office/drawing/2014/main" id="{00E3F11F-EFE6-43A8-AEB8-E7ECDC4F674E}"/>
              </a:ext>
            </a:extLst>
          </p:cNvPr>
          <p:cNvGraphicFramePr>
            <a:graphicFrameLocks noGrp="1" noChangeAspect="1"/>
          </p:cNvGraphicFramePr>
          <p:nvPr>
            <p:ph sz="quarter" idx="2"/>
          </p:nvPr>
        </p:nvGraphicFramePr>
        <p:xfrm>
          <a:off x="327025" y="2773363"/>
          <a:ext cx="8562975" cy="804862"/>
        </p:xfrm>
        <a:graphic>
          <a:graphicData uri="http://schemas.openxmlformats.org/presentationml/2006/ole">
            <mc:AlternateContent xmlns:mc="http://schemas.openxmlformats.org/markup-compatibility/2006">
              <mc:Choice xmlns:v="urn:schemas-microsoft-com:vml" Requires="v">
                <p:oleObj spid="_x0000_s214036" name="Visio" r:id="rId3" imgW="6080801" imgH="571536" progId="Visio.Drawing.11">
                  <p:embed/>
                </p:oleObj>
              </mc:Choice>
              <mc:Fallback>
                <p:oleObj name="Visio" r:id="rId3" imgW="6080801" imgH="571536" progId="Visio.Drawing.11">
                  <p:embed/>
                  <p:pic>
                    <p:nvPicPr>
                      <p:cNvPr id="74756" name="Object 5" descr="信纸">
                        <a:extLst>
                          <a:ext uri="{FF2B5EF4-FFF2-40B4-BE49-F238E27FC236}">
                            <a16:creationId xmlns:a16="http://schemas.microsoft.com/office/drawing/2014/main" id="{00E3F11F-EFE6-43A8-AEB8-E7ECDC4F67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025" y="2773363"/>
                        <a:ext cx="8562975" cy="804862"/>
                      </a:xfrm>
                      <a:prstGeom prst="rect">
                        <a:avLst/>
                      </a:prstGeom>
                      <a:blipFill dpi="0" rotWithShape="1">
                        <a:blip r:embed="rId5"/>
                        <a:srcRect/>
                        <a:tile tx="0" ty="0" sx="100000" sy="100000" flip="none" algn="tl"/>
                      </a:blip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4758" name="Object 8" descr="信纸">
            <a:extLst>
              <a:ext uri="{FF2B5EF4-FFF2-40B4-BE49-F238E27FC236}">
                <a16:creationId xmlns:a16="http://schemas.microsoft.com/office/drawing/2014/main" id="{A789BC6D-9C52-4559-B63B-71EA3C7F76D8}"/>
              </a:ext>
            </a:extLst>
          </p:cNvPr>
          <p:cNvGraphicFramePr>
            <a:graphicFrameLocks noGrp="1" noChangeAspect="1"/>
          </p:cNvGraphicFramePr>
          <p:nvPr>
            <p:ph sz="quarter" idx="3"/>
          </p:nvPr>
        </p:nvGraphicFramePr>
        <p:xfrm>
          <a:off x="323850" y="5229225"/>
          <a:ext cx="8569325" cy="466725"/>
        </p:xfrm>
        <a:graphic>
          <a:graphicData uri="http://schemas.openxmlformats.org/presentationml/2006/ole">
            <mc:AlternateContent xmlns:mc="http://schemas.openxmlformats.org/markup-compatibility/2006">
              <mc:Choice xmlns:v="urn:schemas-microsoft-com:vml" Requires="v">
                <p:oleObj spid="_x0000_s214037" name="Visio" r:id="rId6" imgW="7000943" imgH="380910" progId="Visio.Drawing.11">
                  <p:embed/>
                </p:oleObj>
              </mc:Choice>
              <mc:Fallback>
                <p:oleObj name="Visio" r:id="rId6" imgW="7000943" imgH="380910" progId="Visio.Drawing.11">
                  <p:embed/>
                  <p:pic>
                    <p:nvPicPr>
                      <p:cNvPr id="74758" name="Object 8" descr="信纸">
                        <a:extLst>
                          <a:ext uri="{FF2B5EF4-FFF2-40B4-BE49-F238E27FC236}">
                            <a16:creationId xmlns:a16="http://schemas.microsoft.com/office/drawing/2014/main" id="{A789BC6D-9C52-4559-B63B-71EA3C7F76D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3850" y="5229225"/>
                        <a:ext cx="8569325" cy="466725"/>
                      </a:xfrm>
                      <a:prstGeom prst="rect">
                        <a:avLst/>
                      </a:prstGeom>
                      <a:blipFill dpi="0" rotWithShape="1">
                        <a:blip r:embed="rId5"/>
                        <a:srcRect/>
                        <a:tile tx="0" ty="0" sx="100000" sy="100000" flip="none" algn="tl"/>
                      </a:blipFill>
                      <a:ln>
                        <a:noFill/>
                      </a:ln>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7" name="灯片编号占位符 5">
            <a:extLst>
              <a:ext uri="{FF2B5EF4-FFF2-40B4-BE49-F238E27FC236}">
                <a16:creationId xmlns:a16="http://schemas.microsoft.com/office/drawing/2014/main" id="{D4B9F9F4-DC1D-4CEF-8E8F-0EBF90D75AD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dirty="0">
                <a:latin typeface="Times New Roman" panose="02020603050405020304" pitchFamily="18" charset="0"/>
              </a:rPr>
              <a:t>2-</a:t>
            </a:r>
            <a:fld id="{4346990F-93DA-42F2-B6A1-6F636A5163AE}" type="slidenum">
              <a:rPr lang="en-US" altLang="zh-CN" sz="1400" smtClean="0">
                <a:latin typeface="Times New Roman" panose="02020603050405020304" pitchFamily="18" charset="0"/>
              </a:rPr>
              <a:pPr>
                <a:spcBef>
                  <a:spcPct val="0"/>
                </a:spcBef>
                <a:buClrTx/>
                <a:buSzTx/>
                <a:buFontTx/>
                <a:buNone/>
              </a:pPr>
              <a:t>50</a:t>
            </a:fld>
            <a:endParaRPr lang="en-US" altLang="zh-CN" sz="1400" dirty="0">
              <a:latin typeface="Times New Roman" panose="02020603050405020304" pitchFamily="18" charset="0"/>
            </a:endParaRPr>
          </a:p>
        </p:txBody>
      </p:sp>
      <p:sp>
        <p:nvSpPr>
          <p:cNvPr id="74757" name="Rectangle 7">
            <a:extLst>
              <a:ext uri="{FF2B5EF4-FFF2-40B4-BE49-F238E27FC236}">
                <a16:creationId xmlns:a16="http://schemas.microsoft.com/office/drawing/2014/main" id="{6495F992-1CB8-4EC2-9256-7437F67A5E67}"/>
              </a:ext>
            </a:extLst>
          </p:cNvPr>
          <p:cNvSpPr>
            <a:spLocks noChangeArrowheads="1"/>
          </p:cNvSpPr>
          <p:nvPr/>
        </p:nvSpPr>
        <p:spPr bwMode="auto">
          <a:xfrm>
            <a:off x="1258888" y="4407228"/>
            <a:ext cx="72739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pPr>
            <a:r>
              <a:rPr lang="en-US" altLang="zh-CN" sz="2000" b="1" dirty="0">
                <a:solidFill>
                  <a:schemeClr val="hlink"/>
                </a:solidFill>
                <a:latin typeface="Comic Sans MS" panose="030F0702030302020204" pitchFamily="66" charset="0"/>
              </a:rPr>
              <a:t>  </a:t>
            </a:r>
            <a:r>
              <a:rPr lang="en-US" altLang="zh-CN" sz="2800" dirty="0">
                <a:solidFill>
                  <a:srgbClr val="FF0000"/>
                </a:solidFill>
                <a:latin typeface="+mn-lt"/>
              </a:rPr>
              <a:t>FFT based OFDM Receiving System</a:t>
            </a:r>
            <a:endParaRPr lang="zh-CN" altLang="en-US" sz="2800" dirty="0">
              <a:solidFill>
                <a:srgbClr val="FF0000"/>
              </a:solidFill>
              <a:latin typeface="+mn-lt"/>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3">
            <a:extLst>
              <a:ext uri="{FF2B5EF4-FFF2-40B4-BE49-F238E27FC236}">
                <a16:creationId xmlns:a16="http://schemas.microsoft.com/office/drawing/2014/main" id="{69F22B76-2796-4DCD-A0C3-35FF216BAF71}"/>
              </a:ext>
            </a:extLst>
          </p:cNvPr>
          <p:cNvSpPr>
            <a:spLocks noGrp="1" noChangeArrowheads="1"/>
          </p:cNvSpPr>
          <p:nvPr>
            <p:ph idx="1"/>
          </p:nvPr>
        </p:nvSpPr>
        <p:spPr>
          <a:xfrm>
            <a:off x="539750" y="1916113"/>
            <a:ext cx="8404225" cy="4176712"/>
          </a:xfrm>
        </p:spPr>
        <p:txBody>
          <a:bodyPr/>
          <a:lstStyle/>
          <a:p>
            <a:pPr eaLnBrk="1" hangingPunct="1"/>
            <a:r>
              <a:rPr lang="en-US" altLang="zh-CN" dirty="0">
                <a:solidFill>
                  <a:srgbClr val="FF0000"/>
                </a:solidFill>
                <a:ea typeface="宋体" panose="02010600030101010101" pitchFamily="2" charset="-122"/>
              </a:rPr>
              <a:t>Advantages:</a:t>
            </a:r>
          </a:p>
          <a:p>
            <a:pPr lvl="1" eaLnBrk="1" hangingPunct="1"/>
            <a:r>
              <a:rPr lang="en-US" altLang="zh-CN" dirty="0">
                <a:ea typeface="宋体" panose="02010600030101010101" pitchFamily="2" charset="-122"/>
              </a:rPr>
              <a:t>Reduce the influence of inter-symbol interference;</a:t>
            </a:r>
          </a:p>
          <a:p>
            <a:pPr lvl="1" eaLnBrk="1" hangingPunct="1"/>
            <a:r>
              <a:rPr lang="en-US" altLang="zh-CN" dirty="0">
                <a:ea typeface="宋体" panose="02010600030101010101" pitchFamily="2" charset="-122"/>
              </a:rPr>
              <a:t>Reduce the effect of frequency selective fading;</a:t>
            </a:r>
          </a:p>
          <a:p>
            <a:pPr lvl="1" eaLnBrk="1" hangingPunct="1"/>
            <a:r>
              <a:rPr lang="en-US" altLang="zh-CN" dirty="0">
                <a:ea typeface="宋体" panose="02010600030101010101" pitchFamily="2" charset="-122"/>
              </a:rPr>
              <a:t>Improve the band utilization, to avoid the crosstalk between sub-channels;</a:t>
            </a:r>
          </a:p>
          <a:p>
            <a:pPr lvl="1" eaLnBrk="1" hangingPunct="1"/>
            <a:r>
              <a:rPr lang="en-US" altLang="zh-CN" dirty="0">
                <a:ea typeface="宋体" panose="02010600030101010101" pitchFamily="2" charset="-122"/>
              </a:rPr>
              <a:t>Nearly eliminate inter-symbol interference;</a:t>
            </a:r>
          </a:p>
          <a:p>
            <a:pPr lvl="1" eaLnBrk="1" hangingPunct="1"/>
            <a:r>
              <a:rPr lang="en-US" altLang="zh-CN" dirty="0">
                <a:ea typeface="宋体" panose="02010600030101010101" pitchFamily="2" charset="-122"/>
              </a:rPr>
              <a:t>Anti-interference coding technology can be used to effectively recover the error;</a:t>
            </a:r>
          </a:p>
          <a:p>
            <a:pPr lvl="1" eaLnBrk="1" hangingPunct="1"/>
            <a:r>
              <a:rPr lang="en-US" altLang="zh-CN" dirty="0">
                <a:ea typeface="宋体" panose="02010600030101010101" pitchFamily="2" charset="-122"/>
              </a:rPr>
              <a:t>The parallel data can be modulated and demodulated by discrete Fourier transform DFT, which reduces the complexity of system implementation.</a:t>
            </a:r>
            <a:endParaRPr lang="zh-CN" altLang="en-US" dirty="0">
              <a:ea typeface="宋体" panose="02010600030101010101" pitchFamily="2" charset="-122"/>
            </a:endParaRPr>
          </a:p>
        </p:txBody>
      </p:sp>
      <p:sp>
        <p:nvSpPr>
          <p:cNvPr id="4" name="灯片编号占位符 5">
            <a:extLst>
              <a:ext uri="{FF2B5EF4-FFF2-40B4-BE49-F238E27FC236}">
                <a16:creationId xmlns:a16="http://schemas.microsoft.com/office/drawing/2014/main" id="{79CD6BE2-18F1-43C8-8CB7-541CEBA8C07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dirty="0">
                <a:latin typeface="Times New Roman" panose="02020603050405020304" pitchFamily="18" charset="0"/>
              </a:rPr>
              <a:t>2-</a:t>
            </a:r>
            <a:fld id="{4346990F-93DA-42F2-B6A1-6F636A5163AE}" type="slidenum">
              <a:rPr lang="en-US" altLang="zh-CN" sz="1400" smtClean="0">
                <a:latin typeface="Times New Roman" panose="02020603050405020304" pitchFamily="18" charset="0"/>
              </a:rPr>
              <a:pPr>
                <a:spcBef>
                  <a:spcPct val="0"/>
                </a:spcBef>
                <a:buClrTx/>
                <a:buSzTx/>
                <a:buFontTx/>
                <a:buNone/>
              </a:pPr>
              <a:t>51</a:t>
            </a:fld>
            <a:endParaRPr lang="en-US" altLang="zh-CN" sz="1400" dirty="0">
              <a:latin typeface="Times New Roman" panose="02020603050405020304" pitchFamily="18" charset="0"/>
            </a:endParaRPr>
          </a:p>
        </p:txBody>
      </p:sp>
      <p:sp>
        <p:nvSpPr>
          <p:cNvPr id="8" name="Rectangle 2">
            <a:extLst>
              <a:ext uri="{FF2B5EF4-FFF2-40B4-BE49-F238E27FC236}">
                <a16:creationId xmlns:a16="http://schemas.microsoft.com/office/drawing/2014/main" id="{9F914342-42CE-4AFD-9494-2472F9916E10}"/>
              </a:ext>
            </a:extLst>
          </p:cNvPr>
          <p:cNvSpPr txBox="1">
            <a:spLocks noChangeArrowheads="1"/>
          </p:cNvSpPr>
          <p:nvPr/>
        </p:nvSpPr>
        <p:spPr bwMode="auto">
          <a:xfrm>
            <a:off x="754857" y="488157"/>
            <a:ext cx="799306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mj-lt"/>
                <a:ea typeface="ＭＳ Ｐゴシック" charset="0"/>
                <a:cs typeface="+mj-cs"/>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5pPr>
            <a:lvl6pPr marL="457200" algn="l" rtl="0" fontAlgn="base">
              <a:spcBef>
                <a:spcPct val="0"/>
              </a:spcBef>
              <a:spcAft>
                <a:spcPct val="0"/>
              </a:spcAft>
              <a:defRPr sz="4400">
                <a:solidFill>
                  <a:srgbClr val="000099"/>
                </a:solidFill>
                <a:latin typeface="Gill Sans MT" pitchFamily="34" charset="0"/>
                <a:cs typeface="Arial" charset="0"/>
              </a:defRPr>
            </a:lvl6pPr>
            <a:lvl7pPr marL="914400" algn="l" rtl="0" fontAlgn="base">
              <a:spcBef>
                <a:spcPct val="0"/>
              </a:spcBef>
              <a:spcAft>
                <a:spcPct val="0"/>
              </a:spcAft>
              <a:defRPr sz="4400">
                <a:solidFill>
                  <a:srgbClr val="000099"/>
                </a:solidFill>
                <a:latin typeface="Gill Sans MT" pitchFamily="34" charset="0"/>
                <a:cs typeface="Arial" charset="0"/>
              </a:defRPr>
            </a:lvl7pPr>
            <a:lvl8pPr marL="1371600" algn="l" rtl="0" fontAlgn="base">
              <a:spcBef>
                <a:spcPct val="0"/>
              </a:spcBef>
              <a:spcAft>
                <a:spcPct val="0"/>
              </a:spcAft>
              <a:defRPr sz="4400">
                <a:solidFill>
                  <a:srgbClr val="000099"/>
                </a:solidFill>
                <a:latin typeface="Gill Sans MT" pitchFamily="34" charset="0"/>
                <a:cs typeface="Arial" charset="0"/>
              </a:defRPr>
            </a:lvl8pPr>
            <a:lvl9pPr marL="1828800" algn="l" rtl="0" fontAlgn="base">
              <a:spcBef>
                <a:spcPct val="0"/>
              </a:spcBef>
              <a:spcAft>
                <a:spcPct val="0"/>
              </a:spcAft>
              <a:defRPr sz="4400">
                <a:solidFill>
                  <a:srgbClr val="000099"/>
                </a:solidFill>
                <a:latin typeface="Gill Sans MT" pitchFamily="34" charset="0"/>
                <a:cs typeface="Arial" charset="0"/>
              </a:defRPr>
            </a:lvl9pPr>
          </a:lstStyle>
          <a:p>
            <a:pPr eaLnBrk="1" hangingPunct="1"/>
            <a:r>
              <a:rPr lang="en-US" altLang="zh-CN" sz="3200" dirty="0">
                <a:ea typeface="宋体" panose="02010600030101010101" pitchFamily="2" charset="-122"/>
              </a:rPr>
              <a:t>*Multiplexing : </a:t>
            </a:r>
            <a:r>
              <a:rPr lang="en-US" altLang="zh-CN" sz="3200" kern="0" dirty="0">
                <a:ea typeface="ＭＳ Ｐゴシック" panose="020B0600070205080204" pitchFamily="34" charset="-128"/>
              </a:rPr>
              <a:t>Orthogonal frequency division multiplexing (OFDM) technology</a:t>
            </a:r>
            <a:endParaRPr lang="zh-CN" altLang="en-US" sz="3200" kern="0" dirty="0">
              <a:ea typeface="ＭＳ Ｐゴシック" panose="020B0600070205080204" pitchFamily="34" charset="-128"/>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68358B50-285E-4501-817C-24D6AAE1E66A}"/>
              </a:ext>
            </a:extLst>
          </p:cNvPr>
          <p:cNvSpPr>
            <a:spLocks noGrp="1" noChangeArrowheads="1"/>
          </p:cNvSpPr>
          <p:nvPr>
            <p:ph type="title"/>
          </p:nvPr>
        </p:nvSpPr>
        <p:spPr>
          <a:xfrm>
            <a:off x="754857" y="488157"/>
            <a:ext cx="7993062" cy="1143000"/>
          </a:xfrm>
        </p:spPr>
        <p:txBody>
          <a:bodyPr/>
          <a:lstStyle/>
          <a:p>
            <a:pPr eaLnBrk="1" hangingPunct="1"/>
            <a:r>
              <a:rPr lang="en-US" altLang="zh-CN" sz="3200" dirty="0">
                <a:ea typeface="宋体" panose="02010600030101010101" pitchFamily="2" charset="-122"/>
              </a:rPr>
              <a:t>*Multiplexing : </a:t>
            </a:r>
            <a:r>
              <a:rPr lang="en-US" altLang="zh-CN" sz="3200" dirty="0">
                <a:ea typeface="ＭＳ Ｐゴシック" panose="020B0600070205080204" pitchFamily="34" charset="-128"/>
              </a:rPr>
              <a:t>Orthogonal frequency division multiplexing (OFDM) technology</a:t>
            </a:r>
            <a:endParaRPr lang="zh-CN" altLang="en-US" sz="3200" dirty="0">
              <a:ea typeface="ＭＳ Ｐゴシック" panose="020B0600070205080204" pitchFamily="34" charset="-128"/>
            </a:endParaRPr>
          </a:p>
        </p:txBody>
      </p:sp>
      <p:sp>
        <p:nvSpPr>
          <p:cNvPr id="76802" name="Rectangle 4">
            <a:extLst>
              <a:ext uri="{FF2B5EF4-FFF2-40B4-BE49-F238E27FC236}">
                <a16:creationId xmlns:a16="http://schemas.microsoft.com/office/drawing/2014/main" id="{0C7BA5BE-610D-423F-ADFA-CE8AFEB560CC}"/>
              </a:ext>
            </a:extLst>
          </p:cNvPr>
          <p:cNvSpPr>
            <a:spLocks noGrp="1" noChangeArrowheads="1"/>
          </p:cNvSpPr>
          <p:nvPr>
            <p:ph idx="1"/>
          </p:nvPr>
        </p:nvSpPr>
        <p:spPr>
          <a:xfrm>
            <a:off x="928688" y="2071688"/>
            <a:ext cx="7308850" cy="3671887"/>
          </a:xfrm>
          <a:noFill/>
        </p:spPr>
        <p:txBody>
          <a:bodyPr/>
          <a:lstStyle/>
          <a:p>
            <a:pPr eaLnBrk="1" hangingPunct="1">
              <a:spcBef>
                <a:spcPct val="0"/>
              </a:spcBef>
              <a:buClr>
                <a:schemeClr val="hlink"/>
              </a:buClr>
              <a:buSzTx/>
            </a:pPr>
            <a:r>
              <a:rPr lang="en-US" altLang="zh-CN" dirty="0">
                <a:solidFill>
                  <a:srgbClr val="FF0000"/>
                </a:solidFill>
                <a:ea typeface="宋体" panose="02010600030101010101" pitchFamily="2" charset="-122"/>
              </a:rPr>
              <a:t>Applications of OFDM technology:</a:t>
            </a:r>
          </a:p>
          <a:p>
            <a:pPr lvl="1" eaLnBrk="1" hangingPunct="1">
              <a:lnSpc>
                <a:spcPct val="150000"/>
              </a:lnSpc>
              <a:spcBef>
                <a:spcPct val="0"/>
              </a:spcBef>
              <a:buClr>
                <a:srgbClr val="3333CC"/>
              </a:buClr>
              <a:buSzTx/>
            </a:pPr>
            <a:r>
              <a:rPr lang="en-US" altLang="zh-CN" dirty="0">
                <a:ea typeface="宋体" panose="02010600030101010101" pitchFamily="2" charset="-122"/>
              </a:rPr>
              <a:t>ADSL</a:t>
            </a:r>
          </a:p>
          <a:p>
            <a:pPr lvl="1" eaLnBrk="1" hangingPunct="1">
              <a:lnSpc>
                <a:spcPct val="150000"/>
              </a:lnSpc>
              <a:spcBef>
                <a:spcPct val="0"/>
              </a:spcBef>
              <a:buClr>
                <a:srgbClr val="3333CC"/>
              </a:buClr>
              <a:buSzTx/>
            </a:pPr>
            <a:r>
              <a:rPr lang="en-US" altLang="zh-CN" dirty="0">
                <a:ea typeface="宋体" panose="02010600030101010101" pitchFamily="2" charset="-122"/>
              </a:rPr>
              <a:t>Digital Audio Broadcasting (DAB)</a:t>
            </a:r>
          </a:p>
          <a:p>
            <a:pPr lvl="1" eaLnBrk="1" hangingPunct="1">
              <a:lnSpc>
                <a:spcPct val="150000"/>
              </a:lnSpc>
              <a:spcBef>
                <a:spcPct val="0"/>
              </a:spcBef>
              <a:buClr>
                <a:srgbClr val="3333CC"/>
              </a:buClr>
              <a:buSzTx/>
            </a:pPr>
            <a:r>
              <a:rPr lang="en-US" altLang="zh-CN" dirty="0">
                <a:ea typeface="宋体" panose="02010600030101010101" pitchFamily="2" charset="-122"/>
              </a:rPr>
              <a:t>HDTV</a:t>
            </a:r>
          </a:p>
          <a:p>
            <a:pPr lvl="1" eaLnBrk="1" hangingPunct="1">
              <a:lnSpc>
                <a:spcPct val="150000"/>
              </a:lnSpc>
              <a:spcBef>
                <a:spcPct val="0"/>
              </a:spcBef>
              <a:buClr>
                <a:srgbClr val="3333CC"/>
              </a:buClr>
              <a:buSzTx/>
            </a:pPr>
            <a:r>
              <a:rPr lang="en-US" altLang="zh-CN" dirty="0">
                <a:ea typeface="宋体" panose="02010600030101010101" pitchFamily="2" charset="-122"/>
              </a:rPr>
              <a:t>Wireless LAN (WLAN)</a:t>
            </a:r>
          </a:p>
          <a:p>
            <a:pPr lvl="1" eaLnBrk="1" hangingPunct="1">
              <a:lnSpc>
                <a:spcPct val="150000"/>
              </a:lnSpc>
              <a:spcBef>
                <a:spcPct val="0"/>
              </a:spcBef>
              <a:buClr>
                <a:srgbClr val="3333CC"/>
              </a:buClr>
              <a:buSzTx/>
            </a:pPr>
            <a:r>
              <a:rPr lang="en-US" altLang="zh-CN" dirty="0">
                <a:ea typeface="宋体" panose="02010600030101010101" pitchFamily="2" charset="-122"/>
              </a:rPr>
              <a:t>Broadband radio access network</a:t>
            </a:r>
          </a:p>
          <a:p>
            <a:pPr lvl="1" eaLnBrk="1" hangingPunct="1">
              <a:lnSpc>
                <a:spcPct val="150000"/>
              </a:lnSpc>
              <a:spcBef>
                <a:spcPct val="0"/>
              </a:spcBef>
              <a:buClr>
                <a:srgbClr val="3333CC"/>
              </a:buClr>
              <a:buSzTx/>
            </a:pPr>
            <a:r>
              <a:rPr lang="en-US" altLang="zh-CN" dirty="0">
                <a:ea typeface="宋体" panose="02010600030101010101" pitchFamily="2" charset="-122"/>
              </a:rPr>
              <a:t>3G mobile communication network and other fields.</a:t>
            </a:r>
            <a:endParaRPr lang="zh-CN" altLang="en-US" dirty="0">
              <a:ea typeface="宋体" panose="02010600030101010101" pitchFamily="2" charset="-122"/>
            </a:endParaRPr>
          </a:p>
        </p:txBody>
      </p:sp>
      <p:sp>
        <p:nvSpPr>
          <p:cNvPr id="4" name="灯片编号占位符 5">
            <a:extLst>
              <a:ext uri="{FF2B5EF4-FFF2-40B4-BE49-F238E27FC236}">
                <a16:creationId xmlns:a16="http://schemas.microsoft.com/office/drawing/2014/main" id="{96534254-DBB0-492D-BDED-CA53F3631CD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dirty="0">
                <a:latin typeface="Times New Roman" panose="02020603050405020304" pitchFamily="18" charset="0"/>
              </a:rPr>
              <a:t>2-</a:t>
            </a:r>
            <a:fld id="{4346990F-93DA-42F2-B6A1-6F636A5163AE}" type="slidenum">
              <a:rPr lang="en-US" altLang="zh-CN" sz="1400" smtClean="0">
                <a:latin typeface="Times New Roman" panose="02020603050405020304" pitchFamily="18" charset="0"/>
              </a:rPr>
              <a:pPr>
                <a:spcBef>
                  <a:spcPct val="0"/>
                </a:spcBef>
                <a:buClrTx/>
                <a:buSzTx/>
                <a:buFontTx/>
                <a:buNone/>
              </a:pPr>
              <a:t>52</a:t>
            </a:fld>
            <a:endParaRPr lang="en-US" altLang="zh-CN" sz="1400" dirty="0">
              <a:latin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9" name="Rectangle 5">
            <a:extLst>
              <a:ext uri="{FF2B5EF4-FFF2-40B4-BE49-F238E27FC236}">
                <a16:creationId xmlns:a16="http://schemas.microsoft.com/office/drawing/2014/main" id="{02E96892-0B92-44D7-9AA7-86E8A0B69D81}"/>
              </a:ext>
            </a:extLst>
          </p:cNvPr>
          <p:cNvSpPr>
            <a:spLocks noGrp="1" noChangeArrowheads="1"/>
          </p:cNvSpPr>
          <p:nvPr>
            <p:ph type="body" sz="half" idx="1"/>
          </p:nvPr>
        </p:nvSpPr>
        <p:spPr>
          <a:xfrm>
            <a:off x="468313" y="2160588"/>
            <a:ext cx="8280400" cy="2205037"/>
          </a:xfrm>
          <a:noFill/>
        </p:spPr>
        <p:txBody>
          <a:bodyPr/>
          <a:lstStyle/>
          <a:p>
            <a:pPr lvl="1" eaLnBrk="1" hangingPunct="1"/>
            <a:r>
              <a:rPr lang="en-US" altLang="zh-CN" sz="2800" dirty="0">
                <a:solidFill>
                  <a:srgbClr val="FF0000"/>
                </a:solidFill>
                <a:ea typeface="宋体" panose="02010600030101010101" pitchFamily="2" charset="-122"/>
              </a:rPr>
              <a:t>Transmission of multiple optical carriers with different wavelengths in a fiber at the same time </a:t>
            </a:r>
          </a:p>
          <a:p>
            <a:pPr lvl="1" eaLnBrk="1" hangingPunct="1"/>
            <a:r>
              <a:rPr lang="en-US" altLang="zh-CN" dirty="0">
                <a:ea typeface="宋体" panose="02010600030101010101" pitchFamily="2" charset="-122"/>
              </a:rPr>
              <a:t>WDM is actually a variant of FDM for fiber channel multiplexing.</a:t>
            </a:r>
            <a:endParaRPr lang="zh-CN" altLang="en-US" dirty="0">
              <a:ea typeface="宋体" panose="02010600030101010101" pitchFamily="2" charset="-122"/>
            </a:endParaRPr>
          </a:p>
        </p:txBody>
      </p:sp>
      <p:graphicFrame>
        <p:nvGraphicFramePr>
          <p:cNvPr id="136196" name="Object 68" descr="信纸">
            <a:extLst>
              <a:ext uri="{FF2B5EF4-FFF2-40B4-BE49-F238E27FC236}">
                <a16:creationId xmlns:a16="http://schemas.microsoft.com/office/drawing/2014/main" id="{68540266-EFB4-45CF-B3A0-D6A3FE7BDF8D}"/>
              </a:ext>
            </a:extLst>
          </p:cNvPr>
          <p:cNvGraphicFramePr>
            <a:graphicFrameLocks noGrp="1" noChangeAspect="1"/>
          </p:cNvGraphicFramePr>
          <p:nvPr>
            <p:ph sz="half" idx="2"/>
            <p:extLst/>
          </p:nvPr>
        </p:nvGraphicFramePr>
        <p:xfrm>
          <a:off x="719138" y="4070350"/>
          <a:ext cx="7956550" cy="1609725"/>
        </p:xfrm>
        <a:graphic>
          <a:graphicData uri="http://schemas.openxmlformats.org/presentationml/2006/ole">
            <mc:AlternateContent xmlns:mc="http://schemas.openxmlformats.org/markup-compatibility/2006">
              <mc:Choice xmlns:v="urn:schemas-microsoft-com:vml" Requires="v">
                <p:oleObj spid="_x0000_s215051" name="Visio" r:id="rId4" imgW="5006320" imgH="1013472" progId="Visio.Drawing.11">
                  <p:embed/>
                </p:oleObj>
              </mc:Choice>
              <mc:Fallback>
                <p:oleObj name="Visio" r:id="rId4" imgW="5006320" imgH="1013472" progId="Visio.Drawing.11">
                  <p:embed/>
                  <p:pic>
                    <p:nvPicPr>
                      <p:cNvPr id="136196" name="Object 68" descr="信纸">
                        <a:extLst>
                          <a:ext uri="{FF2B5EF4-FFF2-40B4-BE49-F238E27FC236}">
                            <a16:creationId xmlns:a16="http://schemas.microsoft.com/office/drawing/2014/main" id="{68540266-EFB4-45CF-B3A0-D6A3FE7BDF8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9138" y="4070350"/>
                        <a:ext cx="7956550" cy="1609725"/>
                      </a:xfrm>
                      <a:prstGeom prst="rect">
                        <a:avLst/>
                      </a:prstGeom>
                      <a:blipFill dpi="0" rotWithShape="1">
                        <a:blip r:embed="rId6"/>
                        <a:srcRect/>
                        <a:tile tx="0" ty="0" sx="100000" sy="100000" flip="none" algn="tl"/>
                      </a:blip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灯片编号占位符 5">
            <a:extLst>
              <a:ext uri="{FF2B5EF4-FFF2-40B4-BE49-F238E27FC236}">
                <a16:creationId xmlns:a16="http://schemas.microsoft.com/office/drawing/2014/main" id="{811F8472-A92C-4B5E-A77B-75916DB342E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dirty="0">
                <a:latin typeface="Times New Roman" panose="02020603050405020304" pitchFamily="18" charset="0"/>
              </a:rPr>
              <a:t>2-</a:t>
            </a:r>
            <a:fld id="{4346990F-93DA-42F2-B6A1-6F636A5163AE}" type="slidenum">
              <a:rPr lang="en-US" altLang="zh-CN" sz="1400" smtClean="0">
                <a:latin typeface="Times New Roman" panose="02020603050405020304" pitchFamily="18" charset="0"/>
              </a:rPr>
              <a:pPr>
                <a:spcBef>
                  <a:spcPct val="0"/>
                </a:spcBef>
                <a:buClrTx/>
                <a:buSzTx/>
                <a:buFontTx/>
                <a:buNone/>
              </a:pPr>
              <a:t>53</a:t>
            </a:fld>
            <a:endParaRPr lang="en-US" altLang="zh-CN" sz="1400" dirty="0">
              <a:latin typeface="Times New Roman" panose="02020603050405020304" pitchFamily="18" charset="0"/>
            </a:endParaRPr>
          </a:p>
        </p:txBody>
      </p:sp>
      <p:sp>
        <p:nvSpPr>
          <p:cNvPr id="81923" name="Rectangle 67">
            <a:extLst>
              <a:ext uri="{FF2B5EF4-FFF2-40B4-BE49-F238E27FC236}">
                <a16:creationId xmlns:a16="http://schemas.microsoft.com/office/drawing/2014/main" id="{9D8CBDF0-F572-40E5-8359-5166C2C9269F}"/>
              </a:ext>
            </a:extLst>
          </p:cNvPr>
          <p:cNvSpPr>
            <a:spLocks noChangeArrowheads="1"/>
          </p:cNvSpPr>
          <p:nvPr/>
        </p:nvSpPr>
        <p:spPr bwMode="auto">
          <a:xfrm>
            <a:off x="611188" y="573435"/>
            <a:ext cx="8532812"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None/>
            </a:pPr>
            <a:r>
              <a:rPr lang="en-US" altLang="zh-CN" dirty="0">
                <a:solidFill>
                  <a:srgbClr val="000099"/>
                </a:solidFill>
                <a:latin typeface="+mj-lt"/>
                <a:ea typeface="ＭＳ Ｐゴシック" panose="020B0600070205080204" pitchFamily="34" charset="-128"/>
                <a:cs typeface="+mj-cs"/>
              </a:rPr>
              <a:t>*Multiplexing : Wavelength division multiplexing (WDM)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49189">
                                            <p:txEl>
                                              <p:pRg st="0" end="0"/>
                                            </p:txEl>
                                          </p:spTgt>
                                        </p:tgtEl>
                                        <p:attrNameLst>
                                          <p:attrName>style.visibility</p:attrName>
                                        </p:attrNameLst>
                                      </p:cBhvr>
                                      <p:to>
                                        <p:strVal val="visible"/>
                                      </p:to>
                                    </p:set>
                                    <p:anim calcmode="lin" valueType="num">
                                      <p:cBhvr additive="base">
                                        <p:cTn id="7" dur="500" fill="hold"/>
                                        <p:tgtEl>
                                          <p:spTgt spid="34918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918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49189">
                                            <p:txEl>
                                              <p:pRg st="1" end="1"/>
                                            </p:txEl>
                                          </p:spTgt>
                                        </p:tgtEl>
                                        <p:attrNameLst>
                                          <p:attrName>style.visibility</p:attrName>
                                        </p:attrNameLst>
                                      </p:cBhvr>
                                      <p:to>
                                        <p:strVal val="visible"/>
                                      </p:to>
                                    </p:set>
                                    <p:anim calcmode="lin" valueType="num">
                                      <p:cBhvr additive="base">
                                        <p:cTn id="11" dur="500" fill="hold"/>
                                        <p:tgtEl>
                                          <p:spTgt spid="34918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4918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136196"/>
                                        </p:tgtEl>
                                        <p:attrNameLst>
                                          <p:attrName>style.visibility</p:attrName>
                                        </p:attrNameLst>
                                      </p:cBhvr>
                                      <p:to>
                                        <p:strVal val="visible"/>
                                      </p:to>
                                    </p:set>
                                    <p:anim calcmode="lin" valueType="num">
                                      <p:cBhvr additive="base">
                                        <p:cTn id="17" dur="500" fill="hold"/>
                                        <p:tgtEl>
                                          <p:spTgt spid="136196"/>
                                        </p:tgtEl>
                                        <p:attrNameLst>
                                          <p:attrName>ppt_x</p:attrName>
                                        </p:attrNameLst>
                                      </p:cBhvr>
                                      <p:tavLst>
                                        <p:tav tm="0">
                                          <p:val>
                                            <p:strVal val="#ppt_x"/>
                                          </p:val>
                                        </p:tav>
                                        <p:tav tm="100000">
                                          <p:val>
                                            <p:strVal val="#ppt_x"/>
                                          </p:val>
                                        </p:tav>
                                      </p:tavLst>
                                    </p:anim>
                                    <p:anim calcmode="lin" valueType="num">
                                      <p:cBhvr additive="base">
                                        <p:cTn id="18" dur="500" fill="hold"/>
                                        <p:tgtEl>
                                          <p:spTgt spid="1361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189"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a:extLst>
              <a:ext uri="{FF2B5EF4-FFF2-40B4-BE49-F238E27FC236}">
                <a16:creationId xmlns:a16="http://schemas.microsoft.com/office/drawing/2014/main" id="{5407D6AF-3CF5-47C7-91C8-86710DA5797F}"/>
              </a:ext>
            </a:extLst>
          </p:cNvPr>
          <p:cNvSpPr>
            <a:spLocks noGrp="1" noChangeArrowheads="1"/>
          </p:cNvSpPr>
          <p:nvPr>
            <p:ph type="title"/>
          </p:nvPr>
        </p:nvSpPr>
        <p:spPr>
          <a:xfrm>
            <a:off x="230188" y="228600"/>
            <a:ext cx="8629650" cy="1143000"/>
          </a:xfrm>
        </p:spPr>
        <p:txBody>
          <a:bodyPr/>
          <a:lstStyle/>
          <a:p>
            <a:r>
              <a:rPr lang="en-US" altLang="zh-CN" sz="3200" dirty="0">
                <a:ea typeface="ＭＳ Ｐゴシック" panose="020B0600070205080204" pitchFamily="34" charset="-128"/>
              </a:rPr>
              <a:t>*Multiplexing </a:t>
            </a:r>
            <a:r>
              <a:rPr lang="en-US" altLang="zh-CN" sz="3200" dirty="0">
                <a:ea typeface="宋体" panose="02010600030101010101" pitchFamily="2" charset="-122"/>
              </a:rPr>
              <a:t>: TDMA</a:t>
            </a:r>
            <a:endParaRPr lang="en-US" altLang="zh-CN" dirty="0">
              <a:ea typeface="宋体" panose="02010600030101010101" pitchFamily="2" charset="-122"/>
            </a:endParaRPr>
          </a:p>
        </p:txBody>
      </p:sp>
      <p:sp>
        <p:nvSpPr>
          <p:cNvPr id="28676" name="Rectangle 3">
            <a:extLst>
              <a:ext uri="{FF2B5EF4-FFF2-40B4-BE49-F238E27FC236}">
                <a16:creationId xmlns:a16="http://schemas.microsoft.com/office/drawing/2014/main" id="{447AB8AC-45F0-457C-8423-4711D093023B}"/>
              </a:ext>
            </a:extLst>
          </p:cNvPr>
          <p:cNvSpPr>
            <a:spLocks noGrp="1" noChangeArrowheads="1"/>
          </p:cNvSpPr>
          <p:nvPr>
            <p:ph idx="1"/>
          </p:nvPr>
        </p:nvSpPr>
        <p:spPr>
          <a:xfrm>
            <a:off x="501650" y="1422400"/>
            <a:ext cx="7772400" cy="4648200"/>
          </a:xfrm>
        </p:spPr>
        <p:txBody>
          <a:bodyPr/>
          <a:lstStyle/>
          <a:p>
            <a:pPr>
              <a:buFont typeface="ZapfDingbats" pitchFamily="82" charset="2"/>
              <a:buNone/>
            </a:pPr>
            <a:r>
              <a:rPr lang="en-US" altLang="zh-CN" dirty="0">
                <a:solidFill>
                  <a:srgbClr val="FF0000"/>
                </a:solidFill>
                <a:ea typeface="宋体" panose="02010600030101010101" pitchFamily="2" charset="-122"/>
              </a:rPr>
              <a:t>TDMA: time division multiple access</a:t>
            </a:r>
            <a:r>
              <a:rPr lang="en-US" altLang="zh-CN" dirty="0">
                <a:ea typeface="宋体" panose="02010600030101010101" pitchFamily="2" charset="-122"/>
              </a:rPr>
              <a:t> </a:t>
            </a:r>
          </a:p>
          <a:p>
            <a:r>
              <a:rPr lang="en-US" altLang="zh-CN" sz="2400" dirty="0">
                <a:ea typeface="宋体" panose="02010600030101010101" pitchFamily="2" charset="-122"/>
              </a:rPr>
              <a:t>access to channel in "rounds" </a:t>
            </a:r>
          </a:p>
          <a:p>
            <a:r>
              <a:rPr lang="en-US" altLang="zh-CN" sz="2400" dirty="0">
                <a:ea typeface="宋体" panose="02010600030101010101" pitchFamily="2" charset="-122"/>
              </a:rPr>
              <a:t>each station gets fixed length slot (length = pkt trans time) in each round </a:t>
            </a:r>
          </a:p>
          <a:p>
            <a:r>
              <a:rPr lang="en-US" altLang="zh-CN" sz="2400" dirty="0">
                <a:ea typeface="宋体" panose="02010600030101010101" pitchFamily="2" charset="-122"/>
              </a:rPr>
              <a:t>unused slots go idle </a:t>
            </a:r>
          </a:p>
          <a:p>
            <a:r>
              <a:rPr lang="en-US" altLang="zh-CN" sz="2400" dirty="0">
                <a:ea typeface="宋体" panose="02010600030101010101" pitchFamily="2" charset="-122"/>
              </a:rPr>
              <a:t>example: 6-station LAN, 1,3,4 have pkt, slots 2,5,6 idle </a:t>
            </a:r>
          </a:p>
          <a:p>
            <a:endParaRPr lang="en-US" altLang="zh-CN" sz="2400" dirty="0">
              <a:ea typeface="宋体" panose="02010600030101010101" pitchFamily="2" charset="-122"/>
            </a:endParaRPr>
          </a:p>
          <a:p>
            <a:endParaRPr lang="en-US" altLang="zh-CN" sz="2400" dirty="0">
              <a:ea typeface="宋体" panose="02010600030101010101" pitchFamily="2" charset="-122"/>
            </a:endParaRPr>
          </a:p>
        </p:txBody>
      </p:sp>
      <p:sp>
        <p:nvSpPr>
          <p:cNvPr id="44" name="Footer Placeholder 2">
            <a:extLst>
              <a:ext uri="{FF2B5EF4-FFF2-40B4-BE49-F238E27FC236}">
                <a16:creationId xmlns:a16="http://schemas.microsoft.com/office/drawing/2014/main" id="{24CA9AB1-DB98-4229-8773-A4DFDD124F6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The Physical Layer</a:t>
            </a:r>
          </a:p>
        </p:txBody>
      </p:sp>
      <p:sp>
        <p:nvSpPr>
          <p:cNvPr id="43" name="灯片编号占位符 5">
            <a:extLst>
              <a:ext uri="{FF2B5EF4-FFF2-40B4-BE49-F238E27FC236}">
                <a16:creationId xmlns:a16="http://schemas.microsoft.com/office/drawing/2014/main" id="{57716B93-D6E7-4171-8D3F-8AC0779E87A2}"/>
              </a:ext>
            </a:extLst>
          </p:cNvPr>
          <p:cNvSpPr>
            <a:spLocks noGrp="1"/>
          </p:cNvSpPr>
          <p:nvPr>
            <p:ph type="sldNum" sz="quarter" idx="12"/>
          </p:nvPr>
        </p:nvSpPr>
        <p:spPr>
          <a:xfrm>
            <a:off x="8324850" y="6462713"/>
            <a:ext cx="676275" cy="276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dirty="0">
                <a:latin typeface="Times New Roman" panose="02020603050405020304" pitchFamily="18" charset="0"/>
              </a:rPr>
              <a:t>2-</a:t>
            </a:r>
            <a:fld id="{4346990F-93DA-42F2-B6A1-6F636A5163AE}" type="slidenum">
              <a:rPr lang="en-US" altLang="zh-CN" sz="1400" smtClean="0">
                <a:latin typeface="Times New Roman" panose="02020603050405020304" pitchFamily="18" charset="0"/>
              </a:rPr>
              <a:pPr>
                <a:spcBef>
                  <a:spcPct val="0"/>
                </a:spcBef>
                <a:buClrTx/>
                <a:buSzTx/>
                <a:buFontTx/>
                <a:buNone/>
              </a:pPr>
              <a:t>54</a:t>
            </a:fld>
            <a:endParaRPr lang="en-US" altLang="zh-CN" sz="1400" dirty="0">
              <a:latin typeface="Times New Roman" panose="02020603050405020304" pitchFamily="18" charset="0"/>
            </a:endParaRPr>
          </a:p>
        </p:txBody>
      </p:sp>
      <p:sp>
        <p:nvSpPr>
          <p:cNvPr id="7" name="Line 7">
            <a:extLst>
              <a:ext uri="{FF2B5EF4-FFF2-40B4-BE49-F238E27FC236}">
                <a16:creationId xmlns:a16="http://schemas.microsoft.com/office/drawing/2014/main" id="{137A75AE-82D6-43F7-97F0-5529DA8F83C8}"/>
              </a:ext>
            </a:extLst>
          </p:cNvPr>
          <p:cNvSpPr>
            <a:spLocks noChangeShapeType="1"/>
          </p:cNvSpPr>
          <p:nvPr/>
        </p:nvSpPr>
        <p:spPr bwMode="auto">
          <a:xfrm>
            <a:off x="1052513" y="4638262"/>
            <a:ext cx="60848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8" name="Rectangle 8">
            <a:extLst>
              <a:ext uri="{FF2B5EF4-FFF2-40B4-BE49-F238E27FC236}">
                <a16:creationId xmlns:a16="http://schemas.microsoft.com/office/drawing/2014/main" id="{C5F35FE0-F33B-411E-81DE-B59C8EE068B9}"/>
              </a:ext>
            </a:extLst>
          </p:cNvPr>
          <p:cNvSpPr>
            <a:spLocks noChangeArrowheads="1"/>
          </p:cNvSpPr>
          <p:nvPr/>
        </p:nvSpPr>
        <p:spPr bwMode="auto">
          <a:xfrm>
            <a:off x="1274763" y="4411249"/>
            <a:ext cx="479425" cy="230188"/>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9" name="Rectangle 10">
            <a:extLst>
              <a:ext uri="{FF2B5EF4-FFF2-40B4-BE49-F238E27FC236}">
                <a16:creationId xmlns:a16="http://schemas.microsoft.com/office/drawing/2014/main" id="{02E8DB4E-D0B9-43F5-A417-27A8C4573A9E}"/>
              </a:ext>
            </a:extLst>
          </p:cNvPr>
          <p:cNvSpPr>
            <a:spLocks noChangeArrowheads="1"/>
          </p:cNvSpPr>
          <p:nvPr/>
        </p:nvSpPr>
        <p:spPr bwMode="auto">
          <a:xfrm>
            <a:off x="2233613" y="4411249"/>
            <a:ext cx="479425" cy="230188"/>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0" name="Rectangle 11">
            <a:extLst>
              <a:ext uri="{FF2B5EF4-FFF2-40B4-BE49-F238E27FC236}">
                <a16:creationId xmlns:a16="http://schemas.microsoft.com/office/drawing/2014/main" id="{30A9A5FA-A9BB-4962-A745-9AEC17FF2DF1}"/>
              </a:ext>
            </a:extLst>
          </p:cNvPr>
          <p:cNvSpPr>
            <a:spLocks noChangeArrowheads="1"/>
          </p:cNvSpPr>
          <p:nvPr/>
        </p:nvSpPr>
        <p:spPr bwMode="auto">
          <a:xfrm>
            <a:off x="2708275" y="4411249"/>
            <a:ext cx="479425" cy="2301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1" name="Line 13">
            <a:extLst>
              <a:ext uri="{FF2B5EF4-FFF2-40B4-BE49-F238E27FC236}">
                <a16:creationId xmlns:a16="http://schemas.microsoft.com/office/drawing/2014/main" id="{88A8FC87-8A70-4C86-8560-9F510706B979}"/>
              </a:ext>
            </a:extLst>
          </p:cNvPr>
          <p:cNvSpPr>
            <a:spLocks noChangeShapeType="1"/>
          </p:cNvSpPr>
          <p:nvPr/>
        </p:nvSpPr>
        <p:spPr bwMode="auto">
          <a:xfrm>
            <a:off x="1276350" y="4298537"/>
            <a:ext cx="0" cy="33813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2" name="Line 16">
            <a:extLst>
              <a:ext uri="{FF2B5EF4-FFF2-40B4-BE49-F238E27FC236}">
                <a16:creationId xmlns:a16="http://schemas.microsoft.com/office/drawing/2014/main" id="{F8C9E0EC-BAED-4748-9514-3A6E1A85285E}"/>
              </a:ext>
            </a:extLst>
          </p:cNvPr>
          <p:cNvSpPr>
            <a:spLocks noChangeShapeType="1"/>
          </p:cNvSpPr>
          <p:nvPr/>
        </p:nvSpPr>
        <p:spPr bwMode="auto">
          <a:xfrm>
            <a:off x="4141788" y="4301712"/>
            <a:ext cx="0" cy="3381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3" name="Text Box 23">
            <a:extLst>
              <a:ext uri="{FF2B5EF4-FFF2-40B4-BE49-F238E27FC236}">
                <a16:creationId xmlns:a16="http://schemas.microsoft.com/office/drawing/2014/main" id="{9AFC9537-15D7-4900-92EA-CA884B2D32AA}"/>
              </a:ext>
            </a:extLst>
          </p:cNvPr>
          <p:cNvSpPr txBox="1">
            <a:spLocks noChangeArrowheads="1"/>
          </p:cNvSpPr>
          <p:nvPr/>
        </p:nvSpPr>
        <p:spPr bwMode="auto">
          <a:xfrm>
            <a:off x="1374775" y="4377912"/>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b="1" i="0" dirty="0">
                <a:solidFill>
                  <a:schemeClr val="bg1"/>
                </a:solidFill>
                <a:latin typeface="Arial" charset="0"/>
              </a:rPr>
              <a:t>1</a:t>
            </a:r>
          </a:p>
        </p:txBody>
      </p:sp>
      <p:sp>
        <p:nvSpPr>
          <p:cNvPr id="14" name="Text Box 24">
            <a:extLst>
              <a:ext uri="{FF2B5EF4-FFF2-40B4-BE49-F238E27FC236}">
                <a16:creationId xmlns:a16="http://schemas.microsoft.com/office/drawing/2014/main" id="{0D0B7D47-73E8-41DF-BF9C-F632626463EA}"/>
              </a:ext>
            </a:extLst>
          </p:cNvPr>
          <p:cNvSpPr txBox="1">
            <a:spLocks noChangeArrowheads="1"/>
          </p:cNvSpPr>
          <p:nvPr/>
        </p:nvSpPr>
        <p:spPr bwMode="auto">
          <a:xfrm>
            <a:off x="2320925" y="4363624"/>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b="1" i="0" dirty="0">
                <a:solidFill>
                  <a:schemeClr val="bg1"/>
                </a:solidFill>
                <a:latin typeface="Arial" charset="0"/>
              </a:rPr>
              <a:t>3</a:t>
            </a:r>
          </a:p>
        </p:txBody>
      </p:sp>
      <p:sp>
        <p:nvSpPr>
          <p:cNvPr id="15" name="Text Box 25">
            <a:extLst>
              <a:ext uri="{FF2B5EF4-FFF2-40B4-BE49-F238E27FC236}">
                <a16:creationId xmlns:a16="http://schemas.microsoft.com/office/drawing/2014/main" id="{20CD856A-C879-4FF6-9EA6-69345900CF1B}"/>
              </a:ext>
            </a:extLst>
          </p:cNvPr>
          <p:cNvSpPr txBox="1">
            <a:spLocks noChangeArrowheads="1"/>
          </p:cNvSpPr>
          <p:nvPr/>
        </p:nvSpPr>
        <p:spPr bwMode="auto">
          <a:xfrm>
            <a:off x="2786063" y="4369974"/>
            <a:ext cx="2968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b="1" i="0" dirty="0">
                <a:solidFill>
                  <a:schemeClr val="bg1"/>
                </a:solidFill>
                <a:latin typeface="Arial" charset="0"/>
              </a:rPr>
              <a:t>4</a:t>
            </a:r>
          </a:p>
        </p:txBody>
      </p:sp>
      <p:sp>
        <p:nvSpPr>
          <p:cNvPr id="16" name="Rectangle 26">
            <a:extLst>
              <a:ext uri="{FF2B5EF4-FFF2-40B4-BE49-F238E27FC236}">
                <a16:creationId xmlns:a16="http://schemas.microsoft.com/office/drawing/2014/main" id="{7F2CEC42-4B7E-4544-AE09-0B6263941EDC}"/>
              </a:ext>
            </a:extLst>
          </p:cNvPr>
          <p:cNvSpPr>
            <a:spLocks noChangeArrowheads="1"/>
          </p:cNvSpPr>
          <p:nvPr/>
        </p:nvSpPr>
        <p:spPr bwMode="auto">
          <a:xfrm>
            <a:off x="4132263" y="4406487"/>
            <a:ext cx="479425" cy="230187"/>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 name="Rectangle 27">
            <a:extLst>
              <a:ext uri="{FF2B5EF4-FFF2-40B4-BE49-F238E27FC236}">
                <a16:creationId xmlns:a16="http://schemas.microsoft.com/office/drawing/2014/main" id="{B60C8EF9-D3BD-4267-9C08-5C7046E83A5F}"/>
              </a:ext>
            </a:extLst>
          </p:cNvPr>
          <p:cNvSpPr>
            <a:spLocks noChangeArrowheads="1"/>
          </p:cNvSpPr>
          <p:nvPr/>
        </p:nvSpPr>
        <p:spPr bwMode="auto">
          <a:xfrm>
            <a:off x="5091113" y="4406487"/>
            <a:ext cx="479425" cy="230187"/>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8" name="Rectangle 28">
            <a:extLst>
              <a:ext uri="{FF2B5EF4-FFF2-40B4-BE49-F238E27FC236}">
                <a16:creationId xmlns:a16="http://schemas.microsoft.com/office/drawing/2014/main" id="{7F48EE81-3018-4F16-A394-6A8775F8EB6C}"/>
              </a:ext>
            </a:extLst>
          </p:cNvPr>
          <p:cNvSpPr>
            <a:spLocks noChangeArrowheads="1"/>
          </p:cNvSpPr>
          <p:nvPr/>
        </p:nvSpPr>
        <p:spPr bwMode="auto">
          <a:xfrm>
            <a:off x="5565775" y="4406487"/>
            <a:ext cx="479425" cy="23018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9" name="Line 29">
            <a:extLst>
              <a:ext uri="{FF2B5EF4-FFF2-40B4-BE49-F238E27FC236}">
                <a16:creationId xmlns:a16="http://schemas.microsoft.com/office/drawing/2014/main" id="{AB718867-8C9F-4E80-A679-67AED4444C8B}"/>
              </a:ext>
            </a:extLst>
          </p:cNvPr>
          <p:cNvSpPr>
            <a:spLocks noChangeShapeType="1"/>
          </p:cNvSpPr>
          <p:nvPr/>
        </p:nvSpPr>
        <p:spPr bwMode="auto">
          <a:xfrm>
            <a:off x="4133850" y="4293774"/>
            <a:ext cx="0" cy="33813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20" name="Text Box 30">
            <a:extLst>
              <a:ext uri="{FF2B5EF4-FFF2-40B4-BE49-F238E27FC236}">
                <a16:creationId xmlns:a16="http://schemas.microsoft.com/office/drawing/2014/main" id="{FB9DECE7-7A6D-48C2-9F38-53F13A5E2294}"/>
              </a:ext>
            </a:extLst>
          </p:cNvPr>
          <p:cNvSpPr txBox="1">
            <a:spLocks noChangeArrowheads="1"/>
          </p:cNvSpPr>
          <p:nvPr/>
        </p:nvSpPr>
        <p:spPr bwMode="auto">
          <a:xfrm>
            <a:off x="4232275" y="4373149"/>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b="1" i="0" dirty="0">
                <a:solidFill>
                  <a:schemeClr val="bg1"/>
                </a:solidFill>
                <a:latin typeface="Arial" charset="0"/>
              </a:rPr>
              <a:t>1</a:t>
            </a:r>
          </a:p>
        </p:txBody>
      </p:sp>
      <p:sp>
        <p:nvSpPr>
          <p:cNvPr id="21" name="Text Box 31">
            <a:extLst>
              <a:ext uri="{FF2B5EF4-FFF2-40B4-BE49-F238E27FC236}">
                <a16:creationId xmlns:a16="http://schemas.microsoft.com/office/drawing/2014/main" id="{47CDB033-73F8-40AA-A4A1-FEA06E31492A}"/>
              </a:ext>
            </a:extLst>
          </p:cNvPr>
          <p:cNvSpPr txBox="1">
            <a:spLocks noChangeArrowheads="1"/>
          </p:cNvSpPr>
          <p:nvPr/>
        </p:nvSpPr>
        <p:spPr bwMode="auto">
          <a:xfrm>
            <a:off x="5178425" y="4358862"/>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b="1" i="0" dirty="0">
                <a:solidFill>
                  <a:schemeClr val="bg1"/>
                </a:solidFill>
                <a:latin typeface="Arial" charset="0"/>
              </a:rPr>
              <a:t>3</a:t>
            </a:r>
          </a:p>
        </p:txBody>
      </p:sp>
      <p:sp>
        <p:nvSpPr>
          <p:cNvPr id="22" name="Text Box 32">
            <a:extLst>
              <a:ext uri="{FF2B5EF4-FFF2-40B4-BE49-F238E27FC236}">
                <a16:creationId xmlns:a16="http://schemas.microsoft.com/office/drawing/2014/main" id="{1ECF7903-B7AE-42D8-961E-2E483A9A7495}"/>
              </a:ext>
            </a:extLst>
          </p:cNvPr>
          <p:cNvSpPr txBox="1">
            <a:spLocks noChangeArrowheads="1"/>
          </p:cNvSpPr>
          <p:nvPr/>
        </p:nvSpPr>
        <p:spPr bwMode="auto">
          <a:xfrm>
            <a:off x="5643563" y="4365212"/>
            <a:ext cx="2968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b="1" i="0" dirty="0">
                <a:solidFill>
                  <a:schemeClr val="bg1"/>
                </a:solidFill>
                <a:latin typeface="Arial" charset="0"/>
              </a:rPr>
              <a:t>4</a:t>
            </a:r>
          </a:p>
        </p:txBody>
      </p:sp>
      <p:sp>
        <p:nvSpPr>
          <p:cNvPr id="23" name="Line 34">
            <a:extLst>
              <a:ext uri="{FF2B5EF4-FFF2-40B4-BE49-F238E27FC236}">
                <a16:creationId xmlns:a16="http://schemas.microsoft.com/office/drawing/2014/main" id="{E0003A57-EA9D-4FF8-98AF-DF678D96BFBE}"/>
              </a:ext>
            </a:extLst>
          </p:cNvPr>
          <p:cNvSpPr>
            <a:spLocks noChangeShapeType="1"/>
          </p:cNvSpPr>
          <p:nvPr/>
        </p:nvSpPr>
        <p:spPr bwMode="auto">
          <a:xfrm>
            <a:off x="1757363" y="4403312"/>
            <a:ext cx="0" cy="2381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24" name="Line 35">
            <a:extLst>
              <a:ext uri="{FF2B5EF4-FFF2-40B4-BE49-F238E27FC236}">
                <a16:creationId xmlns:a16="http://schemas.microsoft.com/office/drawing/2014/main" id="{19959B51-2B9F-4064-8B1E-BF2C445E8FAD}"/>
              </a:ext>
            </a:extLst>
          </p:cNvPr>
          <p:cNvSpPr>
            <a:spLocks noChangeShapeType="1"/>
          </p:cNvSpPr>
          <p:nvPr/>
        </p:nvSpPr>
        <p:spPr bwMode="auto">
          <a:xfrm>
            <a:off x="2233613" y="4408074"/>
            <a:ext cx="0" cy="2381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25" name="Line 36">
            <a:extLst>
              <a:ext uri="{FF2B5EF4-FFF2-40B4-BE49-F238E27FC236}">
                <a16:creationId xmlns:a16="http://schemas.microsoft.com/office/drawing/2014/main" id="{C500DA45-FA33-44F3-9639-754A6EBB7695}"/>
              </a:ext>
            </a:extLst>
          </p:cNvPr>
          <p:cNvSpPr>
            <a:spLocks noChangeShapeType="1"/>
          </p:cNvSpPr>
          <p:nvPr/>
        </p:nvSpPr>
        <p:spPr bwMode="auto">
          <a:xfrm>
            <a:off x="2709863" y="4408074"/>
            <a:ext cx="0" cy="2381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26" name="Line 37">
            <a:extLst>
              <a:ext uri="{FF2B5EF4-FFF2-40B4-BE49-F238E27FC236}">
                <a16:creationId xmlns:a16="http://schemas.microsoft.com/office/drawing/2014/main" id="{18DF7773-AD4B-49DC-8713-01EF751D3969}"/>
              </a:ext>
            </a:extLst>
          </p:cNvPr>
          <p:cNvSpPr>
            <a:spLocks noChangeShapeType="1"/>
          </p:cNvSpPr>
          <p:nvPr/>
        </p:nvSpPr>
        <p:spPr bwMode="auto">
          <a:xfrm>
            <a:off x="3186113" y="4408074"/>
            <a:ext cx="0" cy="2381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27" name="Line 38">
            <a:extLst>
              <a:ext uri="{FF2B5EF4-FFF2-40B4-BE49-F238E27FC236}">
                <a16:creationId xmlns:a16="http://schemas.microsoft.com/office/drawing/2014/main" id="{DC410597-BA70-4717-8FD5-002A0B842690}"/>
              </a:ext>
            </a:extLst>
          </p:cNvPr>
          <p:cNvSpPr>
            <a:spLocks noChangeShapeType="1"/>
          </p:cNvSpPr>
          <p:nvPr/>
        </p:nvSpPr>
        <p:spPr bwMode="auto">
          <a:xfrm>
            <a:off x="3667125" y="4398549"/>
            <a:ext cx="0" cy="2381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28" name="Line 39">
            <a:extLst>
              <a:ext uri="{FF2B5EF4-FFF2-40B4-BE49-F238E27FC236}">
                <a16:creationId xmlns:a16="http://schemas.microsoft.com/office/drawing/2014/main" id="{9B2ABA65-58B2-42BF-914D-27AD4830FE5A}"/>
              </a:ext>
            </a:extLst>
          </p:cNvPr>
          <p:cNvSpPr>
            <a:spLocks noChangeShapeType="1"/>
          </p:cNvSpPr>
          <p:nvPr/>
        </p:nvSpPr>
        <p:spPr bwMode="auto">
          <a:xfrm>
            <a:off x="4614863" y="4403312"/>
            <a:ext cx="0" cy="2381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29" name="Line 40">
            <a:extLst>
              <a:ext uri="{FF2B5EF4-FFF2-40B4-BE49-F238E27FC236}">
                <a16:creationId xmlns:a16="http://schemas.microsoft.com/office/drawing/2014/main" id="{6C8F35AB-CFEC-4596-BFAD-211B80A6F510}"/>
              </a:ext>
            </a:extLst>
          </p:cNvPr>
          <p:cNvSpPr>
            <a:spLocks noChangeShapeType="1"/>
          </p:cNvSpPr>
          <p:nvPr/>
        </p:nvSpPr>
        <p:spPr bwMode="auto">
          <a:xfrm>
            <a:off x="5562600" y="4398549"/>
            <a:ext cx="0" cy="2381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30" name="Line 41">
            <a:extLst>
              <a:ext uri="{FF2B5EF4-FFF2-40B4-BE49-F238E27FC236}">
                <a16:creationId xmlns:a16="http://schemas.microsoft.com/office/drawing/2014/main" id="{74C5EBD1-E1CE-4F87-A906-C53F73F9DA38}"/>
              </a:ext>
            </a:extLst>
          </p:cNvPr>
          <p:cNvSpPr>
            <a:spLocks noChangeShapeType="1"/>
          </p:cNvSpPr>
          <p:nvPr/>
        </p:nvSpPr>
        <p:spPr bwMode="auto">
          <a:xfrm>
            <a:off x="6510338" y="4393787"/>
            <a:ext cx="0" cy="2381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31" name="Line 42">
            <a:extLst>
              <a:ext uri="{FF2B5EF4-FFF2-40B4-BE49-F238E27FC236}">
                <a16:creationId xmlns:a16="http://schemas.microsoft.com/office/drawing/2014/main" id="{22AF25F9-3EFA-4EA6-BC56-F0FCE69A2947}"/>
              </a:ext>
            </a:extLst>
          </p:cNvPr>
          <p:cNvSpPr>
            <a:spLocks noChangeShapeType="1"/>
          </p:cNvSpPr>
          <p:nvPr/>
        </p:nvSpPr>
        <p:spPr bwMode="auto">
          <a:xfrm>
            <a:off x="6043613" y="4403312"/>
            <a:ext cx="0" cy="2381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32" name="Line 43">
            <a:extLst>
              <a:ext uri="{FF2B5EF4-FFF2-40B4-BE49-F238E27FC236}">
                <a16:creationId xmlns:a16="http://schemas.microsoft.com/office/drawing/2014/main" id="{A269C1FC-C8BC-404D-95D8-0E11E5880969}"/>
              </a:ext>
            </a:extLst>
          </p:cNvPr>
          <p:cNvSpPr>
            <a:spLocks noChangeShapeType="1"/>
          </p:cNvSpPr>
          <p:nvPr/>
        </p:nvSpPr>
        <p:spPr bwMode="auto">
          <a:xfrm>
            <a:off x="6991350" y="4308062"/>
            <a:ext cx="0" cy="33813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33" name="Line 44">
            <a:extLst>
              <a:ext uri="{FF2B5EF4-FFF2-40B4-BE49-F238E27FC236}">
                <a16:creationId xmlns:a16="http://schemas.microsoft.com/office/drawing/2014/main" id="{C8C19A53-6837-4551-BDCF-E221117A6742}"/>
              </a:ext>
            </a:extLst>
          </p:cNvPr>
          <p:cNvSpPr>
            <a:spLocks noChangeShapeType="1"/>
          </p:cNvSpPr>
          <p:nvPr/>
        </p:nvSpPr>
        <p:spPr bwMode="auto">
          <a:xfrm>
            <a:off x="5091113" y="4403312"/>
            <a:ext cx="0" cy="2381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34" name="Text Box 45">
            <a:extLst>
              <a:ext uri="{FF2B5EF4-FFF2-40B4-BE49-F238E27FC236}">
                <a16:creationId xmlns:a16="http://schemas.microsoft.com/office/drawing/2014/main" id="{98F62AF1-1769-4245-B82B-71E67DC8C06D}"/>
              </a:ext>
            </a:extLst>
          </p:cNvPr>
          <p:cNvSpPr txBox="1">
            <a:spLocks noChangeArrowheads="1"/>
          </p:cNvSpPr>
          <p:nvPr/>
        </p:nvSpPr>
        <p:spPr bwMode="auto">
          <a:xfrm>
            <a:off x="2320925" y="3779424"/>
            <a:ext cx="7048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i="0" dirty="0">
                <a:latin typeface="Arial" charset="0"/>
              </a:rPr>
              <a:t>6-slot</a:t>
            </a:r>
          </a:p>
          <a:p>
            <a:pPr>
              <a:defRPr/>
            </a:pPr>
            <a:r>
              <a:rPr lang="en-US" sz="1600" i="0" dirty="0">
                <a:latin typeface="Arial" charset="0"/>
              </a:rPr>
              <a:t>frame</a:t>
            </a:r>
          </a:p>
        </p:txBody>
      </p:sp>
      <p:sp>
        <p:nvSpPr>
          <p:cNvPr id="35" name="Line 46">
            <a:extLst>
              <a:ext uri="{FF2B5EF4-FFF2-40B4-BE49-F238E27FC236}">
                <a16:creationId xmlns:a16="http://schemas.microsoft.com/office/drawing/2014/main" id="{5F219721-396E-405D-9066-330E9B762197}"/>
              </a:ext>
            </a:extLst>
          </p:cNvPr>
          <p:cNvSpPr>
            <a:spLocks noChangeShapeType="1"/>
          </p:cNvSpPr>
          <p:nvPr/>
        </p:nvSpPr>
        <p:spPr bwMode="auto">
          <a:xfrm>
            <a:off x="3132138" y="4115974"/>
            <a:ext cx="9890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36" name="Line 47">
            <a:extLst>
              <a:ext uri="{FF2B5EF4-FFF2-40B4-BE49-F238E27FC236}">
                <a16:creationId xmlns:a16="http://schemas.microsoft.com/office/drawing/2014/main" id="{7B46CEBD-269E-481A-A0D7-7B227BFB5D01}"/>
              </a:ext>
            </a:extLst>
          </p:cNvPr>
          <p:cNvSpPr>
            <a:spLocks noChangeShapeType="1"/>
          </p:cNvSpPr>
          <p:nvPr/>
        </p:nvSpPr>
        <p:spPr bwMode="auto">
          <a:xfrm flipH="1">
            <a:off x="1287463" y="4111212"/>
            <a:ext cx="9890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37" name="Line 48">
            <a:extLst>
              <a:ext uri="{FF2B5EF4-FFF2-40B4-BE49-F238E27FC236}">
                <a16:creationId xmlns:a16="http://schemas.microsoft.com/office/drawing/2014/main" id="{1F798683-5234-4600-870B-AD520EBAE6CF}"/>
              </a:ext>
            </a:extLst>
          </p:cNvPr>
          <p:cNvSpPr>
            <a:spLocks noChangeShapeType="1"/>
          </p:cNvSpPr>
          <p:nvPr/>
        </p:nvSpPr>
        <p:spPr bwMode="auto">
          <a:xfrm>
            <a:off x="1266825" y="4023899"/>
            <a:ext cx="0" cy="3048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38" name="Line 49">
            <a:extLst>
              <a:ext uri="{FF2B5EF4-FFF2-40B4-BE49-F238E27FC236}">
                <a16:creationId xmlns:a16="http://schemas.microsoft.com/office/drawing/2014/main" id="{7F434C82-B816-4607-9B2B-12462F1B7696}"/>
              </a:ext>
            </a:extLst>
          </p:cNvPr>
          <p:cNvSpPr>
            <a:spLocks noChangeShapeType="1"/>
          </p:cNvSpPr>
          <p:nvPr/>
        </p:nvSpPr>
        <p:spPr bwMode="auto">
          <a:xfrm>
            <a:off x="4125913" y="4014374"/>
            <a:ext cx="0" cy="3048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39" name="Text Box 51">
            <a:extLst>
              <a:ext uri="{FF2B5EF4-FFF2-40B4-BE49-F238E27FC236}">
                <a16:creationId xmlns:a16="http://schemas.microsoft.com/office/drawing/2014/main" id="{058385F4-F78E-46EB-A931-777D4EECEF48}"/>
              </a:ext>
            </a:extLst>
          </p:cNvPr>
          <p:cNvSpPr txBox="1">
            <a:spLocks noChangeArrowheads="1"/>
          </p:cNvSpPr>
          <p:nvPr/>
        </p:nvSpPr>
        <p:spPr bwMode="auto">
          <a:xfrm>
            <a:off x="5184775" y="3752437"/>
            <a:ext cx="7048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i="0" dirty="0">
                <a:latin typeface="Arial" charset="0"/>
              </a:rPr>
              <a:t>6-slot</a:t>
            </a:r>
          </a:p>
          <a:p>
            <a:pPr>
              <a:defRPr/>
            </a:pPr>
            <a:r>
              <a:rPr lang="en-US" sz="1600" i="0" dirty="0">
                <a:latin typeface="Arial" charset="0"/>
              </a:rPr>
              <a:t>frame</a:t>
            </a:r>
          </a:p>
        </p:txBody>
      </p:sp>
      <p:sp>
        <p:nvSpPr>
          <p:cNvPr id="40" name="Line 52">
            <a:extLst>
              <a:ext uri="{FF2B5EF4-FFF2-40B4-BE49-F238E27FC236}">
                <a16:creationId xmlns:a16="http://schemas.microsoft.com/office/drawing/2014/main" id="{CE841721-01A9-4F21-B9A1-905E997F88DF}"/>
              </a:ext>
            </a:extLst>
          </p:cNvPr>
          <p:cNvSpPr>
            <a:spLocks noChangeShapeType="1"/>
          </p:cNvSpPr>
          <p:nvPr/>
        </p:nvSpPr>
        <p:spPr bwMode="auto">
          <a:xfrm>
            <a:off x="5995988" y="4122324"/>
            <a:ext cx="9890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41" name="Line 53">
            <a:extLst>
              <a:ext uri="{FF2B5EF4-FFF2-40B4-BE49-F238E27FC236}">
                <a16:creationId xmlns:a16="http://schemas.microsoft.com/office/drawing/2014/main" id="{88FBEA7C-DD39-4DBA-B63C-185CA40EE810}"/>
              </a:ext>
            </a:extLst>
          </p:cNvPr>
          <p:cNvSpPr>
            <a:spLocks noChangeShapeType="1"/>
          </p:cNvSpPr>
          <p:nvPr/>
        </p:nvSpPr>
        <p:spPr bwMode="auto">
          <a:xfrm flipH="1">
            <a:off x="4151313" y="4117562"/>
            <a:ext cx="9890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42" name="Line 55">
            <a:extLst>
              <a:ext uri="{FF2B5EF4-FFF2-40B4-BE49-F238E27FC236}">
                <a16:creationId xmlns:a16="http://schemas.microsoft.com/office/drawing/2014/main" id="{7A3D3F8E-E246-49C2-A3C3-382263AF9CDA}"/>
              </a:ext>
            </a:extLst>
          </p:cNvPr>
          <p:cNvSpPr>
            <a:spLocks noChangeShapeType="1"/>
          </p:cNvSpPr>
          <p:nvPr/>
        </p:nvSpPr>
        <p:spPr bwMode="auto">
          <a:xfrm>
            <a:off x="6989763" y="3987387"/>
            <a:ext cx="0" cy="3048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aphicFrame>
        <p:nvGraphicFramePr>
          <p:cNvPr id="45" name="Object 8" descr="信纸">
            <a:extLst>
              <a:ext uri="{FF2B5EF4-FFF2-40B4-BE49-F238E27FC236}">
                <a16:creationId xmlns:a16="http://schemas.microsoft.com/office/drawing/2014/main" id="{2B6F5B82-7895-40EA-85F3-FEA1603EFDC8}"/>
              </a:ext>
            </a:extLst>
          </p:cNvPr>
          <p:cNvGraphicFramePr>
            <a:graphicFrameLocks noChangeAspect="1"/>
          </p:cNvGraphicFramePr>
          <p:nvPr/>
        </p:nvGraphicFramePr>
        <p:xfrm>
          <a:off x="395288" y="5119688"/>
          <a:ext cx="8424862" cy="1587500"/>
        </p:xfrm>
        <a:graphic>
          <a:graphicData uri="http://schemas.openxmlformats.org/presentationml/2006/ole">
            <mc:AlternateContent xmlns:mc="http://schemas.openxmlformats.org/markup-compatibility/2006">
              <mc:Choice xmlns:v="urn:schemas-microsoft-com:vml" Requires="v">
                <p:oleObj spid="_x0000_s216075" name="Visio" r:id="rId4" imgW="4366213" imgH="822960" progId="Visio.Drawing.11">
                  <p:embed/>
                </p:oleObj>
              </mc:Choice>
              <mc:Fallback>
                <p:oleObj name="Visio" r:id="rId4" imgW="4366213" imgH="822960" progId="Visio.Drawing.11">
                  <p:embed/>
                  <p:pic>
                    <p:nvPicPr>
                      <p:cNvPr id="45" name="Object 8" descr="信纸">
                        <a:extLst>
                          <a:ext uri="{FF2B5EF4-FFF2-40B4-BE49-F238E27FC236}">
                            <a16:creationId xmlns:a16="http://schemas.microsoft.com/office/drawing/2014/main" id="{2B6F5B82-7895-40EA-85F3-FEA1603EFD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288" y="5119688"/>
                        <a:ext cx="8424862" cy="1587500"/>
                      </a:xfrm>
                      <a:prstGeom prst="rect">
                        <a:avLst/>
                      </a:prstGeom>
                      <a:blipFill dpi="0" rotWithShape="1">
                        <a:blip r:embed="rId6"/>
                        <a:srcRect/>
                        <a:tile tx="0" ty="0" sx="100000" sy="100000" flip="none" algn="tl"/>
                      </a:blip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ppt_x"/>
                                          </p:val>
                                        </p:tav>
                                        <p:tav tm="100000">
                                          <p:val>
                                            <p:strVal val="#ppt_x"/>
                                          </p:val>
                                        </p:tav>
                                      </p:tavLst>
                                    </p:anim>
                                    <p:anim calcmode="lin" valueType="num">
                                      <p:cBhvr additive="base">
                                        <p:cTn id="8"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6DFC8921-C7B8-49F8-9D8F-704C7C0C87EB}"/>
              </a:ext>
            </a:extLst>
          </p:cNvPr>
          <p:cNvSpPr>
            <a:spLocks noGrp="1" noChangeArrowheads="1"/>
          </p:cNvSpPr>
          <p:nvPr>
            <p:ph type="title"/>
          </p:nvPr>
        </p:nvSpPr>
        <p:spPr>
          <a:xfrm>
            <a:off x="230188" y="228600"/>
            <a:ext cx="8629650" cy="1143000"/>
          </a:xfrm>
        </p:spPr>
        <p:txBody>
          <a:bodyPr/>
          <a:lstStyle/>
          <a:p>
            <a:r>
              <a:rPr lang="en-US" altLang="zh-CN" sz="3200" dirty="0">
                <a:ea typeface="ＭＳ Ｐゴシック" panose="020B0600070205080204" pitchFamily="34" charset="-128"/>
              </a:rPr>
              <a:t>*Multiplexing </a:t>
            </a:r>
            <a:r>
              <a:rPr lang="en-US" altLang="zh-CN" sz="3200" dirty="0">
                <a:ea typeface="宋体" panose="02010600030101010101" pitchFamily="2" charset="-122"/>
              </a:rPr>
              <a:t>: TDMA</a:t>
            </a:r>
            <a:endParaRPr lang="en-US" altLang="zh-CN" dirty="0">
              <a:ea typeface="宋体" panose="02010600030101010101" pitchFamily="2" charset="-122"/>
            </a:endParaRPr>
          </a:p>
        </p:txBody>
      </p:sp>
      <p:sp>
        <p:nvSpPr>
          <p:cNvPr id="214019" name="Rectangle 3">
            <a:extLst>
              <a:ext uri="{FF2B5EF4-FFF2-40B4-BE49-F238E27FC236}">
                <a16:creationId xmlns:a16="http://schemas.microsoft.com/office/drawing/2014/main" id="{D58F675C-0B36-4284-9B8D-CEF1010D1C0D}"/>
              </a:ext>
            </a:extLst>
          </p:cNvPr>
          <p:cNvSpPr>
            <a:spLocks noGrp="1" noChangeArrowheads="1"/>
          </p:cNvSpPr>
          <p:nvPr>
            <p:ph idx="1"/>
          </p:nvPr>
        </p:nvSpPr>
        <p:spPr>
          <a:xfrm>
            <a:off x="533400" y="1567089"/>
            <a:ext cx="8259762" cy="4464050"/>
          </a:xfrm>
        </p:spPr>
        <p:txBody>
          <a:bodyPr/>
          <a:lstStyle/>
          <a:p>
            <a:pPr eaLnBrk="1" hangingPunct="1">
              <a:lnSpc>
                <a:spcPct val="90000"/>
              </a:lnSpc>
            </a:pPr>
            <a:r>
              <a:rPr lang="en-US" altLang="zh-CN" dirty="0">
                <a:ea typeface="宋体" panose="02010600030101010101" pitchFamily="2" charset="-122"/>
              </a:rPr>
              <a:t>Classification of TDM</a:t>
            </a:r>
          </a:p>
          <a:p>
            <a:pPr lvl="1" eaLnBrk="1" hangingPunct="1">
              <a:lnSpc>
                <a:spcPct val="90000"/>
              </a:lnSpc>
            </a:pPr>
            <a:r>
              <a:rPr lang="en-US" altLang="zh-CN" sz="2800" dirty="0">
                <a:solidFill>
                  <a:srgbClr val="FF0000"/>
                </a:solidFill>
                <a:ea typeface="宋体" panose="02010600030101010101" pitchFamily="2" charset="-122"/>
              </a:rPr>
              <a:t>Synchronous TDM:</a:t>
            </a:r>
          </a:p>
          <a:p>
            <a:pPr lvl="2" eaLnBrk="1" hangingPunct="1">
              <a:lnSpc>
                <a:spcPct val="90000"/>
              </a:lnSpc>
            </a:pPr>
            <a:r>
              <a:rPr lang="en-US" altLang="zh-CN" sz="2400" dirty="0">
                <a:latin typeface="+mn-lt"/>
                <a:ea typeface="宋体" panose="02010600030101010101" pitchFamily="2" charset="-122"/>
              </a:rPr>
              <a:t>Time slice fixed allocation, suitable for fixed rate transmission</a:t>
            </a:r>
          </a:p>
          <a:p>
            <a:pPr lvl="2" eaLnBrk="1" hangingPunct="1">
              <a:lnSpc>
                <a:spcPct val="90000"/>
              </a:lnSpc>
            </a:pPr>
            <a:r>
              <a:rPr lang="en-US" altLang="zh-CN" sz="2400" dirty="0">
                <a:latin typeface="+mn-lt"/>
                <a:ea typeface="宋体" panose="02010600030101010101" pitchFamily="2" charset="-122"/>
              </a:rPr>
              <a:t>The time slice of the physical channel is fixedly allocated to several users for data transmission, and each user uses the channel for data transmission when its corresponding time slice arrives.</a:t>
            </a:r>
          </a:p>
          <a:p>
            <a:pPr lvl="1" eaLnBrk="1" hangingPunct="1">
              <a:lnSpc>
                <a:spcPct val="90000"/>
              </a:lnSpc>
            </a:pPr>
            <a:r>
              <a:rPr lang="en-US" altLang="zh-CN" sz="2800" dirty="0">
                <a:solidFill>
                  <a:srgbClr val="FF0000"/>
                </a:solidFill>
                <a:ea typeface="宋体" panose="02010600030101010101" pitchFamily="2" charset="-122"/>
              </a:rPr>
              <a:t>Advantages:</a:t>
            </a:r>
            <a:r>
              <a:rPr lang="en-US" altLang="zh-CN" sz="2400" b="1" dirty="0">
                <a:latin typeface="Comic Sans MS" panose="030F0702030302020204" pitchFamily="66" charset="0"/>
              </a:rPr>
              <a:t> </a:t>
            </a:r>
            <a:r>
              <a:rPr lang="en-US" altLang="zh-CN" sz="2400" b="1" dirty="0"/>
              <a:t>simple implementation.</a:t>
            </a:r>
          </a:p>
          <a:p>
            <a:pPr lvl="1" eaLnBrk="1" hangingPunct="1">
              <a:lnSpc>
                <a:spcPct val="90000"/>
              </a:lnSpc>
            </a:pPr>
            <a:r>
              <a:rPr lang="en-US" altLang="zh-CN" sz="2800" dirty="0">
                <a:solidFill>
                  <a:srgbClr val="FF0000"/>
                </a:solidFill>
                <a:ea typeface="宋体" panose="02010600030101010101" pitchFamily="2" charset="-122"/>
              </a:rPr>
              <a:t>Disadvantages:</a:t>
            </a:r>
            <a:r>
              <a:rPr lang="en-US" altLang="zh-CN" sz="2400" b="1" dirty="0">
                <a:latin typeface="Comic Sans MS" panose="030F0702030302020204" pitchFamily="66" charset="0"/>
              </a:rPr>
              <a:t> </a:t>
            </a:r>
            <a:r>
              <a:rPr lang="en-US" altLang="zh-CN" b="1" dirty="0"/>
              <a:t>there is a waste of bandwidth.</a:t>
            </a:r>
          </a:p>
          <a:p>
            <a:pPr lvl="1" eaLnBrk="1" hangingPunct="1">
              <a:lnSpc>
                <a:spcPct val="90000"/>
              </a:lnSpc>
            </a:pPr>
            <a:r>
              <a:rPr lang="en-US" altLang="zh-CN" b="1" dirty="0"/>
              <a:t>Synchronous TDM technology is suitable for fixed rate data communication system.</a:t>
            </a:r>
            <a:endParaRPr lang="zh-CN" altLang="en-US" b="1" dirty="0"/>
          </a:p>
        </p:txBody>
      </p:sp>
      <p:sp>
        <p:nvSpPr>
          <p:cNvPr id="4" name="灯片编号占位符 5">
            <a:extLst>
              <a:ext uri="{FF2B5EF4-FFF2-40B4-BE49-F238E27FC236}">
                <a16:creationId xmlns:a16="http://schemas.microsoft.com/office/drawing/2014/main" id="{1A9507D1-D6D9-424B-8E88-506572E4275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dirty="0">
                <a:latin typeface="Times New Roman" panose="02020603050405020304" pitchFamily="18" charset="0"/>
              </a:rPr>
              <a:t>2-</a:t>
            </a:r>
            <a:fld id="{4346990F-93DA-42F2-B6A1-6F636A5163AE}" type="slidenum">
              <a:rPr lang="en-US" altLang="zh-CN" sz="1400" smtClean="0">
                <a:latin typeface="Times New Roman" panose="02020603050405020304" pitchFamily="18" charset="0"/>
              </a:rPr>
              <a:pPr>
                <a:spcBef>
                  <a:spcPct val="0"/>
                </a:spcBef>
                <a:buClrTx/>
                <a:buSzTx/>
                <a:buFontTx/>
                <a:buNone/>
              </a:pPr>
              <a:t>55</a:t>
            </a:fld>
            <a:endParaRPr lang="en-US" altLang="zh-CN" sz="14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4019">
                                            <p:txEl>
                                              <p:pRg st="1" end="1"/>
                                            </p:txEl>
                                          </p:spTgt>
                                        </p:tgtEl>
                                        <p:attrNameLst>
                                          <p:attrName>style.visibility</p:attrName>
                                        </p:attrNameLst>
                                      </p:cBhvr>
                                      <p:to>
                                        <p:strVal val="visible"/>
                                      </p:to>
                                    </p:set>
                                    <p:anim calcmode="lin" valueType="num">
                                      <p:cBhvr additive="base">
                                        <p:cTn id="7" dur="500" fill="hold"/>
                                        <p:tgtEl>
                                          <p:spTgt spid="21401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4019">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14019">
                                            <p:txEl>
                                              <p:pRg st="2" end="2"/>
                                            </p:txEl>
                                          </p:spTgt>
                                        </p:tgtEl>
                                        <p:attrNameLst>
                                          <p:attrName>style.visibility</p:attrName>
                                        </p:attrNameLst>
                                      </p:cBhvr>
                                      <p:to>
                                        <p:strVal val="visible"/>
                                      </p:to>
                                    </p:set>
                                    <p:anim calcmode="lin" valueType="num">
                                      <p:cBhvr additive="base">
                                        <p:cTn id="11" dur="500" fill="hold"/>
                                        <p:tgtEl>
                                          <p:spTgt spid="214019">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14019">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14019">
                                            <p:txEl>
                                              <p:pRg st="3" end="3"/>
                                            </p:txEl>
                                          </p:spTgt>
                                        </p:tgtEl>
                                        <p:attrNameLst>
                                          <p:attrName>style.visibility</p:attrName>
                                        </p:attrNameLst>
                                      </p:cBhvr>
                                      <p:to>
                                        <p:strVal val="visible"/>
                                      </p:to>
                                    </p:set>
                                    <p:anim calcmode="lin" valueType="num">
                                      <p:cBhvr additive="base">
                                        <p:cTn id="15" dur="500" fill="hold"/>
                                        <p:tgtEl>
                                          <p:spTgt spid="214019">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1401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14019">
                                            <p:txEl>
                                              <p:pRg st="4" end="4"/>
                                            </p:txEl>
                                          </p:spTgt>
                                        </p:tgtEl>
                                        <p:attrNameLst>
                                          <p:attrName>style.visibility</p:attrName>
                                        </p:attrNameLst>
                                      </p:cBhvr>
                                      <p:to>
                                        <p:strVal val="visible"/>
                                      </p:to>
                                    </p:set>
                                    <p:anim calcmode="lin" valueType="num">
                                      <p:cBhvr additive="base">
                                        <p:cTn id="21" dur="500" fill="hold"/>
                                        <p:tgtEl>
                                          <p:spTgt spid="214019">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14019">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14019">
                                            <p:txEl>
                                              <p:pRg st="5" end="5"/>
                                            </p:txEl>
                                          </p:spTgt>
                                        </p:tgtEl>
                                        <p:attrNameLst>
                                          <p:attrName>style.visibility</p:attrName>
                                        </p:attrNameLst>
                                      </p:cBhvr>
                                      <p:to>
                                        <p:strVal val="visible"/>
                                      </p:to>
                                    </p:set>
                                    <p:anim calcmode="lin" valueType="num">
                                      <p:cBhvr additive="base">
                                        <p:cTn id="25" dur="500" fill="hold"/>
                                        <p:tgtEl>
                                          <p:spTgt spid="214019">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14019">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14019">
                                            <p:txEl>
                                              <p:pRg st="6" end="6"/>
                                            </p:txEl>
                                          </p:spTgt>
                                        </p:tgtEl>
                                        <p:attrNameLst>
                                          <p:attrName>style.visibility</p:attrName>
                                        </p:attrNameLst>
                                      </p:cBhvr>
                                      <p:to>
                                        <p:strVal val="visible"/>
                                      </p:to>
                                    </p:set>
                                    <p:anim calcmode="lin" valueType="num">
                                      <p:cBhvr additive="base">
                                        <p:cTn id="29" dur="500" fill="hold"/>
                                        <p:tgtEl>
                                          <p:spTgt spid="214019">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1401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19" grpId="0" build="p"/>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4FF1CC4A-7A33-4DF3-9849-83D62EB94A59}"/>
              </a:ext>
            </a:extLst>
          </p:cNvPr>
          <p:cNvSpPr>
            <a:spLocks noGrp="1" noChangeArrowheads="1"/>
          </p:cNvSpPr>
          <p:nvPr>
            <p:ph type="title"/>
          </p:nvPr>
        </p:nvSpPr>
        <p:spPr>
          <a:xfrm>
            <a:off x="230188" y="228600"/>
            <a:ext cx="8629650" cy="1143000"/>
          </a:xfrm>
        </p:spPr>
        <p:txBody>
          <a:bodyPr/>
          <a:lstStyle/>
          <a:p>
            <a:r>
              <a:rPr lang="en-US" altLang="zh-CN" sz="3200" dirty="0">
                <a:ea typeface="ＭＳ Ｐゴシック" panose="020B0600070205080204" pitchFamily="34" charset="-128"/>
              </a:rPr>
              <a:t>*Multiplexing </a:t>
            </a:r>
            <a:r>
              <a:rPr lang="en-US" altLang="zh-CN" sz="3200" dirty="0">
                <a:ea typeface="宋体" panose="02010600030101010101" pitchFamily="2" charset="-122"/>
              </a:rPr>
              <a:t>: TDMA</a:t>
            </a:r>
            <a:endParaRPr lang="en-US" altLang="zh-CN" dirty="0">
              <a:ea typeface="宋体" panose="02010600030101010101" pitchFamily="2" charset="-122"/>
            </a:endParaRPr>
          </a:p>
        </p:txBody>
      </p:sp>
      <p:sp>
        <p:nvSpPr>
          <p:cNvPr id="215042" name="Rectangle 2">
            <a:extLst>
              <a:ext uri="{FF2B5EF4-FFF2-40B4-BE49-F238E27FC236}">
                <a16:creationId xmlns:a16="http://schemas.microsoft.com/office/drawing/2014/main" id="{2C3523FC-7904-4758-92CF-DB87796590CA}"/>
              </a:ext>
            </a:extLst>
          </p:cNvPr>
          <p:cNvSpPr>
            <a:spLocks noGrp="1" noChangeArrowheads="1"/>
          </p:cNvSpPr>
          <p:nvPr>
            <p:ph type="body" sz="half" idx="1"/>
          </p:nvPr>
        </p:nvSpPr>
        <p:spPr>
          <a:xfrm>
            <a:off x="550863" y="1066800"/>
            <a:ext cx="7921625" cy="4464050"/>
          </a:xfrm>
        </p:spPr>
        <p:txBody>
          <a:bodyPr/>
          <a:lstStyle/>
          <a:p>
            <a:pPr eaLnBrk="1" hangingPunct="1">
              <a:lnSpc>
                <a:spcPct val="90000"/>
              </a:lnSpc>
            </a:pPr>
            <a:r>
              <a:rPr lang="en-US" altLang="zh-CN" dirty="0">
                <a:solidFill>
                  <a:srgbClr val="FF0000"/>
                </a:solidFill>
                <a:ea typeface="宋体" panose="02010600030101010101" pitchFamily="2" charset="-122"/>
              </a:rPr>
              <a:t>Asynchronous TDM:</a:t>
            </a:r>
          </a:p>
          <a:p>
            <a:pPr lvl="1" eaLnBrk="1" hangingPunct="1">
              <a:lnSpc>
                <a:spcPct val="90000"/>
              </a:lnSpc>
            </a:pPr>
            <a:r>
              <a:rPr lang="en-US" altLang="zh-CN" dirty="0">
                <a:ea typeface="宋体" panose="02010600030101010101" pitchFamily="2" charset="-122"/>
              </a:rPr>
              <a:t>The time slot of the physical channel is fixedly allocated for several, and the user does not occupy a certain time slice.</a:t>
            </a:r>
          </a:p>
          <a:p>
            <a:pPr lvl="1" eaLnBrk="1" hangingPunct="1">
              <a:lnSpc>
                <a:spcPct val="90000"/>
              </a:lnSpc>
            </a:pPr>
            <a:r>
              <a:rPr lang="en-US" altLang="zh-CN" dirty="0">
                <a:ea typeface="宋体" panose="02010600030101010101" pitchFamily="2" charset="-122"/>
              </a:rPr>
              <a:t>When a user needs to carry out data transmission, to assign a time slice;</a:t>
            </a:r>
          </a:p>
          <a:p>
            <a:pPr lvl="1" eaLnBrk="1" hangingPunct="1">
              <a:lnSpc>
                <a:spcPct val="90000"/>
              </a:lnSpc>
            </a:pPr>
            <a:r>
              <a:rPr lang="en-US" altLang="zh-CN" dirty="0">
                <a:ea typeface="宋体" panose="02010600030101010101" pitchFamily="2" charset="-122"/>
              </a:rPr>
              <a:t>If the user does not have the data transmission requirements, the system does not allocate the time slice to the user, the corresponding time slice can be allocated to other users.</a:t>
            </a:r>
          </a:p>
          <a:p>
            <a:pPr eaLnBrk="1" hangingPunct="1">
              <a:lnSpc>
                <a:spcPct val="90000"/>
              </a:lnSpc>
            </a:pPr>
            <a:r>
              <a:rPr lang="en-US" altLang="zh-CN" dirty="0">
                <a:solidFill>
                  <a:srgbClr val="FF0000"/>
                </a:solidFill>
                <a:ea typeface="宋体" panose="02010600030101010101" pitchFamily="2" charset="-122"/>
              </a:rPr>
              <a:t>Advantages: </a:t>
            </a:r>
            <a:r>
              <a:rPr lang="en-US" altLang="zh-CN" sz="2400" b="1" dirty="0">
                <a:ea typeface="Arial" charset="0"/>
              </a:rPr>
              <a:t>On-demand distribution of channel time slices, high utilization rate.</a:t>
            </a:r>
          </a:p>
          <a:p>
            <a:pPr eaLnBrk="1" hangingPunct="1">
              <a:lnSpc>
                <a:spcPct val="90000"/>
              </a:lnSpc>
            </a:pPr>
            <a:r>
              <a:rPr lang="en-US" altLang="zh-CN" dirty="0">
                <a:solidFill>
                  <a:srgbClr val="FF0000"/>
                </a:solidFill>
                <a:ea typeface="宋体" panose="02010600030101010101" pitchFamily="2" charset="-122"/>
              </a:rPr>
              <a:t>Disadvantages: </a:t>
            </a:r>
            <a:r>
              <a:rPr lang="en-US" altLang="zh-CN" sz="2400" b="1" dirty="0">
                <a:ea typeface="Arial" charset="0"/>
              </a:rPr>
              <a:t>complex implementation.</a:t>
            </a:r>
          </a:p>
          <a:p>
            <a:pPr eaLnBrk="1" hangingPunct="1">
              <a:lnSpc>
                <a:spcPct val="90000"/>
              </a:lnSpc>
            </a:pPr>
            <a:r>
              <a:rPr lang="en-US" altLang="zh-CN" sz="2400" b="1" dirty="0">
                <a:ea typeface="Arial" charset="0"/>
              </a:rPr>
              <a:t>Asynchronous TDM technology is suitable for variable rate communication systems.</a:t>
            </a:r>
            <a:endParaRPr lang="zh-CN" altLang="en-US" sz="2400" b="1" dirty="0">
              <a:ea typeface="Arial" charset="0"/>
            </a:endParaRPr>
          </a:p>
        </p:txBody>
      </p:sp>
      <p:sp>
        <p:nvSpPr>
          <p:cNvPr id="4" name="灯片编号占位符 5">
            <a:extLst>
              <a:ext uri="{FF2B5EF4-FFF2-40B4-BE49-F238E27FC236}">
                <a16:creationId xmlns:a16="http://schemas.microsoft.com/office/drawing/2014/main" id="{30448C98-0B44-4B5C-BEB4-F5C3DB01C4A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dirty="0">
                <a:latin typeface="Times New Roman" panose="02020603050405020304" pitchFamily="18" charset="0"/>
              </a:rPr>
              <a:t>2-</a:t>
            </a:r>
            <a:fld id="{4346990F-93DA-42F2-B6A1-6F636A5163AE}" type="slidenum">
              <a:rPr lang="en-US" altLang="zh-CN" sz="1400" smtClean="0">
                <a:latin typeface="Times New Roman" panose="02020603050405020304" pitchFamily="18" charset="0"/>
              </a:rPr>
              <a:pPr>
                <a:spcBef>
                  <a:spcPct val="0"/>
                </a:spcBef>
                <a:buClrTx/>
                <a:buSzTx/>
                <a:buFontTx/>
                <a:buNone/>
              </a:pPr>
              <a:t>56</a:t>
            </a:fld>
            <a:endParaRPr lang="en-US" altLang="zh-CN" sz="1400" dirty="0">
              <a:latin typeface="Times New Roman" panose="02020603050405020304" pitchFamily="18" charset="0"/>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042">
                                            <p:txEl>
                                              <p:pRg st="1" end="1"/>
                                            </p:txEl>
                                          </p:spTgt>
                                        </p:tgtEl>
                                        <p:attrNameLst>
                                          <p:attrName>style.visibility</p:attrName>
                                        </p:attrNameLst>
                                      </p:cBhvr>
                                      <p:to>
                                        <p:strVal val="visible"/>
                                      </p:to>
                                    </p:set>
                                    <p:anim calcmode="lin" valueType="num">
                                      <p:cBhvr additive="base">
                                        <p:cTn id="7" dur="500" fill="hold"/>
                                        <p:tgtEl>
                                          <p:spTgt spid="21504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042">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15042">
                                            <p:txEl>
                                              <p:pRg st="2" end="2"/>
                                            </p:txEl>
                                          </p:spTgt>
                                        </p:tgtEl>
                                        <p:attrNameLst>
                                          <p:attrName>style.visibility</p:attrName>
                                        </p:attrNameLst>
                                      </p:cBhvr>
                                      <p:to>
                                        <p:strVal val="visible"/>
                                      </p:to>
                                    </p:set>
                                    <p:anim calcmode="lin" valueType="num">
                                      <p:cBhvr additive="base">
                                        <p:cTn id="11" dur="500" fill="hold"/>
                                        <p:tgtEl>
                                          <p:spTgt spid="21504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1504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15042">
                                            <p:txEl>
                                              <p:pRg st="3" end="3"/>
                                            </p:txEl>
                                          </p:spTgt>
                                        </p:tgtEl>
                                        <p:attrNameLst>
                                          <p:attrName>style.visibility</p:attrName>
                                        </p:attrNameLst>
                                      </p:cBhvr>
                                      <p:to>
                                        <p:strVal val="visible"/>
                                      </p:to>
                                    </p:set>
                                    <p:anim calcmode="lin" valueType="num">
                                      <p:cBhvr additive="base">
                                        <p:cTn id="15" dur="500" fill="hold"/>
                                        <p:tgtEl>
                                          <p:spTgt spid="21504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1504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15042">
                                            <p:txEl>
                                              <p:pRg st="4" end="4"/>
                                            </p:txEl>
                                          </p:spTgt>
                                        </p:tgtEl>
                                        <p:attrNameLst>
                                          <p:attrName>style.visibility</p:attrName>
                                        </p:attrNameLst>
                                      </p:cBhvr>
                                      <p:to>
                                        <p:strVal val="visible"/>
                                      </p:to>
                                    </p:set>
                                    <p:anim calcmode="lin" valueType="num">
                                      <p:cBhvr additive="base">
                                        <p:cTn id="21" dur="500" fill="hold"/>
                                        <p:tgtEl>
                                          <p:spTgt spid="215042">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1504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15042">
                                            <p:txEl>
                                              <p:pRg st="5" end="5"/>
                                            </p:txEl>
                                          </p:spTgt>
                                        </p:tgtEl>
                                        <p:attrNameLst>
                                          <p:attrName>style.visibility</p:attrName>
                                        </p:attrNameLst>
                                      </p:cBhvr>
                                      <p:to>
                                        <p:strVal val="visible"/>
                                      </p:to>
                                    </p:set>
                                    <p:anim calcmode="lin" valueType="num">
                                      <p:cBhvr additive="base">
                                        <p:cTn id="27" dur="500" fill="hold"/>
                                        <p:tgtEl>
                                          <p:spTgt spid="215042">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1504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15042">
                                            <p:txEl>
                                              <p:pRg st="6" end="6"/>
                                            </p:txEl>
                                          </p:spTgt>
                                        </p:tgtEl>
                                        <p:attrNameLst>
                                          <p:attrName>style.visibility</p:attrName>
                                        </p:attrNameLst>
                                      </p:cBhvr>
                                      <p:to>
                                        <p:strVal val="visible"/>
                                      </p:to>
                                    </p:set>
                                    <p:anim calcmode="lin" valueType="num">
                                      <p:cBhvr additive="base">
                                        <p:cTn id="33" dur="500" fill="hold"/>
                                        <p:tgtEl>
                                          <p:spTgt spid="215042">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1504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2"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EA524878-44CD-4833-9D9B-FF1E87C01322}"/>
              </a:ext>
            </a:extLst>
          </p:cNvPr>
          <p:cNvSpPr>
            <a:spLocks noGrp="1" noChangeArrowheads="1"/>
          </p:cNvSpPr>
          <p:nvPr>
            <p:ph type="title"/>
          </p:nvPr>
        </p:nvSpPr>
        <p:spPr>
          <a:xfrm>
            <a:off x="230188" y="228600"/>
            <a:ext cx="8629650" cy="1143000"/>
          </a:xfrm>
        </p:spPr>
        <p:txBody>
          <a:bodyPr/>
          <a:lstStyle/>
          <a:p>
            <a:r>
              <a:rPr lang="en-US" altLang="zh-CN" sz="3200" dirty="0">
                <a:ea typeface="ＭＳ Ｐゴシック" panose="020B0600070205080204" pitchFamily="34" charset="-128"/>
              </a:rPr>
              <a:t>*Multiplexing </a:t>
            </a:r>
            <a:r>
              <a:rPr lang="en-US" altLang="zh-CN" sz="3200" dirty="0">
                <a:ea typeface="宋体" panose="02010600030101010101" pitchFamily="2" charset="-122"/>
              </a:rPr>
              <a:t>: TDMA</a:t>
            </a:r>
            <a:endParaRPr lang="en-US" altLang="zh-CN" dirty="0">
              <a:ea typeface="宋体" panose="02010600030101010101" pitchFamily="2" charset="-122"/>
            </a:endParaRPr>
          </a:p>
        </p:txBody>
      </p:sp>
      <p:graphicFrame>
        <p:nvGraphicFramePr>
          <p:cNvPr id="80899" name="Object 4" descr="信纸">
            <a:extLst>
              <a:ext uri="{FF2B5EF4-FFF2-40B4-BE49-F238E27FC236}">
                <a16:creationId xmlns:a16="http://schemas.microsoft.com/office/drawing/2014/main" id="{B15A215F-C2A8-47F8-9DB2-4FCBB650BDD8}"/>
              </a:ext>
            </a:extLst>
          </p:cNvPr>
          <p:cNvGraphicFramePr>
            <a:graphicFrameLocks noGrp="1" noChangeAspect="1"/>
          </p:cNvGraphicFramePr>
          <p:nvPr>
            <p:ph idx="1"/>
            <p:extLst/>
          </p:nvPr>
        </p:nvGraphicFramePr>
        <p:xfrm>
          <a:off x="646113" y="2122488"/>
          <a:ext cx="8016875" cy="3082925"/>
        </p:xfrm>
        <a:graphic>
          <a:graphicData uri="http://schemas.openxmlformats.org/presentationml/2006/ole">
            <mc:AlternateContent xmlns:mc="http://schemas.openxmlformats.org/markup-compatibility/2006">
              <mc:Choice xmlns:v="urn:schemas-microsoft-com:vml" Requires="v">
                <p:oleObj spid="_x0000_s217099" name="Visio" r:id="rId3" imgW="4834284" imgH="1858494" progId="Visio.Drawing.11">
                  <p:embed/>
                </p:oleObj>
              </mc:Choice>
              <mc:Fallback>
                <p:oleObj name="Visio" r:id="rId3" imgW="4834284" imgH="1858494" progId="Visio.Drawing.11">
                  <p:embed/>
                  <p:pic>
                    <p:nvPicPr>
                      <p:cNvPr id="80899" name="Object 4" descr="信纸">
                        <a:extLst>
                          <a:ext uri="{FF2B5EF4-FFF2-40B4-BE49-F238E27FC236}">
                            <a16:creationId xmlns:a16="http://schemas.microsoft.com/office/drawing/2014/main" id="{B15A215F-C2A8-47F8-9DB2-4FCBB650BD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6113" y="2122488"/>
                        <a:ext cx="8016875" cy="3082925"/>
                      </a:xfrm>
                      <a:prstGeom prst="rect">
                        <a:avLst/>
                      </a:prstGeom>
                      <a:blipFill dpi="0" rotWithShape="1">
                        <a:blip r:embed="rId5"/>
                        <a:srcRect/>
                        <a:tile tx="0" ty="0" sx="100000" sy="100000" flip="none" algn="tl"/>
                      </a:blip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灯片编号占位符 5">
            <a:extLst>
              <a:ext uri="{FF2B5EF4-FFF2-40B4-BE49-F238E27FC236}">
                <a16:creationId xmlns:a16="http://schemas.microsoft.com/office/drawing/2014/main" id="{BB692113-C0D7-4C00-96D7-FBE4B0939EA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dirty="0">
                <a:latin typeface="Times New Roman" panose="02020603050405020304" pitchFamily="18" charset="0"/>
              </a:rPr>
              <a:t>2-</a:t>
            </a:r>
            <a:fld id="{4346990F-93DA-42F2-B6A1-6F636A5163AE}" type="slidenum">
              <a:rPr lang="en-US" altLang="zh-CN" sz="1400" smtClean="0">
                <a:latin typeface="Times New Roman" panose="02020603050405020304" pitchFamily="18" charset="0"/>
              </a:rPr>
              <a:pPr>
                <a:spcBef>
                  <a:spcPct val="0"/>
                </a:spcBef>
                <a:buClrTx/>
                <a:buSzTx/>
                <a:buFontTx/>
                <a:buNone/>
              </a:pPr>
              <a:t>57</a:t>
            </a:fld>
            <a:endParaRPr lang="en-US" altLang="zh-CN" sz="1400" dirty="0">
              <a:latin typeface="Times New Roman" panose="020206030504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43AC076F-8867-4846-AD77-A8E786613B32}"/>
              </a:ext>
            </a:extLst>
          </p:cNvPr>
          <p:cNvSpPr>
            <a:spLocks noGrp="1" noChangeArrowheads="1"/>
          </p:cNvSpPr>
          <p:nvPr>
            <p:ph type="title"/>
          </p:nvPr>
        </p:nvSpPr>
        <p:spPr>
          <a:xfrm>
            <a:off x="284163" y="114300"/>
            <a:ext cx="8364537" cy="1143000"/>
          </a:xfrm>
        </p:spPr>
        <p:txBody>
          <a:bodyPr/>
          <a:lstStyle/>
          <a:p>
            <a:r>
              <a:rPr lang="en-US" altLang="zh-CN" sz="3200" dirty="0">
                <a:ea typeface="宋体" panose="02010600030101010101" pitchFamily="2" charset="-122"/>
              </a:rPr>
              <a:t>*Multiplexing : Code Division Multiple Access (CDMA)</a:t>
            </a:r>
          </a:p>
        </p:txBody>
      </p:sp>
      <p:sp>
        <p:nvSpPr>
          <p:cNvPr id="31747" name="Rectangle 3">
            <a:extLst>
              <a:ext uri="{FF2B5EF4-FFF2-40B4-BE49-F238E27FC236}">
                <a16:creationId xmlns:a16="http://schemas.microsoft.com/office/drawing/2014/main" id="{1C37AE9C-0235-4AB2-8173-11F8E0468DF6}"/>
              </a:ext>
            </a:extLst>
          </p:cNvPr>
          <p:cNvSpPr>
            <a:spLocks noGrp="1" noChangeArrowheads="1"/>
          </p:cNvSpPr>
          <p:nvPr>
            <p:ph idx="1"/>
          </p:nvPr>
        </p:nvSpPr>
        <p:spPr>
          <a:xfrm>
            <a:off x="492125" y="1265238"/>
            <a:ext cx="7934325" cy="4648200"/>
          </a:xfrm>
        </p:spPr>
        <p:txBody>
          <a:bodyPr/>
          <a:lstStyle/>
          <a:p>
            <a:pPr>
              <a:lnSpc>
                <a:spcPct val="80000"/>
              </a:lnSpc>
            </a:pPr>
            <a:r>
              <a:rPr lang="en-US" altLang="zh-CN" dirty="0">
                <a:ea typeface="宋体" panose="02010600030101010101" pitchFamily="2" charset="-122"/>
              </a:rPr>
              <a:t>unique </a:t>
            </a:r>
            <a:r>
              <a:rPr lang="ja-JP" altLang="en-US" dirty="0">
                <a:ea typeface="ＭＳ Ｐゴシック" panose="020B0600070205080204" pitchFamily="34" charset="-128"/>
              </a:rPr>
              <a:t>“</a:t>
            </a:r>
            <a:r>
              <a:rPr lang="en-US" altLang="zh-CN" dirty="0">
                <a:ea typeface="宋体" panose="02010600030101010101" pitchFamily="2" charset="-122"/>
              </a:rPr>
              <a:t>code</a:t>
            </a:r>
            <a:r>
              <a:rPr lang="ja-JP" altLang="en-US" dirty="0">
                <a:ea typeface="ＭＳ Ｐゴシック" panose="020B0600070205080204" pitchFamily="34" charset="-128"/>
              </a:rPr>
              <a:t>”</a:t>
            </a:r>
            <a:r>
              <a:rPr lang="en-US" altLang="zh-CN" dirty="0">
                <a:ea typeface="宋体" panose="02010600030101010101" pitchFamily="2" charset="-122"/>
              </a:rPr>
              <a:t> assigned to each user; i.e., code set partitioning</a:t>
            </a:r>
          </a:p>
          <a:p>
            <a:pPr lvl="1">
              <a:lnSpc>
                <a:spcPct val="80000"/>
              </a:lnSpc>
            </a:pPr>
            <a:r>
              <a:rPr lang="en-US" altLang="zh-CN" dirty="0">
                <a:ea typeface="宋体" panose="02010600030101010101" pitchFamily="2" charset="-122"/>
              </a:rPr>
              <a:t>all users share same frequency, but each user has own </a:t>
            </a:r>
            <a:r>
              <a:rPr lang="ja-JP" altLang="en-US" dirty="0">
                <a:ea typeface="ＭＳ Ｐゴシック" panose="020B0600070205080204" pitchFamily="34" charset="-128"/>
              </a:rPr>
              <a:t>“</a:t>
            </a:r>
            <a:r>
              <a:rPr lang="en-US" altLang="zh-CN" dirty="0">
                <a:ea typeface="宋体" panose="02010600030101010101" pitchFamily="2" charset="-122"/>
              </a:rPr>
              <a:t>chipping</a:t>
            </a:r>
            <a:r>
              <a:rPr lang="ja-JP" altLang="en-US" dirty="0">
                <a:ea typeface="ＭＳ Ｐゴシック" panose="020B0600070205080204" pitchFamily="34" charset="-128"/>
              </a:rPr>
              <a:t>”</a:t>
            </a:r>
            <a:r>
              <a:rPr lang="en-US" altLang="zh-CN" dirty="0">
                <a:ea typeface="宋体" panose="02010600030101010101" pitchFamily="2" charset="-122"/>
              </a:rPr>
              <a:t> sequence (i.e., code) to encode data</a:t>
            </a:r>
          </a:p>
          <a:p>
            <a:pPr lvl="1">
              <a:lnSpc>
                <a:spcPct val="80000"/>
              </a:lnSpc>
            </a:pPr>
            <a:r>
              <a:rPr lang="en-US" altLang="zh-CN" dirty="0">
                <a:ea typeface="宋体" panose="02010600030101010101" pitchFamily="2" charset="-122"/>
              </a:rPr>
              <a:t>allows multiple users to </a:t>
            </a:r>
            <a:r>
              <a:rPr lang="ja-JP" altLang="en-US" dirty="0">
                <a:ea typeface="ＭＳ Ｐゴシック" panose="020B0600070205080204" pitchFamily="34" charset="-128"/>
              </a:rPr>
              <a:t>“</a:t>
            </a:r>
            <a:r>
              <a:rPr lang="en-US" altLang="zh-CN" dirty="0">
                <a:ea typeface="宋体" panose="02010600030101010101" pitchFamily="2" charset="-122"/>
              </a:rPr>
              <a:t>coexist</a:t>
            </a:r>
            <a:r>
              <a:rPr lang="ja-JP" altLang="en-US" dirty="0">
                <a:ea typeface="ＭＳ Ｐゴシック" panose="020B0600070205080204" pitchFamily="34" charset="-128"/>
              </a:rPr>
              <a:t>”</a:t>
            </a:r>
            <a:r>
              <a:rPr lang="en-US" altLang="zh-CN" dirty="0">
                <a:ea typeface="宋体" panose="02010600030101010101" pitchFamily="2" charset="-122"/>
              </a:rPr>
              <a:t> and transmit simultaneously with minimal interference (if codes are </a:t>
            </a:r>
            <a:r>
              <a:rPr lang="ja-JP" altLang="en-US" dirty="0">
                <a:ea typeface="ＭＳ Ｐゴシック" panose="020B0600070205080204" pitchFamily="34" charset="-128"/>
              </a:rPr>
              <a:t>“</a:t>
            </a:r>
            <a:r>
              <a:rPr lang="en-US" altLang="zh-CN" dirty="0">
                <a:ea typeface="宋体" panose="02010600030101010101" pitchFamily="2" charset="-122"/>
              </a:rPr>
              <a:t>orthogonal</a:t>
            </a:r>
            <a:r>
              <a:rPr lang="ja-JP" altLang="en-US" dirty="0">
                <a:ea typeface="ＭＳ Ｐゴシック" panose="020B0600070205080204" pitchFamily="34" charset="-128"/>
              </a:rPr>
              <a:t>”</a:t>
            </a:r>
            <a:r>
              <a:rPr lang="en-US" altLang="zh-CN" dirty="0">
                <a:ea typeface="宋体" panose="02010600030101010101" pitchFamily="2" charset="-122"/>
              </a:rPr>
              <a:t>)</a:t>
            </a:r>
          </a:p>
          <a:p>
            <a:pPr>
              <a:lnSpc>
                <a:spcPct val="80000"/>
              </a:lnSpc>
            </a:pPr>
            <a:r>
              <a:rPr lang="en-US" altLang="zh-CN" i="1" dirty="0">
                <a:solidFill>
                  <a:srgbClr val="C00000"/>
                </a:solidFill>
                <a:ea typeface="宋体" panose="02010600030101010101" pitchFamily="2" charset="-122"/>
              </a:rPr>
              <a:t>encoded signal</a:t>
            </a:r>
            <a:r>
              <a:rPr lang="en-US" altLang="zh-CN" dirty="0">
                <a:solidFill>
                  <a:srgbClr val="C00000"/>
                </a:solidFill>
                <a:ea typeface="宋体" panose="02010600030101010101" pitchFamily="2" charset="-122"/>
              </a:rPr>
              <a:t> </a:t>
            </a:r>
            <a:r>
              <a:rPr lang="en-US" altLang="zh-CN" dirty="0">
                <a:ea typeface="宋体" panose="02010600030101010101" pitchFamily="2" charset="-122"/>
              </a:rPr>
              <a:t>= (original data) X (chipping sequence)</a:t>
            </a:r>
          </a:p>
          <a:p>
            <a:pPr>
              <a:lnSpc>
                <a:spcPct val="80000"/>
              </a:lnSpc>
            </a:pPr>
            <a:r>
              <a:rPr lang="en-US" altLang="zh-CN" i="1" dirty="0">
                <a:solidFill>
                  <a:srgbClr val="C00000"/>
                </a:solidFill>
                <a:ea typeface="宋体" panose="02010600030101010101" pitchFamily="2" charset="-122"/>
              </a:rPr>
              <a:t>decoding:</a:t>
            </a:r>
            <a:r>
              <a:rPr lang="en-US" altLang="zh-CN" dirty="0">
                <a:solidFill>
                  <a:srgbClr val="C00000"/>
                </a:solidFill>
                <a:ea typeface="宋体" panose="02010600030101010101" pitchFamily="2" charset="-122"/>
              </a:rPr>
              <a:t> </a:t>
            </a:r>
            <a:r>
              <a:rPr lang="en-US" altLang="zh-CN" dirty="0">
                <a:ea typeface="宋体" panose="02010600030101010101" pitchFamily="2" charset="-122"/>
              </a:rPr>
              <a:t>inner-product of encoded signal and chipping sequence</a:t>
            </a:r>
          </a:p>
          <a:p>
            <a:pPr>
              <a:lnSpc>
                <a:spcPct val="80000"/>
              </a:lnSpc>
            </a:pPr>
            <a:endParaRPr lang="en-US" altLang="zh-CN" sz="3200" dirty="0">
              <a:latin typeface="Gill Sans MT" panose="020B0502020104020203" pitchFamily="34" charset="0"/>
              <a:ea typeface="宋体" panose="02010600030101010101" pitchFamily="2" charset="-122"/>
            </a:endParaRPr>
          </a:p>
        </p:txBody>
      </p:sp>
      <p:sp>
        <p:nvSpPr>
          <p:cNvPr id="6" name="灯片编号占位符 5">
            <a:extLst>
              <a:ext uri="{FF2B5EF4-FFF2-40B4-BE49-F238E27FC236}">
                <a16:creationId xmlns:a16="http://schemas.microsoft.com/office/drawing/2014/main" id="{DFAA806F-202A-4B2E-BCEA-D7D18C710F4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dirty="0">
                <a:latin typeface="Times New Roman" panose="02020603050405020304" pitchFamily="18" charset="0"/>
              </a:rPr>
              <a:t>2-</a:t>
            </a:r>
            <a:fld id="{4346990F-93DA-42F2-B6A1-6F636A5163AE}" type="slidenum">
              <a:rPr lang="en-US" altLang="zh-CN" sz="1400" smtClean="0">
                <a:latin typeface="Times New Roman" panose="02020603050405020304" pitchFamily="18" charset="0"/>
              </a:rPr>
              <a:pPr>
                <a:spcBef>
                  <a:spcPct val="0"/>
                </a:spcBef>
                <a:buClrTx/>
                <a:buSzTx/>
                <a:buFontTx/>
                <a:buNone/>
              </a:pPr>
              <a:t>58</a:t>
            </a:fld>
            <a:endParaRPr lang="en-US" altLang="zh-CN" sz="1400" dirty="0">
              <a:latin typeface="Times New Roman" panose="02020603050405020304"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0C3CF40A-2E93-485C-8CEF-904527129AEC}"/>
              </a:ext>
            </a:extLst>
          </p:cNvPr>
          <p:cNvSpPr>
            <a:spLocks noGrp="1"/>
          </p:cNvSpPr>
          <p:nvPr>
            <p:ph type="ftr" sz="quarter" idx="11"/>
          </p:nvPr>
        </p:nvSpPr>
        <p:spPr/>
        <p:txBody>
          <a:bodyPr/>
          <a:lstStyle/>
          <a:p>
            <a:pPr>
              <a:defRPr/>
            </a:pPr>
            <a:r>
              <a:rPr lang="en-US"/>
              <a:t>Introduction</a:t>
            </a:r>
          </a:p>
        </p:txBody>
      </p:sp>
      <p:sp>
        <p:nvSpPr>
          <p:cNvPr id="5" name="灯片编号占位符 4">
            <a:extLst>
              <a:ext uri="{FF2B5EF4-FFF2-40B4-BE49-F238E27FC236}">
                <a16:creationId xmlns:a16="http://schemas.microsoft.com/office/drawing/2014/main" id="{048DBFBD-94F4-4A0D-98A4-448D934ED77E}"/>
              </a:ext>
            </a:extLst>
          </p:cNvPr>
          <p:cNvSpPr>
            <a:spLocks noGrp="1"/>
          </p:cNvSpPr>
          <p:nvPr>
            <p:ph type="sldNum" sz="quarter" idx="12"/>
          </p:nvPr>
        </p:nvSpPr>
        <p:spPr/>
        <p:txBody>
          <a:bodyPr/>
          <a:lstStyle/>
          <a:p>
            <a:pPr>
              <a:defRPr/>
            </a:pPr>
            <a:r>
              <a:rPr lang="en-US" altLang="zh-CN"/>
              <a:t>2-</a:t>
            </a:r>
            <a:fld id="{D3BB297E-9FF6-4F2D-A1E7-4D7782CD5A84}" type="slidenum">
              <a:rPr lang="en-US" altLang="zh-CN" smtClean="0"/>
              <a:pPr>
                <a:defRPr/>
              </a:pPr>
              <a:t>59</a:t>
            </a:fld>
            <a:endParaRPr lang="en-US" altLang="zh-CN"/>
          </a:p>
        </p:txBody>
      </p:sp>
      <mc:AlternateContent xmlns:mc="http://schemas.openxmlformats.org/markup-compatibility/2006">
        <mc:Choice xmlns:a14="http://schemas.microsoft.com/office/drawing/2010/main" Requires="a14">
          <p:sp>
            <p:nvSpPr>
              <p:cNvPr id="6" name="矩形 5">
                <a:extLst>
                  <a:ext uri="{FF2B5EF4-FFF2-40B4-BE49-F238E27FC236}">
                    <a16:creationId xmlns:a16="http://schemas.microsoft.com/office/drawing/2014/main" id="{2BB31561-92F5-421A-B1B5-B3305065ABF9}"/>
                  </a:ext>
                </a:extLst>
              </p:cNvPr>
              <p:cNvSpPr/>
              <p:nvPr/>
            </p:nvSpPr>
            <p:spPr>
              <a:xfrm>
                <a:off x="2290156" y="2009871"/>
                <a:ext cx="4563687" cy="283825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pitchFamily="18" charset="0"/>
                        </a:rPr>
                        <m:t>S</m:t>
                      </m:r>
                      <m:r>
                        <a:rPr lang="en-US" altLang="zh-CN" i="1">
                          <a:latin typeface="Cambria Math" panose="02040503050406030204" pitchFamily="18" charset="0"/>
                        </a:rPr>
                        <m:t>∗</m:t>
                      </m:r>
                      <m:r>
                        <m:rPr>
                          <m:sty m:val="p"/>
                        </m:rPr>
                        <a:rPr lang="en-US" altLang="zh-CN">
                          <a:latin typeface="Cambria Math" panose="02040503050406030204" pitchFamily="18" charset="0"/>
                        </a:rPr>
                        <m:t>T</m:t>
                      </m:r>
                      <m:r>
                        <a:rPr lang="en-US" altLang="zh-CN">
                          <a:latin typeface="Cambria Math" panose="02040503050406030204" pitchFamily="18" charset="0"/>
                        </a:rPr>
                        <m:t>=</m:t>
                      </m:r>
                      <m:f>
                        <m:fPr>
                          <m:ctrlPr>
                            <a:rPr lang="zh-CN"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𝑚</m:t>
                          </m:r>
                        </m:den>
                      </m:f>
                      <m:nary>
                        <m:naryPr>
                          <m:chr m:val="∑"/>
                          <m:limLoc m:val="undOvr"/>
                          <m:subHide m:val="on"/>
                          <m:supHide m:val="on"/>
                          <m:ctrlPr>
                            <a:rPr lang="zh-CN" altLang="zh-CN" i="1">
                              <a:latin typeface="Cambria Math" panose="02040503050406030204" pitchFamily="18" charset="0"/>
                            </a:rPr>
                          </m:ctrlPr>
                        </m:naryPr>
                        <m:sub/>
                        <m:sup/>
                        <m:e>
                          <m:sSub>
                            <m:sSubPr>
                              <m:ctrlPr>
                                <a:rPr lang="zh-CN"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𝑇</m:t>
                              </m:r>
                            </m:e>
                            <m:sub>
                              <m:r>
                                <a:rPr lang="en-US" altLang="zh-CN" i="1">
                                  <a:latin typeface="Cambria Math" panose="02040503050406030204" pitchFamily="18" charset="0"/>
                                </a:rPr>
                                <m:t>𝑖</m:t>
                              </m:r>
                            </m:sub>
                          </m:sSub>
                        </m:e>
                      </m:nary>
                      <m:r>
                        <a:rPr lang="en-US" altLang="zh-CN">
                          <a:latin typeface="Cambria Math" panose="02040503050406030204" pitchFamily="18" charset="0"/>
                        </a:rPr>
                        <m:t>=0</m:t>
                      </m:r>
                    </m:oMath>
                  </m:oMathPara>
                </a14:m>
                <a:endParaRPr lang="zh-CN" altLang="zh-CN" dirty="0">
                  <a:latin typeface="Times New Roman" pitchFamily="18" charset="0"/>
                </a:endParaRPr>
              </a:p>
              <a:p>
                <a:pPr/>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pitchFamily="18" charset="0"/>
                        </a:rPr>
                        <m:t>S</m:t>
                      </m:r>
                      <m:r>
                        <a:rPr lang="en-US" altLang="zh-CN" i="1">
                          <a:latin typeface="Cambria Math" panose="02040503050406030204" pitchFamily="18" charset="0"/>
                        </a:rPr>
                        <m:t>∗</m:t>
                      </m:r>
                      <m:r>
                        <m:rPr>
                          <m:sty m:val="p"/>
                        </m:rPr>
                        <a:rPr lang="en-US" altLang="zh-CN">
                          <a:latin typeface="Cambria Math" panose="02040503050406030204" pitchFamily="18" charset="0"/>
                        </a:rPr>
                        <m:t>S</m:t>
                      </m:r>
                      <m:r>
                        <a:rPr lang="en-US" altLang="zh-CN">
                          <a:latin typeface="Cambria Math" panose="02040503050406030204" pitchFamily="18" charset="0"/>
                        </a:rPr>
                        <m:t>=</m:t>
                      </m:r>
                      <m:f>
                        <m:fPr>
                          <m:ctrlPr>
                            <a:rPr lang="zh-CN"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𝑚</m:t>
                          </m:r>
                        </m:den>
                      </m:f>
                      <m:nary>
                        <m:naryPr>
                          <m:chr m:val="∑"/>
                          <m:limLoc m:val="undOvr"/>
                          <m:subHide m:val="on"/>
                          <m:supHide m:val="on"/>
                          <m:ctrlPr>
                            <a:rPr lang="zh-CN" altLang="zh-CN" i="1">
                              <a:latin typeface="Cambria Math" panose="02040503050406030204" pitchFamily="18" charset="0"/>
                            </a:rPr>
                          </m:ctrlPr>
                        </m:naryPr>
                        <m:sub/>
                        <m:sup/>
                        <m:e>
                          <m:sSub>
                            <m:sSubPr>
                              <m:ctrlPr>
                                <a:rPr lang="zh-CN"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𝑖</m:t>
                              </m:r>
                            </m:sub>
                          </m:sSub>
                        </m:e>
                      </m:nary>
                      <m:r>
                        <a:rPr lang="en-US" altLang="zh-CN">
                          <a:latin typeface="Cambria Math" panose="02040503050406030204" pitchFamily="18" charset="0"/>
                        </a:rPr>
                        <m:t>=1</m:t>
                      </m:r>
                    </m:oMath>
                  </m:oMathPara>
                </a14:m>
                <a:endParaRPr lang="zh-CN" altLang="zh-CN" dirty="0">
                  <a:latin typeface="Times New Roman" pitchFamily="18" charset="0"/>
                </a:endParaRPr>
              </a:p>
              <a:p>
                <a:pPr/>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pitchFamily="18" charset="0"/>
                        </a:rPr>
                        <m:t>S</m:t>
                      </m:r>
                      <m:r>
                        <a:rPr lang="en-US" altLang="zh-CN" i="1">
                          <a:latin typeface="Cambria Math" panose="02040503050406030204" pitchFamily="18" charset="0"/>
                        </a:rPr>
                        <m:t>∗</m:t>
                      </m:r>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𝑆</m:t>
                          </m:r>
                        </m:e>
                      </m:acc>
                      <m:r>
                        <a:rPr lang="en-US" altLang="zh-CN">
                          <a:latin typeface="Cambria Math" panose="02040503050406030204" pitchFamily="18" charset="0"/>
                        </a:rPr>
                        <m:t>=</m:t>
                      </m:r>
                      <m:f>
                        <m:fPr>
                          <m:ctrlPr>
                            <a:rPr lang="zh-CN"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𝑚</m:t>
                          </m:r>
                        </m:den>
                      </m:f>
                      <m:nary>
                        <m:naryPr>
                          <m:chr m:val="∑"/>
                          <m:limLoc m:val="undOvr"/>
                          <m:subHide m:val="on"/>
                          <m:supHide m:val="on"/>
                          <m:ctrlPr>
                            <a:rPr lang="zh-CN" altLang="zh-CN" i="1">
                              <a:latin typeface="Cambria Math" panose="02040503050406030204" pitchFamily="18" charset="0"/>
                            </a:rPr>
                          </m:ctrlPr>
                        </m:naryPr>
                        <m:sub/>
                        <m:sup/>
                        <m:e>
                          <m:sSub>
                            <m:sSubPr>
                              <m:ctrlPr>
                                <a:rPr lang="zh-CN"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𝑆</m:t>
                                  </m:r>
                                </m:e>
                              </m:acc>
                            </m:e>
                            <m:sub>
                              <m:r>
                                <a:rPr lang="en-US" altLang="zh-CN" i="1">
                                  <a:latin typeface="Cambria Math" panose="02040503050406030204" pitchFamily="18" charset="0"/>
                                </a:rPr>
                                <m:t>𝑖</m:t>
                              </m:r>
                            </m:sub>
                          </m:sSub>
                        </m:e>
                      </m:nary>
                      <m:r>
                        <a:rPr lang="en-US" altLang="zh-CN">
                          <a:latin typeface="Cambria Math" panose="02040503050406030204" pitchFamily="18" charset="0"/>
                        </a:rPr>
                        <m:t>=</m:t>
                      </m:r>
                      <m:r>
                        <a:rPr lang="en-US" altLang="zh-CN" i="1">
                          <a:latin typeface="Cambria Math" panose="02040503050406030204" pitchFamily="18" charset="0"/>
                        </a:rPr>
                        <m:t>−</m:t>
                      </m:r>
                      <m:r>
                        <a:rPr lang="en-US" altLang="zh-CN">
                          <a:latin typeface="Cambria Math" panose="02040503050406030204" pitchFamily="18" charset="0"/>
                        </a:rPr>
                        <m:t>1</m:t>
                      </m:r>
                    </m:oMath>
                  </m:oMathPara>
                </a14:m>
                <a:endParaRPr lang="zh-CN" altLang="en-US" dirty="0"/>
              </a:p>
            </p:txBody>
          </p:sp>
        </mc:Choice>
        <mc:Fallback>
          <p:sp>
            <p:nvSpPr>
              <p:cNvPr id="6" name="矩形 5">
                <a:extLst>
                  <a:ext uri="{FF2B5EF4-FFF2-40B4-BE49-F238E27FC236}">
                    <a16:creationId xmlns:a16="http://schemas.microsoft.com/office/drawing/2014/main" id="{2BB31561-92F5-421A-B1B5-B3305065ABF9}"/>
                  </a:ext>
                </a:extLst>
              </p:cNvPr>
              <p:cNvSpPr>
                <a:spLocks noRot="1" noChangeAspect="1" noMove="1" noResize="1" noEditPoints="1" noAdjustHandles="1" noChangeArrowheads="1" noChangeShapeType="1" noTextEdit="1"/>
              </p:cNvSpPr>
              <p:nvPr/>
            </p:nvSpPr>
            <p:spPr>
              <a:xfrm>
                <a:off x="2290156" y="2009871"/>
                <a:ext cx="4563687" cy="2838258"/>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0186980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C35BA084-F6FA-4F8C-8A26-991FA4E2965D}"/>
              </a:ext>
            </a:extLst>
          </p:cNvPr>
          <p:cNvSpPr>
            <a:spLocks noGrp="1" noChangeArrowheads="1"/>
          </p:cNvSpPr>
          <p:nvPr>
            <p:ph type="title"/>
          </p:nvPr>
        </p:nvSpPr>
        <p:spPr>
          <a:xfrm>
            <a:off x="320675" y="0"/>
            <a:ext cx="7772400" cy="1143000"/>
          </a:xfrm>
        </p:spPr>
        <p:txBody>
          <a:bodyPr/>
          <a:lstStyle/>
          <a:p>
            <a:r>
              <a:rPr lang="en-US" altLang="zh-CN" sz="3600" dirty="0">
                <a:ea typeface="宋体" panose="02010600030101010101" pitchFamily="2" charset="-122"/>
              </a:rPr>
              <a:t>*Multiplexing : CDMA encode/decode</a:t>
            </a:r>
          </a:p>
        </p:txBody>
      </p:sp>
      <p:sp>
        <p:nvSpPr>
          <p:cNvPr id="290" name="灯片编号占位符 5">
            <a:extLst>
              <a:ext uri="{FF2B5EF4-FFF2-40B4-BE49-F238E27FC236}">
                <a16:creationId xmlns:a16="http://schemas.microsoft.com/office/drawing/2014/main" id="{EB653613-74F1-42F6-B6CC-9533D488340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dirty="0">
                <a:latin typeface="Times New Roman" panose="02020603050405020304" pitchFamily="18" charset="0"/>
              </a:rPr>
              <a:t>2-</a:t>
            </a:r>
            <a:fld id="{4346990F-93DA-42F2-B6A1-6F636A5163AE}" type="slidenum">
              <a:rPr lang="en-US" altLang="zh-CN" sz="1400" smtClean="0">
                <a:latin typeface="Times New Roman" panose="02020603050405020304" pitchFamily="18" charset="0"/>
              </a:rPr>
              <a:pPr>
                <a:spcBef>
                  <a:spcPct val="0"/>
                </a:spcBef>
                <a:buClrTx/>
                <a:buSzTx/>
                <a:buFontTx/>
                <a:buNone/>
              </a:pPr>
              <a:t>60</a:t>
            </a:fld>
            <a:endParaRPr lang="en-US" altLang="zh-CN" sz="1400" dirty="0">
              <a:latin typeface="Times New Roman" panose="02020603050405020304" pitchFamily="18" charset="0"/>
            </a:endParaRPr>
          </a:p>
        </p:txBody>
      </p:sp>
      <p:sp>
        <p:nvSpPr>
          <p:cNvPr id="17413" name="Line 6">
            <a:extLst>
              <a:ext uri="{FF2B5EF4-FFF2-40B4-BE49-F238E27FC236}">
                <a16:creationId xmlns:a16="http://schemas.microsoft.com/office/drawing/2014/main" id="{77B62852-4282-46DC-9D5C-460A835FE7FA}"/>
              </a:ext>
            </a:extLst>
          </p:cNvPr>
          <p:cNvSpPr>
            <a:spLocks noChangeShapeType="1"/>
          </p:cNvSpPr>
          <p:nvPr/>
        </p:nvSpPr>
        <p:spPr bwMode="auto">
          <a:xfrm>
            <a:off x="3219450" y="1552575"/>
            <a:ext cx="0" cy="1624013"/>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414" name="Line 9">
            <a:extLst>
              <a:ext uri="{FF2B5EF4-FFF2-40B4-BE49-F238E27FC236}">
                <a16:creationId xmlns:a16="http://schemas.microsoft.com/office/drawing/2014/main" id="{19AA3B4D-6241-4B7E-83EA-E1FEDAC7E816}"/>
              </a:ext>
            </a:extLst>
          </p:cNvPr>
          <p:cNvSpPr>
            <a:spLocks noChangeShapeType="1"/>
          </p:cNvSpPr>
          <p:nvPr/>
        </p:nvSpPr>
        <p:spPr bwMode="auto">
          <a:xfrm>
            <a:off x="4276725" y="1528763"/>
            <a:ext cx="0" cy="1624012"/>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415" name="Text Box 10">
            <a:extLst>
              <a:ext uri="{FF2B5EF4-FFF2-40B4-BE49-F238E27FC236}">
                <a16:creationId xmlns:a16="http://schemas.microsoft.com/office/drawing/2014/main" id="{21FE82EF-77CC-4C87-8E60-13C4FA82C18A}"/>
              </a:ext>
            </a:extLst>
          </p:cNvPr>
          <p:cNvSpPr txBox="1">
            <a:spLocks noChangeArrowheads="1"/>
          </p:cNvSpPr>
          <p:nvPr/>
        </p:nvSpPr>
        <p:spPr bwMode="auto">
          <a:xfrm>
            <a:off x="2389188" y="2960688"/>
            <a:ext cx="669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600" dirty="0">
                <a:latin typeface="Arial" charset="0"/>
                <a:cs typeface="Arial" charset="0"/>
              </a:rPr>
              <a:t>slot 1</a:t>
            </a:r>
          </a:p>
        </p:txBody>
      </p:sp>
      <p:sp>
        <p:nvSpPr>
          <p:cNvPr id="17416" name="Text Box 11">
            <a:extLst>
              <a:ext uri="{FF2B5EF4-FFF2-40B4-BE49-F238E27FC236}">
                <a16:creationId xmlns:a16="http://schemas.microsoft.com/office/drawing/2014/main" id="{89450CF8-1935-4612-B204-9B6DE87DA8F5}"/>
              </a:ext>
            </a:extLst>
          </p:cNvPr>
          <p:cNvSpPr txBox="1">
            <a:spLocks noChangeArrowheads="1"/>
          </p:cNvSpPr>
          <p:nvPr/>
        </p:nvSpPr>
        <p:spPr bwMode="auto">
          <a:xfrm>
            <a:off x="3408363" y="2965450"/>
            <a:ext cx="669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600" dirty="0">
                <a:latin typeface="Arial" charset="0"/>
                <a:cs typeface="Arial" charset="0"/>
              </a:rPr>
              <a:t>slot 0</a:t>
            </a:r>
          </a:p>
        </p:txBody>
      </p:sp>
      <p:grpSp>
        <p:nvGrpSpPr>
          <p:cNvPr id="404630" name="Group 150">
            <a:extLst>
              <a:ext uri="{FF2B5EF4-FFF2-40B4-BE49-F238E27FC236}">
                <a16:creationId xmlns:a16="http://schemas.microsoft.com/office/drawing/2014/main" id="{780FFD7D-04BE-4688-9C34-B4DABCD213F7}"/>
              </a:ext>
            </a:extLst>
          </p:cNvPr>
          <p:cNvGrpSpPr>
            <a:grpSpLocks/>
          </p:cNvGrpSpPr>
          <p:nvPr/>
        </p:nvGrpSpPr>
        <p:grpSpPr bwMode="auto">
          <a:xfrm>
            <a:off x="2084388" y="1462088"/>
            <a:ext cx="1254125" cy="1624012"/>
            <a:chOff x="1313" y="921"/>
            <a:chExt cx="790" cy="1023"/>
          </a:xfrm>
        </p:grpSpPr>
        <p:sp>
          <p:nvSpPr>
            <p:cNvPr id="17669" name="Line 5">
              <a:extLst>
                <a:ext uri="{FF2B5EF4-FFF2-40B4-BE49-F238E27FC236}">
                  <a16:creationId xmlns:a16="http://schemas.microsoft.com/office/drawing/2014/main" id="{DAB79010-B7C4-4EE7-91CB-5781A17FD003}"/>
                </a:ext>
              </a:extLst>
            </p:cNvPr>
            <p:cNvSpPr>
              <a:spLocks noChangeShapeType="1"/>
            </p:cNvSpPr>
            <p:nvPr/>
          </p:nvSpPr>
          <p:spPr bwMode="auto">
            <a:xfrm>
              <a:off x="1350" y="921"/>
              <a:ext cx="0" cy="1023"/>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670" name="Rectangle 12">
              <a:extLst>
                <a:ext uri="{FF2B5EF4-FFF2-40B4-BE49-F238E27FC236}">
                  <a16:creationId xmlns:a16="http://schemas.microsoft.com/office/drawing/2014/main" id="{BC26B1A4-DDE1-49DE-8B86-97246F516B7A}"/>
                </a:ext>
              </a:extLst>
            </p:cNvPr>
            <p:cNvSpPr>
              <a:spLocks noChangeArrowheads="1"/>
            </p:cNvSpPr>
            <p:nvPr/>
          </p:nvSpPr>
          <p:spPr bwMode="auto">
            <a:xfrm>
              <a:off x="1350" y="1218"/>
              <a:ext cx="678" cy="135"/>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71" name="Text Box 15">
              <a:extLst>
                <a:ext uri="{FF2B5EF4-FFF2-40B4-BE49-F238E27FC236}">
                  <a16:creationId xmlns:a16="http://schemas.microsoft.com/office/drawing/2014/main" id="{826B1198-1F22-4C50-B39F-71C7EFD5710A}"/>
                </a:ext>
              </a:extLst>
            </p:cNvPr>
            <p:cNvSpPr txBox="1">
              <a:spLocks noChangeArrowheads="1"/>
            </p:cNvSpPr>
            <p:nvPr/>
          </p:nvSpPr>
          <p:spPr bwMode="auto">
            <a:xfrm>
              <a:off x="1436" y="1194"/>
              <a:ext cx="40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200" dirty="0">
                  <a:latin typeface="Arial" charset="0"/>
                  <a:cs typeface="Arial" charset="0"/>
                </a:rPr>
                <a:t>d</a:t>
              </a:r>
              <a:r>
                <a:rPr lang="en-US" sz="1200" baseline="-25000" dirty="0">
                  <a:latin typeface="Arial" charset="0"/>
                  <a:cs typeface="Arial" charset="0"/>
                </a:rPr>
                <a:t>1</a:t>
              </a:r>
              <a:r>
                <a:rPr lang="en-US" sz="1200" dirty="0">
                  <a:latin typeface="Arial" charset="0"/>
                  <a:cs typeface="Arial" charset="0"/>
                </a:rPr>
                <a:t> = -1</a:t>
              </a:r>
            </a:p>
          </p:txBody>
        </p:sp>
        <p:grpSp>
          <p:nvGrpSpPr>
            <p:cNvPr id="34055" name="Group 44">
              <a:extLst>
                <a:ext uri="{FF2B5EF4-FFF2-40B4-BE49-F238E27FC236}">
                  <a16:creationId xmlns:a16="http://schemas.microsoft.com/office/drawing/2014/main" id="{A605B49E-2C76-467D-9C86-A986B0D9FAF1}"/>
                </a:ext>
              </a:extLst>
            </p:cNvPr>
            <p:cNvGrpSpPr>
              <a:grpSpLocks/>
            </p:cNvGrpSpPr>
            <p:nvPr/>
          </p:nvGrpSpPr>
          <p:grpSpPr bwMode="auto">
            <a:xfrm>
              <a:off x="1313" y="1534"/>
              <a:ext cx="790" cy="307"/>
              <a:chOff x="1313" y="1534"/>
              <a:chExt cx="790" cy="307"/>
            </a:xfrm>
          </p:grpSpPr>
          <p:sp>
            <p:nvSpPr>
              <p:cNvPr id="17673" name="Text Box 17">
                <a:extLst>
                  <a:ext uri="{FF2B5EF4-FFF2-40B4-BE49-F238E27FC236}">
                    <a16:creationId xmlns:a16="http://schemas.microsoft.com/office/drawing/2014/main" id="{2FCAFA39-A13F-40ED-881A-57A4B8C7C67A}"/>
                  </a:ext>
                </a:extLst>
              </p:cNvPr>
              <p:cNvSpPr txBox="1">
                <a:spLocks noChangeArrowheads="1"/>
              </p:cNvSpPr>
              <p:nvPr/>
            </p:nvSpPr>
            <p:spPr bwMode="auto">
              <a:xfrm>
                <a:off x="1313"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nvGrpSpPr>
              <p:cNvPr id="34057" name="Group 22">
                <a:extLst>
                  <a:ext uri="{FF2B5EF4-FFF2-40B4-BE49-F238E27FC236}">
                    <a16:creationId xmlns:a16="http://schemas.microsoft.com/office/drawing/2014/main" id="{481151B0-7ADA-41E6-B58F-A2C0C77663AA}"/>
                  </a:ext>
                </a:extLst>
              </p:cNvPr>
              <p:cNvGrpSpPr>
                <a:grpSpLocks/>
              </p:cNvGrpSpPr>
              <p:nvPr/>
            </p:nvGrpSpPr>
            <p:grpSpPr bwMode="auto">
              <a:xfrm>
                <a:off x="1353" y="1539"/>
                <a:ext cx="258" cy="147"/>
                <a:chOff x="1353" y="1539"/>
                <a:chExt cx="258" cy="144"/>
              </a:xfrm>
            </p:grpSpPr>
            <p:sp>
              <p:nvSpPr>
                <p:cNvPr id="17696" name="Rectangle 18">
                  <a:extLst>
                    <a:ext uri="{FF2B5EF4-FFF2-40B4-BE49-F238E27FC236}">
                      <a16:creationId xmlns:a16="http://schemas.microsoft.com/office/drawing/2014/main" id="{AB57873F-CFBF-4B31-A14F-B4BA71BB73AD}"/>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97" name="Line 20">
                  <a:extLst>
                    <a:ext uri="{FF2B5EF4-FFF2-40B4-BE49-F238E27FC236}">
                      <a16:creationId xmlns:a16="http://schemas.microsoft.com/office/drawing/2014/main" id="{C6C94F64-EC0B-4521-BDBD-DFD0DCF7BFC7}"/>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698" name="Line 21">
                  <a:extLst>
                    <a:ext uri="{FF2B5EF4-FFF2-40B4-BE49-F238E27FC236}">
                      <a16:creationId xmlns:a16="http://schemas.microsoft.com/office/drawing/2014/main" id="{5AD0E537-9DCD-45D0-9C8E-26FBC3D0447B}"/>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grpSp>
            <p:nvGrpSpPr>
              <p:cNvPr id="34058" name="Group 23">
                <a:extLst>
                  <a:ext uri="{FF2B5EF4-FFF2-40B4-BE49-F238E27FC236}">
                    <a16:creationId xmlns:a16="http://schemas.microsoft.com/office/drawing/2014/main" id="{07E0A054-DCF7-4251-8BD3-E47A4EDA2909}"/>
                  </a:ext>
                </a:extLst>
              </p:cNvPr>
              <p:cNvGrpSpPr>
                <a:grpSpLocks/>
              </p:cNvGrpSpPr>
              <p:nvPr/>
            </p:nvGrpSpPr>
            <p:grpSpPr bwMode="auto">
              <a:xfrm>
                <a:off x="1773" y="1686"/>
                <a:ext cx="258" cy="144"/>
                <a:chOff x="1353" y="1539"/>
                <a:chExt cx="258" cy="144"/>
              </a:xfrm>
            </p:grpSpPr>
            <p:sp>
              <p:nvSpPr>
                <p:cNvPr id="17693" name="Rectangle 24">
                  <a:extLst>
                    <a:ext uri="{FF2B5EF4-FFF2-40B4-BE49-F238E27FC236}">
                      <a16:creationId xmlns:a16="http://schemas.microsoft.com/office/drawing/2014/main" id="{D2EC5AF2-713C-4991-929F-79625117063A}"/>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94" name="Line 25">
                  <a:extLst>
                    <a:ext uri="{FF2B5EF4-FFF2-40B4-BE49-F238E27FC236}">
                      <a16:creationId xmlns:a16="http://schemas.microsoft.com/office/drawing/2014/main" id="{D4FD79E9-7480-4666-B715-885FF67A3B96}"/>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695" name="Line 26">
                  <a:extLst>
                    <a:ext uri="{FF2B5EF4-FFF2-40B4-BE49-F238E27FC236}">
                      <a16:creationId xmlns:a16="http://schemas.microsoft.com/office/drawing/2014/main" id="{280C0664-0C6A-44B6-B205-DEDC2BF47057}"/>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sp>
            <p:nvSpPr>
              <p:cNvPr id="17676" name="Rectangle 27">
                <a:extLst>
                  <a:ext uri="{FF2B5EF4-FFF2-40B4-BE49-F238E27FC236}">
                    <a16:creationId xmlns:a16="http://schemas.microsoft.com/office/drawing/2014/main" id="{B4327A39-213F-4AC6-8B56-80AB6946FB06}"/>
                  </a:ext>
                </a:extLst>
              </p:cNvPr>
              <p:cNvSpPr>
                <a:spLocks noChangeArrowheads="1"/>
              </p:cNvSpPr>
              <p:nvPr/>
            </p:nvSpPr>
            <p:spPr bwMode="auto">
              <a:xfrm>
                <a:off x="1611" y="1686"/>
                <a:ext cx="81"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77" name="Rectangle 28">
                <a:extLst>
                  <a:ext uri="{FF2B5EF4-FFF2-40B4-BE49-F238E27FC236}">
                    <a16:creationId xmlns:a16="http://schemas.microsoft.com/office/drawing/2014/main" id="{C8489340-7378-49BF-A4CD-D3CA6133E169}"/>
                  </a:ext>
                </a:extLst>
              </p:cNvPr>
              <p:cNvSpPr>
                <a:spLocks noChangeArrowheads="1"/>
              </p:cNvSpPr>
              <p:nvPr/>
            </p:nvSpPr>
            <p:spPr bwMode="auto">
              <a:xfrm>
                <a:off x="1692" y="1536"/>
                <a:ext cx="81" cy="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78" name="Text Box 29">
                <a:extLst>
                  <a:ext uri="{FF2B5EF4-FFF2-40B4-BE49-F238E27FC236}">
                    <a16:creationId xmlns:a16="http://schemas.microsoft.com/office/drawing/2014/main" id="{34BD6FCF-4834-4C8F-BD0E-605687BC34A5}"/>
                  </a:ext>
                </a:extLst>
              </p:cNvPr>
              <p:cNvSpPr txBox="1">
                <a:spLocks noChangeArrowheads="1"/>
              </p:cNvSpPr>
              <p:nvPr/>
            </p:nvSpPr>
            <p:spPr bwMode="auto">
              <a:xfrm>
                <a:off x="1391"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79" name="Text Box 30">
                <a:extLst>
                  <a:ext uri="{FF2B5EF4-FFF2-40B4-BE49-F238E27FC236}">
                    <a16:creationId xmlns:a16="http://schemas.microsoft.com/office/drawing/2014/main" id="{5424D445-1C6A-4CD8-850B-3F091A2DEBCC}"/>
                  </a:ext>
                </a:extLst>
              </p:cNvPr>
              <p:cNvSpPr txBox="1">
                <a:spLocks noChangeArrowheads="1"/>
              </p:cNvSpPr>
              <p:nvPr/>
            </p:nvSpPr>
            <p:spPr bwMode="auto">
              <a:xfrm>
                <a:off x="1478"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80" name="Text Box 31">
                <a:extLst>
                  <a:ext uri="{FF2B5EF4-FFF2-40B4-BE49-F238E27FC236}">
                    <a16:creationId xmlns:a16="http://schemas.microsoft.com/office/drawing/2014/main" id="{5273574D-8079-430E-A8E0-D95FE5B4DC7E}"/>
                  </a:ext>
                </a:extLst>
              </p:cNvPr>
              <p:cNvSpPr txBox="1">
                <a:spLocks noChangeArrowheads="1"/>
              </p:cNvSpPr>
              <p:nvPr/>
            </p:nvSpPr>
            <p:spPr bwMode="auto">
              <a:xfrm>
                <a:off x="1652" y="1540"/>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nvGrpSpPr>
              <p:cNvPr id="34064" name="Group 34">
                <a:extLst>
                  <a:ext uri="{FF2B5EF4-FFF2-40B4-BE49-F238E27FC236}">
                    <a16:creationId xmlns:a16="http://schemas.microsoft.com/office/drawing/2014/main" id="{009B568B-34D1-4EF3-B368-F4C4B2D6BA13}"/>
                  </a:ext>
                </a:extLst>
              </p:cNvPr>
              <p:cNvGrpSpPr>
                <a:grpSpLocks/>
              </p:cNvGrpSpPr>
              <p:nvPr/>
            </p:nvGrpSpPr>
            <p:grpSpPr bwMode="auto">
              <a:xfrm>
                <a:off x="1565" y="1684"/>
                <a:ext cx="211" cy="157"/>
                <a:chOff x="857" y="1909"/>
                <a:chExt cx="211" cy="157"/>
              </a:xfrm>
            </p:grpSpPr>
            <p:sp>
              <p:nvSpPr>
                <p:cNvPr id="17691" name="Text Box 32">
                  <a:extLst>
                    <a:ext uri="{FF2B5EF4-FFF2-40B4-BE49-F238E27FC236}">
                      <a16:creationId xmlns:a16="http://schemas.microsoft.com/office/drawing/2014/main" id="{92BAF6AA-F677-455D-BE73-6F1968B920B7}"/>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92" name="Text Box 33">
                  <a:extLst>
                    <a:ext uri="{FF2B5EF4-FFF2-40B4-BE49-F238E27FC236}">
                      <a16:creationId xmlns:a16="http://schemas.microsoft.com/office/drawing/2014/main" id="{CAD056E5-8635-4A0B-B47C-BE352E58D4BD}"/>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34065" name="Group 35">
                <a:extLst>
                  <a:ext uri="{FF2B5EF4-FFF2-40B4-BE49-F238E27FC236}">
                    <a16:creationId xmlns:a16="http://schemas.microsoft.com/office/drawing/2014/main" id="{8F3E1E65-D351-482C-A3D7-A741E9C88DED}"/>
                  </a:ext>
                </a:extLst>
              </p:cNvPr>
              <p:cNvGrpSpPr>
                <a:grpSpLocks/>
              </p:cNvGrpSpPr>
              <p:nvPr/>
            </p:nvGrpSpPr>
            <p:grpSpPr bwMode="auto">
              <a:xfrm>
                <a:off x="1730" y="1684"/>
                <a:ext cx="211" cy="157"/>
                <a:chOff x="857" y="1909"/>
                <a:chExt cx="211" cy="157"/>
              </a:xfrm>
            </p:grpSpPr>
            <p:sp>
              <p:nvSpPr>
                <p:cNvPr id="17689" name="Text Box 36">
                  <a:extLst>
                    <a:ext uri="{FF2B5EF4-FFF2-40B4-BE49-F238E27FC236}">
                      <a16:creationId xmlns:a16="http://schemas.microsoft.com/office/drawing/2014/main" id="{339F592F-2E58-4125-B522-F3E505BA3B8B}"/>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90" name="Text Box 37">
                  <a:extLst>
                    <a:ext uri="{FF2B5EF4-FFF2-40B4-BE49-F238E27FC236}">
                      <a16:creationId xmlns:a16="http://schemas.microsoft.com/office/drawing/2014/main" id="{2380A267-F3EC-4B46-A43C-0A0F861D5764}"/>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34066" name="Group 38">
                <a:extLst>
                  <a:ext uri="{FF2B5EF4-FFF2-40B4-BE49-F238E27FC236}">
                    <a16:creationId xmlns:a16="http://schemas.microsoft.com/office/drawing/2014/main" id="{2A979D65-7498-458F-BD53-D4B6E224B228}"/>
                  </a:ext>
                </a:extLst>
              </p:cNvPr>
              <p:cNvGrpSpPr>
                <a:grpSpLocks/>
              </p:cNvGrpSpPr>
              <p:nvPr/>
            </p:nvGrpSpPr>
            <p:grpSpPr bwMode="auto">
              <a:xfrm>
                <a:off x="1808" y="1684"/>
                <a:ext cx="211" cy="157"/>
                <a:chOff x="857" y="1909"/>
                <a:chExt cx="211" cy="157"/>
              </a:xfrm>
            </p:grpSpPr>
            <p:sp>
              <p:nvSpPr>
                <p:cNvPr id="17687" name="Text Box 39">
                  <a:extLst>
                    <a:ext uri="{FF2B5EF4-FFF2-40B4-BE49-F238E27FC236}">
                      <a16:creationId xmlns:a16="http://schemas.microsoft.com/office/drawing/2014/main" id="{69352E99-744C-401F-8CEE-FD4AD50D2E44}"/>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88" name="Text Box 40">
                  <a:extLst>
                    <a:ext uri="{FF2B5EF4-FFF2-40B4-BE49-F238E27FC236}">
                      <a16:creationId xmlns:a16="http://schemas.microsoft.com/office/drawing/2014/main" id="{0E0DB896-5524-46E5-AE96-4B5D8ABA2920}"/>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34067" name="Group 41">
                <a:extLst>
                  <a:ext uri="{FF2B5EF4-FFF2-40B4-BE49-F238E27FC236}">
                    <a16:creationId xmlns:a16="http://schemas.microsoft.com/office/drawing/2014/main" id="{2283258C-5EEE-492C-9FE0-DA645769EB82}"/>
                  </a:ext>
                </a:extLst>
              </p:cNvPr>
              <p:cNvGrpSpPr>
                <a:grpSpLocks/>
              </p:cNvGrpSpPr>
              <p:nvPr/>
            </p:nvGrpSpPr>
            <p:grpSpPr bwMode="auto">
              <a:xfrm>
                <a:off x="1892" y="1681"/>
                <a:ext cx="211" cy="157"/>
                <a:chOff x="857" y="1909"/>
                <a:chExt cx="211" cy="157"/>
              </a:xfrm>
            </p:grpSpPr>
            <p:sp>
              <p:nvSpPr>
                <p:cNvPr id="17685" name="Text Box 42">
                  <a:extLst>
                    <a:ext uri="{FF2B5EF4-FFF2-40B4-BE49-F238E27FC236}">
                      <a16:creationId xmlns:a16="http://schemas.microsoft.com/office/drawing/2014/main" id="{323F6B36-ACD8-474F-8EF4-1CB2B8B3D67C}"/>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86" name="Text Box 43">
                  <a:extLst>
                    <a:ext uri="{FF2B5EF4-FFF2-40B4-BE49-F238E27FC236}">
                      <a16:creationId xmlns:a16="http://schemas.microsoft.com/office/drawing/2014/main" id="{C308315C-A416-4713-A8C3-CB34FDF4D67E}"/>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grpSp>
      <p:sp>
        <p:nvSpPr>
          <p:cNvPr id="17418" name="Oval 74">
            <a:extLst>
              <a:ext uri="{FF2B5EF4-FFF2-40B4-BE49-F238E27FC236}">
                <a16:creationId xmlns:a16="http://schemas.microsoft.com/office/drawing/2014/main" id="{A6CD2014-425D-4358-A006-A0B102BB59B9}"/>
              </a:ext>
            </a:extLst>
          </p:cNvPr>
          <p:cNvSpPr>
            <a:spLocks noChangeArrowheads="1"/>
          </p:cNvSpPr>
          <p:nvPr/>
        </p:nvSpPr>
        <p:spPr bwMode="auto">
          <a:xfrm>
            <a:off x="4672013" y="1855788"/>
            <a:ext cx="419100" cy="42386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419" name="Text Box 75">
            <a:extLst>
              <a:ext uri="{FF2B5EF4-FFF2-40B4-BE49-F238E27FC236}">
                <a16:creationId xmlns:a16="http://schemas.microsoft.com/office/drawing/2014/main" id="{20AD6FA7-4EA9-4453-A3C5-C876871E6063}"/>
              </a:ext>
            </a:extLst>
          </p:cNvPr>
          <p:cNvSpPr txBox="1">
            <a:spLocks noChangeArrowheads="1"/>
          </p:cNvSpPr>
          <p:nvPr/>
        </p:nvSpPr>
        <p:spPr bwMode="auto">
          <a:xfrm>
            <a:off x="4298950" y="1444625"/>
            <a:ext cx="11969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dirty="0">
                <a:latin typeface="Arial" charset="0"/>
                <a:cs typeface="Arial" charset="0"/>
              </a:rPr>
              <a:t>Z</a:t>
            </a:r>
            <a:r>
              <a:rPr lang="en-US" baseline="-25000" dirty="0">
                <a:latin typeface="Arial" charset="0"/>
                <a:cs typeface="Arial" charset="0"/>
              </a:rPr>
              <a:t>i,m</a:t>
            </a:r>
            <a:r>
              <a:rPr lang="en-US" dirty="0">
                <a:latin typeface="Arial" charset="0"/>
                <a:cs typeface="Arial" charset="0"/>
              </a:rPr>
              <a:t>= d</a:t>
            </a:r>
            <a:r>
              <a:rPr lang="en-US" baseline="-25000" dirty="0">
                <a:latin typeface="Arial" charset="0"/>
                <a:cs typeface="Arial" charset="0"/>
              </a:rPr>
              <a:t>i</a:t>
            </a:r>
            <a:r>
              <a:rPr lang="en-US" sz="2400" baseline="30000" dirty="0">
                <a:latin typeface="Arial" charset="0"/>
                <a:cs typeface="Arial" charset="0"/>
              </a:rPr>
              <a:t>.</a:t>
            </a:r>
            <a:r>
              <a:rPr lang="en-US" dirty="0">
                <a:latin typeface="Arial" charset="0"/>
                <a:cs typeface="Arial" charset="0"/>
              </a:rPr>
              <a:t>c</a:t>
            </a:r>
            <a:r>
              <a:rPr lang="en-US" baseline="-25000" dirty="0">
                <a:latin typeface="Arial" charset="0"/>
                <a:cs typeface="Arial" charset="0"/>
              </a:rPr>
              <a:t>m</a:t>
            </a:r>
          </a:p>
        </p:txBody>
      </p:sp>
      <p:sp>
        <p:nvSpPr>
          <p:cNvPr id="17420" name="Line 72">
            <a:extLst>
              <a:ext uri="{FF2B5EF4-FFF2-40B4-BE49-F238E27FC236}">
                <a16:creationId xmlns:a16="http://schemas.microsoft.com/office/drawing/2014/main" id="{ED9A8704-74D4-40A1-B70E-324875EDD41E}"/>
              </a:ext>
            </a:extLst>
          </p:cNvPr>
          <p:cNvSpPr>
            <a:spLocks noChangeShapeType="1"/>
          </p:cNvSpPr>
          <p:nvPr/>
        </p:nvSpPr>
        <p:spPr bwMode="auto">
          <a:xfrm>
            <a:off x="4319588" y="1985963"/>
            <a:ext cx="319087" cy="47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421" name="Line 73">
            <a:extLst>
              <a:ext uri="{FF2B5EF4-FFF2-40B4-BE49-F238E27FC236}">
                <a16:creationId xmlns:a16="http://schemas.microsoft.com/office/drawing/2014/main" id="{90483E2A-A7D8-41FA-8B5A-DD91B0B17874}"/>
              </a:ext>
            </a:extLst>
          </p:cNvPr>
          <p:cNvSpPr>
            <a:spLocks noChangeShapeType="1"/>
          </p:cNvSpPr>
          <p:nvPr/>
        </p:nvSpPr>
        <p:spPr bwMode="auto">
          <a:xfrm flipV="1">
            <a:off x="4333875" y="2251075"/>
            <a:ext cx="403225" cy="43021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nvGrpSpPr>
          <p:cNvPr id="404629" name="Group 149">
            <a:extLst>
              <a:ext uri="{FF2B5EF4-FFF2-40B4-BE49-F238E27FC236}">
                <a16:creationId xmlns:a16="http://schemas.microsoft.com/office/drawing/2014/main" id="{CBD9D5FB-18E7-4206-A39E-6A735C05D582}"/>
              </a:ext>
            </a:extLst>
          </p:cNvPr>
          <p:cNvGrpSpPr>
            <a:grpSpLocks/>
          </p:cNvGrpSpPr>
          <p:nvPr/>
        </p:nvGrpSpPr>
        <p:grpSpPr bwMode="auto">
          <a:xfrm>
            <a:off x="3141663" y="1695450"/>
            <a:ext cx="1254125" cy="1236663"/>
            <a:chOff x="1979" y="1068"/>
            <a:chExt cx="790" cy="779"/>
          </a:xfrm>
        </p:grpSpPr>
        <p:sp>
          <p:nvSpPr>
            <p:cNvPr id="17640" name="Rectangle 13">
              <a:extLst>
                <a:ext uri="{FF2B5EF4-FFF2-40B4-BE49-F238E27FC236}">
                  <a16:creationId xmlns:a16="http://schemas.microsoft.com/office/drawing/2014/main" id="{833D7E56-EF1F-470B-927A-9EFCFD9B395E}"/>
                </a:ext>
              </a:extLst>
            </p:cNvPr>
            <p:cNvSpPr>
              <a:spLocks noChangeArrowheads="1"/>
            </p:cNvSpPr>
            <p:nvPr/>
          </p:nvSpPr>
          <p:spPr bwMode="auto">
            <a:xfrm>
              <a:off x="2028" y="1092"/>
              <a:ext cx="669" cy="135"/>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41" name="Text Box 16">
              <a:extLst>
                <a:ext uri="{FF2B5EF4-FFF2-40B4-BE49-F238E27FC236}">
                  <a16:creationId xmlns:a16="http://schemas.microsoft.com/office/drawing/2014/main" id="{21F6B3EA-E304-4383-B967-30E706066FFE}"/>
                </a:ext>
              </a:extLst>
            </p:cNvPr>
            <p:cNvSpPr txBox="1">
              <a:spLocks noChangeArrowheads="1"/>
            </p:cNvSpPr>
            <p:nvPr/>
          </p:nvSpPr>
          <p:spPr bwMode="auto">
            <a:xfrm>
              <a:off x="2186" y="1068"/>
              <a:ext cx="36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200" dirty="0">
                  <a:latin typeface="Arial" charset="0"/>
                  <a:cs typeface="Arial" charset="0"/>
                </a:rPr>
                <a:t>d</a:t>
              </a:r>
              <a:r>
                <a:rPr lang="en-US" sz="1200" baseline="-25000" dirty="0">
                  <a:latin typeface="Arial" charset="0"/>
                  <a:cs typeface="Arial" charset="0"/>
                </a:rPr>
                <a:t>0</a:t>
              </a:r>
              <a:r>
                <a:rPr lang="en-US" sz="1200" dirty="0">
                  <a:latin typeface="Arial" charset="0"/>
                  <a:cs typeface="Arial" charset="0"/>
                </a:rPr>
                <a:t> = 1</a:t>
              </a:r>
            </a:p>
          </p:txBody>
        </p:sp>
        <p:grpSp>
          <p:nvGrpSpPr>
            <p:cNvPr id="34025" name="Group 45">
              <a:extLst>
                <a:ext uri="{FF2B5EF4-FFF2-40B4-BE49-F238E27FC236}">
                  <a16:creationId xmlns:a16="http://schemas.microsoft.com/office/drawing/2014/main" id="{7185E47F-7801-4C36-BD38-F85F13318BA5}"/>
                </a:ext>
              </a:extLst>
            </p:cNvPr>
            <p:cNvGrpSpPr>
              <a:grpSpLocks/>
            </p:cNvGrpSpPr>
            <p:nvPr/>
          </p:nvGrpSpPr>
          <p:grpSpPr bwMode="auto">
            <a:xfrm>
              <a:off x="1979" y="1540"/>
              <a:ext cx="790" cy="307"/>
              <a:chOff x="1313" y="1534"/>
              <a:chExt cx="790" cy="307"/>
            </a:xfrm>
          </p:grpSpPr>
          <p:sp>
            <p:nvSpPr>
              <p:cNvPr id="17643" name="Text Box 46">
                <a:extLst>
                  <a:ext uri="{FF2B5EF4-FFF2-40B4-BE49-F238E27FC236}">
                    <a16:creationId xmlns:a16="http://schemas.microsoft.com/office/drawing/2014/main" id="{8226D7CF-E36E-4913-AB15-E5F3D5612E3D}"/>
                  </a:ext>
                </a:extLst>
              </p:cNvPr>
              <p:cNvSpPr txBox="1">
                <a:spLocks noChangeArrowheads="1"/>
              </p:cNvSpPr>
              <p:nvPr/>
            </p:nvSpPr>
            <p:spPr bwMode="auto">
              <a:xfrm>
                <a:off x="1313"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nvGrpSpPr>
              <p:cNvPr id="34027" name="Group 47">
                <a:extLst>
                  <a:ext uri="{FF2B5EF4-FFF2-40B4-BE49-F238E27FC236}">
                    <a16:creationId xmlns:a16="http://schemas.microsoft.com/office/drawing/2014/main" id="{A85540AA-A2EE-4BFD-B432-5DE8247F832E}"/>
                  </a:ext>
                </a:extLst>
              </p:cNvPr>
              <p:cNvGrpSpPr>
                <a:grpSpLocks/>
              </p:cNvGrpSpPr>
              <p:nvPr/>
            </p:nvGrpSpPr>
            <p:grpSpPr bwMode="auto">
              <a:xfrm>
                <a:off x="1353" y="1539"/>
                <a:ext cx="258" cy="147"/>
                <a:chOff x="1353" y="1539"/>
                <a:chExt cx="258" cy="144"/>
              </a:xfrm>
            </p:grpSpPr>
            <p:sp>
              <p:nvSpPr>
                <p:cNvPr id="17666" name="Rectangle 48">
                  <a:extLst>
                    <a:ext uri="{FF2B5EF4-FFF2-40B4-BE49-F238E27FC236}">
                      <a16:creationId xmlns:a16="http://schemas.microsoft.com/office/drawing/2014/main" id="{224C570F-8898-4FDA-B2BD-5F0E7D80187F}"/>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67" name="Line 49">
                  <a:extLst>
                    <a:ext uri="{FF2B5EF4-FFF2-40B4-BE49-F238E27FC236}">
                      <a16:creationId xmlns:a16="http://schemas.microsoft.com/office/drawing/2014/main" id="{1A5BDF84-D371-4C50-9C93-AA4367C86693}"/>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668" name="Line 50">
                  <a:extLst>
                    <a:ext uri="{FF2B5EF4-FFF2-40B4-BE49-F238E27FC236}">
                      <a16:creationId xmlns:a16="http://schemas.microsoft.com/office/drawing/2014/main" id="{882E34E7-A6B7-438C-BF5C-BEB3BA618F70}"/>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grpSp>
            <p:nvGrpSpPr>
              <p:cNvPr id="34028" name="Group 51">
                <a:extLst>
                  <a:ext uri="{FF2B5EF4-FFF2-40B4-BE49-F238E27FC236}">
                    <a16:creationId xmlns:a16="http://schemas.microsoft.com/office/drawing/2014/main" id="{4921B492-75CD-4B30-8D6F-BAD526BEE3D1}"/>
                  </a:ext>
                </a:extLst>
              </p:cNvPr>
              <p:cNvGrpSpPr>
                <a:grpSpLocks/>
              </p:cNvGrpSpPr>
              <p:nvPr/>
            </p:nvGrpSpPr>
            <p:grpSpPr bwMode="auto">
              <a:xfrm>
                <a:off x="1773" y="1686"/>
                <a:ext cx="258" cy="144"/>
                <a:chOff x="1353" y="1539"/>
                <a:chExt cx="258" cy="144"/>
              </a:xfrm>
            </p:grpSpPr>
            <p:sp>
              <p:nvSpPr>
                <p:cNvPr id="17663" name="Rectangle 52">
                  <a:extLst>
                    <a:ext uri="{FF2B5EF4-FFF2-40B4-BE49-F238E27FC236}">
                      <a16:creationId xmlns:a16="http://schemas.microsoft.com/office/drawing/2014/main" id="{BCF48F08-3DF5-4E61-BB23-9844A24A344D}"/>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64" name="Line 53">
                  <a:extLst>
                    <a:ext uri="{FF2B5EF4-FFF2-40B4-BE49-F238E27FC236}">
                      <a16:creationId xmlns:a16="http://schemas.microsoft.com/office/drawing/2014/main" id="{97B61F7F-FFE8-4AFB-A6E7-B59C709FB3D1}"/>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665" name="Line 54">
                  <a:extLst>
                    <a:ext uri="{FF2B5EF4-FFF2-40B4-BE49-F238E27FC236}">
                      <a16:creationId xmlns:a16="http://schemas.microsoft.com/office/drawing/2014/main" id="{96A652FA-D766-430C-BB89-8CFCABF8E31E}"/>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sp>
            <p:nvSpPr>
              <p:cNvPr id="17646" name="Rectangle 55">
                <a:extLst>
                  <a:ext uri="{FF2B5EF4-FFF2-40B4-BE49-F238E27FC236}">
                    <a16:creationId xmlns:a16="http://schemas.microsoft.com/office/drawing/2014/main" id="{9940A378-3673-4CA2-8EA9-EC761607A163}"/>
                  </a:ext>
                </a:extLst>
              </p:cNvPr>
              <p:cNvSpPr>
                <a:spLocks noChangeArrowheads="1"/>
              </p:cNvSpPr>
              <p:nvPr/>
            </p:nvSpPr>
            <p:spPr bwMode="auto">
              <a:xfrm>
                <a:off x="1611" y="1686"/>
                <a:ext cx="81"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47" name="Rectangle 56">
                <a:extLst>
                  <a:ext uri="{FF2B5EF4-FFF2-40B4-BE49-F238E27FC236}">
                    <a16:creationId xmlns:a16="http://schemas.microsoft.com/office/drawing/2014/main" id="{6A537173-19FB-4244-8DC7-1FE0F53F8D4C}"/>
                  </a:ext>
                </a:extLst>
              </p:cNvPr>
              <p:cNvSpPr>
                <a:spLocks noChangeArrowheads="1"/>
              </p:cNvSpPr>
              <p:nvPr/>
            </p:nvSpPr>
            <p:spPr bwMode="auto">
              <a:xfrm>
                <a:off x="1692" y="1536"/>
                <a:ext cx="81" cy="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48" name="Text Box 57">
                <a:extLst>
                  <a:ext uri="{FF2B5EF4-FFF2-40B4-BE49-F238E27FC236}">
                    <a16:creationId xmlns:a16="http://schemas.microsoft.com/office/drawing/2014/main" id="{CC0E7D72-3FA9-4180-AAA1-B0D352AA5B8A}"/>
                  </a:ext>
                </a:extLst>
              </p:cNvPr>
              <p:cNvSpPr txBox="1">
                <a:spLocks noChangeArrowheads="1"/>
              </p:cNvSpPr>
              <p:nvPr/>
            </p:nvSpPr>
            <p:spPr bwMode="auto">
              <a:xfrm>
                <a:off x="1391"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49" name="Text Box 58">
                <a:extLst>
                  <a:ext uri="{FF2B5EF4-FFF2-40B4-BE49-F238E27FC236}">
                    <a16:creationId xmlns:a16="http://schemas.microsoft.com/office/drawing/2014/main" id="{09A652E7-BF63-4332-9CAD-5A24AEA58E3B}"/>
                  </a:ext>
                </a:extLst>
              </p:cNvPr>
              <p:cNvSpPr txBox="1">
                <a:spLocks noChangeArrowheads="1"/>
              </p:cNvSpPr>
              <p:nvPr/>
            </p:nvSpPr>
            <p:spPr bwMode="auto">
              <a:xfrm>
                <a:off x="1478"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50" name="Text Box 59">
                <a:extLst>
                  <a:ext uri="{FF2B5EF4-FFF2-40B4-BE49-F238E27FC236}">
                    <a16:creationId xmlns:a16="http://schemas.microsoft.com/office/drawing/2014/main" id="{1D8C3E26-C233-481E-9F3A-681BD27BDBC9}"/>
                  </a:ext>
                </a:extLst>
              </p:cNvPr>
              <p:cNvSpPr txBox="1">
                <a:spLocks noChangeArrowheads="1"/>
              </p:cNvSpPr>
              <p:nvPr/>
            </p:nvSpPr>
            <p:spPr bwMode="auto">
              <a:xfrm>
                <a:off x="1652" y="1540"/>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nvGrpSpPr>
              <p:cNvPr id="34034" name="Group 60">
                <a:extLst>
                  <a:ext uri="{FF2B5EF4-FFF2-40B4-BE49-F238E27FC236}">
                    <a16:creationId xmlns:a16="http://schemas.microsoft.com/office/drawing/2014/main" id="{990A59A8-8A9F-47D4-8C84-D4FA77CCFA6E}"/>
                  </a:ext>
                </a:extLst>
              </p:cNvPr>
              <p:cNvGrpSpPr>
                <a:grpSpLocks/>
              </p:cNvGrpSpPr>
              <p:nvPr/>
            </p:nvGrpSpPr>
            <p:grpSpPr bwMode="auto">
              <a:xfrm>
                <a:off x="1565" y="1684"/>
                <a:ext cx="211" cy="157"/>
                <a:chOff x="857" y="1909"/>
                <a:chExt cx="211" cy="157"/>
              </a:xfrm>
            </p:grpSpPr>
            <p:sp>
              <p:nvSpPr>
                <p:cNvPr id="17661" name="Text Box 61">
                  <a:extLst>
                    <a:ext uri="{FF2B5EF4-FFF2-40B4-BE49-F238E27FC236}">
                      <a16:creationId xmlns:a16="http://schemas.microsoft.com/office/drawing/2014/main" id="{56B47AC2-0C09-4D2A-9AC7-E25410A790AD}"/>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62" name="Text Box 62">
                  <a:extLst>
                    <a:ext uri="{FF2B5EF4-FFF2-40B4-BE49-F238E27FC236}">
                      <a16:creationId xmlns:a16="http://schemas.microsoft.com/office/drawing/2014/main" id="{3C3C38EC-E5E0-4DF2-8416-F72EA2E2C179}"/>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34035" name="Group 63">
                <a:extLst>
                  <a:ext uri="{FF2B5EF4-FFF2-40B4-BE49-F238E27FC236}">
                    <a16:creationId xmlns:a16="http://schemas.microsoft.com/office/drawing/2014/main" id="{FA8A6C80-522B-47AF-AFBE-3012377C2912}"/>
                  </a:ext>
                </a:extLst>
              </p:cNvPr>
              <p:cNvGrpSpPr>
                <a:grpSpLocks/>
              </p:cNvGrpSpPr>
              <p:nvPr/>
            </p:nvGrpSpPr>
            <p:grpSpPr bwMode="auto">
              <a:xfrm>
                <a:off x="1730" y="1684"/>
                <a:ext cx="211" cy="157"/>
                <a:chOff x="857" y="1909"/>
                <a:chExt cx="211" cy="157"/>
              </a:xfrm>
            </p:grpSpPr>
            <p:sp>
              <p:nvSpPr>
                <p:cNvPr id="17659" name="Text Box 64">
                  <a:extLst>
                    <a:ext uri="{FF2B5EF4-FFF2-40B4-BE49-F238E27FC236}">
                      <a16:creationId xmlns:a16="http://schemas.microsoft.com/office/drawing/2014/main" id="{535EE94E-9F21-4BB3-9BBC-93318ED649EA}"/>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60" name="Text Box 65">
                  <a:extLst>
                    <a:ext uri="{FF2B5EF4-FFF2-40B4-BE49-F238E27FC236}">
                      <a16:creationId xmlns:a16="http://schemas.microsoft.com/office/drawing/2014/main" id="{707FC5A0-DB4B-4AFC-9EFC-79D6ECFD5A1B}"/>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34036" name="Group 66">
                <a:extLst>
                  <a:ext uri="{FF2B5EF4-FFF2-40B4-BE49-F238E27FC236}">
                    <a16:creationId xmlns:a16="http://schemas.microsoft.com/office/drawing/2014/main" id="{2F318851-8692-4013-83D5-9AEA7FFDDEC0}"/>
                  </a:ext>
                </a:extLst>
              </p:cNvPr>
              <p:cNvGrpSpPr>
                <a:grpSpLocks/>
              </p:cNvGrpSpPr>
              <p:nvPr/>
            </p:nvGrpSpPr>
            <p:grpSpPr bwMode="auto">
              <a:xfrm>
                <a:off x="1808" y="1684"/>
                <a:ext cx="211" cy="157"/>
                <a:chOff x="857" y="1909"/>
                <a:chExt cx="211" cy="157"/>
              </a:xfrm>
            </p:grpSpPr>
            <p:sp>
              <p:nvSpPr>
                <p:cNvPr id="17657" name="Text Box 67">
                  <a:extLst>
                    <a:ext uri="{FF2B5EF4-FFF2-40B4-BE49-F238E27FC236}">
                      <a16:creationId xmlns:a16="http://schemas.microsoft.com/office/drawing/2014/main" id="{D09737DF-2749-40E6-A64D-1F4244596ED7}"/>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58" name="Text Box 68">
                  <a:extLst>
                    <a:ext uri="{FF2B5EF4-FFF2-40B4-BE49-F238E27FC236}">
                      <a16:creationId xmlns:a16="http://schemas.microsoft.com/office/drawing/2014/main" id="{BB5B4C4F-B608-459B-ACFA-1CFD3B523B3C}"/>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34037" name="Group 69">
                <a:extLst>
                  <a:ext uri="{FF2B5EF4-FFF2-40B4-BE49-F238E27FC236}">
                    <a16:creationId xmlns:a16="http://schemas.microsoft.com/office/drawing/2014/main" id="{7C6A0294-F2C5-452B-8ACD-C398298DD9C8}"/>
                  </a:ext>
                </a:extLst>
              </p:cNvPr>
              <p:cNvGrpSpPr>
                <a:grpSpLocks/>
              </p:cNvGrpSpPr>
              <p:nvPr/>
            </p:nvGrpSpPr>
            <p:grpSpPr bwMode="auto">
              <a:xfrm>
                <a:off x="1892" y="1681"/>
                <a:ext cx="211" cy="157"/>
                <a:chOff x="857" y="1909"/>
                <a:chExt cx="211" cy="157"/>
              </a:xfrm>
            </p:grpSpPr>
            <p:sp>
              <p:nvSpPr>
                <p:cNvPr id="17655" name="Text Box 70">
                  <a:extLst>
                    <a:ext uri="{FF2B5EF4-FFF2-40B4-BE49-F238E27FC236}">
                      <a16:creationId xmlns:a16="http://schemas.microsoft.com/office/drawing/2014/main" id="{ACF1E464-C049-4FBC-A4D2-246DCF7ACD64}"/>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56" name="Text Box 71">
                  <a:extLst>
                    <a:ext uri="{FF2B5EF4-FFF2-40B4-BE49-F238E27FC236}">
                      <a16:creationId xmlns:a16="http://schemas.microsoft.com/office/drawing/2014/main" id="{2455452E-917E-4131-914A-9B7C63D12B17}"/>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grpSp>
      <p:grpSp>
        <p:nvGrpSpPr>
          <p:cNvPr id="404556" name="Group 76">
            <a:extLst>
              <a:ext uri="{FF2B5EF4-FFF2-40B4-BE49-F238E27FC236}">
                <a16:creationId xmlns:a16="http://schemas.microsoft.com/office/drawing/2014/main" id="{64C01FD4-A564-4513-95A3-92D768C97769}"/>
              </a:ext>
            </a:extLst>
          </p:cNvPr>
          <p:cNvGrpSpPr>
            <a:grpSpLocks/>
          </p:cNvGrpSpPr>
          <p:nvPr/>
        </p:nvGrpSpPr>
        <p:grpSpPr bwMode="auto">
          <a:xfrm>
            <a:off x="6461125" y="1830388"/>
            <a:ext cx="1254125" cy="487362"/>
            <a:chOff x="1313" y="1534"/>
            <a:chExt cx="790" cy="307"/>
          </a:xfrm>
        </p:grpSpPr>
        <p:sp>
          <p:nvSpPr>
            <p:cNvPr id="17614" name="Text Box 77">
              <a:extLst>
                <a:ext uri="{FF2B5EF4-FFF2-40B4-BE49-F238E27FC236}">
                  <a16:creationId xmlns:a16="http://schemas.microsoft.com/office/drawing/2014/main" id="{0D4B22AE-C3E5-41BA-BAA1-63E0DF05C7ED}"/>
                </a:ext>
              </a:extLst>
            </p:cNvPr>
            <p:cNvSpPr txBox="1">
              <a:spLocks noChangeArrowheads="1"/>
            </p:cNvSpPr>
            <p:nvPr/>
          </p:nvSpPr>
          <p:spPr bwMode="auto">
            <a:xfrm>
              <a:off x="1313"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nvGrpSpPr>
            <p:cNvPr id="33998" name="Group 78">
              <a:extLst>
                <a:ext uri="{FF2B5EF4-FFF2-40B4-BE49-F238E27FC236}">
                  <a16:creationId xmlns:a16="http://schemas.microsoft.com/office/drawing/2014/main" id="{24CFAEF2-A236-4F47-A72B-DF02E2003D7E}"/>
                </a:ext>
              </a:extLst>
            </p:cNvPr>
            <p:cNvGrpSpPr>
              <a:grpSpLocks/>
            </p:cNvGrpSpPr>
            <p:nvPr/>
          </p:nvGrpSpPr>
          <p:grpSpPr bwMode="auto">
            <a:xfrm>
              <a:off x="1353" y="1539"/>
              <a:ext cx="258" cy="147"/>
              <a:chOff x="1353" y="1539"/>
              <a:chExt cx="258" cy="144"/>
            </a:xfrm>
          </p:grpSpPr>
          <p:sp>
            <p:nvSpPr>
              <p:cNvPr id="17637" name="Rectangle 79">
                <a:extLst>
                  <a:ext uri="{FF2B5EF4-FFF2-40B4-BE49-F238E27FC236}">
                    <a16:creationId xmlns:a16="http://schemas.microsoft.com/office/drawing/2014/main" id="{37CD8AA3-B0A3-43CA-83C8-D3A6152D4961}"/>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38" name="Line 80">
                <a:extLst>
                  <a:ext uri="{FF2B5EF4-FFF2-40B4-BE49-F238E27FC236}">
                    <a16:creationId xmlns:a16="http://schemas.microsoft.com/office/drawing/2014/main" id="{C3F5735F-B246-486D-8537-28787A43C806}"/>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639" name="Line 81">
                <a:extLst>
                  <a:ext uri="{FF2B5EF4-FFF2-40B4-BE49-F238E27FC236}">
                    <a16:creationId xmlns:a16="http://schemas.microsoft.com/office/drawing/2014/main" id="{F914A627-864B-458E-8438-1727835A1642}"/>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grpSp>
          <p:nvGrpSpPr>
            <p:cNvPr id="33999" name="Group 82">
              <a:extLst>
                <a:ext uri="{FF2B5EF4-FFF2-40B4-BE49-F238E27FC236}">
                  <a16:creationId xmlns:a16="http://schemas.microsoft.com/office/drawing/2014/main" id="{7039E829-31F9-4B4B-93A4-47EF746AD923}"/>
                </a:ext>
              </a:extLst>
            </p:cNvPr>
            <p:cNvGrpSpPr>
              <a:grpSpLocks/>
            </p:cNvGrpSpPr>
            <p:nvPr/>
          </p:nvGrpSpPr>
          <p:grpSpPr bwMode="auto">
            <a:xfrm>
              <a:off x="1773" y="1686"/>
              <a:ext cx="258" cy="144"/>
              <a:chOff x="1353" y="1539"/>
              <a:chExt cx="258" cy="144"/>
            </a:xfrm>
          </p:grpSpPr>
          <p:sp>
            <p:nvSpPr>
              <p:cNvPr id="17634" name="Rectangle 83">
                <a:extLst>
                  <a:ext uri="{FF2B5EF4-FFF2-40B4-BE49-F238E27FC236}">
                    <a16:creationId xmlns:a16="http://schemas.microsoft.com/office/drawing/2014/main" id="{BF55EAD4-DFBC-45BE-A8EB-DF4F0405047D}"/>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35" name="Line 84">
                <a:extLst>
                  <a:ext uri="{FF2B5EF4-FFF2-40B4-BE49-F238E27FC236}">
                    <a16:creationId xmlns:a16="http://schemas.microsoft.com/office/drawing/2014/main" id="{32B4CFDB-262C-4F06-8506-5057B06E99F9}"/>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636" name="Line 85">
                <a:extLst>
                  <a:ext uri="{FF2B5EF4-FFF2-40B4-BE49-F238E27FC236}">
                    <a16:creationId xmlns:a16="http://schemas.microsoft.com/office/drawing/2014/main" id="{8227BED7-78B1-457A-8233-2FE7D656A1AE}"/>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sp>
          <p:nvSpPr>
            <p:cNvPr id="17617" name="Rectangle 86">
              <a:extLst>
                <a:ext uri="{FF2B5EF4-FFF2-40B4-BE49-F238E27FC236}">
                  <a16:creationId xmlns:a16="http://schemas.microsoft.com/office/drawing/2014/main" id="{6F348EF3-4E6E-4262-8BBB-DD0567AD0BFE}"/>
                </a:ext>
              </a:extLst>
            </p:cNvPr>
            <p:cNvSpPr>
              <a:spLocks noChangeArrowheads="1"/>
            </p:cNvSpPr>
            <p:nvPr/>
          </p:nvSpPr>
          <p:spPr bwMode="auto">
            <a:xfrm>
              <a:off x="1611" y="1686"/>
              <a:ext cx="81"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18" name="Rectangle 87">
              <a:extLst>
                <a:ext uri="{FF2B5EF4-FFF2-40B4-BE49-F238E27FC236}">
                  <a16:creationId xmlns:a16="http://schemas.microsoft.com/office/drawing/2014/main" id="{DAD91D2E-F004-45E4-8D99-2F826EA367A9}"/>
                </a:ext>
              </a:extLst>
            </p:cNvPr>
            <p:cNvSpPr>
              <a:spLocks noChangeArrowheads="1"/>
            </p:cNvSpPr>
            <p:nvPr/>
          </p:nvSpPr>
          <p:spPr bwMode="auto">
            <a:xfrm>
              <a:off x="1692" y="1536"/>
              <a:ext cx="81" cy="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19" name="Text Box 88">
              <a:extLst>
                <a:ext uri="{FF2B5EF4-FFF2-40B4-BE49-F238E27FC236}">
                  <a16:creationId xmlns:a16="http://schemas.microsoft.com/office/drawing/2014/main" id="{182E8051-BE52-4EB3-9C8E-6DF505610945}"/>
                </a:ext>
              </a:extLst>
            </p:cNvPr>
            <p:cNvSpPr txBox="1">
              <a:spLocks noChangeArrowheads="1"/>
            </p:cNvSpPr>
            <p:nvPr/>
          </p:nvSpPr>
          <p:spPr bwMode="auto">
            <a:xfrm>
              <a:off x="1391"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20" name="Text Box 89">
              <a:extLst>
                <a:ext uri="{FF2B5EF4-FFF2-40B4-BE49-F238E27FC236}">
                  <a16:creationId xmlns:a16="http://schemas.microsoft.com/office/drawing/2014/main" id="{B82511AD-8DDC-40E0-875C-A367EACD9294}"/>
                </a:ext>
              </a:extLst>
            </p:cNvPr>
            <p:cNvSpPr txBox="1">
              <a:spLocks noChangeArrowheads="1"/>
            </p:cNvSpPr>
            <p:nvPr/>
          </p:nvSpPr>
          <p:spPr bwMode="auto">
            <a:xfrm>
              <a:off x="1478"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21" name="Text Box 90">
              <a:extLst>
                <a:ext uri="{FF2B5EF4-FFF2-40B4-BE49-F238E27FC236}">
                  <a16:creationId xmlns:a16="http://schemas.microsoft.com/office/drawing/2014/main" id="{7D707004-982E-4A37-8479-B97F13AC5761}"/>
                </a:ext>
              </a:extLst>
            </p:cNvPr>
            <p:cNvSpPr txBox="1">
              <a:spLocks noChangeArrowheads="1"/>
            </p:cNvSpPr>
            <p:nvPr/>
          </p:nvSpPr>
          <p:spPr bwMode="auto">
            <a:xfrm>
              <a:off x="1652" y="1540"/>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nvGrpSpPr>
            <p:cNvPr id="34005" name="Group 91">
              <a:extLst>
                <a:ext uri="{FF2B5EF4-FFF2-40B4-BE49-F238E27FC236}">
                  <a16:creationId xmlns:a16="http://schemas.microsoft.com/office/drawing/2014/main" id="{0B68506F-9BC0-4B9F-9963-59229976B479}"/>
                </a:ext>
              </a:extLst>
            </p:cNvPr>
            <p:cNvGrpSpPr>
              <a:grpSpLocks/>
            </p:cNvGrpSpPr>
            <p:nvPr/>
          </p:nvGrpSpPr>
          <p:grpSpPr bwMode="auto">
            <a:xfrm>
              <a:off x="1565" y="1684"/>
              <a:ext cx="211" cy="157"/>
              <a:chOff x="857" y="1909"/>
              <a:chExt cx="211" cy="157"/>
            </a:xfrm>
          </p:grpSpPr>
          <p:sp>
            <p:nvSpPr>
              <p:cNvPr id="17632" name="Text Box 92">
                <a:extLst>
                  <a:ext uri="{FF2B5EF4-FFF2-40B4-BE49-F238E27FC236}">
                    <a16:creationId xmlns:a16="http://schemas.microsoft.com/office/drawing/2014/main" id="{6ACB4569-F327-4FDB-A61E-0C32B1DFD4B3}"/>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33" name="Text Box 93">
                <a:extLst>
                  <a:ext uri="{FF2B5EF4-FFF2-40B4-BE49-F238E27FC236}">
                    <a16:creationId xmlns:a16="http://schemas.microsoft.com/office/drawing/2014/main" id="{E4FB8A13-D085-445B-80F8-A5BE8A431527}"/>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34006" name="Group 94">
              <a:extLst>
                <a:ext uri="{FF2B5EF4-FFF2-40B4-BE49-F238E27FC236}">
                  <a16:creationId xmlns:a16="http://schemas.microsoft.com/office/drawing/2014/main" id="{812EA7D3-62A7-4FE6-8B83-C524AFBF709B}"/>
                </a:ext>
              </a:extLst>
            </p:cNvPr>
            <p:cNvGrpSpPr>
              <a:grpSpLocks/>
            </p:cNvGrpSpPr>
            <p:nvPr/>
          </p:nvGrpSpPr>
          <p:grpSpPr bwMode="auto">
            <a:xfrm>
              <a:off x="1730" y="1684"/>
              <a:ext cx="211" cy="157"/>
              <a:chOff x="857" y="1909"/>
              <a:chExt cx="211" cy="157"/>
            </a:xfrm>
          </p:grpSpPr>
          <p:sp>
            <p:nvSpPr>
              <p:cNvPr id="17630" name="Text Box 95">
                <a:extLst>
                  <a:ext uri="{FF2B5EF4-FFF2-40B4-BE49-F238E27FC236}">
                    <a16:creationId xmlns:a16="http://schemas.microsoft.com/office/drawing/2014/main" id="{B9A5D3E2-7C35-4162-9EDC-43B3468A1D96}"/>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31" name="Text Box 96">
                <a:extLst>
                  <a:ext uri="{FF2B5EF4-FFF2-40B4-BE49-F238E27FC236}">
                    <a16:creationId xmlns:a16="http://schemas.microsoft.com/office/drawing/2014/main" id="{CA2978D6-3E48-46E1-9752-7E9D18B5631F}"/>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34007" name="Group 97">
              <a:extLst>
                <a:ext uri="{FF2B5EF4-FFF2-40B4-BE49-F238E27FC236}">
                  <a16:creationId xmlns:a16="http://schemas.microsoft.com/office/drawing/2014/main" id="{06ECA397-A5E0-4FD2-9011-D4E454461F19}"/>
                </a:ext>
              </a:extLst>
            </p:cNvPr>
            <p:cNvGrpSpPr>
              <a:grpSpLocks/>
            </p:cNvGrpSpPr>
            <p:nvPr/>
          </p:nvGrpSpPr>
          <p:grpSpPr bwMode="auto">
            <a:xfrm>
              <a:off x="1808" y="1684"/>
              <a:ext cx="211" cy="157"/>
              <a:chOff x="857" y="1909"/>
              <a:chExt cx="211" cy="157"/>
            </a:xfrm>
          </p:grpSpPr>
          <p:sp>
            <p:nvSpPr>
              <p:cNvPr id="17628" name="Text Box 98">
                <a:extLst>
                  <a:ext uri="{FF2B5EF4-FFF2-40B4-BE49-F238E27FC236}">
                    <a16:creationId xmlns:a16="http://schemas.microsoft.com/office/drawing/2014/main" id="{4399E118-1BB8-4C54-8E0E-C4606B7D8DE2}"/>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29" name="Text Box 99">
                <a:extLst>
                  <a:ext uri="{FF2B5EF4-FFF2-40B4-BE49-F238E27FC236}">
                    <a16:creationId xmlns:a16="http://schemas.microsoft.com/office/drawing/2014/main" id="{8AE65E48-5683-4FAD-8B11-AB272795D510}"/>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34008" name="Group 100">
              <a:extLst>
                <a:ext uri="{FF2B5EF4-FFF2-40B4-BE49-F238E27FC236}">
                  <a16:creationId xmlns:a16="http://schemas.microsoft.com/office/drawing/2014/main" id="{5778BBBE-835D-4413-A46B-490274FE9CD4}"/>
                </a:ext>
              </a:extLst>
            </p:cNvPr>
            <p:cNvGrpSpPr>
              <a:grpSpLocks/>
            </p:cNvGrpSpPr>
            <p:nvPr/>
          </p:nvGrpSpPr>
          <p:grpSpPr bwMode="auto">
            <a:xfrm>
              <a:off x="1892" y="1681"/>
              <a:ext cx="211" cy="157"/>
              <a:chOff x="857" y="1909"/>
              <a:chExt cx="211" cy="157"/>
            </a:xfrm>
          </p:grpSpPr>
          <p:sp>
            <p:nvSpPr>
              <p:cNvPr id="17626" name="Text Box 101">
                <a:extLst>
                  <a:ext uri="{FF2B5EF4-FFF2-40B4-BE49-F238E27FC236}">
                    <a16:creationId xmlns:a16="http://schemas.microsoft.com/office/drawing/2014/main" id="{8D222DBB-F603-4D3C-B07C-C1B7279E9492}"/>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27" name="Text Box 102">
                <a:extLst>
                  <a:ext uri="{FF2B5EF4-FFF2-40B4-BE49-F238E27FC236}">
                    <a16:creationId xmlns:a16="http://schemas.microsoft.com/office/drawing/2014/main" id="{E3F7163E-2288-4D5B-95C1-7C7850558CA4}"/>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grpSp>
        <p:nvGrpSpPr>
          <p:cNvPr id="404616" name="Group 136">
            <a:extLst>
              <a:ext uri="{FF2B5EF4-FFF2-40B4-BE49-F238E27FC236}">
                <a16:creationId xmlns:a16="http://schemas.microsoft.com/office/drawing/2014/main" id="{41E8E27F-A6B2-4AF8-9EAC-A07347864820}"/>
              </a:ext>
            </a:extLst>
          </p:cNvPr>
          <p:cNvGrpSpPr>
            <a:grpSpLocks/>
          </p:cNvGrpSpPr>
          <p:nvPr/>
        </p:nvGrpSpPr>
        <p:grpSpPr bwMode="auto">
          <a:xfrm>
            <a:off x="5360988" y="1830388"/>
            <a:ext cx="1249362" cy="487362"/>
            <a:chOff x="4928" y="1534"/>
            <a:chExt cx="787" cy="307"/>
          </a:xfrm>
        </p:grpSpPr>
        <p:grpSp>
          <p:nvGrpSpPr>
            <p:cNvPr id="33966" name="Group 134">
              <a:extLst>
                <a:ext uri="{FF2B5EF4-FFF2-40B4-BE49-F238E27FC236}">
                  <a16:creationId xmlns:a16="http://schemas.microsoft.com/office/drawing/2014/main" id="{0EC91703-600E-4D49-90F4-C7AF73610582}"/>
                </a:ext>
              </a:extLst>
            </p:cNvPr>
            <p:cNvGrpSpPr>
              <a:grpSpLocks/>
            </p:cNvGrpSpPr>
            <p:nvPr/>
          </p:nvGrpSpPr>
          <p:grpSpPr bwMode="auto">
            <a:xfrm>
              <a:off x="5354" y="1534"/>
              <a:ext cx="361" cy="154"/>
              <a:chOff x="5009" y="1132"/>
              <a:chExt cx="361" cy="154"/>
            </a:xfrm>
          </p:grpSpPr>
          <p:sp>
            <p:nvSpPr>
              <p:cNvPr id="17607" name="Text Box 104">
                <a:extLst>
                  <a:ext uri="{FF2B5EF4-FFF2-40B4-BE49-F238E27FC236}">
                    <a16:creationId xmlns:a16="http://schemas.microsoft.com/office/drawing/2014/main" id="{E868A61A-143D-441D-9759-28A7D2A874FE}"/>
                  </a:ext>
                </a:extLst>
              </p:cNvPr>
              <p:cNvSpPr txBox="1">
                <a:spLocks noChangeArrowheads="1"/>
              </p:cNvSpPr>
              <p:nvPr/>
            </p:nvSpPr>
            <p:spPr bwMode="auto">
              <a:xfrm>
                <a:off x="5009" y="113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nvGrpSpPr>
              <p:cNvPr id="33991" name="Group 105">
                <a:extLst>
                  <a:ext uri="{FF2B5EF4-FFF2-40B4-BE49-F238E27FC236}">
                    <a16:creationId xmlns:a16="http://schemas.microsoft.com/office/drawing/2014/main" id="{30684DB4-FA7A-4BA0-9B91-120DE8EDCE14}"/>
                  </a:ext>
                </a:extLst>
              </p:cNvPr>
              <p:cNvGrpSpPr>
                <a:grpSpLocks/>
              </p:cNvGrpSpPr>
              <p:nvPr/>
            </p:nvGrpSpPr>
            <p:grpSpPr bwMode="auto">
              <a:xfrm>
                <a:off x="5049" y="1137"/>
                <a:ext cx="258" cy="147"/>
                <a:chOff x="1353" y="1539"/>
                <a:chExt cx="258" cy="144"/>
              </a:xfrm>
            </p:grpSpPr>
            <p:sp>
              <p:nvSpPr>
                <p:cNvPr id="17611" name="Rectangle 106">
                  <a:extLst>
                    <a:ext uri="{FF2B5EF4-FFF2-40B4-BE49-F238E27FC236}">
                      <a16:creationId xmlns:a16="http://schemas.microsoft.com/office/drawing/2014/main" id="{FB765E38-416A-4DA7-9FE0-0741FE8140D0}"/>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12" name="Line 107">
                  <a:extLst>
                    <a:ext uri="{FF2B5EF4-FFF2-40B4-BE49-F238E27FC236}">
                      <a16:creationId xmlns:a16="http://schemas.microsoft.com/office/drawing/2014/main" id="{387DEC0D-7905-4086-BB26-0E4EE99B5428}"/>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613" name="Line 108">
                  <a:extLst>
                    <a:ext uri="{FF2B5EF4-FFF2-40B4-BE49-F238E27FC236}">
                      <a16:creationId xmlns:a16="http://schemas.microsoft.com/office/drawing/2014/main" id="{2D698A6A-F8F0-45EC-A379-8420118607EA}"/>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sp>
            <p:nvSpPr>
              <p:cNvPr id="17609" name="Text Box 115">
                <a:extLst>
                  <a:ext uri="{FF2B5EF4-FFF2-40B4-BE49-F238E27FC236}">
                    <a16:creationId xmlns:a16="http://schemas.microsoft.com/office/drawing/2014/main" id="{18D121DB-23A2-4E09-A08B-1E6F9D310DCC}"/>
                  </a:ext>
                </a:extLst>
              </p:cNvPr>
              <p:cNvSpPr txBox="1">
                <a:spLocks noChangeArrowheads="1"/>
              </p:cNvSpPr>
              <p:nvPr/>
            </p:nvSpPr>
            <p:spPr bwMode="auto">
              <a:xfrm>
                <a:off x="5087" y="113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10" name="Text Box 116">
                <a:extLst>
                  <a:ext uri="{FF2B5EF4-FFF2-40B4-BE49-F238E27FC236}">
                    <a16:creationId xmlns:a16="http://schemas.microsoft.com/office/drawing/2014/main" id="{E35EB49D-D195-415D-A9C3-F1CC003B6710}"/>
                  </a:ext>
                </a:extLst>
              </p:cNvPr>
              <p:cNvSpPr txBox="1">
                <a:spLocks noChangeArrowheads="1"/>
              </p:cNvSpPr>
              <p:nvPr/>
            </p:nvSpPr>
            <p:spPr bwMode="auto">
              <a:xfrm>
                <a:off x="5174" y="113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grpSp>
          <p:nvGrpSpPr>
            <p:cNvPr id="33967" name="Group 135">
              <a:extLst>
                <a:ext uri="{FF2B5EF4-FFF2-40B4-BE49-F238E27FC236}">
                  <a16:creationId xmlns:a16="http://schemas.microsoft.com/office/drawing/2014/main" id="{9ACA658C-861E-4120-9BCC-3317F125A31F}"/>
                </a:ext>
              </a:extLst>
            </p:cNvPr>
            <p:cNvGrpSpPr>
              <a:grpSpLocks/>
            </p:cNvGrpSpPr>
            <p:nvPr/>
          </p:nvGrpSpPr>
          <p:grpSpPr bwMode="auto">
            <a:xfrm>
              <a:off x="4928" y="1536"/>
              <a:ext cx="550" cy="305"/>
              <a:chOff x="5114" y="1518"/>
              <a:chExt cx="550" cy="305"/>
            </a:xfrm>
          </p:grpSpPr>
          <p:grpSp>
            <p:nvGrpSpPr>
              <p:cNvPr id="33968" name="Group 133">
                <a:extLst>
                  <a:ext uri="{FF2B5EF4-FFF2-40B4-BE49-F238E27FC236}">
                    <a16:creationId xmlns:a16="http://schemas.microsoft.com/office/drawing/2014/main" id="{58AB0B03-6099-487C-9752-724F941E9D7A}"/>
                  </a:ext>
                </a:extLst>
              </p:cNvPr>
              <p:cNvGrpSpPr>
                <a:grpSpLocks/>
              </p:cNvGrpSpPr>
              <p:nvPr/>
            </p:nvGrpSpPr>
            <p:grpSpPr bwMode="auto">
              <a:xfrm>
                <a:off x="5375" y="1518"/>
                <a:ext cx="196" cy="158"/>
                <a:chOff x="5378" y="1518"/>
                <a:chExt cx="196" cy="158"/>
              </a:xfrm>
            </p:grpSpPr>
            <p:sp>
              <p:nvSpPr>
                <p:cNvPr id="17605" name="Rectangle 114">
                  <a:extLst>
                    <a:ext uri="{FF2B5EF4-FFF2-40B4-BE49-F238E27FC236}">
                      <a16:creationId xmlns:a16="http://schemas.microsoft.com/office/drawing/2014/main" id="{566C66C5-5946-4406-B2EB-93E14A47F82C}"/>
                    </a:ext>
                  </a:extLst>
                </p:cNvPr>
                <p:cNvSpPr>
                  <a:spLocks noChangeArrowheads="1"/>
                </p:cNvSpPr>
                <p:nvPr/>
              </p:nvSpPr>
              <p:spPr bwMode="auto">
                <a:xfrm>
                  <a:off x="5418" y="1518"/>
                  <a:ext cx="81" cy="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06" name="Text Box 117">
                  <a:extLst>
                    <a:ext uri="{FF2B5EF4-FFF2-40B4-BE49-F238E27FC236}">
                      <a16:creationId xmlns:a16="http://schemas.microsoft.com/office/drawing/2014/main" id="{1EB41850-7611-4602-A449-30B575989476}"/>
                    </a:ext>
                  </a:extLst>
                </p:cNvPr>
                <p:cNvSpPr txBox="1">
                  <a:spLocks noChangeArrowheads="1"/>
                </p:cNvSpPr>
                <p:nvPr/>
              </p:nvSpPr>
              <p:spPr bwMode="auto">
                <a:xfrm>
                  <a:off x="5378" y="152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grpSp>
            <p:nvGrpSpPr>
              <p:cNvPr id="33969" name="Group 132">
                <a:extLst>
                  <a:ext uri="{FF2B5EF4-FFF2-40B4-BE49-F238E27FC236}">
                    <a16:creationId xmlns:a16="http://schemas.microsoft.com/office/drawing/2014/main" id="{676F2B32-91C5-436C-8A3D-850555A3579A}"/>
                  </a:ext>
                </a:extLst>
              </p:cNvPr>
              <p:cNvGrpSpPr>
                <a:grpSpLocks/>
              </p:cNvGrpSpPr>
              <p:nvPr/>
            </p:nvGrpSpPr>
            <p:grpSpPr bwMode="auto">
              <a:xfrm>
                <a:off x="5453" y="1666"/>
                <a:ext cx="211" cy="157"/>
                <a:chOff x="5261" y="1282"/>
                <a:chExt cx="211" cy="157"/>
              </a:xfrm>
            </p:grpSpPr>
            <p:sp>
              <p:nvSpPr>
                <p:cNvPr id="17601" name="Rectangle 113">
                  <a:extLst>
                    <a:ext uri="{FF2B5EF4-FFF2-40B4-BE49-F238E27FC236}">
                      <a16:creationId xmlns:a16="http://schemas.microsoft.com/office/drawing/2014/main" id="{15F80D7B-DEF3-4A7A-A422-D4A7C9C28DF0}"/>
                    </a:ext>
                  </a:extLst>
                </p:cNvPr>
                <p:cNvSpPr>
                  <a:spLocks noChangeArrowheads="1"/>
                </p:cNvSpPr>
                <p:nvPr/>
              </p:nvSpPr>
              <p:spPr bwMode="auto">
                <a:xfrm>
                  <a:off x="5307" y="1284"/>
                  <a:ext cx="81"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grpSp>
              <p:nvGrpSpPr>
                <p:cNvPr id="33985" name="Group 118">
                  <a:extLst>
                    <a:ext uri="{FF2B5EF4-FFF2-40B4-BE49-F238E27FC236}">
                      <a16:creationId xmlns:a16="http://schemas.microsoft.com/office/drawing/2014/main" id="{0ADD62D5-137A-4CBE-9748-DA70B1FB0E22}"/>
                    </a:ext>
                  </a:extLst>
                </p:cNvPr>
                <p:cNvGrpSpPr>
                  <a:grpSpLocks/>
                </p:cNvGrpSpPr>
                <p:nvPr/>
              </p:nvGrpSpPr>
              <p:grpSpPr bwMode="auto">
                <a:xfrm>
                  <a:off x="5261" y="1282"/>
                  <a:ext cx="211" cy="157"/>
                  <a:chOff x="857" y="1909"/>
                  <a:chExt cx="211" cy="157"/>
                </a:xfrm>
              </p:grpSpPr>
              <p:sp>
                <p:nvSpPr>
                  <p:cNvPr id="17603" name="Text Box 119">
                    <a:extLst>
                      <a:ext uri="{FF2B5EF4-FFF2-40B4-BE49-F238E27FC236}">
                        <a16:creationId xmlns:a16="http://schemas.microsoft.com/office/drawing/2014/main" id="{F402D7C8-C27B-4360-86F4-F75544E39578}"/>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04" name="Text Box 120">
                    <a:extLst>
                      <a:ext uri="{FF2B5EF4-FFF2-40B4-BE49-F238E27FC236}">
                        <a16:creationId xmlns:a16="http://schemas.microsoft.com/office/drawing/2014/main" id="{1FEDEB94-1649-4A3C-87A0-6347AF5C88FD}"/>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grpSp>
            <p:nvGrpSpPr>
              <p:cNvPr id="33970" name="Group 131">
                <a:extLst>
                  <a:ext uri="{FF2B5EF4-FFF2-40B4-BE49-F238E27FC236}">
                    <a16:creationId xmlns:a16="http://schemas.microsoft.com/office/drawing/2014/main" id="{5365B96D-D753-424B-805D-6EC4AA99D9F6}"/>
                  </a:ext>
                </a:extLst>
              </p:cNvPr>
              <p:cNvGrpSpPr>
                <a:grpSpLocks/>
              </p:cNvGrpSpPr>
              <p:nvPr/>
            </p:nvGrpSpPr>
            <p:grpSpPr bwMode="auto">
              <a:xfrm>
                <a:off x="5114" y="1663"/>
                <a:ext cx="373" cy="160"/>
                <a:chOff x="5426" y="1279"/>
                <a:chExt cx="373" cy="160"/>
              </a:xfrm>
            </p:grpSpPr>
            <p:grpSp>
              <p:nvGrpSpPr>
                <p:cNvPr id="33971" name="Group 109">
                  <a:extLst>
                    <a:ext uri="{FF2B5EF4-FFF2-40B4-BE49-F238E27FC236}">
                      <a16:creationId xmlns:a16="http://schemas.microsoft.com/office/drawing/2014/main" id="{3A6327BB-2650-4A11-AFAC-2EDAABD0C341}"/>
                    </a:ext>
                  </a:extLst>
                </p:cNvPr>
                <p:cNvGrpSpPr>
                  <a:grpSpLocks/>
                </p:cNvGrpSpPr>
                <p:nvPr/>
              </p:nvGrpSpPr>
              <p:grpSpPr bwMode="auto">
                <a:xfrm>
                  <a:off x="5469" y="1284"/>
                  <a:ext cx="258" cy="144"/>
                  <a:chOff x="1353" y="1539"/>
                  <a:chExt cx="258" cy="144"/>
                </a:xfrm>
              </p:grpSpPr>
              <p:sp>
                <p:nvSpPr>
                  <p:cNvPr id="17598" name="Rectangle 110">
                    <a:extLst>
                      <a:ext uri="{FF2B5EF4-FFF2-40B4-BE49-F238E27FC236}">
                        <a16:creationId xmlns:a16="http://schemas.microsoft.com/office/drawing/2014/main" id="{EB756A19-3444-46C8-AFD5-99D8946524FD}"/>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599" name="Line 111">
                    <a:extLst>
                      <a:ext uri="{FF2B5EF4-FFF2-40B4-BE49-F238E27FC236}">
                        <a16:creationId xmlns:a16="http://schemas.microsoft.com/office/drawing/2014/main" id="{807942C6-49D9-40B5-9A99-C10B9A062118}"/>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600" name="Line 112">
                    <a:extLst>
                      <a:ext uri="{FF2B5EF4-FFF2-40B4-BE49-F238E27FC236}">
                        <a16:creationId xmlns:a16="http://schemas.microsoft.com/office/drawing/2014/main" id="{D1C19A0E-AD2A-4B4D-9216-80E75E0EBD66}"/>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grpSp>
              <p:nvGrpSpPr>
                <p:cNvPr id="33972" name="Group 121">
                  <a:extLst>
                    <a:ext uri="{FF2B5EF4-FFF2-40B4-BE49-F238E27FC236}">
                      <a16:creationId xmlns:a16="http://schemas.microsoft.com/office/drawing/2014/main" id="{C629A720-9F02-4520-85AE-334F25680E81}"/>
                    </a:ext>
                  </a:extLst>
                </p:cNvPr>
                <p:cNvGrpSpPr>
                  <a:grpSpLocks/>
                </p:cNvGrpSpPr>
                <p:nvPr/>
              </p:nvGrpSpPr>
              <p:grpSpPr bwMode="auto">
                <a:xfrm>
                  <a:off x="5426" y="1282"/>
                  <a:ext cx="211" cy="157"/>
                  <a:chOff x="857" y="1909"/>
                  <a:chExt cx="211" cy="157"/>
                </a:xfrm>
              </p:grpSpPr>
              <p:sp>
                <p:nvSpPr>
                  <p:cNvPr id="17596" name="Text Box 122">
                    <a:extLst>
                      <a:ext uri="{FF2B5EF4-FFF2-40B4-BE49-F238E27FC236}">
                        <a16:creationId xmlns:a16="http://schemas.microsoft.com/office/drawing/2014/main" id="{723AAD64-AFB5-4B45-B9CE-2DA7727679B3}"/>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97" name="Text Box 123">
                    <a:extLst>
                      <a:ext uri="{FF2B5EF4-FFF2-40B4-BE49-F238E27FC236}">
                        <a16:creationId xmlns:a16="http://schemas.microsoft.com/office/drawing/2014/main" id="{40841A7C-7D7F-4ED8-9514-014AE4AE5BE6}"/>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33973" name="Group 124">
                  <a:extLst>
                    <a:ext uri="{FF2B5EF4-FFF2-40B4-BE49-F238E27FC236}">
                      <a16:creationId xmlns:a16="http://schemas.microsoft.com/office/drawing/2014/main" id="{B2C12518-B2E7-4149-8369-FFB54284596D}"/>
                    </a:ext>
                  </a:extLst>
                </p:cNvPr>
                <p:cNvGrpSpPr>
                  <a:grpSpLocks/>
                </p:cNvGrpSpPr>
                <p:nvPr/>
              </p:nvGrpSpPr>
              <p:grpSpPr bwMode="auto">
                <a:xfrm>
                  <a:off x="5504" y="1282"/>
                  <a:ext cx="211" cy="157"/>
                  <a:chOff x="857" y="1909"/>
                  <a:chExt cx="211" cy="157"/>
                </a:xfrm>
              </p:grpSpPr>
              <p:sp>
                <p:nvSpPr>
                  <p:cNvPr id="17594" name="Text Box 125">
                    <a:extLst>
                      <a:ext uri="{FF2B5EF4-FFF2-40B4-BE49-F238E27FC236}">
                        <a16:creationId xmlns:a16="http://schemas.microsoft.com/office/drawing/2014/main" id="{9F3F93AD-9274-4C1B-B6AD-7281865B4D9F}"/>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95" name="Text Box 126">
                    <a:extLst>
                      <a:ext uri="{FF2B5EF4-FFF2-40B4-BE49-F238E27FC236}">
                        <a16:creationId xmlns:a16="http://schemas.microsoft.com/office/drawing/2014/main" id="{DAB09978-2481-40D1-84EC-45730703C9F2}"/>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33974" name="Group 127">
                  <a:extLst>
                    <a:ext uri="{FF2B5EF4-FFF2-40B4-BE49-F238E27FC236}">
                      <a16:creationId xmlns:a16="http://schemas.microsoft.com/office/drawing/2014/main" id="{6A11F71E-8F57-4A87-B927-8794D087523E}"/>
                    </a:ext>
                  </a:extLst>
                </p:cNvPr>
                <p:cNvGrpSpPr>
                  <a:grpSpLocks/>
                </p:cNvGrpSpPr>
                <p:nvPr/>
              </p:nvGrpSpPr>
              <p:grpSpPr bwMode="auto">
                <a:xfrm>
                  <a:off x="5588" y="1279"/>
                  <a:ext cx="211" cy="157"/>
                  <a:chOff x="857" y="1909"/>
                  <a:chExt cx="211" cy="157"/>
                </a:xfrm>
              </p:grpSpPr>
              <p:sp>
                <p:nvSpPr>
                  <p:cNvPr id="17592" name="Text Box 128">
                    <a:extLst>
                      <a:ext uri="{FF2B5EF4-FFF2-40B4-BE49-F238E27FC236}">
                        <a16:creationId xmlns:a16="http://schemas.microsoft.com/office/drawing/2014/main" id="{83E3740E-5254-4BBC-BE52-5460176D1B13}"/>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93" name="Text Box 129">
                    <a:extLst>
                      <a:ext uri="{FF2B5EF4-FFF2-40B4-BE49-F238E27FC236}">
                        <a16:creationId xmlns:a16="http://schemas.microsoft.com/office/drawing/2014/main" id="{0159BF47-7C34-4309-936F-BAE77905A419}"/>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grpSp>
      </p:grpSp>
      <p:sp>
        <p:nvSpPr>
          <p:cNvPr id="17425" name="Text Box 137">
            <a:extLst>
              <a:ext uri="{FF2B5EF4-FFF2-40B4-BE49-F238E27FC236}">
                <a16:creationId xmlns:a16="http://schemas.microsoft.com/office/drawing/2014/main" id="{49C19870-5A99-497C-A0E2-F7288924328E}"/>
              </a:ext>
            </a:extLst>
          </p:cNvPr>
          <p:cNvSpPr txBox="1">
            <a:spLocks noChangeArrowheads="1"/>
          </p:cNvSpPr>
          <p:nvPr/>
        </p:nvSpPr>
        <p:spPr bwMode="auto">
          <a:xfrm>
            <a:off x="6556375" y="2308225"/>
            <a:ext cx="893763"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a:defRPr/>
            </a:pPr>
            <a:r>
              <a:rPr lang="en-US" sz="1600" dirty="0">
                <a:latin typeface="Arial" charset="0"/>
                <a:cs typeface="Arial" charset="0"/>
              </a:rPr>
              <a:t>slot 0</a:t>
            </a:r>
          </a:p>
          <a:p>
            <a:pPr algn="ctr">
              <a:defRPr/>
            </a:pPr>
            <a:r>
              <a:rPr lang="en-US" sz="1600" dirty="0">
                <a:latin typeface="Arial" charset="0"/>
                <a:cs typeface="Arial" charset="0"/>
              </a:rPr>
              <a:t>channel</a:t>
            </a:r>
          </a:p>
          <a:p>
            <a:pPr algn="ctr">
              <a:defRPr/>
            </a:pPr>
            <a:r>
              <a:rPr lang="en-US" sz="1600" dirty="0">
                <a:latin typeface="Arial" charset="0"/>
                <a:cs typeface="Arial" charset="0"/>
              </a:rPr>
              <a:t>output</a:t>
            </a:r>
          </a:p>
        </p:txBody>
      </p:sp>
      <p:sp>
        <p:nvSpPr>
          <p:cNvPr id="17426" name="Text Box 138">
            <a:extLst>
              <a:ext uri="{FF2B5EF4-FFF2-40B4-BE49-F238E27FC236}">
                <a16:creationId xmlns:a16="http://schemas.microsoft.com/office/drawing/2014/main" id="{219FCF0A-33F0-4E66-B0ED-ABA1E1D8D35E}"/>
              </a:ext>
            </a:extLst>
          </p:cNvPr>
          <p:cNvSpPr txBox="1">
            <a:spLocks noChangeArrowheads="1"/>
          </p:cNvSpPr>
          <p:nvPr/>
        </p:nvSpPr>
        <p:spPr bwMode="auto">
          <a:xfrm>
            <a:off x="5513388" y="2327275"/>
            <a:ext cx="893762"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a:defRPr/>
            </a:pPr>
            <a:r>
              <a:rPr lang="en-US" sz="1600" dirty="0">
                <a:latin typeface="Arial" charset="0"/>
                <a:cs typeface="Arial" charset="0"/>
              </a:rPr>
              <a:t>slot 1</a:t>
            </a:r>
          </a:p>
          <a:p>
            <a:pPr algn="ctr">
              <a:defRPr/>
            </a:pPr>
            <a:r>
              <a:rPr lang="en-US" sz="1600" dirty="0">
                <a:latin typeface="Arial" charset="0"/>
                <a:cs typeface="Arial" charset="0"/>
              </a:rPr>
              <a:t>channel</a:t>
            </a:r>
          </a:p>
          <a:p>
            <a:pPr algn="ctr">
              <a:defRPr/>
            </a:pPr>
            <a:r>
              <a:rPr lang="en-US" sz="1600" dirty="0">
                <a:latin typeface="Arial" charset="0"/>
                <a:cs typeface="Arial" charset="0"/>
              </a:rPr>
              <a:t>output</a:t>
            </a:r>
          </a:p>
        </p:txBody>
      </p:sp>
      <p:sp>
        <p:nvSpPr>
          <p:cNvPr id="17427" name="Line 139">
            <a:extLst>
              <a:ext uri="{FF2B5EF4-FFF2-40B4-BE49-F238E27FC236}">
                <a16:creationId xmlns:a16="http://schemas.microsoft.com/office/drawing/2014/main" id="{07FDF794-231A-4A83-9A7B-A421865EC9F6}"/>
              </a:ext>
            </a:extLst>
          </p:cNvPr>
          <p:cNvSpPr>
            <a:spLocks noChangeShapeType="1"/>
          </p:cNvSpPr>
          <p:nvPr/>
        </p:nvSpPr>
        <p:spPr bwMode="auto">
          <a:xfrm flipH="1">
            <a:off x="5438775" y="1666875"/>
            <a:ext cx="9525" cy="947738"/>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428" name="Line 140">
            <a:extLst>
              <a:ext uri="{FF2B5EF4-FFF2-40B4-BE49-F238E27FC236}">
                <a16:creationId xmlns:a16="http://schemas.microsoft.com/office/drawing/2014/main" id="{9A34BD89-BA6B-4ED0-A8F3-2374D14F5737}"/>
              </a:ext>
            </a:extLst>
          </p:cNvPr>
          <p:cNvSpPr>
            <a:spLocks noChangeShapeType="1"/>
          </p:cNvSpPr>
          <p:nvPr/>
        </p:nvSpPr>
        <p:spPr bwMode="auto">
          <a:xfrm flipH="1">
            <a:off x="6510338" y="1647825"/>
            <a:ext cx="9525" cy="947738"/>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429" name="Line 141">
            <a:extLst>
              <a:ext uri="{FF2B5EF4-FFF2-40B4-BE49-F238E27FC236}">
                <a16:creationId xmlns:a16="http://schemas.microsoft.com/office/drawing/2014/main" id="{95D2EE41-E63A-44F0-8BAB-175466B7C11F}"/>
              </a:ext>
            </a:extLst>
          </p:cNvPr>
          <p:cNvSpPr>
            <a:spLocks noChangeShapeType="1"/>
          </p:cNvSpPr>
          <p:nvPr/>
        </p:nvSpPr>
        <p:spPr bwMode="auto">
          <a:xfrm flipH="1">
            <a:off x="7624763" y="1657350"/>
            <a:ext cx="9525" cy="947738"/>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430" name="Text Box 142">
            <a:extLst>
              <a:ext uri="{FF2B5EF4-FFF2-40B4-BE49-F238E27FC236}">
                <a16:creationId xmlns:a16="http://schemas.microsoft.com/office/drawing/2014/main" id="{46E5DC8C-8AA9-4C66-83F2-54B13984ADD0}"/>
              </a:ext>
            </a:extLst>
          </p:cNvPr>
          <p:cNvSpPr txBox="1">
            <a:spLocks noChangeArrowheads="1"/>
          </p:cNvSpPr>
          <p:nvPr/>
        </p:nvSpPr>
        <p:spPr bwMode="auto">
          <a:xfrm>
            <a:off x="5418138" y="1184275"/>
            <a:ext cx="2427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a:defRPr/>
            </a:pPr>
            <a:r>
              <a:rPr lang="en-US" sz="2000" dirty="0">
                <a:latin typeface="Arial" charset="0"/>
                <a:cs typeface="Arial" charset="0"/>
              </a:rPr>
              <a:t>channel output Z</a:t>
            </a:r>
            <a:r>
              <a:rPr lang="en-US" sz="2000" baseline="-25000" dirty="0">
                <a:latin typeface="Arial" charset="0"/>
                <a:cs typeface="Arial" charset="0"/>
              </a:rPr>
              <a:t>i,m</a:t>
            </a:r>
          </a:p>
        </p:txBody>
      </p:sp>
      <p:sp>
        <p:nvSpPr>
          <p:cNvPr id="17431" name="Text Box 143">
            <a:extLst>
              <a:ext uri="{FF2B5EF4-FFF2-40B4-BE49-F238E27FC236}">
                <a16:creationId xmlns:a16="http://schemas.microsoft.com/office/drawing/2014/main" id="{DF46EEFB-60EA-4992-866F-DA8633810521}"/>
              </a:ext>
            </a:extLst>
          </p:cNvPr>
          <p:cNvSpPr txBox="1">
            <a:spLocks noChangeArrowheads="1"/>
          </p:cNvSpPr>
          <p:nvPr/>
        </p:nvSpPr>
        <p:spPr bwMode="auto">
          <a:xfrm>
            <a:off x="315913" y="2103438"/>
            <a:ext cx="9921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2000" dirty="0">
                <a:solidFill>
                  <a:srgbClr val="C00000"/>
                </a:solidFill>
                <a:latin typeface="Arial" charset="0"/>
                <a:cs typeface="Arial" charset="0"/>
              </a:rPr>
              <a:t>sender</a:t>
            </a:r>
          </a:p>
        </p:txBody>
      </p:sp>
      <p:sp>
        <p:nvSpPr>
          <p:cNvPr id="17432" name="Text Box 144">
            <a:extLst>
              <a:ext uri="{FF2B5EF4-FFF2-40B4-BE49-F238E27FC236}">
                <a16:creationId xmlns:a16="http://schemas.microsoft.com/office/drawing/2014/main" id="{722052F0-5977-4A7F-90AA-76BFB8F13D3B}"/>
              </a:ext>
            </a:extLst>
          </p:cNvPr>
          <p:cNvSpPr txBox="1">
            <a:spLocks noChangeArrowheads="1"/>
          </p:cNvSpPr>
          <p:nvPr/>
        </p:nvSpPr>
        <p:spPr bwMode="auto">
          <a:xfrm>
            <a:off x="1485900" y="2454275"/>
            <a:ext cx="679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dirty="0">
                <a:latin typeface="Arial" charset="0"/>
                <a:cs typeface="Arial" charset="0"/>
              </a:rPr>
              <a:t>code</a:t>
            </a:r>
          </a:p>
        </p:txBody>
      </p:sp>
      <p:sp>
        <p:nvSpPr>
          <p:cNvPr id="17433" name="Text Box 145">
            <a:extLst>
              <a:ext uri="{FF2B5EF4-FFF2-40B4-BE49-F238E27FC236}">
                <a16:creationId xmlns:a16="http://schemas.microsoft.com/office/drawing/2014/main" id="{C766700B-6A22-474B-9F5D-0789C708D93E}"/>
              </a:ext>
            </a:extLst>
          </p:cNvPr>
          <p:cNvSpPr txBox="1">
            <a:spLocks noChangeArrowheads="1"/>
          </p:cNvSpPr>
          <p:nvPr/>
        </p:nvSpPr>
        <p:spPr bwMode="auto">
          <a:xfrm>
            <a:off x="1525588" y="1679575"/>
            <a:ext cx="6286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dirty="0">
                <a:latin typeface="Arial" charset="0"/>
                <a:cs typeface="Arial" charset="0"/>
              </a:rPr>
              <a:t>data</a:t>
            </a:r>
          </a:p>
          <a:p>
            <a:pPr>
              <a:defRPr/>
            </a:pPr>
            <a:r>
              <a:rPr lang="en-US" dirty="0">
                <a:latin typeface="Arial" charset="0"/>
                <a:cs typeface="Arial" charset="0"/>
              </a:rPr>
              <a:t>bits</a:t>
            </a:r>
          </a:p>
        </p:txBody>
      </p:sp>
      <p:sp>
        <p:nvSpPr>
          <p:cNvPr id="17434" name="Line 146">
            <a:extLst>
              <a:ext uri="{FF2B5EF4-FFF2-40B4-BE49-F238E27FC236}">
                <a16:creationId xmlns:a16="http://schemas.microsoft.com/office/drawing/2014/main" id="{E03C3D21-0CBB-487F-BF40-6F115436C98C}"/>
              </a:ext>
            </a:extLst>
          </p:cNvPr>
          <p:cNvSpPr>
            <a:spLocks noChangeShapeType="1"/>
          </p:cNvSpPr>
          <p:nvPr/>
        </p:nvSpPr>
        <p:spPr bwMode="auto">
          <a:xfrm>
            <a:off x="5132388" y="2054225"/>
            <a:ext cx="319087" cy="47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435" name="Line 151">
            <a:extLst>
              <a:ext uri="{FF2B5EF4-FFF2-40B4-BE49-F238E27FC236}">
                <a16:creationId xmlns:a16="http://schemas.microsoft.com/office/drawing/2014/main" id="{02544AC2-E82F-481C-A38D-224B5FAE0B78}"/>
              </a:ext>
            </a:extLst>
          </p:cNvPr>
          <p:cNvSpPr>
            <a:spLocks noChangeShapeType="1"/>
          </p:cNvSpPr>
          <p:nvPr/>
        </p:nvSpPr>
        <p:spPr bwMode="auto">
          <a:xfrm>
            <a:off x="4033838" y="4167188"/>
            <a:ext cx="0" cy="1624012"/>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436" name="Line 152">
            <a:extLst>
              <a:ext uri="{FF2B5EF4-FFF2-40B4-BE49-F238E27FC236}">
                <a16:creationId xmlns:a16="http://schemas.microsoft.com/office/drawing/2014/main" id="{896AD153-F11A-4374-BDE4-B8014C8408A2}"/>
              </a:ext>
            </a:extLst>
          </p:cNvPr>
          <p:cNvSpPr>
            <a:spLocks noChangeShapeType="1"/>
          </p:cNvSpPr>
          <p:nvPr/>
        </p:nvSpPr>
        <p:spPr bwMode="auto">
          <a:xfrm>
            <a:off x="5110163" y="4143375"/>
            <a:ext cx="0" cy="1624013"/>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437" name="Text Box 153">
            <a:extLst>
              <a:ext uri="{FF2B5EF4-FFF2-40B4-BE49-F238E27FC236}">
                <a16:creationId xmlns:a16="http://schemas.microsoft.com/office/drawing/2014/main" id="{C219752E-39E8-4892-9D2D-CBE37A5AD4DD}"/>
              </a:ext>
            </a:extLst>
          </p:cNvPr>
          <p:cNvSpPr txBox="1">
            <a:spLocks noChangeArrowheads="1"/>
          </p:cNvSpPr>
          <p:nvPr/>
        </p:nvSpPr>
        <p:spPr bwMode="auto">
          <a:xfrm>
            <a:off x="3222625" y="5575300"/>
            <a:ext cx="669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600" dirty="0">
                <a:latin typeface="Arial" charset="0"/>
                <a:cs typeface="Arial" charset="0"/>
              </a:rPr>
              <a:t>slot 1</a:t>
            </a:r>
          </a:p>
        </p:txBody>
      </p:sp>
      <p:sp>
        <p:nvSpPr>
          <p:cNvPr id="17438" name="Text Box 154">
            <a:extLst>
              <a:ext uri="{FF2B5EF4-FFF2-40B4-BE49-F238E27FC236}">
                <a16:creationId xmlns:a16="http://schemas.microsoft.com/office/drawing/2014/main" id="{F9BAF793-55C0-411B-BB64-AAB721B4BBBC}"/>
              </a:ext>
            </a:extLst>
          </p:cNvPr>
          <p:cNvSpPr txBox="1">
            <a:spLocks noChangeArrowheads="1"/>
          </p:cNvSpPr>
          <p:nvPr/>
        </p:nvSpPr>
        <p:spPr bwMode="auto">
          <a:xfrm>
            <a:off x="4241800" y="5580063"/>
            <a:ext cx="669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600" dirty="0">
                <a:latin typeface="Arial" charset="0"/>
                <a:cs typeface="Arial" charset="0"/>
              </a:rPr>
              <a:t>slot 0</a:t>
            </a:r>
          </a:p>
        </p:txBody>
      </p:sp>
      <p:sp>
        <p:nvSpPr>
          <p:cNvPr id="17439" name="Line 156">
            <a:extLst>
              <a:ext uri="{FF2B5EF4-FFF2-40B4-BE49-F238E27FC236}">
                <a16:creationId xmlns:a16="http://schemas.microsoft.com/office/drawing/2014/main" id="{7A10FBDC-4304-44A4-B297-BB31014E9D43}"/>
              </a:ext>
            </a:extLst>
          </p:cNvPr>
          <p:cNvSpPr>
            <a:spLocks noChangeShapeType="1"/>
          </p:cNvSpPr>
          <p:nvPr/>
        </p:nvSpPr>
        <p:spPr bwMode="auto">
          <a:xfrm>
            <a:off x="2957513" y="4206875"/>
            <a:ext cx="0" cy="1624013"/>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nvGrpSpPr>
          <p:cNvPr id="404778" name="Group 298">
            <a:extLst>
              <a:ext uri="{FF2B5EF4-FFF2-40B4-BE49-F238E27FC236}">
                <a16:creationId xmlns:a16="http://schemas.microsoft.com/office/drawing/2014/main" id="{A987C9C5-DC80-4C00-AB84-81F04C02D6EF}"/>
              </a:ext>
            </a:extLst>
          </p:cNvPr>
          <p:cNvGrpSpPr>
            <a:grpSpLocks/>
          </p:cNvGrpSpPr>
          <p:nvPr/>
        </p:nvGrpSpPr>
        <p:grpSpPr bwMode="auto">
          <a:xfrm>
            <a:off x="6289675" y="4638675"/>
            <a:ext cx="1076325" cy="274638"/>
            <a:chOff x="3962" y="2922"/>
            <a:chExt cx="678" cy="173"/>
          </a:xfrm>
        </p:grpSpPr>
        <p:sp>
          <p:nvSpPr>
            <p:cNvPr id="17581" name="Rectangle 157">
              <a:extLst>
                <a:ext uri="{FF2B5EF4-FFF2-40B4-BE49-F238E27FC236}">
                  <a16:creationId xmlns:a16="http://schemas.microsoft.com/office/drawing/2014/main" id="{5B38769E-9A69-4DA8-86ED-41F17F483F9D}"/>
                </a:ext>
              </a:extLst>
            </p:cNvPr>
            <p:cNvSpPr>
              <a:spLocks noChangeArrowheads="1"/>
            </p:cNvSpPr>
            <p:nvPr/>
          </p:nvSpPr>
          <p:spPr bwMode="auto">
            <a:xfrm>
              <a:off x="3962" y="2946"/>
              <a:ext cx="678" cy="135"/>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582" name="Text Box 158">
              <a:extLst>
                <a:ext uri="{FF2B5EF4-FFF2-40B4-BE49-F238E27FC236}">
                  <a16:creationId xmlns:a16="http://schemas.microsoft.com/office/drawing/2014/main" id="{40F412A8-4114-4907-86D4-3192F5C1CB20}"/>
                </a:ext>
              </a:extLst>
            </p:cNvPr>
            <p:cNvSpPr txBox="1">
              <a:spLocks noChangeArrowheads="1"/>
            </p:cNvSpPr>
            <p:nvPr/>
          </p:nvSpPr>
          <p:spPr bwMode="auto">
            <a:xfrm>
              <a:off x="4048" y="2922"/>
              <a:ext cx="40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200" dirty="0">
                  <a:latin typeface="Arial" charset="0"/>
                  <a:cs typeface="Arial" charset="0"/>
                </a:rPr>
                <a:t>d</a:t>
              </a:r>
              <a:r>
                <a:rPr lang="en-US" sz="1200" baseline="-25000" dirty="0">
                  <a:latin typeface="Arial" charset="0"/>
                  <a:cs typeface="Arial" charset="0"/>
                </a:rPr>
                <a:t>1</a:t>
              </a:r>
              <a:r>
                <a:rPr lang="en-US" sz="1200" dirty="0">
                  <a:latin typeface="Arial" charset="0"/>
                  <a:cs typeface="Arial" charset="0"/>
                </a:rPr>
                <a:t> = -1</a:t>
              </a:r>
            </a:p>
          </p:txBody>
        </p:sp>
      </p:grpSp>
      <p:sp>
        <p:nvSpPr>
          <p:cNvPr id="17441" name="Oval 186">
            <a:extLst>
              <a:ext uri="{FF2B5EF4-FFF2-40B4-BE49-F238E27FC236}">
                <a16:creationId xmlns:a16="http://schemas.microsoft.com/office/drawing/2014/main" id="{8C0A6923-8684-49F5-AC82-F5BE438FF4CE}"/>
              </a:ext>
            </a:extLst>
          </p:cNvPr>
          <p:cNvSpPr>
            <a:spLocks noChangeArrowheads="1"/>
          </p:cNvSpPr>
          <p:nvPr/>
        </p:nvSpPr>
        <p:spPr bwMode="auto">
          <a:xfrm>
            <a:off x="5505450" y="4470400"/>
            <a:ext cx="419100" cy="4238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442" name="Line 188">
            <a:extLst>
              <a:ext uri="{FF2B5EF4-FFF2-40B4-BE49-F238E27FC236}">
                <a16:creationId xmlns:a16="http://schemas.microsoft.com/office/drawing/2014/main" id="{01BB5323-6501-46CC-9DE4-569440BF18BC}"/>
              </a:ext>
            </a:extLst>
          </p:cNvPr>
          <p:cNvSpPr>
            <a:spLocks noChangeShapeType="1"/>
          </p:cNvSpPr>
          <p:nvPr/>
        </p:nvSpPr>
        <p:spPr bwMode="auto">
          <a:xfrm>
            <a:off x="5153025" y="4600575"/>
            <a:ext cx="319088" cy="47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443" name="Line 189">
            <a:extLst>
              <a:ext uri="{FF2B5EF4-FFF2-40B4-BE49-F238E27FC236}">
                <a16:creationId xmlns:a16="http://schemas.microsoft.com/office/drawing/2014/main" id="{5AF90A91-5A22-4556-B0C1-D1FDE1A4B2CA}"/>
              </a:ext>
            </a:extLst>
          </p:cNvPr>
          <p:cNvSpPr>
            <a:spLocks noChangeShapeType="1"/>
          </p:cNvSpPr>
          <p:nvPr/>
        </p:nvSpPr>
        <p:spPr bwMode="auto">
          <a:xfrm flipV="1">
            <a:off x="5167313" y="4865688"/>
            <a:ext cx="403225" cy="43021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nvGrpSpPr>
          <p:cNvPr id="404776" name="Group 296">
            <a:extLst>
              <a:ext uri="{FF2B5EF4-FFF2-40B4-BE49-F238E27FC236}">
                <a16:creationId xmlns:a16="http://schemas.microsoft.com/office/drawing/2014/main" id="{C8E47774-0677-420C-A9A8-C7A45C36EEAF}"/>
              </a:ext>
            </a:extLst>
          </p:cNvPr>
          <p:cNvGrpSpPr>
            <a:grpSpLocks/>
          </p:cNvGrpSpPr>
          <p:nvPr/>
        </p:nvGrpSpPr>
        <p:grpSpPr bwMode="auto">
          <a:xfrm>
            <a:off x="7366000" y="4438650"/>
            <a:ext cx="1062038" cy="274638"/>
            <a:chOff x="4640" y="2796"/>
            <a:chExt cx="669" cy="173"/>
          </a:xfrm>
        </p:grpSpPr>
        <p:sp>
          <p:nvSpPr>
            <p:cNvPr id="17579" name="Rectangle 191">
              <a:extLst>
                <a:ext uri="{FF2B5EF4-FFF2-40B4-BE49-F238E27FC236}">
                  <a16:creationId xmlns:a16="http://schemas.microsoft.com/office/drawing/2014/main" id="{38A5CB1F-1134-47AA-B811-E259D5F35BA9}"/>
                </a:ext>
              </a:extLst>
            </p:cNvPr>
            <p:cNvSpPr>
              <a:spLocks noChangeArrowheads="1"/>
            </p:cNvSpPr>
            <p:nvPr/>
          </p:nvSpPr>
          <p:spPr bwMode="auto">
            <a:xfrm>
              <a:off x="4640" y="2820"/>
              <a:ext cx="669" cy="135"/>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580" name="Text Box 192">
              <a:extLst>
                <a:ext uri="{FF2B5EF4-FFF2-40B4-BE49-F238E27FC236}">
                  <a16:creationId xmlns:a16="http://schemas.microsoft.com/office/drawing/2014/main" id="{F7A2E904-7571-46AD-8D12-8B6496B1238E}"/>
                </a:ext>
              </a:extLst>
            </p:cNvPr>
            <p:cNvSpPr txBox="1">
              <a:spLocks noChangeArrowheads="1"/>
            </p:cNvSpPr>
            <p:nvPr/>
          </p:nvSpPr>
          <p:spPr bwMode="auto">
            <a:xfrm>
              <a:off x="4798" y="2796"/>
              <a:ext cx="36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200" dirty="0">
                  <a:latin typeface="Arial" charset="0"/>
                  <a:cs typeface="Arial" charset="0"/>
                </a:rPr>
                <a:t>d</a:t>
              </a:r>
              <a:r>
                <a:rPr lang="en-US" sz="1200" baseline="-25000" dirty="0">
                  <a:latin typeface="Arial" charset="0"/>
                  <a:cs typeface="Arial" charset="0"/>
                </a:rPr>
                <a:t>0</a:t>
              </a:r>
              <a:r>
                <a:rPr lang="en-US" sz="1200" dirty="0">
                  <a:latin typeface="Arial" charset="0"/>
                  <a:cs typeface="Arial" charset="0"/>
                </a:rPr>
                <a:t> = 1</a:t>
              </a:r>
            </a:p>
          </p:txBody>
        </p:sp>
      </p:grpSp>
      <p:grpSp>
        <p:nvGrpSpPr>
          <p:cNvPr id="404775" name="Group 295">
            <a:extLst>
              <a:ext uri="{FF2B5EF4-FFF2-40B4-BE49-F238E27FC236}">
                <a16:creationId xmlns:a16="http://schemas.microsoft.com/office/drawing/2014/main" id="{5BF6560E-89A9-4126-AB3D-60DE0BA507BD}"/>
              </a:ext>
            </a:extLst>
          </p:cNvPr>
          <p:cNvGrpSpPr>
            <a:grpSpLocks/>
          </p:cNvGrpSpPr>
          <p:nvPr/>
        </p:nvGrpSpPr>
        <p:grpSpPr bwMode="auto">
          <a:xfrm>
            <a:off x="3965575" y="4362450"/>
            <a:ext cx="1263650" cy="1184275"/>
            <a:chOff x="2498" y="2748"/>
            <a:chExt cx="796" cy="746"/>
          </a:xfrm>
        </p:grpSpPr>
        <p:grpSp>
          <p:nvGrpSpPr>
            <p:cNvPr id="33908" name="Group 193">
              <a:extLst>
                <a:ext uri="{FF2B5EF4-FFF2-40B4-BE49-F238E27FC236}">
                  <a16:creationId xmlns:a16="http://schemas.microsoft.com/office/drawing/2014/main" id="{30E138FE-B008-4ABC-832C-C659B7201434}"/>
                </a:ext>
              </a:extLst>
            </p:cNvPr>
            <p:cNvGrpSpPr>
              <a:grpSpLocks/>
            </p:cNvGrpSpPr>
            <p:nvPr/>
          </p:nvGrpSpPr>
          <p:grpSpPr bwMode="auto">
            <a:xfrm>
              <a:off x="2504" y="3187"/>
              <a:ext cx="790" cy="307"/>
              <a:chOff x="1313" y="1534"/>
              <a:chExt cx="790" cy="307"/>
            </a:xfrm>
          </p:grpSpPr>
          <p:sp>
            <p:nvSpPr>
              <p:cNvPr id="17553" name="Text Box 194">
                <a:extLst>
                  <a:ext uri="{FF2B5EF4-FFF2-40B4-BE49-F238E27FC236}">
                    <a16:creationId xmlns:a16="http://schemas.microsoft.com/office/drawing/2014/main" id="{96AB463F-ED70-4A6D-A2A6-F73C222D29E4}"/>
                  </a:ext>
                </a:extLst>
              </p:cNvPr>
              <p:cNvSpPr txBox="1">
                <a:spLocks noChangeArrowheads="1"/>
              </p:cNvSpPr>
              <p:nvPr/>
            </p:nvSpPr>
            <p:spPr bwMode="auto">
              <a:xfrm>
                <a:off x="1313"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nvGrpSpPr>
              <p:cNvPr id="33937" name="Group 195">
                <a:extLst>
                  <a:ext uri="{FF2B5EF4-FFF2-40B4-BE49-F238E27FC236}">
                    <a16:creationId xmlns:a16="http://schemas.microsoft.com/office/drawing/2014/main" id="{D31FB9BD-BD4F-435D-8756-3828BDE4154B}"/>
                  </a:ext>
                </a:extLst>
              </p:cNvPr>
              <p:cNvGrpSpPr>
                <a:grpSpLocks/>
              </p:cNvGrpSpPr>
              <p:nvPr/>
            </p:nvGrpSpPr>
            <p:grpSpPr bwMode="auto">
              <a:xfrm>
                <a:off x="1353" y="1539"/>
                <a:ext cx="258" cy="147"/>
                <a:chOff x="1353" y="1539"/>
                <a:chExt cx="258" cy="144"/>
              </a:xfrm>
            </p:grpSpPr>
            <p:sp>
              <p:nvSpPr>
                <p:cNvPr id="17576" name="Rectangle 196">
                  <a:extLst>
                    <a:ext uri="{FF2B5EF4-FFF2-40B4-BE49-F238E27FC236}">
                      <a16:creationId xmlns:a16="http://schemas.microsoft.com/office/drawing/2014/main" id="{CA264232-B404-4B8A-A8AC-53E0D9E52D98}"/>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577" name="Line 197">
                  <a:extLst>
                    <a:ext uri="{FF2B5EF4-FFF2-40B4-BE49-F238E27FC236}">
                      <a16:creationId xmlns:a16="http://schemas.microsoft.com/office/drawing/2014/main" id="{5F591939-8CDC-438B-9DBE-30F5F060CF8D}"/>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578" name="Line 198">
                  <a:extLst>
                    <a:ext uri="{FF2B5EF4-FFF2-40B4-BE49-F238E27FC236}">
                      <a16:creationId xmlns:a16="http://schemas.microsoft.com/office/drawing/2014/main" id="{5A1D1376-D443-45C2-ADA4-D3DE1955E057}"/>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grpSp>
            <p:nvGrpSpPr>
              <p:cNvPr id="33938" name="Group 199">
                <a:extLst>
                  <a:ext uri="{FF2B5EF4-FFF2-40B4-BE49-F238E27FC236}">
                    <a16:creationId xmlns:a16="http://schemas.microsoft.com/office/drawing/2014/main" id="{CA24C650-4473-4279-A214-F5DA8BEA119F}"/>
                  </a:ext>
                </a:extLst>
              </p:cNvPr>
              <p:cNvGrpSpPr>
                <a:grpSpLocks/>
              </p:cNvGrpSpPr>
              <p:nvPr/>
            </p:nvGrpSpPr>
            <p:grpSpPr bwMode="auto">
              <a:xfrm>
                <a:off x="1773" y="1686"/>
                <a:ext cx="258" cy="144"/>
                <a:chOff x="1353" y="1539"/>
                <a:chExt cx="258" cy="144"/>
              </a:xfrm>
            </p:grpSpPr>
            <p:sp>
              <p:nvSpPr>
                <p:cNvPr id="17573" name="Rectangle 200">
                  <a:extLst>
                    <a:ext uri="{FF2B5EF4-FFF2-40B4-BE49-F238E27FC236}">
                      <a16:creationId xmlns:a16="http://schemas.microsoft.com/office/drawing/2014/main" id="{E07F0916-18C3-4A6B-888D-E2CFBD824C01}"/>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574" name="Line 201">
                  <a:extLst>
                    <a:ext uri="{FF2B5EF4-FFF2-40B4-BE49-F238E27FC236}">
                      <a16:creationId xmlns:a16="http://schemas.microsoft.com/office/drawing/2014/main" id="{1D1853BC-95AB-4438-977B-B79E4792878F}"/>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575" name="Line 202">
                  <a:extLst>
                    <a:ext uri="{FF2B5EF4-FFF2-40B4-BE49-F238E27FC236}">
                      <a16:creationId xmlns:a16="http://schemas.microsoft.com/office/drawing/2014/main" id="{AA9E8A98-9390-417F-8F2C-935B09E9F23D}"/>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sp>
            <p:nvSpPr>
              <p:cNvPr id="17556" name="Rectangle 203">
                <a:extLst>
                  <a:ext uri="{FF2B5EF4-FFF2-40B4-BE49-F238E27FC236}">
                    <a16:creationId xmlns:a16="http://schemas.microsoft.com/office/drawing/2014/main" id="{AEEEC04D-7A41-4C66-92DD-849C463E3DB0}"/>
                  </a:ext>
                </a:extLst>
              </p:cNvPr>
              <p:cNvSpPr>
                <a:spLocks noChangeArrowheads="1"/>
              </p:cNvSpPr>
              <p:nvPr/>
            </p:nvSpPr>
            <p:spPr bwMode="auto">
              <a:xfrm>
                <a:off x="1611" y="1686"/>
                <a:ext cx="81"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557" name="Rectangle 204">
                <a:extLst>
                  <a:ext uri="{FF2B5EF4-FFF2-40B4-BE49-F238E27FC236}">
                    <a16:creationId xmlns:a16="http://schemas.microsoft.com/office/drawing/2014/main" id="{B93DB9DC-9D7A-4F1E-9A89-A42EA5D22E8C}"/>
                  </a:ext>
                </a:extLst>
              </p:cNvPr>
              <p:cNvSpPr>
                <a:spLocks noChangeArrowheads="1"/>
              </p:cNvSpPr>
              <p:nvPr/>
            </p:nvSpPr>
            <p:spPr bwMode="auto">
              <a:xfrm>
                <a:off x="1692" y="1536"/>
                <a:ext cx="81" cy="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558" name="Text Box 205">
                <a:extLst>
                  <a:ext uri="{FF2B5EF4-FFF2-40B4-BE49-F238E27FC236}">
                    <a16:creationId xmlns:a16="http://schemas.microsoft.com/office/drawing/2014/main" id="{EA7D3969-3CE3-4F42-BB25-A3B4D09B4E02}"/>
                  </a:ext>
                </a:extLst>
              </p:cNvPr>
              <p:cNvSpPr txBox="1">
                <a:spLocks noChangeArrowheads="1"/>
              </p:cNvSpPr>
              <p:nvPr/>
            </p:nvSpPr>
            <p:spPr bwMode="auto">
              <a:xfrm>
                <a:off x="1391"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59" name="Text Box 206">
                <a:extLst>
                  <a:ext uri="{FF2B5EF4-FFF2-40B4-BE49-F238E27FC236}">
                    <a16:creationId xmlns:a16="http://schemas.microsoft.com/office/drawing/2014/main" id="{19C416FB-759B-44DA-973F-A376F8ED0FF7}"/>
                  </a:ext>
                </a:extLst>
              </p:cNvPr>
              <p:cNvSpPr txBox="1">
                <a:spLocks noChangeArrowheads="1"/>
              </p:cNvSpPr>
              <p:nvPr/>
            </p:nvSpPr>
            <p:spPr bwMode="auto">
              <a:xfrm>
                <a:off x="1478"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60" name="Text Box 207">
                <a:extLst>
                  <a:ext uri="{FF2B5EF4-FFF2-40B4-BE49-F238E27FC236}">
                    <a16:creationId xmlns:a16="http://schemas.microsoft.com/office/drawing/2014/main" id="{F0887AD4-D37F-4AD3-9A21-A94FDB50456F}"/>
                  </a:ext>
                </a:extLst>
              </p:cNvPr>
              <p:cNvSpPr txBox="1">
                <a:spLocks noChangeArrowheads="1"/>
              </p:cNvSpPr>
              <p:nvPr/>
            </p:nvSpPr>
            <p:spPr bwMode="auto">
              <a:xfrm>
                <a:off x="1652" y="1540"/>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nvGrpSpPr>
              <p:cNvPr id="33944" name="Group 208">
                <a:extLst>
                  <a:ext uri="{FF2B5EF4-FFF2-40B4-BE49-F238E27FC236}">
                    <a16:creationId xmlns:a16="http://schemas.microsoft.com/office/drawing/2014/main" id="{8D6B2E4F-1C7C-4A94-8F6A-043986DE0AA8}"/>
                  </a:ext>
                </a:extLst>
              </p:cNvPr>
              <p:cNvGrpSpPr>
                <a:grpSpLocks/>
              </p:cNvGrpSpPr>
              <p:nvPr/>
            </p:nvGrpSpPr>
            <p:grpSpPr bwMode="auto">
              <a:xfrm>
                <a:off x="1565" y="1684"/>
                <a:ext cx="211" cy="157"/>
                <a:chOff x="857" y="1909"/>
                <a:chExt cx="211" cy="157"/>
              </a:xfrm>
            </p:grpSpPr>
            <p:sp>
              <p:nvSpPr>
                <p:cNvPr id="17571" name="Text Box 209">
                  <a:extLst>
                    <a:ext uri="{FF2B5EF4-FFF2-40B4-BE49-F238E27FC236}">
                      <a16:creationId xmlns:a16="http://schemas.microsoft.com/office/drawing/2014/main" id="{92609F9B-F9DE-45DB-8472-DF4331CAC94E}"/>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72" name="Text Box 210">
                  <a:extLst>
                    <a:ext uri="{FF2B5EF4-FFF2-40B4-BE49-F238E27FC236}">
                      <a16:creationId xmlns:a16="http://schemas.microsoft.com/office/drawing/2014/main" id="{078DF32C-81CB-42C0-B48E-C7CC39152BC2}"/>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33945" name="Group 211">
                <a:extLst>
                  <a:ext uri="{FF2B5EF4-FFF2-40B4-BE49-F238E27FC236}">
                    <a16:creationId xmlns:a16="http://schemas.microsoft.com/office/drawing/2014/main" id="{6652246F-266A-4161-96ED-905D5670A7A6}"/>
                  </a:ext>
                </a:extLst>
              </p:cNvPr>
              <p:cNvGrpSpPr>
                <a:grpSpLocks/>
              </p:cNvGrpSpPr>
              <p:nvPr/>
            </p:nvGrpSpPr>
            <p:grpSpPr bwMode="auto">
              <a:xfrm>
                <a:off x="1730" y="1684"/>
                <a:ext cx="211" cy="157"/>
                <a:chOff x="857" y="1909"/>
                <a:chExt cx="211" cy="157"/>
              </a:xfrm>
            </p:grpSpPr>
            <p:sp>
              <p:nvSpPr>
                <p:cNvPr id="17569" name="Text Box 212">
                  <a:extLst>
                    <a:ext uri="{FF2B5EF4-FFF2-40B4-BE49-F238E27FC236}">
                      <a16:creationId xmlns:a16="http://schemas.microsoft.com/office/drawing/2014/main" id="{3588486D-79A9-4651-A51C-D9A1CC2FB8FA}"/>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70" name="Text Box 213">
                  <a:extLst>
                    <a:ext uri="{FF2B5EF4-FFF2-40B4-BE49-F238E27FC236}">
                      <a16:creationId xmlns:a16="http://schemas.microsoft.com/office/drawing/2014/main" id="{226A9B36-587F-41F6-A090-38ED5B582FF4}"/>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33946" name="Group 214">
                <a:extLst>
                  <a:ext uri="{FF2B5EF4-FFF2-40B4-BE49-F238E27FC236}">
                    <a16:creationId xmlns:a16="http://schemas.microsoft.com/office/drawing/2014/main" id="{A1ABA4DD-AA27-432E-BEC9-5A1E2303C979}"/>
                  </a:ext>
                </a:extLst>
              </p:cNvPr>
              <p:cNvGrpSpPr>
                <a:grpSpLocks/>
              </p:cNvGrpSpPr>
              <p:nvPr/>
            </p:nvGrpSpPr>
            <p:grpSpPr bwMode="auto">
              <a:xfrm>
                <a:off x="1808" y="1684"/>
                <a:ext cx="211" cy="157"/>
                <a:chOff x="857" y="1909"/>
                <a:chExt cx="211" cy="157"/>
              </a:xfrm>
            </p:grpSpPr>
            <p:sp>
              <p:nvSpPr>
                <p:cNvPr id="17567" name="Text Box 215">
                  <a:extLst>
                    <a:ext uri="{FF2B5EF4-FFF2-40B4-BE49-F238E27FC236}">
                      <a16:creationId xmlns:a16="http://schemas.microsoft.com/office/drawing/2014/main" id="{FD6FB377-1443-400A-AAC0-396208D8CD16}"/>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68" name="Text Box 216">
                  <a:extLst>
                    <a:ext uri="{FF2B5EF4-FFF2-40B4-BE49-F238E27FC236}">
                      <a16:creationId xmlns:a16="http://schemas.microsoft.com/office/drawing/2014/main" id="{9EA7CC4A-F8B3-455C-9613-5F7C07D4BD16}"/>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33947" name="Group 217">
                <a:extLst>
                  <a:ext uri="{FF2B5EF4-FFF2-40B4-BE49-F238E27FC236}">
                    <a16:creationId xmlns:a16="http://schemas.microsoft.com/office/drawing/2014/main" id="{CB11ECD3-CBAA-4C5E-83DE-2941A11A929C}"/>
                  </a:ext>
                </a:extLst>
              </p:cNvPr>
              <p:cNvGrpSpPr>
                <a:grpSpLocks/>
              </p:cNvGrpSpPr>
              <p:nvPr/>
            </p:nvGrpSpPr>
            <p:grpSpPr bwMode="auto">
              <a:xfrm>
                <a:off x="1892" y="1681"/>
                <a:ext cx="211" cy="157"/>
                <a:chOff x="857" y="1909"/>
                <a:chExt cx="211" cy="157"/>
              </a:xfrm>
            </p:grpSpPr>
            <p:sp>
              <p:nvSpPr>
                <p:cNvPr id="17565" name="Text Box 218">
                  <a:extLst>
                    <a:ext uri="{FF2B5EF4-FFF2-40B4-BE49-F238E27FC236}">
                      <a16:creationId xmlns:a16="http://schemas.microsoft.com/office/drawing/2014/main" id="{E8D1E5EA-5628-4C56-9881-2C0242172FB7}"/>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66" name="Text Box 219">
                  <a:extLst>
                    <a:ext uri="{FF2B5EF4-FFF2-40B4-BE49-F238E27FC236}">
                      <a16:creationId xmlns:a16="http://schemas.microsoft.com/office/drawing/2014/main" id="{3405944F-4ECB-4D1C-A812-D54606C3D421}"/>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grpSp>
          <p:nvGrpSpPr>
            <p:cNvPr id="33909" name="Group 220">
              <a:extLst>
                <a:ext uri="{FF2B5EF4-FFF2-40B4-BE49-F238E27FC236}">
                  <a16:creationId xmlns:a16="http://schemas.microsoft.com/office/drawing/2014/main" id="{F0C9FBE2-31D5-412A-AD0B-A6009A5D332B}"/>
                </a:ext>
              </a:extLst>
            </p:cNvPr>
            <p:cNvGrpSpPr>
              <a:grpSpLocks/>
            </p:cNvGrpSpPr>
            <p:nvPr/>
          </p:nvGrpSpPr>
          <p:grpSpPr bwMode="auto">
            <a:xfrm>
              <a:off x="2498" y="2748"/>
              <a:ext cx="790" cy="307"/>
              <a:chOff x="1313" y="1534"/>
              <a:chExt cx="790" cy="307"/>
            </a:xfrm>
          </p:grpSpPr>
          <p:sp>
            <p:nvSpPr>
              <p:cNvPr id="17527" name="Text Box 221">
                <a:extLst>
                  <a:ext uri="{FF2B5EF4-FFF2-40B4-BE49-F238E27FC236}">
                    <a16:creationId xmlns:a16="http://schemas.microsoft.com/office/drawing/2014/main" id="{BA44746D-4DC6-4FEF-A8E1-701FFF1C5BD5}"/>
                  </a:ext>
                </a:extLst>
              </p:cNvPr>
              <p:cNvSpPr txBox="1">
                <a:spLocks noChangeArrowheads="1"/>
              </p:cNvSpPr>
              <p:nvPr/>
            </p:nvSpPr>
            <p:spPr bwMode="auto">
              <a:xfrm>
                <a:off x="1313"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nvGrpSpPr>
              <p:cNvPr id="33911" name="Group 222">
                <a:extLst>
                  <a:ext uri="{FF2B5EF4-FFF2-40B4-BE49-F238E27FC236}">
                    <a16:creationId xmlns:a16="http://schemas.microsoft.com/office/drawing/2014/main" id="{39F5CD0F-43EF-4714-851C-6E54D4D2AA87}"/>
                  </a:ext>
                </a:extLst>
              </p:cNvPr>
              <p:cNvGrpSpPr>
                <a:grpSpLocks/>
              </p:cNvGrpSpPr>
              <p:nvPr/>
            </p:nvGrpSpPr>
            <p:grpSpPr bwMode="auto">
              <a:xfrm>
                <a:off x="1353" y="1539"/>
                <a:ext cx="258" cy="147"/>
                <a:chOff x="1353" y="1539"/>
                <a:chExt cx="258" cy="144"/>
              </a:xfrm>
            </p:grpSpPr>
            <p:sp>
              <p:nvSpPr>
                <p:cNvPr id="17550" name="Rectangle 223">
                  <a:extLst>
                    <a:ext uri="{FF2B5EF4-FFF2-40B4-BE49-F238E27FC236}">
                      <a16:creationId xmlns:a16="http://schemas.microsoft.com/office/drawing/2014/main" id="{9FDB0612-1D56-4CFC-B4FA-3AD8B52EFFF5}"/>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551" name="Line 224">
                  <a:extLst>
                    <a:ext uri="{FF2B5EF4-FFF2-40B4-BE49-F238E27FC236}">
                      <a16:creationId xmlns:a16="http://schemas.microsoft.com/office/drawing/2014/main" id="{588DD29C-2B92-412B-9189-0E307BB15832}"/>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552" name="Line 225">
                  <a:extLst>
                    <a:ext uri="{FF2B5EF4-FFF2-40B4-BE49-F238E27FC236}">
                      <a16:creationId xmlns:a16="http://schemas.microsoft.com/office/drawing/2014/main" id="{CB7979F4-EFBF-4558-AB50-8DB43D9C589D}"/>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grpSp>
            <p:nvGrpSpPr>
              <p:cNvPr id="33912" name="Group 226">
                <a:extLst>
                  <a:ext uri="{FF2B5EF4-FFF2-40B4-BE49-F238E27FC236}">
                    <a16:creationId xmlns:a16="http://schemas.microsoft.com/office/drawing/2014/main" id="{C5B10E98-1BF0-4B62-A07E-F07B1EFFC4F0}"/>
                  </a:ext>
                </a:extLst>
              </p:cNvPr>
              <p:cNvGrpSpPr>
                <a:grpSpLocks/>
              </p:cNvGrpSpPr>
              <p:nvPr/>
            </p:nvGrpSpPr>
            <p:grpSpPr bwMode="auto">
              <a:xfrm>
                <a:off x="1773" y="1686"/>
                <a:ext cx="258" cy="144"/>
                <a:chOff x="1353" y="1539"/>
                <a:chExt cx="258" cy="144"/>
              </a:xfrm>
            </p:grpSpPr>
            <p:sp>
              <p:nvSpPr>
                <p:cNvPr id="17547" name="Rectangle 227">
                  <a:extLst>
                    <a:ext uri="{FF2B5EF4-FFF2-40B4-BE49-F238E27FC236}">
                      <a16:creationId xmlns:a16="http://schemas.microsoft.com/office/drawing/2014/main" id="{15CA8313-9DFE-4D75-97F3-25774D0E0A86}"/>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548" name="Line 228">
                  <a:extLst>
                    <a:ext uri="{FF2B5EF4-FFF2-40B4-BE49-F238E27FC236}">
                      <a16:creationId xmlns:a16="http://schemas.microsoft.com/office/drawing/2014/main" id="{A3E74441-9C00-4109-B8C9-EC5B00AD64B8}"/>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549" name="Line 229">
                  <a:extLst>
                    <a:ext uri="{FF2B5EF4-FFF2-40B4-BE49-F238E27FC236}">
                      <a16:creationId xmlns:a16="http://schemas.microsoft.com/office/drawing/2014/main" id="{18614559-C85A-4500-AF59-3043B9C655AB}"/>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sp>
            <p:nvSpPr>
              <p:cNvPr id="17530" name="Rectangle 230">
                <a:extLst>
                  <a:ext uri="{FF2B5EF4-FFF2-40B4-BE49-F238E27FC236}">
                    <a16:creationId xmlns:a16="http://schemas.microsoft.com/office/drawing/2014/main" id="{8782B494-C74A-42A6-B690-92A30DB6A9D3}"/>
                  </a:ext>
                </a:extLst>
              </p:cNvPr>
              <p:cNvSpPr>
                <a:spLocks noChangeArrowheads="1"/>
              </p:cNvSpPr>
              <p:nvPr/>
            </p:nvSpPr>
            <p:spPr bwMode="auto">
              <a:xfrm>
                <a:off x="1611" y="1686"/>
                <a:ext cx="81"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531" name="Rectangle 231">
                <a:extLst>
                  <a:ext uri="{FF2B5EF4-FFF2-40B4-BE49-F238E27FC236}">
                    <a16:creationId xmlns:a16="http://schemas.microsoft.com/office/drawing/2014/main" id="{3C6CD95B-8ECE-4B9B-B1B9-168E1ABB7F73}"/>
                  </a:ext>
                </a:extLst>
              </p:cNvPr>
              <p:cNvSpPr>
                <a:spLocks noChangeArrowheads="1"/>
              </p:cNvSpPr>
              <p:nvPr/>
            </p:nvSpPr>
            <p:spPr bwMode="auto">
              <a:xfrm>
                <a:off x="1692" y="1536"/>
                <a:ext cx="81" cy="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532" name="Text Box 232">
                <a:extLst>
                  <a:ext uri="{FF2B5EF4-FFF2-40B4-BE49-F238E27FC236}">
                    <a16:creationId xmlns:a16="http://schemas.microsoft.com/office/drawing/2014/main" id="{213181B9-8621-4DB9-8BDD-79C1080C0C67}"/>
                  </a:ext>
                </a:extLst>
              </p:cNvPr>
              <p:cNvSpPr txBox="1">
                <a:spLocks noChangeArrowheads="1"/>
              </p:cNvSpPr>
              <p:nvPr/>
            </p:nvSpPr>
            <p:spPr bwMode="auto">
              <a:xfrm>
                <a:off x="1391"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33" name="Text Box 233">
                <a:extLst>
                  <a:ext uri="{FF2B5EF4-FFF2-40B4-BE49-F238E27FC236}">
                    <a16:creationId xmlns:a16="http://schemas.microsoft.com/office/drawing/2014/main" id="{6FB33DAA-D595-47B1-AAD0-D5091C68D887}"/>
                  </a:ext>
                </a:extLst>
              </p:cNvPr>
              <p:cNvSpPr txBox="1">
                <a:spLocks noChangeArrowheads="1"/>
              </p:cNvSpPr>
              <p:nvPr/>
            </p:nvSpPr>
            <p:spPr bwMode="auto">
              <a:xfrm>
                <a:off x="1478"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34" name="Text Box 234">
                <a:extLst>
                  <a:ext uri="{FF2B5EF4-FFF2-40B4-BE49-F238E27FC236}">
                    <a16:creationId xmlns:a16="http://schemas.microsoft.com/office/drawing/2014/main" id="{9B8FB998-7CF5-4A87-B34A-F401B28C0D67}"/>
                  </a:ext>
                </a:extLst>
              </p:cNvPr>
              <p:cNvSpPr txBox="1">
                <a:spLocks noChangeArrowheads="1"/>
              </p:cNvSpPr>
              <p:nvPr/>
            </p:nvSpPr>
            <p:spPr bwMode="auto">
              <a:xfrm>
                <a:off x="1652" y="1540"/>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nvGrpSpPr>
              <p:cNvPr id="33918" name="Group 235">
                <a:extLst>
                  <a:ext uri="{FF2B5EF4-FFF2-40B4-BE49-F238E27FC236}">
                    <a16:creationId xmlns:a16="http://schemas.microsoft.com/office/drawing/2014/main" id="{961B93E8-9119-40F9-8A84-53BD924B8AC3}"/>
                  </a:ext>
                </a:extLst>
              </p:cNvPr>
              <p:cNvGrpSpPr>
                <a:grpSpLocks/>
              </p:cNvGrpSpPr>
              <p:nvPr/>
            </p:nvGrpSpPr>
            <p:grpSpPr bwMode="auto">
              <a:xfrm>
                <a:off x="1565" y="1684"/>
                <a:ext cx="211" cy="157"/>
                <a:chOff x="857" y="1909"/>
                <a:chExt cx="211" cy="157"/>
              </a:xfrm>
            </p:grpSpPr>
            <p:sp>
              <p:nvSpPr>
                <p:cNvPr id="17545" name="Text Box 236">
                  <a:extLst>
                    <a:ext uri="{FF2B5EF4-FFF2-40B4-BE49-F238E27FC236}">
                      <a16:creationId xmlns:a16="http://schemas.microsoft.com/office/drawing/2014/main" id="{56980817-19CD-428C-9AFB-4C95DBE94CA1}"/>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46" name="Text Box 237">
                  <a:extLst>
                    <a:ext uri="{FF2B5EF4-FFF2-40B4-BE49-F238E27FC236}">
                      <a16:creationId xmlns:a16="http://schemas.microsoft.com/office/drawing/2014/main" id="{2D202BB0-DE7B-4344-B81E-86B287233AD4}"/>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33919" name="Group 238">
                <a:extLst>
                  <a:ext uri="{FF2B5EF4-FFF2-40B4-BE49-F238E27FC236}">
                    <a16:creationId xmlns:a16="http://schemas.microsoft.com/office/drawing/2014/main" id="{B109BCFC-9D22-4E8B-8E59-8F4402DFA089}"/>
                  </a:ext>
                </a:extLst>
              </p:cNvPr>
              <p:cNvGrpSpPr>
                <a:grpSpLocks/>
              </p:cNvGrpSpPr>
              <p:nvPr/>
            </p:nvGrpSpPr>
            <p:grpSpPr bwMode="auto">
              <a:xfrm>
                <a:off x="1730" y="1684"/>
                <a:ext cx="211" cy="157"/>
                <a:chOff x="857" y="1909"/>
                <a:chExt cx="211" cy="157"/>
              </a:xfrm>
            </p:grpSpPr>
            <p:sp>
              <p:nvSpPr>
                <p:cNvPr id="17543" name="Text Box 239">
                  <a:extLst>
                    <a:ext uri="{FF2B5EF4-FFF2-40B4-BE49-F238E27FC236}">
                      <a16:creationId xmlns:a16="http://schemas.microsoft.com/office/drawing/2014/main" id="{51FAECF7-C69D-46B8-BE88-CC8C4FBF9B88}"/>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44" name="Text Box 240">
                  <a:extLst>
                    <a:ext uri="{FF2B5EF4-FFF2-40B4-BE49-F238E27FC236}">
                      <a16:creationId xmlns:a16="http://schemas.microsoft.com/office/drawing/2014/main" id="{F127D0B3-DDF5-478A-8837-B44628095205}"/>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33920" name="Group 241">
                <a:extLst>
                  <a:ext uri="{FF2B5EF4-FFF2-40B4-BE49-F238E27FC236}">
                    <a16:creationId xmlns:a16="http://schemas.microsoft.com/office/drawing/2014/main" id="{01E79E57-971A-411B-99F7-9483175FB106}"/>
                  </a:ext>
                </a:extLst>
              </p:cNvPr>
              <p:cNvGrpSpPr>
                <a:grpSpLocks/>
              </p:cNvGrpSpPr>
              <p:nvPr/>
            </p:nvGrpSpPr>
            <p:grpSpPr bwMode="auto">
              <a:xfrm>
                <a:off x="1808" y="1684"/>
                <a:ext cx="211" cy="157"/>
                <a:chOff x="857" y="1909"/>
                <a:chExt cx="211" cy="157"/>
              </a:xfrm>
            </p:grpSpPr>
            <p:sp>
              <p:nvSpPr>
                <p:cNvPr id="17541" name="Text Box 242">
                  <a:extLst>
                    <a:ext uri="{FF2B5EF4-FFF2-40B4-BE49-F238E27FC236}">
                      <a16:creationId xmlns:a16="http://schemas.microsoft.com/office/drawing/2014/main" id="{9650ED9B-BAB1-4B68-A90F-99101E5680D5}"/>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42" name="Text Box 243">
                  <a:extLst>
                    <a:ext uri="{FF2B5EF4-FFF2-40B4-BE49-F238E27FC236}">
                      <a16:creationId xmlns:a16="http://schemas.microsoft.com/office/drawing/2014/main" id="{0471F20A-0106-4546-95A3-F5B279EA2CED}"/>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33921" name="Group 244">
                <a:extLst>
                  <a:ext uri="{FF2B5EF4-FFF2-40B4-BE49-F238E27FC236}">
                    <a16:creationId xmlns:a16="http://schemas.microsoft.com/office/drawing/2014/main" id="{80D063B8-F06B-4EE8-96E0-744F66ADEC5C}"/>
                  </a:ext>
                </a:extLst>
              </p:cNvPr>
              <p:cNvGrpSpPr>
                <a:grpSpLocks/>
              </p:cNvGrpSpPr>
              <p:nvPr/>
            </p:nvGrpSpPr>
            <p:grpSpPr bwMode="auto">
              <a:xfrm>
                <a:off x="1892" y="1681"/>
                <a:ext cx="211" cy="157"/>
                <a:chOff x="857" y="1909"/>
                <a:chExt cx="211" cy="157"/>
              </a:xfrm>
            </p:grpSpPr>
            <p:sp>
              <p:nvSpPr>
                <p:cNvPr id="17539" name="Text Box 245">
                  <a:extLst>
                    <a:ext uri="{FF2B5EF4-FFF2-40B4-BE49-F238E27FC236}">
                      <a16:creationId xmlns:a16="http://schemas.microsoft.com/office/drawing/2014/main" id="{7883B6E0-6A02-4ADB-9253-495B851174BC}"/>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40" name="Text Box 246">
                  <a:extLst>
                    <a:ext uri="{FF2B5EF4-FFF2-40B4-BE49-F238E27FC236}">
                      <a16:creationId xmlns:a16="http://schemas.microsoft.com/office/drawing/2014/main" id="{E0C03C41-1EE6-49C0-B884-C7AA835500D7}"/>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grpSp>
      <p:grpSp>
        <p:nvGrpSpPr>
          <p:cNvPr id="404777" name="Group 297">
            <a:extLst>
              <a:ext uri="{FF2B5EF4-FFF2-40B4-BE49-F238E27FC236}">
                <a16:creationId xmlns:a16="http://schemas.microsoft.com/office/drawing/2014/main" id="{9703B414-D2C5-4FFA-8987-7C90605FD1E9}"/>
              </a:ext>
            </a:extLst>
          </p:cNvPr>
          <p:cNvGrpSpPr>
            <a:grpSpLocks/>
          </p:cNvGrpSpPr>
          <p:nvPr/>
        </p:nvGrpSpPr>
        <p:grpSpPr bwMode="auto">
          <a:xfrm>
            <a:off x="2874963" y="4362450"/>
            <a:ext cx="1277937" cy="1174750"/>
            <a:chOff x="1811" y="2748"/>
            <a:chExt cx="805" cy="740"/>
          </a:xfrm>
        </p:grpSpPr>
        <p:grpSp>
          <p:nvGrpSpPr>
            <p:cNvPr id="33849" name="Group 159">
              <a:extLst>
                <a:ext uri="{FF2B5EF4-FFF2-40B4-BE49-F238E27FC236}">
                  <a16:creationId xmlns:a16="http://schemas.microsoft.com/office/drawing/2014/main" id="{16F5C6A3-40C5-4696-8059-96FB11AEC35A}"/>
                </a:ext>
              </a:extLst>
            </p:cNvPr>
            <p:cNvGrpSpPr>
              <a:grpSpLocks/>
            </p:cNvGrpSpPr>
            <p:nvPr/>
          </p:nvGrpSpPr>
          <p:grpSpPr bwMode="auto">
            <a:xfrm>
              <a:off x="1826" y="3181"/>
              <a:ext cx="790" cy="307"/>
              <a:chOff x="1313" y="1534"/>
              <a:chExt cx="790" cy="307"/>
            </a:xfrm>
          </p:grpSpPr>
          <p:sp>
            <p:nvSpPr>
              <p:cNvPr id="17499" name="Text Box 160">
                <a:extLst>
                  <a:ext uri="{FF2B5EF4-FFF2-40B4-BE49-F238E27FC236}">
                    <a16:creationId xmlns:a16="http://schemas.microsoft.com/office/drawing/2014/main" id="{FA49E5DA-C93A-4D9F-B1CC-6F9FCD19A343}"/>
                  </a:ext>
                </a:extLst>
              </p:cNvPr>
              <p:cNvSpPr txBox="1">
                <a:spLocks noChangeArrowheads="1"/>
              </p:cNvSpPr>
              <p:nvPr/>
            </p:nvSpPr>
            <p:spPr bwMode="auto">
              <a:xfrm>
                <a:off x="1313"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nvGrpSpPr>
              <p:cNvPr id="33883" name="Group 161">
                <a:extLst>
                  <a:ext uri="{FF2B5EF4-FFF2-40B4-BE49-F238E27FC236}">
                    <a16:creationId xmlns:a16="http://schemas.microsoft.com/office/drawing/2014/main" id="{0331AE4C-DAEC-4940-8389-5E8839FCAEF8}"/>
                  </a:ext>
                </a:extLst>
              </p:cNvPr>
              <p:cNvGrpSpPr>
                <a:grpSpLocks/>
              </p:cNvGrpSpPr>
              <p:nvPr/>
            </p:nvGrpSpPr>
            <p:grpSpPr bwMode="auto">
              <a:xfrm>
                <a:off x="1353" y="1539"/>
                <a:ext cx="258" cy="147"/>
                <a:chOff x="1353" y="1539"/>
                <a:chExt cx="258" cy="144"/>
              </a:xfrm>
            </p:grpSpPr>
            <p:sp>
              <p:nvSpPr>
                <p:cNvPr id="17522" name="Rectangle 162">
                  <a:extLst>
                    <a:ext uri="{FF2B5EF4-FFF2-40B4-BE49-F238E27FC236}">
                      <a16:creationId xmlns:a16="http://schemas.microsoft.com/office/drawing/2014/main" id="{768505E3-5D83-43EB-ACFC-BD59264EA9D9}"/>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523" name="Line 163">
                  <a:extLst>
                    <a:ext uri="{FF2B5EF4-FFF2-40B4-BE49-F238E27FC236}">
                      <a16:creationId xmlns:a16="http://schemas.microsoft.com/office/drawing/2014/main" id="{5950FF51-1AB8-4B02-81E0-4F9243EBC53F}"/>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524" name="Line 164">
                  <a:extLst>
                    <a:ext uri="{FF2B5EF4-FFF2-40B4-BE49-F238E27FC236}">
                      <a16:creationId xmlns:a16="http://schemas.microsoft.com/office/drawing/2014/main" id="{1A2D422F-2DEF-4DEA-8287-006593966F7A}"/>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grpSp>
            <p:nvGrpSpPr>
              <p:cNvPr id="33884" name="Group 165">
                <a:extLst>
                  <a:ext uri="{FF2B5EF4-FFF2-40B4-BE49-F238E27FC236}">
                    <a16:creationId xmlns:a16="http://schemas.microsoft.com/office/drawing/2014/main" id="{C852CC80-9DDE-4CEF-969B-F88CEAEE971A}"/>
                  </a:ext>
                </a:extLst>
              </p:cNvPr>
              <p:cNvGrpSpPr>
                <a:grpSpLocks/>
              </p:cNvGrpSpPr>
              <p:nvPr/>
            </p:nvGrpSpPr>
            <p:grpSpPr bwMode="auto">
              <a:xfrm>
                <a:off x="1773" y="1686"/>
                <a:ext cx="258" cy="144"/>
                <a:chOff x="1353" y="1539"/>
                <a:chExt cx="258" cy="144"/>
              </a:xfrm>
            </p:grpSpPr>
            <p:sp>
              <p:nvSpPr>
                <p:cNvPr id="17519" name="Rectangle 166">
                  <a:extLst>
                    <a:ext uri="{FF2B5EF4-FFF2-40B4-BE49-F238E27FC236}">
                      <a16:creationId xmlns:a16="http://schemas.microsoft.com/office/drawing/2014/main" id="{B083502F-1913-46AB-A928-7EF46BEC58F8}"/>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520" name="Line 167">
                  <a:extLst>
                    <a:ext uri="{FF2B5EF4-FFF2-40B4-BE49-F238E27FC236}">
                      <a16:creationId xmlns:a16="http://schemas.microsoft.com/office/drawing/2014/main" id="{A7F153AF-69DB-445E-A142-F00DC7E9C9E8}"/>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521" name="Line 168">
                  <a:extLst>
                    <a:ext uri="{FF2B5EF4-FFF2-40B4-BE49-F238E27FC236}">
                      <a16:creationId xmlns:a16="http://schemas.microsoft.com/office/drawing/2014/main" id="{896616AB-8939-4F7D-A3A1-5646B5DE908C}"/>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sp>
            <p:nvSpPr>
              <p:cNvPr id="17502" name="Rectangle 169">
                <a:extLst>
                  <a:ext uri="{FF2B5EF4-FFF2-40B4-BE49-F238E27FC236}">
                    <a16:creationId xmlns:a16="http://schemas.microsoft.com/office/drawing/2014/main" id="{388C530B-09F7-4A72-BBB3-537AAA925FDA}"/>
                  </a:ext>
                </a:extLst>
              </p:cNvPr>
              <p:cNvSpPr>
                <a:spLocks noChangeArrowheads="1"/>
              </p:cNvSpPr>
              <p:nvPr/>
            </p:nvSpPr>
            <p:spPr bwMode="auto">
              <a:xfrm>
                <a:off x="1611" y="1686"/>
                <a:ext cx="81"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503" name="Rectangle 170">
                <a:extLst>
                  <a:ext uri="{FF2B5EF4-FFF2-40B4-BE49-F238E27FC236}">
                    <a16:creationId xmlns:a16="http://schemas.microsoft.com/office/drawing/2014/main" id="{2470ACC0-0EBE-45B3-A81B-CE7D394DBF86}"/>
                  </a:ext>
                </a:extLst>
              </p:cNvPr>
              <p:cNvSpPr>
                <a:spLocks noChangeArrowheads="1"/>
              </p:cNvSpPr>
              <p:nvPr/>
            </p:nvSpPr>
            <p:spPr bwMode="auto">
              <a:xfrm>
                <a:off x="1692" y="1536"/>
                <a:ext cx="81" cy="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504" name="Text Box 171">
                <a:extLst>
                  <a:ext uri="{FF2B5EF4-FFF2-40B4-BE49-F238E27FC236}">
                    <a16:creationId xmlns:a16="http://schemas.microsoft.com/office/drawing/2014/main" id="{56EB595C-3D7C-46B2-9C48-23F9EFE5D2F8}"/>
                  </a:ext>
                </a:extLst>
              </p:cNvPr>
              <p:cNvSpPr txBox="1">
                <a:spLocks noChangeArrowheads="1"/>
              </p:cNvSpPr>
              <p:nvPr/>
            </p:nvSpPr>
            <p:spPr bwMode="auto">
              <a:xfrm>
                <a:off x="1391"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05" name="Text Box 172">
                <a:extLst>
                  <a:ext uri="{FF2B5EF4-FFF2-40B4-BE49-F238E27FC236}">
                    <a16:creationId xmlns:a16="http://schemas.microsoft.com/office/drawing/2014/main" id="{C7F90F8A-96D3-485B-A4AC-1EACBB416439}"/>
                  </a:ext>
                </a:extLst>
              </p:cNvPr>
              <p:cNvSpPr txBox="1">
                <a:spLocks noChangeArrowheads="1"/>
              </p:cNvSpPr>
              <p:nvPr/>
            </p:nvSpPr>
            <p:spPr bwMode="auto">
              <a:xfrm>
                <a:off x="1478"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06" name="Text Box 173">
                <a:extLst>
                  <a:ext uri="{FF2B5EF4-FFF2-40B4-BE49-F238E27FC236}">
                    <a16:creationId xmlns:a16="http://schemas.microsoft.com/office/drawing/2014/main" id="{DB47FE01-BE6C-451A-8383-95EAE91BA05B}"/>
                  </a:ext>
                </a:extLst>
              </p:cNvPr>
              <p:cNvSpPr txBox="1">
                <a:spLocks noChangeArrowheads="1"/>
              </p:cNvSpPr>
              <p:nvPr/>
            </p:nvSpPr>
            <p:spPr bwMode="auto">
              <a:xfrm>
                <a:off x="1652" y="1540"/>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nvGrpSpPr>
              <p:cNvPr id="33890" name="Group 174">
                <a:extLst>
                  <a:ext uri="{FF2B5EF4-FFF2-40B4-BE49-F238E27FC236}">
                    <a16:creationId xmlns:a16="http://schemas.microsoft.com/office/drawing/2014/main" id="{403CA75A-5A54-41D1-9D82-D6703534AD20}"/>
                  </a:ext>
                </a:extLst>
              </p:cNvPr>
              <p:cNvGrpSpPr>
                <a:grpSpLocks/>
              </p:cNvGrpSpPr>
              <p:nvPr/>
            </p:nvGrpSpPr>
            <p:grpSpPr bwMode="auto">
              <a:xfrm>
                <a:off x="1565" y="1684"/>
                <a:ext cx="211" cy="157"/>
                <a:chOff x="857" y="1909"/>
                <a:chExt cx="211" cy="157"/>
              </a:xfrm>
            </p:grpSpPr>
            <p:sp>
              <p:nvSpPr>
                <p:cNvPr id="17517" name="Text Box 175">
                  <a:extLst>
                    <a:ext uri="{FF2B5EF4-FFF2-40B4-BE49-F238E27FC236}">
                      <a16:creationId xmlns:a16="http://schemas.microsoft.com/office/drawing/2014/main" id="{FB2A371E-6A7C-430B-9ED7-6EFDA19ECE97}"/>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18" name="Text Box 176">
                  <a:extLst>
                    <a:ext uri="{FF2B5EF4-FFF2-40B4-BE49-F238E27FC236}">
                      <a16:creationId xmlns:a16="http://schemas.microsoft.com/office/drawing/2014/main" id="{2160B340-1FFE-45DB-8648-FAD511DE42E3}"/>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33891" name="Group 177">
                <a:extLst>
                  <a:ext uri="{FF2B5EF4-FFF2-40B4-BE49-F238E27FC236}">
                    <a16:creationId xmlns:a16="http://schemas.microsoft.com/office/drawing/2014/main" id="{35610367-F6C8-4CBC-98AE-DFD2AF7FAAD5}"/>
                  </a:ext>
                </a:extLst>
              </p:cNvPr>
              <p:cNvGrpSpPr>
                <a:grpSpLocks/>
              </p:cNvGrpSpPr>
              <p:nvPr/>
            </p:nvGrpSpPr>
            <p:grpSpPr bwMode="auto">
              <a:xfrm>
                <a:off x="1730" y="1684"/>
                <a:ext cx="211" cy="157"/>
                <a:chOff x="857" y="1909"/>
                <a:chExt cx="211" cy="157"/>
              </a:xfrm>
            </p:grpSpPr>
            <p:sp>
              <p:nvSpPr>
                <p:cNvPr id="17515" name="Text Box 178">
                  <a:extLst>
                    <a:ext uri="{FF2B5EF4-FFF2-40B4-BE49-F238E27FC236}">
                      <a16:creationId xmlns:a16="http://schemas.microsoft.com/office/drawing/2014/main" id="{613985CF-883D-4DD5-B88A-C489EE0F68FA}"/>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16" name="Text Box 179">
                  <a:extLst>
                    <a:ext uri="{FF2B5EF4-FFF2-40B4-BE49-F238E27FC236}">
                      <a16:creationId xmlns:a16="http://schemas.microsoft.com/office/drawing/2014/main" id="{3D6296BE-F0AD-4E6F-9C29-73D9576AC5E4}"/>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33892" name="Group 180">
                <a:extLst>
                  <a:ext uri="{FF2B5EF4-FFF2-40B4-BE49-F238E27FC236}">
                    <a16:creationId xmlns:a16="http://schemas.microsoft.com/office/drawing/2014/main" id="{95C1695E-502F-4815-A07D-C0920EBA4097}"/>
                  </a:ext>
                </a:extLst>
              </p:cNvPr>
              <p:cNvGrpSpPr>
                <a:grpSpLocks/>
              </p:cNvGrpSpPr>
              <p:nvPr/>
            </p:nvGrpSpPr>
            <p:grpSpPr bwMode="auto">
              <a:xfrm>
                <a:off x="1808" y="1684"/>
                <a:ext cx="211" cy="157"/>
                <a:chOff x="857" y="1909"/>
                <a:chExt cx="211" cy="157"/>
              </a:xfrm>
            </p:grpSpPr>
            <p:sp>
              <p:nvSpPr>
                <p:cNvPr id="17513" name="Text Box 181">
                  <a:extLst>
                    <a:ext uri="{FF2B5EF4-FFF2-40B4-BE49-F238E27FC236}">
                      <a16:creationId xmlns:a16="http://schemas.microsoft.com/office/drawing/2014/main" id="{5A8D0CF4-DAC6-4F39-9C6F-FC401E584ED9}"/>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14" name="Text Box 182">
                  <a:extLst>
                    <a:ext uri="{FF2B5EF4-FFF2-40B4-BE49-F238E27FC236}">
                      <a16:creationId xmlns:a16="http://schemas.microsoft.com/office/drawing/2014/main" id="{0251D44C-334D-4AF9-84BF-3C6A8026F225}"/>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33893" name="Group 183">
                <a:extLst>
                  <a:ext uri="{FF2B5EF4-FFF2-40B4-BE49-F238E27FC236}">
                    <a16:creationId xmlns:a16="http://schemas.microsoft.com/office/drawing/2014/main" id="{747F026C-3875-4131-88A4-4A126CBF42EB}"/>
                  </a:ext>
                </a:extLst>
              </p:cNvPr>
              <p:cNvGrpSpPr>
                <a:grpSpLocks/>
              </p:cNvGrpSpPr>
              <p:nvPr/>
            </p:nvGrpSpPr>
            <p:grpSpPr bwMode="auto">
              <a:xfrm>
                <a:off x="1892" y="1681"/>
                <a:ext cx="211" cy="157"/>
                <a:chOff x="857" y="1909"/>
                <a:chExt cx="211" cy="157"/>
              </a:xfrm>
            </p:grpSpPr>
            <p:sp>
              <p:nvSpPr>
                <p:cNvPr id="17511" name="Text Box 184">
                  <a:extLst>
                    <a:ext uri="{FF2B5EF4-FFF2-40B4-BE49-F238E27FC236}">
                      <a16:creationId xmlns:a16="http://schemas.microsoft.com/office/drawing/2014/main" id="{EB892AA8-C733-4F2F-8130-B5F175773EAA}"/>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12" name="Text Box 185">
                  <a:extLst>
                    <a:ext uri="{FF2B5EF4-FFF2-40B4-BE49-F238E27FC236}">
                      <a16:creationId xmlns:a16="http://schemas.microsoft.com/office/drawing/2014/main" id="{9838CD66-AAF0-436B-9B55-02C920802687}"/>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grpSp>
          <p:nvGrpSpPr>
            <p:cNvPr id="33850" name="Group 247">
              <a:extLst>
                <a:ext uri="{FF2B5EF4-FFF2-40B4-BE49-F238E27FC236}">
                  <a16:creationId xmlns:a16="http://schemas.microsoft.com/office/drawing/2014/main" id="{69C6DC9B-83FA-42D6-B2F3-A1BB678CC0EB}"/>
                </a:ext>
              </a:extLst>
            </p:cNvPr>
            <p:cNvGrpSpPr>
              <a:grpSpLocks/>
            </p:cNvGrpSpPr>
            <p:nvPr/>
          </p:nvGrpSpPr>
          <p:grpSpPr bwMode="auto">
            <a:xfrm>
              <a:off x="1811" y="2748"/>
              <a:ext cx="787" cy="307"/>
              <a:chOff x="4928" y="1534"/>
              <a:chExt cx="787" cy="307"/>
            </a:xfrm>
          </p:grpSpPr>
          <p:grpSp>
            <p:nvGrpSpPr>
              <p:cNvPr id="33851" name="Group 248">
                <a:extLst>
                  <a:ext uri="{FF2B5EF4-FFF2-40B4-BE49-F238E27FC236}">
                    <a16:creationId xmlns:a16="http://schemas.microsoft.com/office/drawing/2014/main" id="{4DD2B337-3317-4B8A-95B9-74CB4EBFBFA2}"/>
                  </a:ext>
                </a:extLst>
              </p:cNvPr>
              <p:cNvGrpSpPr>
                <a:grpSpLocks/>
              </p:cNvGrpSpPr>
              <p:nvPr/>
            </p:nvGrpSpPr>
            <p:grpSpPr bwMode="auto">
              <a:xfrm>
                <a:off x="5354" y="1534"/>
                <a:ext cx="361" cy="154"/>
                <a:chOff x="5009" y="1132"/>
                <a:chExt cx="361" cy="154"/>
              </a:xfrm>
            </p:grpSpPr>
            <p:sp>
              <p:nvSpPr>
                <p:cNvPr id="17492" name="Text Box 249">
                  <a:extLst>
                    <a:ext uri="{FF2B5EF4-FFF2-40B4-BE49-F238E27FC236}">
                      <a16:creationId xmlns:a16="http://schemas.microsoft.com/office/drawing/2014/main" id="{6311E35E-50CB-45CD-A270-8E46F1E756F8}"/>
                    </a:ext>
                  </a:extLst>
                </p:cNvPr>
                <p:cNvSpPr txBox="1">
                  <a:spLocks noChangeArrowheads="1"/>
                </p:cNvSpPr>
                <p:nvPr/>
              </p:nvSpPr>
              <p:spPr bwMode="auto">
                <a:xfrm>
                  <a:off x="5009" y="113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nvGrpSpPr>
                <p:cNvPr id="33876" name="Group 250">
                  <a:extLst>
                    <a:ext uri="{FF2B5EF4-FFF2-40B4-BE49-F238E27FC236}">
                      <a16:creationId xmlns:a16="http://schemas.microsoft.com/office/drawing/2014/main" id="{088166CC-D4FE-45CF-85A9-528FFD022884}"/>
                    </a:ext>
                  </a:extLst>
                </p:cNvPr>
                <p:cNvGrpSpPr>
                  <a:grpSpLocks/>
                </p:cNvGrpSpPr>
                <p:nvPr/>
              </p:nvGrpSpPr>
              <p:grpSpPr bwMode="auto">
                <a:xfrm>
                  <a:off x="5049" y="1137"/>
                  <a:ext cx="258" cy="147"/>
                  <a:chOff x="1353" y="1539"/>
                  <a:chExt cx="258" cy="144"/>
                </a:xfrm>
              </p:grpSpPr>
              <p:sp>
                <p:nvSpPr>
                  <p:cNvPr id="17496" name="Rectangle 251">
                    <a:extLst>
                      <a:ext uri="{FF2B5EF4-FFF2-40B4-BE49-F238E27FC236}">
                        <a16:creationId xmlns:a16="http://schemas.microsoft.com/office/drawing/2014/main" id="{55E38EE9-A807-4DFB-9F61-6D01077D0928}"/>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497" name="Line 252">
                    <a:extLst>
                      <a:ext uri="{FF2B5EF4-FFF2-40B4-BE49-F238E27FC236}">
                        <a16:creationId xmlns:a16="http://schemas.microsoft.com/office/drawing/2014/main" id="{2FBF02EA-7562-43F5-91A8-8D5FC0006E84}"/>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498" name="Line 253">
                    <a:extLst>
                      <a:ext uri="{FF2B5EF4-FFF2-40B4-BE49-F238E27FC236}">
                        <a16:creationId xmlns:a16="http://schemas.microsoft.com/office/drawing/2014/main" id="{8AF83FE1-5A46-49F3-8E24-AB5E1E762E3A}"/>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sp>
              <p:nvSpPr>
                <p:cNvPr id="17494" name="Text Box 254">
                  <a:extLst>
                    <a:ext uri="{FF2B5EF4-FFF2-40B4-BE49-F238E27FC236}">
                      <a16:creationId xmlns:a16="http://schemas.microsoft.com/office/drawing/2014/main" id="{FEDD63F0-D6D9-4451-8685-241449C7A6C5}"/>
                    </a:ext>
                  </a:extLst>
                </p:cNvPr>
                <p:cNvSpPr txBox="1">
                  <a:spLocks noChangeArrowheads="1"/>
                </p:cNvSpPr>
                <p:nvPr/>
              </p:nvSpPr>
              <p:spPr bwMode="auto">
                <a:xfrm>
                  <a:off x="5087" y="113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495" name="Text Box 255">
                  <a:extLst>
                    <a:ext uri="{FF2B5EF4-FFF2-40B4-BE49-F238E27FC236}">
                      <a16:creationId xmlns:a16="http://schemas.microsoft.com/office/drawing/2014/main" id="{AB8BE4AC-0313-4B3B-874A-6356CB28AFC3}"/>
                    </a:ext>
                  </a:extLst>
                </p:cNvPr>
                <p:cNvSpPr txBox="1">
                  <a:spLocks noChangeArrowheads="1"/>
                </p:cNvSpPr>
                <p:nvPr/>
              </p:nvSpPr>
              <p:spPr bwMode="auto">
                <a:xfrm>
                  <a:off x="5174" y="113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grpSp>
            <p:nvGrpSpPr>
              <p:cNvPr id="33852" name="Group 256">
                <a:extLst>
                  <a:ext uri="{FF2B5EF4-FFF2-40B4-BE49-F238E27FC236}">
                    <a16:creationId xmlns:a16="http://schemas.microsoft.com/office/drawing/2014/main" id="{A63C2849-06D0-4FB0-AF2D-441E067B1522}"/>
                  </a:ext>
                </a:extLst>
              </p:cNvPr>
              <p:cNvGrpSpPr>
                <a:grpSpLocks/>
              </p:cNvGrpSpPr>
              <p:nvPr/>
            </p:nvGrpSpPr>
            <p:grpSpPr bwMode="auto">
              <a:xfrm>
                <a:off x="4928" y="1536"/>
                <a:ext cx="550" cy="305"/>
                <a:chOff x="5114" y="1518"/>
                <a:chExt cx="550" cy="305"/>
              </a:xfrm>
            </p:grpSpPr>
            <p:grpSp>
              <p:nvGrpSpPr>
                <p:cNvPr id="33853" name="Group 257">
                  <a:extLst>
                    <a:ext uri="{FF2B5EF4-FFF2-40B4-BE49-F238E27FC236}">
                      <a16:creationId xmlns:a16="http://schemas.microsoft.com/office/drawing/2014/main" id="{968FE6D9-AAE2-44AF-AC3E-6EF18C7AEE7E}"/>
                    </a:ext>
                  </a:extLst>
                </p:cNvPr>
                <p:cNvGrpSpPr>
                  <a:grpSpLocks/>
                </p:cNvGrpSpPr>
                <p:nvPr/>
              </p:nvGrpSpPr>
              <p:grpSpPr bwMode="auto">
                <a:xfrm>
                  <a:off x="5375" y="1518"/>
                  <a:ext cx="196" cy="158"/>
                  <a:chOff x="5378" y="1518"/>
                  <a:chExt cx="196" cy="158"/>
                </a:xfrm>
              </p:grpSpPr>
              <p:sp>
                <p:nvSpPr>
                  <p:cNvPr id="17490" name="Rectangle 258">
                    <a:extLst>
                      <a:ext uri="{FF2B5EF4-FFF2-40B4-BE49-F238E27FC236}">
                        <a16:creationId xmlns:a16="http://schemas.microsoft.com/office/drawing/2014/main" id="{0755E85D-09B5-4AAF-B7BE-E433832D6F8B}"/>
                      </a:ext>
                    </a:extLst>
                  </p:cNvPr>
                  <p:cNvSpPr>
                    <a:spLocks noChangeArrowheads="1"/>
                  </p:cNvSpPr>
                  <p:nvPr/>
                </p:nvSpPr>
                <p:spPr bwMode="auto">
                  <a:xfrm>
                    <a:off x="5418" y="1518"/>
                    <a:ext cx="81" cy="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491" name="Text Box 259">
                    <a:extLst>
                      <a:ext uri="{FF2B5EF4-FFF2-40B4-BE49-F238E27FC236}">
                        <a16:creationId xmlns:a16="http://schemas.microsoft.com/office/drawing/2014/main" id="{B5D3F673-03D2-42CB-BCBD-CFB37251C944}"/>
                      </a:ext>
                    </a:extLst>
                  </p:cNvPr>
                  <p:cNvSpPr txBox="1">
                    <a:spLocks noChangeArrowheads="1"/>
                  </p:cNvSpPr>
                  <p:nvPr/>
                </p:nvSpPr>
                <p:spPr bwMode="auto">
                  <a:xfrm>
                    <a:off x="5378" y="152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grpSp>
              <p:nvGrpSpPr>
                <p:cNvPr id="33854" name="Group 260">
                  <a:extLst>
                    <a:ext uri="{FF2B5EF4-FFF2-40B4-BE49-F238E27FC236}">
                      <a16:creationId xmlns:a16="http://schemas.microsoft.com/office/drawing/2014/main" id="{D9B8BCEF-A27F-45F1-829C-CA0B7C4806D6}"/>
                    </a:ext>
                  </a:extLst>
                </p:cNvPr>
                <p:cNvGrpSpPr>
                  <a:grpSpLocks/>
                </p:cNvGrpSpPr>
                <p:nvPr/>
              </p:nvGrpSpPr>
              <p:grpSpPr bwMode="auto">
                <a:xfrm>
                  <a:off x="5453" y="1666"/>
                  <a:ext cx="211" cy="157"/>
                  <a:chOff x="5261" y="1282"/>
                  <a:chExt cx="211" cy="157"/>
                </a:xfrm>
              </p:grpSpPr>
              <p:sp>
                <p:nvSpPr>
                  <p:cNvPr id="17486" name="Rectangle 261">
                    <a:extLst>
                      <a:ext uri="{FF2B5EF4-FFF2-40B4-BE49-F238E27FC236}">
                        <a16:creationId xmlns:a16="http://schemas.microsoft.com/office/drawing/2014/main" id="{A0CE2B6E-F1A4-4F1B-AB46-7E111A06129B}"/>
                      </a:ext>
                    </a:extLst>
                  </p:cNvPr>
                  <p:cNvSpPr>
                    <a:spLocks noChangeArrowheads="1"/>
                  </p:cNvSpPr>
                  <p:nvPr/>
                </p:nvSpPr>
                <p:spPr bwMode="auto">
                  <a:xfrm>
                    <a:off x="5307" y="1284"/>
                    <a:ext cx="81"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grpSp>
                <p:nvGrpSpPr>
                  <p:cNvPr id="33870" name="Group 262">
                    <a:extLst>
                      <a:ext uri="{FF2B5EF4-FFF2-40B4-BE49-F238E27FC236}">
                        <a16:creationId xmlns:a16="http://schemas.microsoft.com/office/drawing/2014/main" id="{48C32755-5854-4BFA-BB41-F38C000E7D0F}"/>
                      </a:ext>
                    </a:extLst>
                  </p:cNvPr>
                  <p:cNvGrpSpPr>
                    <a:grpSpLocks/>
                  </p:cNvGrpSpPr>
                  <p:nvPr/>
                </p:nvGrpSpPr>
                <p:grpSpPr bwMode="auto">
                  <a:xfrm>
                    <a:off x="5261" y="1282"/>
                    <a:ext cx="211" cy="157"/>
                    <a:chOff x="857" y="1909"/>
                    <a:chExt cx="211" cy="157"/>
                  </a:xfrm>
                </p:grpSpPr>
                <p:sp>
                  <p:nvSpPr>
                    <p:cNvPr id="17488" name="Text Box 263">
                      <a:extLst>
                        <a:ext uri="{FF2B5EF4-FFF2-40B4-BE49-F238E27FC236}">
                          <a16:creationId xmlns:a16="http://schemas.microsoft.com/office/drawing/2014/main" id="{96A725BC-CB02-49C1-AB5D-6AEBB99FD18A}"/>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489" name="Text Box 264">
                      <a:extLst>
                        <a:ext uri="{FF2B5EF4-FFF2-40B4-BE49-F238E27FC236}">
                          <a16:creationId xmlns:a16="http://schemas.microsoft.com/office/drawing/2014/main" id="{86150755-97C5-4EAE-890A-73190F3693B2}"/>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grpSp>
              <p:nvGrpSpPr>
                <p:cNvPr id="33855" name="Group 265">
                  <a:extLst>
                    <a:ext uri="{FF2B5EF4-FFF2-40B4-BE49-F238E27FC236}">
                      <a16:creationId xmlns:a16="http://schemas.microsoft.com/office/drawing/2014/main" id="{52345480-23A6-43E1-898D-975FC9A12F4A}"/>
                    </a:ext>
                  </a:extLst>
                </p:cNvPr>
                <p:cNvGrpSpPr>
                  <a:grpSpLocks/>
                </p:cNvGrpSpPr>
                <p:nvPr/>
              </p:nvGrpSpPr>
              <p:grpSpPr bwMode="auto">
                <a:xfrm>
                  <a:off x="5114" y="1663"/>
                  <a:ext cx="373" cy="160"/>
                  <a:chOff x="5426" y="1279"/>
                  <a:chExt cx="373" cy="160"/>
                </a:xfrm>
              </p:grpSpPr>
              <p:grpSp>
                <p:nvGrpSpPr>
                  <p:cNvPr id="33856" name="Group 266">
                    <a:extLst>
                      <a:ext uri="{FF2B5EF4-FFF2-40B4-BE49-F238E27FC236}">
                        <a16:creationId xmlns:a16="http://schemas.microsoft.com/office/drawing/2014/main" id="{B5459245-F6BC-4F00-BDEE-44D242B1AB84}"/>
                      </a:ext>
                    </a:extLst>
                  </p:cNvPr>
                  <p:cNvGrpSpPr>
                    <a:grpSpLocks/>
                  </p:cNvGrpSpPr>
                  <p:nvPr/>
                </p:nvGrpSpPr>
                <p:grpSpPr bwMode="auto">
                  <a:xfrm>
                    <a:off x="5469" y="1284"/>
                    <a:ext cx="258" cy="144"/>
                    <a:chOff x="1353" y="1539"/>
                    <a:chExt cx="258" cy="144"/>
                  </a:xfrm>
                </p:grpSpPr>
                <p:sp>
                  <p:nvSpPr>
                    <p:cNvPr id="17483" name="Rectangle 267">
                      <a:extLst>
                        <a:ext uri="{FF2B5EF4-FFF2-40B4-BE49-F238E27FC236}">
                          <a16:creationId xmlns:a16="http://schemas.microsoft.com/office/drawing/2014/main" id="{DBCE75FF-1C66-41D0-8172-FFBB0946E505}"/>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484" name="Line 268">
                      <a:extLst>
                        <a:ext uri="{FF2B5EF4-FFF2-40B4-BE49-F238E27FC236}">
                          <a16:creationId xmlns:a16="http://schemas.microsoft.com/office/drawing/2014/main" id="{19F4D957-5266-4823-84DB-A621F5468B33}"/>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485" name="Line 269">
                      <a:extLst>
                        <a:ext uri="{FF2B5EF4-FFF2-40B4-BE49-F238E27FC236}">
                          <a16:creationId xmlns:a16="http://schemas.microsoft.com/office/drawing/2014/main" id="{6F33A5D0-D2D7-41DE-96F9-0D1820118D72}"/>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grpSp>
                <p:nvGrpSpPr>
                  <p:cNvPr id="33857" name="Group 270">
                    <a:extLst>
                      <a:ext uri="{FF2B5EF4-FFF2-40B4-BE49-F238E27FC236}">
                        <a16:creationId xmlns:a16="http://schemas.microsoft.com/office/drawing/2014/main" id="{49B5B671-CB50-4BC1-B8B4-4F1C778FFB10}"/>
                      </a:ext>
                    </a:extLst>
                  </p:cNvPr>
                  <p:cNvGrpSpPr>
                    <a:grpSpLocks/>
                  </p:cNvGrpSpPr>
                  <p:nvPr/>
                </p:nvGrpSpPr>
                <p:grpSpPr bwMode="auto">
                  <a:xfrm>
                    <a:off x="5426" y="1282"/>
                    <a:ext cx="211" cy="157"/>
                    <a:chOff x="857" y="1909"/>
                    <a:chExt cx="211" cy="157"/>
                  </a:xfrm>
                </p:grpSpPr>
                <p:sp>
                  <p:nvSpPr>
                    <p:cNvPr id="17481" name="Text Box 271">
                      <a:extLst>
                        <a:ext uri="{FF2B5EF4-FFF2-40B4-BE49-F238E27FC236}">
                          <a16:creationId xmlns:a16="http://schemas.microsoft.com/office/drawing/2014/main" id="{FB920757-3132-4760-A4C5-6BA84070D97B}"/>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482" name="Text Box 272">
                      <a:extLst>
                        <a:ext uri="{FF2B5EF4-FFF2-40B4-BE49-F238E27FC236}">
                          <a16:creationId xmlns:a16="http://schemas.microsoft.com/office/drawing/2014/main" id="{71C55E83-DBC6-4FD9-AEA6-7904DBBEA6E4}"/>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33858" name="Group 273">
                    <a:extLst>
                      <a:ext uri="{FF2B5EF4-FFF2-40B4-BE49-F238E27FC236}">
                        <a16:creationId xmlns:a16="http://schemas.microsoft.com/office/drawing/2014/main" id="{53607AAF-3752-4C4E-8077-040FDDE6D743}"/>
                      </a:ext>
                    </a:extLst>
                  </p:cNvPr>
                  <p:cNvGrpSpPr>
                    <a:grpSpLocks/>
                  </p:cNvGrpSpPr>
                  <p:nvPr/>
                </p:nvGrpSpPr>
                <p:grpSpPr bwMode="auto">
                  <a:xfrm>
                    <a:off x="5504" y="1282"/>
                    <a:ext cx="211" cy="157"/>
                    <a:chOff x="857" y="1909"/>
                    <a:chExt cx="211" cy="157"/>
                  </a:xfrm>
                </p:grpSpPr>
                <p:sp>
                  <p:nvSpPr>
                    <p:cNvPr id="17479" name="Text Box 274">
                      <a:extLst>
                        <a:ext uri="{FF2B5EF4-FFF2-40B4-BE49-F238E27FC236}">
                          <a16:creationId xmlns:a16="http://schemas.microsoft.com/office/drawing/2014/main" id="{3FDC9BC0-6CC3-4630-93AF-DA4A9401A62A}"/>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480" name="Text Box 275">
                      <a:extLst>
                        <a:ext uri="{FF2B5EF4-FFF2-40B4-BE49-F238E27FC236}">
                          <a16:creationId xmlns:a16="http://schemas.microsoft.com/office/drawing/2014/main" id="{56354760-B9FA-428E-9F81-EA75AC05B325}"/>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33859" name="Group 276">
                    <a:extLst>
                      <a:ext uri="{FF2B5EF4-FFF2-40B4-BE49-F238E27FC236}">
                        <a16:creationId xmlns:a16="http://schemas.microsoft.com/office/drawing/2014/main" id="{A9808216-EA01-4417-BC8E-410CC592476E}"/>
                      </a:ext>
                    </a:extLst>
                  </p:cNvPr>
                  <p:cNvGrpSpPr>
                    <a:grpSpLocks/>
                  </p:cNvGrpSpPr>
                  <p:nvPr/>
                </p:nvGrpSpPr>
                <p:grpSpPr bwMode="auto">
                  <a:xfrm>
                    <a:off x="5588" y="1279"/>
                    <a:ext cx="211" cy="157"/>
                    <a:chOff x="857" y="1909"/>
                    <a:chExt cx="211" cy="157"/>
                  </a:xfrm>
                </p:grpSpPr>
                <p:sp>
                  <p:nvSpPr>
                    <p:cNvPr id="17477" name="Text Box 277">
                      <a:extLst>
                        <a:ext uri="{FF2B5EF4-FFF2-40B4-BE49-F238E27FC236}">
                          <a16:creationId xmlns:a16="http://schemas.microsoft.com/office/drawing/2014/main" id="{4CDEDBF9-7411-43A3-A6E3-7E7E63B77AF7}"/>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478" name="Text Box 278">
                      <a:extLst>
                        <a:ext uri="{FF2B5EF4-FFF2-40B4-BE49-F238E27FC236}">
                          <a16:creationId xmlns:a16="http://schemas.microsoft.com/office/drawing/2014/main" id="{E601090C-3494-4BD6-9C8E-38602F943F73}"/>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grpSp>
        </p:grpSp>
      </p:grpSp>
      <p:sp>
        <p:nvSpPr>
          <p:cNvPr id="17447" name="Text Box 279">
            <a:extLst>
              <a:ext uri="{FF2B5EF4-FFF2-40B4-BE49-F238E27FC236}">
                <a16:creationId xmlns:a16="http://schemas.microsoft.com/office/drawing/2014/main" id="{0C941444-0970-49DE-AAEF-4EA77F020877}"/>
              </a:ext>
            </a:extLst>
          </p:cNvPr>
          <p:cNvSpPr txBox="1">
            <a:spLocks noChangeArrowheads="1"/>
          </p:cNvSpPr>
          <p:nvPr/>
        </p:nvSpPr>
        <p:spPr bwMode="auto">
          <a:xfrm>
            <a:off x="7389813" y="4922838"/>
            <a:ext cx="893762"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a:defRPr/>
            </a:pPr>
            <a:r>
              <a:rPr lang="en-US" sz="1600" dirty="0">
                <a:latin typeface="Arial" charset="0"/>
                <a:cs typeface="Arial" charset="0"/>
              </a:rPr>
              <a:t>slot 0</a:t>
            </a:r>
          </a:p>
          <a:p>
            <a:pPr algn="ctr">
              <a:defRPr/>
            </a:pPr>
            <a:r>
              <a:rPr lang="en-US" sz="1600" dirty="0">
                <a:latin typeface="Arial" charset="0"/>
                <a:cs typeface="Arial" charset="0"/>
              </a:rPr>
              <a:t>channel</a:t>
            </a:r>
          </a:p>
          <a:p>
            <a:pPr algn="ctr">
              <a:defRPr/>
            </a:pPr>
            <a:r>
              <a:rPr lang="en-US" sz="1600" dirty="0">
                <a:latin typeface="Arial" charset="0"/>
                <a:cs typeface="Arial" charset="0"/>
              </a:rPr>
              <a:t>output</a:t>
            </a:r>
          </a:p>
        </p:txBody>
      </p:sp>
      <p:sp>
        <p:nvSpPr>
          <p:cNvPr id="17448" name="Text Box 280">
            <a:extLst>
              <a:ext uri="{FF2B5EF4-FFF2-40B4-BE49-F238E27FC236}">
                <a16:creationId xmlns:a16="http://schemas.microsoft.com/office/drawing/2014/main" id="{30AEA86B-0155-4196-A515-D6C2F59E4D6A}"/>
              </a:ext>
            </a:extLst>
          </p:cNvPr>
          <p:cNvSpPr txBox="1">
            <a:spLocks noChangeArrowheads="1"/>
          </p:cNvSpPr>
          <p:nvPr/>
        </p:nvSpPr>
        <p:spPr bwMode="auto">
          <a:xfrm>
            <a:off x="6346825" y="4941888"/>
            <a:ext cx="893763"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a:defRPr/>
            </a:pPr>
            <a:r>
              <a:rPr lang="en-US" sz="1600" dirty="0">
                <a:latin typeface="Arial" charset="0"/>
                <a:cs typeface="Arial" charset="0"/>
              </a:rPr>
              <a:t>slot 1</a:t>
            </a:r>
          </a:p>
          <a:p>
            <a:pPr algn="ctr">
              <a:defRPr/>
            </a:pPr>
            <a:r>
              <a:rPr lang="en-US" sz="1600" dirty="0">
                <a:latin typeface="Arial" charset="0"/>
                <a:cs typeface="Arial" charset="0"/>
              </a:rPr>
              <a:t>channel</a:t>
            </a:r>
          </a:p>
          <a:p>
            <a:pPr algn="ctr">
              <a:defRPr/>
            </a:pPr>
            <a:r>
              <a:rPr lang="en-US" sz="1600" dirty="0">
                <a:latin typeface="Arial" charset="0"/>
                <a:cs typeface="Arial" charset="0"/>
              </a:rPr>
              <a:t>output</a:t>
            </a:r>
          </a:p>
        </p:txBody>
      </p:sp>
      <p:sp>
        <p:nvSpPr>
          <p:cNvPr id="17449" name="Line 281">
            <a:extLst>
              <a:ext uri="{FF2B5EF4-FFF2-40B4-BE49-F238E27FC236}">
                <a16:creationId xmlns:a16="http://schemas.microsoft.com/office/drawing/2014/main" id="{587DD41F-1447-4A44-8E37-1BD3A03813FC}"/>
              </a:ext>
            </a:extLst>
          </p:cNvPr>
          <p:cNvSpPr>
            <a:spLocks noChangeShapeType="1"/>
          </p:cNvSpPr>
          <p:nvPr/>
        </p:nvSpPr>
        <p:spPr bwMode="auto">
          <a:xfrm flipH="1">
            <a:off x="6272213" y="4281488"/>
            <a:ext cx="9525" cy="947737"/>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450" name="Line 282">
            <a:extLst>
              <a:ext uri="{FF2B5EF4-FFF2-40B4-BE49-F238E27FC236}">
                <a16:creationId xmlns:a16="http://schemas.microsoft.com/office/drawing/2014/main" id="{4535A14C-99A3-40A0-B4C5-902B99C79B7C}"/>
              </a:ext>
            </a:extLst>
          </p:cNvPr>
          <p:cNvSpPr>
            <a:spLocks noChangeShapeType="1"/>
          </p:cNvSpPr>
          <p:nvPr/>
        </p:nvSpPr>
        <p:spPr bwMode="auto">
          <a:xfrm flipH="1">
            <a:off x="7343775" y="4262438"/>
            <a:ext cx="9525" cy="947737"/>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451" name="Line 283">
            <a:extLst>
              <a:ext uri="{FF2B5EF4-FFF2-40B4-BE49-F238E27FC236}">
                <a16:creationId xmlns:a16="http://schemas.microsoft.com/office/drawing/2014/main" id="{BA512B07-726D-46F0-9787-F826253867C8}"/>
              </a:ext>
            </a:extLst>
          </p:cNvPr>
          <p:cNvSpPr>
            <a:spLocks noChangeShapeType="1"/>
          </p:cNvSpPr>
          <p:nvPr/>
        </p:nvSpPr>
        <p:spPr bwMode="auto">
          <a:xfrm flipH="1">
            <a:off x="8458200" y="4271963"/>
            <a:ext cx="9525" cy="947737"/>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452" name="Text Box 285">
            <a:extLst>
              <a:ext uri="{FF2B5EF4-FFF2-40B4-BE49-F238E27FC236}">
                <a16:creationId xmlns:a16="http://schemas.microsoft.com/office/drawing/2014/main" id="{F319BFC4-C653-4062-8641-59894B768515}"/>
              </a:ext>
            </a:extLst>
          </p:cNvPr>
          <p:cNvSpPr txBox="1">
            <a:spLocks noChangeArrowheads="1"/>
          </p:cNvSpPr>
          <p:nvPr/>
        </p:nvSpPr>
        <p:spPr bwMode="auto">
          <a:xfrm>
            <a:off x="1233488" y="5446713"/>
            <a:ext cx="1096962"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2000" dirty="0">
                <a:solidFill>
                  <a:srgbClr val="C00000"/>
                </a:solidFill>
                <a:latin typeface="Arial" charset="0"/>
                <a:cs typeface="Arial" charset="0"/>
              </a:rPr>
              <a:t>receiver</a:t>
            </a:r>
          </a:p>
        </p:txBody>
      </p:sp>
      <p:sp>
        <p:nvSpPr>
          <p:cNvPr id="17453" name="Text Box 286">
            <a:extLst>
              <a:ext uri="{FF2B5EF4-FFF2-40B4-BE49-F238E27FC236}">
                <a16:creationId xmlns:a16="http://schemas.microsoft.com/office/drawing/2014/main" id="{B75FCD5D-6532-4B3C-BE7E-1CB7C5C0DF1E}"/>
              </a:ext>
            </a:extLst>
          </p:cNvPr>
          <p:cNvSpPr txBox="1">
            <a:spLocks noChangeArrowheads="1"/>
          </p:cNvSpPr>
          <p:nvPr/>
        </p:nvSpPr>
        <p:spPr bwMode="auto">
          <a:xfrm>
            <a:off x="2319338" y="5068888"/>
            <a:ext cx="679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dirty="0">
                <a:latin typeface="Arial" charset="0"/>
                <a:cs typeface="Arial" charset="0"/>
              </a:rPr>
              <a:t>code</a:t>
            </a:r>
          </a:p>
        </p:txBody>
      </p:sp>
      <p:sp>
        <p:nvSpPr>
          <p:cNvPr id="17454" name="Text Box 287">
            <a:extLst>
              <a:ext uri="{FF2B5EF4-FFF2-40B4-BE49-F238E27FC236}">
                <a16:creationId xmlns:a16="http://schemas.microsoft.com/office/drawing/2014/main" id="{76D8D5EE-8387-4AA1-8D4F-CF1B42963188}"/>
              </a:ext>
            </a:extLst>
          </p:cNvPr>
          <p:cNvSpPr txBox="1">
            <a:spLocks noChangeArrowheads="1"/>
          </p:cNvSpPr>
          <p:nvPr/>
        </p:nvSpPr>
        <p:spPr bwMode="auto">
          <a:xfrm>
            <a:off x="1341438" y="4303713"/>
            <a:ext cx="1047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dirty="0">
                <a:latin typeface="Arial" charset="0"/>
                <a:cs typeface="Arial" charset="0"/>
              </a:rPr>
              <a:t>received</a:t>
            </a:r>
          </a:p>
          <a:p>
            <a:pPr>
              <a:defRPr/>
            </a:pPr>
            <a:r>
              <a:rPr lang="en-US" dirty="0">
                <a:latin typeface="Arial" charset="0"/>
                <a:cs typeface="Arial" charset="0"/>
              </a:rPr>
              <a:t>input</a:t>
            </a:r>
          </a:p>
        </p:txBody>
      </p:sp>
      <p:sp>
        <p:nvSpPr>
          <p:cNvPr id="17455" name="Line 288">
            <a:extLst>
              <a:ext uri="{FF2B5EF4-FFF2-40B4-BE49-F238E27FC236}">
                <a16:creationId xmlns:a16="http://schemas.microsoft.com/office/drawing/2014/main" id="{C2604CA5-3A03-4B85-8703-B7A0F87FFDA8}"/>
              </a:ext>
            </a:extLst>
          </p:cNvPr>
          <p:cNvSpPr>
            <a:spLocks noChangeShapeType="1"/>
          </p:cNvSpPr>
          <p:nvPr/>
        </p:nvSpPr>
        <p:spPr bwMode="auto">
          <a:xfrm>
            <a:off x="5965825" y="4668838"/>
            <a:ext cx="319088" cy="47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nvGrpSpPr>
          <p:cNvPr id="33838" name="Group 294">
            <a:extLst>
              <a:ext uri="{FF2B5EF4-FFF2-40B4-BE49-F238E27FC236}">
                <a16:creationId xmlns:a16="http://schemas.microsoft.com/office/drawing/2014/main" id="{0F45CAE7-AF2D-43CB-930E-0A34004350B2}"/>
              </a:ext>
            </a:extLst>
          </p:cNvPr>
          <p:cNvGrpSpPr>
            <a:grpSpLocks/>
          </p:cNvGrpSpPr>
          <p:nvPr/>
        </p:nvGrpSpPr>
        <p:grpSpPr bwMode="auto">
          <a:xfrm>
            <a:off x="5003800" y="3530600"/>
            <a:ext cx="1517650" cy="977900"/>
            <a:chOff x="4239" y="2007"/>
            <a:chExt cx="956" cy="616"/>
          </a:xfrm>
        </p:grpSpPr>
        <p:sp>
          <p:nvSpPr>
            <p:cNvPr id="17461" name="Text Box 187">
              <a:extLst>
                <a:ext uri="{FF2B5EF4-FFF2-40B4-BE49-F238E27FC236}">
                  <a16:creationId xmlns:a16="http://schemas.microsoft.com/office/drawing/2014/main" id="{5D81E26E-29C2-4DE1-AADA-08B27196ECA2}"/>
                </a:ext>
              </a:extLst>
            </p:cNvPr>
            <p:cNvSpPr txBox="1">
              <a:spLocks noChangeArrowheads="1"/>
            </p:cNvSpPr>
            <p:nvPr/>
          </p:nvSpPr>
          <p:spPr bwMode="auto">
            <a:xfrm>
              <a:off x="4239" y="2047"/>
              <a:ext cx="9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dirty="0">
                  <a:latin typeface="Arial" charset="0"/>
                  <a:cs typeface="Arial" charset="0"/>
                </a:rPr>
                <a:t>D</a:t>
              </a:r>
              <a:r>
                <a:rPr lang="en-US" baseline="-25000" dirty="0">
                  <a:latin typeface="Arial" charset="0"/>
                  <a:cs typeface="Arial" charset="0"/>
                </a:rPr>
                <a:t>i </a:t>
              </a:r>
              <a:r>
                <a:rPr lang="en-US" dirty="0">
                  <a:latin typeface="Arial" charset="0"/>
                  <a:cs typeface="Arial" charset="0"/>
                </a:rPr>
                <a:t>= </a:t>
              </a:r>
              <a:r>
                <a:rPr lang="en-US" sz="2800" dirty="0">
                  <a:latin typeface="Symbol" charset="0"/>
                  <a:cs typeface="Arial" charset="0"/>
                </a:rPr>
                <a:t>S</a:t>
              </a:r>
              <a:r>
                <a:rPr lang="en-US" baseline="-25000" dirty="0">
                  <a:latin typeface="Arial" charset="0"/>
                  <a:cs typeface="Arial" charset="0"/>
                </a:rPr>
                <a:t> </a:t>
              </a:r>
              <a:r>
                <a:rPr lang="en-US" dirty="0">
                  <a:latin typeface="Arial" charset="0"/>
                  <a:cs typeface="Arial" charset="0"/>
                </a:rPr>
                <a:t>Z</a:t>
              </a:r>
              <a:r>
                <a:rPr lang="en-US" baseline="-25000" dirty="0">
                  <a:latin typeface="Arial" charset="0"/>
                  <a:cs typeface="Arial" charset="0"/>
                </a:rPr>
                <a:t>i,m</a:t>
              </a:r>
              <a:r>
                <a:rPr lang="en-US" sz="2400" baseline="30000" dirty="0">
                  <a:latin typeface="Arial" charset="0"/>
                  <a:cs typeface="Arial" charset="0"/>
                </a:rPr>
                <a:t>.</a:t>
              </a:r>
              <a:r>
                <a:rPr lang="en-US" dirty="0">
                  <a:latin typeface="Arial" charset="0"/>
                  <a:cs typeface="Arial" charset="0"/>
                </a:rPr>
                <a:t>c</a:t>
              </a:r>
              <a:r>
                <a:rPr lang="en-US" baseline="-25000" dirty="0">
                  <a:latin typeface="Arial" charset="0"/>
                  <a:cs typeface="Arial" charset="0"/>
                </a:rPr>
                <a:t>m</a:t>
              </a:r>
            </a:p>
          </p:txBody>
        </p:sp>
        <p:sp>
          <p:nvSpPr>
            <p:cNvPr id="17462" name="Text Box 289">
              <a:extLst>
                <a:ext uri="{FF2B5EF4-FFF2-40B4-BE49-F238E27FC236}">
                  <a16:creationId xmlns:a16="http://schemas.microsoft.com/office/drawing/2014/main" id="{BE67C4B5-37FA-492D-B268-5F234A68BFB7}"/>
                </a:ext>
              </a:extLst>
            </p:cNvPr>
            <p:cNvSpPr txBox="1">
              <a:spLocks noChangeArrowheads="1"/>
            </p:cNvSpPr>
            <p:nvPr/>
          </p:nvSpPr>
          <p:spPr bwMode="auto">
            <a:xfrm>
              <a:off x="4498" y="2258"/>
              <a:ext cx="30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200" dirty="0">
                  <a:latin typeface="Arial" charset="0"/>
                </a:rPr>
                <a:t>m=1</a:t>
              </a:r>
            </a:p>
          </p:txBody>
        </p:sp>
        <p:sp>
          <p:nvSpPr>
            <p:cNvPr id="17463" name="Text Box 290">
              <a:extLst>
                <a:ext uri="{FF2B5EF4-FFF2-40B4-BE49-F238E27FC236}">
                  <a16:creationId xmlns:a16="http://schemas.microsoft.com/office/drawing/2014/main" id="{83B64E82-2884-4657-AD72-7AEBE8605AA8}"/>
                </a:ext>
              </a:extLst>
            </p:cNvPr>
            <p:cNvSpPr txBox="1">
              <a:spLocks noChangeArrowheads="1"/>
            </p:cNvSpPr>
            <p:nvPr/>
          </p:nvSpPr>
          <p:spPr bwMode="auto">
            <a:xfrm>
              <a:off x="4541" y="2007"/>
              <a:ext cx="19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200" dirty="0">
                  <a:latin typeface="Arial" charset="0"/>
                </a:rPr>
                <a:t>M</a:t>
              </a:r>
            </a:p>
          </p:txBody>
        </p:sp>
        <p:sp>
          <p:nvSpPr>
            <p:cNvPr id="17464" name="Text Box 291">
              <a:extLst>
                <a:ext uri="{FF2B5EF4-FFF2-40B4-BE49-F238E27FC236}">
                  <a16:creationId xmlns:a16="http://schemas.microsoft.com/office/drawing/2014/main" id="{EAB39518-6341-43D3-87DE-88F747065D35}"/>
                </a:ext>
              </a:extLst>
            </p:cNvPr>
            <p:cNvSpPr txBox="1">
              <a:spLocks noChangeArrowheads="1"/>
            </p:cNvSpPr>
            <p:nvPr/>
          </p:nvSpPr>
          <p:spPr bwMode="auto">
            <a:xfrm>
              <a:off x="4718" y="2392"/>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dirty="0">
                  <a:latin typeface="Arial" charset="0"/>
                </a:rPr>
                <a:t>M</a:t>
              </a:r>
            </a:p>
          </p:txBody>
        </p:sp>
        <p:sp>
          <p:nvSpPr>
            <p:cNvPr id="17465" name="Line 293">
              <a:extLst>
                <a:ext uri="{FF2B5EF4-FFF2-40B4-BE49-F238E27FC236}">
                  <a16:creationId xmlns:a16="http://schemas.microsoft.com/office/drawing/2014/main" id="{C877C3B2-FDEA-491E-9A5E-4B6299B56003}"/>
                </a:ext>
              </a:extLst>
            </p:cNvPr>
            <p:cNvSpPr>
              <a:spLocks noChangeShapeType="1"/>
            </p:cNvSpPr>
            <p:nvPr/>
          </p:nvSpPr>
          <p:spPr bwMode="auto">
            <a:xfrm>
              <a:off x="4561" y="2410"/>
              <a:ext cx="55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sp>
        <p:nvSpPr>
          <p:cNvPr id="404780" name="Freeform 300">
            <a:extLst>
              <a:ext uri="{FF2B5EF4-FFF2-40B4-BE49-F238E27FC236}">
                <a16:creationId xmlns:a16="http://schemas.microsoft.com/office/drawing/2014/main" id="{B83E1277-47F7-476A-905E-AB7F3433D3A6}"/>
              </a:ext>
            </a:extLst>
          </p:cNvPr>
          <p:cNvSpPr>
            <a:spLocks/>
          </p:cNvSpPr>
          <p:nvPr/>
        </p:nvSpPr>
        <p:spPr bwMode="auto">
          <a:xfrm>
            <a:off x="7745413" y="2060575"/>
            <a:ext cx="341312" cy="1376363"/>
          </a:xfrm>
          <a:custGeom>
            <a:avLst/>
            <a:gdLst>
              <a:gd name="T0" fmla="*/ 0 w 215"/>
              <a:gd name="T1" fmla="*/ 0 h 819"/>
              <a:gd name="T2" fmla="*/ 2147483646 w 215"/>
              <a:gd name="T3" fmla="*/ 0 h 819"/>
              <a:gd name="T4" fmla="*/ 2147483646 w 215"/>
              <a:gd name="T5" fmla="*/ 2147483646 h 819"/>
              <a:gd name="T6" fmla="*/ 0 60000 65536"/>
              <a:gd name="T7" fmla="*/ 0 60000 65536"/>
              <a:gd name="T8" fmla="*/ 0 60000 65536"/>
            </a:gdLst>
            <a:ahLst/>
            <a:cxnLst>
              <a:cxn ang="T6">
                <a:pos x="T0" y="T1"/>
              </a:cxn>
              <a:cxn ang="T7">
                <a:pos x="T2" y="T3"/>
              </a:cxn>
              <a:cxn ang="T8">
                <a:pos x="T4" y="T5"/>
              </a:cxn>
            </a:cxnLst>
            <a:rect l="0" t="0" r="r" b="b"/>
            <a:pathLst>
              <a:path w="215" h="819">
                <a:moveTo>
                  <a:pt x="0" y="0"/>
                </a:moveTo>
                <a:lnTo>
                  <a:pt x="215" y="0"/>
                </a:lnTo>
                <a:lnTo>
                  <a:pt x="215" y="819"/>
                </a:lnTo>
              </a:path>
            </a:pathLst>
          </a:custGeom>
          <a:noFill/>
          <a:ln w="19050" cap="flat" cmpd="sng">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04782" name="Line 302">
            <a:extLst>
              <a:ext uri="{FF2B5EF4-FFF2-40B4-BE49-F238E27FC236}">
                <a16:creationId xmlns:a16="http://schemas.microsoft.com/office/drawing/2014/main" id="{119FF89A-54A9-4D18-9C48-616DCE809E11}"/>
              </a:ext>
            </a:extLst>
          </p:cNvPr>
          <p:cNvSpPr>
            <a:spLocks noChangeShapeType="1"/>
          </p:cNvSpPr>
          <p:nvPr/>
        </p:nvSpPr>
        <p:spPr bwMode="auto">
          <a:xfrm flipH="1">
            <a:off x="2522538" y="3436938"/>
            <a:ext cx="5553075" cy="0"/>
          </a:xfrm>
          <a:prstGeom prst="line">
            <a:avLst/>
          </a:prstGeom>
          <a:noFill/>
          <a:ln w="19050">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404783" name="Freeform 303">
            <a:extLst>
              <a:ext uri="{FF2B5EF4-FFF2-40B4-BE49-F238E27FC236}">
                <a16:creationId xmlns:a16="http://schemas.microsoft.com/office/drawing/2014/main" id="{FFF9FD94-EA07-4043-8D2D-8569E93BAAD8}"/>
              </a:ext>
            </a:extLst>
          </p:cNvPr>
          <p:cNvSpPr>
            <a:spLocks/>
          </p:cNvSpPr>
          <p:nvPr/>
        </p:nvSpPr>
        <p:spPr bwMode="auto">
          <a:xfrm>
            <a:off x="2522538" y="3436938"/>
            <a:ext cx="396875" cy="1157287"/>
          </a:xfrm>
          <a:custGeom>
            <a:avLst/>
            <a:gdLst>
              <a:gd name="T0" fmla="*/ 0 w 250"/>
              <a:gd name="T1" fmla="*/ 0 h 729"/>
              <a:gd name="T2" fmla="*/ 0 w 250"/>
              <a:gd name="T3" fmla="*/ 2147483646 h 729"/>
              <a:gd name="T4" fmla="*/ 2147483646 w 250"/>
              <a:gd name="T5" fmla="*/ 2147483646 h 729"/>
              <a:gd name="T6" fmla="*/ 0 60000 65536"/>
              <a:gd name="T7" fmla="*/ 0 60000 65536"/>
              <a:gd name="T8" fmla="*/ 0 60000 65536"/>
            </a:gdLst>
            <a:ahLst/>
            <a:cxnLst>
              <a:cxn ang="T6">
                <a:pos x="T0" y="T1"/>
              </a:cxn>
              <a:cxn ang="T7">
                <a:pos x="T2" y="T3"/>
              </a:cxn>
              <a:cxn ang="T8">
                <a:pos x="T4" y="T5"/>
              </a:cxn>
            </a:cxnLst>
            <a:rect l="0" t="0" r="r" b="b"/>
            <a:pathLst>
              <a:path w="250" h="729">
                <a:moveTo>
                  <a:pt x="0" y="0"/>
                </a:moveTo>
                <a:lnTo>
                  <a:pt x="0" y="729"/>
                </a:lnTo>
                <a:lnTo>
                  <a:pt x="250" y="729"/>
                </a:lnTo>
              </a:path>
            </a:pathLst>
          </a:custGeom>
          <a:noFill/>
          <a:ln w="19050" cap="flat" cmpd="sng">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404629"/>
                                        </p:tgtEl>
                                        <p:attrNameLst>
                                          <p:attrName>style.visibility</p:attrName>
                                        </p:attrNameLst>
                                      </p:cBhvr>
                                      <p:to>
                                        <p:strVal val="visible"/>
                                      </p:to>
                                    </p:set>
                                    <p:animEffect transition="in" filter="wipe(right)">
                                      <p:cBhvr>
                                        <p:cTn id="7" dur="2000"/>
                                        <p:tgtEl>
                                          <p:spTgt spid="404629"/>
                                        </p:tgtEl>
                                      </p:cBhvr>
                                    </p:animEffect>
                                  </p:childTnLst>
                                </p:cTn>
                              </p:par>
                            </p:childTnLst>
                          </p:cTn>
                        </p:par>
                        <p:par>
                          <p:cTn id="8" fill="hold" nodeType="afterGroup">
                            <p:stCondLst>
                              <p:cond delay="2000"/>
                            </p:stCondLst>
                            <p:childTnLst>
                              <p:par>
                                <p:cTn id="9" presetID="22" presetClass="entr" presetSubtype="2" fill="hold" nodeType="afterEffect">
                                  <p:stCondLst>
                                    <p:cond delay="0"/>
                                  </p:stCondLst>
                                  <p:childTnLst>
                                    <p:set>
                                      <p:cBhvr>
                                        <p:cTn id="10" dur="1" fill="hold">
                                          <p:stCondLst>
                                            <p:cond delay="0"/>
                                          </p:stCondLst>
                                        </p:cTn>
                                        <p:tgtEl>
                                          <p:spTgt spid="404556"/>
                                        </p:tgtEl>
                                        <p:attrNameLst>
                                          <p:attrName>style.visibility</p:attrName>
                                        </p:attrNameLst>
                                      </p:cBhvr>
                                      <p:to>
                                        <p:strVal val="visible"/>
                                      </p:to>
                                    </p:set>
                                    <p:animEffect transition="in" filter="wipe(right)">
                                      <p:cBhvr>
                                        <p:cTn id="11" dur="2000"/>
                                        <p:tgtEl>
                                          <p:spTgt spid="40455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2" fill="hold" nodeType="clickEffect">
                                  <p:stCondLst>
                                    <p:cond delay="0"/>
                                  </p:stCondLst>
                                  <p:childTnLst>
                                    <p:set>
                                      <p:cBhvr>
                                        <p:cTn id="15" dur="1" fill="hold">
                                          <p:stCondLst>
                                            <p:cond delay="0"/>
                                          </p:stCondLst>
                                        </p:cTn>
                                        <p:tgtEl>
                                          <p:spTgt spid="404630"/>
                                        </p:tgtEl>
                                        <p:attrNameLst>
                                          <p:attrName>style.visibility</p:attrName>
                                        </p:attrNameLst>
                                      </p:cBhvr>
                                      <p:to>
                                        <p:strVal val="visible"/>
                                      </p:to>
                                    </p:set>
                                    <p:animEffect transition="in" filter="wipe(right)">
                                      <p:cBhvr>
                                        <p:cTn id="16" dur="2000"/>
                                        <p:tgtEl>
                                          <p:spTgt spid="404630"/>
                                        </p:tgtEl>
                                      </p:cBhvr>
                                    </p:animEffect>
                                  </p:childTnLst>
                                </p:cTn>
                              </p:par>
                            </p:childTnLst>
                          </p:cTn>
                        </p:par>
                        <p:par>
                          <p:cTn id="17" fill="hold" nodeType="afterGroup">
                            <p:stCondLst>
                              <p:cond delay="2000"/>
                            </p:stCondLst>
                            <p:childTnLst>
                              <p:par>
                                <p:cTn id="18" presetID="22" presetClass="entr" presetSubtype="2" fill="hold" nodeType="afterEffect">
                                  <p:stCondLst>
                                    <p:cond delay="0"/>
                                  </p:stCondLst>
                                  <p:childTnLst>
                                    <p:set>
                                      <p:cBhvr>
                                        <p:cTn id="19" dur="1" fill="hold">
                                          <p:stCondLst>
                                            <p:cond delay="0"/>
                                          </p:stCondLst>
                                        </p:cTn>
                                        <p:tgtEl>
                                          <p:spTgt spid="404616"/>
                                        </p:tgtEl>
                                        <p:attrNameLst>
                                          <p:attrName>style.visibility</p:attrName>
                                        </p:attrNameLst>
                                      </p:cBhvr>
                                      <p:to>
                                        <p:strVal val="visible"/>
                                      </p:to>
                                    </p:set>
                                    <p:animEffect transition="in" filter="wipe(right)">
                                      <p:cBhvr>
                                        <p:cTn id="20" dur="2000"/>
                                        <p:tgtEl>
                                          <p:spTgt spid="40461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404780"/>
                                        </p:tgtEl>
                                        <p:attrNameLst>
                                          <p:attrName>style.visibility</p:attrName>
                                        </p:attrNameLst>
                                      </p:cBhvr>
                                      <p:to>
                                        <p:strVal val="visible"/>
                                      </p:to>
                                    </p:set>
                                    <p:animEffect transition="in" filter="wipe(up)">
                                      <p:cBhvr>
                                        <p:cTn id="25" dur="1000"/>
                                        <p:tgtEl>
                                          <p:spTgt spid="404780"/>
                                        </p:tgtEl>
                                      </p:cBhvr>
                                    </p:animEffect>
                                  </p:childTnLst>
                                </p:cTn>
                              </p:par>
                            </p:childTnLst>
                          </p:cTn>
                        </p:par>
                        <p:par>
                          <p:cTn id="26" fill="hold" nodeType="afterGroup">
                            <p:stCondLst>
                              <p:cond delay="1000"/>
                            </p:stCondLst>
                            <p:childTnLst>
                              <p:par>
                                <p:cTn id="27" presetID="22" presetClass="entr" presetSubtype="2" fill="hold" nodeType="afterEffect">
                                  <p:stCondLst>
                                    <p:cond delay="0"/>
                                  </p:stCondLst>
                                  <p:childTnLst>
                                    <p:set>
                                      <p:cBhvr>
                                        <p:cTn id="28" dur="1" fill="hold">
                                          <p:stCondLst>
                                            <p:cond delay="0"/>
                                          </p:stCondLst>
                                        </p:cTn>
                                        <p:tgtEl>
                                          <p:spTgt spid="404782"/>
                                        </p:tgtEl>
                                        <p:attrNameLst>
                                          <p:attrName>style.visibility</p:attrName>
                                        </p:attrNameLst>
                                      </p:cBhvr>
                                      <p:to>
                                        <p:strVal val="visible"/>
                                      </p:to>
                                    </p:set>
                                    <p:animEffect transition="in" filter="wipe(right)">
                                      <p:cBhvr>
                                        <p:cTn id="29" dur="1000"/>
                                        <p:tgtEl>
                                          <p:spTgt spid="404782"/>
                                        </p:tgtEl>
                                      </p:cBhvr>
                                    </p:animEffect>
                                  </p:childTnLst>
                                </p:cTn>
                              </p:par>
                            </p:childTnLst>
                          </p:cTn>
                        </p:par>
                        <p:par>
                          <p:cTn id="30" fill="hold" nodeType="afterGroup">
                            <p:stCondLst>
                              <p:cond delay="2000"/>
                            </p:stCondLst>
                            <p:childTnLst>
                              <p:par>
                                <p:cTn id="31" presetID="22" presetClass="entr" presetSubtype="1" fill="hold" nodeType="afterEffect">
                                  <p:stCondLst>
                                    <p:cond delay="0"/>
                                  </p:stCondLst>
                                  <p:childTnLst>
                                    <p:set>
                                      <p:cBhvr>
                                        <p:cTn id="32" dur="1" fill="hold">
                                          <p:stCondLst>
                                            <p:cond delay="0"/>
                                          </p:stCondLst>
                                        </p:cTn>
                                        <p:tgtEl>
                                          <p:spTgt spid="404783"/>
                                        </p:tgtEl>
                                        <p:attrNameLst>
                                          <p:attrName>style.visibility</p:attrName>
                                        </p:attrNameLst>
                                      </p:cBhvr>
                                      <p:to>
                                        <p:strVal val="visible"/>
                                      </p:to>
                                    </p:set>
                                    <p:animEffect transition="in" filter="wipe(up)">
                                      <p:cBhvr>
                                        <p:cTn id="33" dur="1000"/>
                                        <p:tgtEl>
                                          <p:spTgt spid="40478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2" fill="hold" nodeType="clickEffect">
                                  <p:stCondLst>
                                    <p:cond delay="0"/>
                                  </p:stCondLst>
                                  <p:childTnLst>
                                    <p:set>
                                      <p:cBhvr>
                                        <p:cTn id="37" dur="1" fill="hold">
                                          <p:stCondLst>
                                            <p:cond delay="0"/>
                                          </p:stCondLst>
                                        </p:cTn>
                                        <p:tgtEl>
                                          <p:spTgt spid="404775"/>
                                        </p:tgtEl>
                                        <p:attrNameLst>
                                          <p:attrName>style.visibility</p:attrName>
                                        </p:attrNameLst>
                                      </p:cBhvr>
                                      <p:to>
                                        <p:strVal val="visible"/>
                                      </p:to>
                                    </p:set>
                                    <p:animEffect transition="in" filter="wipe(right)">
                                      <p:cBhvr>
                                        <p:cTn id="38" dur="2000"/>
                                        <p:tgtEl>
                                          <p:spTgt spid="404775"/>
                                        </p:tgtEl>
                                      </p:cBhvr>
                                    </p:animEffect>
                                  </p:childTnLst>
                                </p:cTn>
                              </p:par>
                            </p:childTnLst>
                          </p:cTn>
                        </p:par>
                        <p:par>
                          <p:cTn id="39" fill="hold" nodeType="afterGroup">
                            <p:stCondLst>
                              <p:cond delay="2000"/>
                            </p:stCondLst>
                            <p:childTnLst>
                              <p:par>
                                <p:cTn id="40" presetID="22" presetClass="entr" presetSubtype="2" fill="hold" nodeType="afterEffect">
                                  <p:stCondLst>
                                    <p:cond delay="0"/>
                                  </p:stCondLst>
                                  <p:childTnLst>
                                    <p:set>
                                      <p:cBhvr>
                                        <p:cTn id="41" dur="1" fill="hold">
                                          <p:stCondLst>
                                            <p:cond delay="0"/>
                                          </p:stCondLst>
                                        </p:cTn>
                                        <p:tgtEl>
                                          <p:spTgt spid="404776"/>
                                        </p:tgtEl>
                                        <p:attrNameLst>
                                          <p:attrName>style.visibility</p:attrName>
                                        </p:attrNameLst>
                                      </p:cBhvr>
                                      <p:to>
                                        <p:strVal val="visible"/>
                                      </p:to>
                                    </p:set>
                                    <p:animEffect transition="in" filter="wipe(right)">
                                      <p:cBhvr>
                                        <p:cTn id="42" dur="2000"/>
                                        <p:tgtEl>
                                          <p:spTgt spid="40477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2" fill="hold" nodeType="clickEffect">
                                  <p:stCondLst>
                                    <p:cond delay="0"/>
                                  </p:stCondLst>
                                  <p:childTnLst>
                                    <p:set>
                                      <p:cBhvr>
                                        <p:cTn id="46" dur="1" fill="hold">
                                          <p:stCondLst>
                                            <p:cond delay="0"/>
                                          </p:stCondLst>
                                        </p:cTn>
                                        <p:tgtEl>
                                          <p:spTgt spid="404777"/>
                                        </p:tgtEl>
                                        <p:attrNameLst>
                                          <p:attrName>style.visibility</p:attrName>
                                        </p:attrNameLst>
                                      </p:cBhvr>
                                      <p:to>
                                        <p:strVal val="visible"/>
                                      </p:to>
                                    </p:set>
                                    <p:animEffect transition="in" filter="wipe(right)">
                                      <p:cBhvr>
                                        <p:cTn id="47" dur="2000"/>
                                        <p:tgtEl>
                                          <p:spTgt spid="404777"/>
                                        </p:tgtEl>
                                      </p:cBhvr>
                                    </p:animEffect>
                                  </p:childTnLst>
                                </p:cTn>
                              </p:par>
                            </p:childTnLst>
                          </p:cTn>
                        </p:par>
                        <p:par>
                          <p:cTn id="48" fill="hold" nodeType="afterGroup">
                            <p:stCondLst>
                              <p:cond delay="2000"/>
                            </p:stCondLst>
                            <p:childTnLst>
                              <p:par>
                                <p:cTn id="49" presetID="22" presetClass="entr" presetSubtype="2" fill="hold" nodeType="afterEffect">
                                  <p:stCondLst>
                                    <p:cond delay="0"/>
                                  </p:stCondLst>
                                  <p:childTnLst>
                                    <p:set>
                                      <p:cBhvr>
                                        <p:cTn id="50" dur="1" fill="hold">
                                          <p:stCondLst>
                                            <p:cond delay="0"/>
                                          </p:stCondLst>
                                        </p:cTn>
                                        <p:tgtEl>
                                          <p:spTgt spid="404778"/>
                                        </p:tgtEl>
                                        <p:attrNameLst>
                                          <p:attrName>style.visibility</p:attrName>
                                        </p:attrNameLst>
                                      </p:cBhvr>
                                      <p:to>
                                        <p:strVal val="visible"/>
                                      </p:to>
                                    </p:set>
                                    <p:animEffect transition="in" filter="wipe(right)">
                                      <p:cBhvr>
                                        <p:cTn id="51" dur="2000"/>
                                        <p:tgtEl>
                                          <p:spTgt spid="4047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F11417A6-A6BC-4B95-8D02-C0431E3FE13A}"/>
              </a:ext>
            </a:extLst>
          </p:cNvPr>
          <p:cNvSpPr>
            <a:spLocks noGrp="1" noChangeArrowheads="1"/>
          </p:cNvSpPr>
          <p:nvPr>
            <p:ph type="title"/>
          </p:nvPr>
        </p:nvSpPr>
        <p:spPr>
          <a:xfrm>
            <a:off x="154859" y="111125"/>
            <a:ext cx="7772400" cy="1036638"/>
          </a:xfrm>
        </p:spPr>
        <p:txBody>
          <a:bodyPr/>
          <a:lstStyle/>
          <a:p>
            <a:r>
              <a:rPr lang="en-US" altLang="zh-CN" sz="3600" dirty="0">
                <a:ea typeface="宋体" panose="02010600030101010101" pitchFamily="2" charset="-122"/>
              </a:rPr>
              <a:t>*Multiplexing : CDMA: two-sender interference</a:t>
            </a:r>
            <a:endParaRPr lang="en-US" altLang="zh-CN" dirty="0">
              <a:ea typeface="宋体" panose="02010600030101010101" pitchFamily="2" charset="-122"/>
            </a:endParaRPr>
          </a:p>
        </p:txBody>
      </p:sp>
      <p:sp>
        <p:nvSpPr>
          <p:cNvPr id="11" name="灯片编号占位符 5">
            <a:extLst>
              <a:ext uri="{FF2B5EF4-FFF2-40B4-BE49-F238E27FC236}">
                <a16:creationId xmlns:a16="http://schemas.microsoft.com/office/drawing/2014/main" id="{677EEB69-E7DD-4C4D-BA85-1A5C5BBA244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dirty="0">
                <a:latin typeface="Times New Roman" panose="02020603050405020304" pitchFamily="18" charset="0"/>
              </a:rPr>
              <a:t>2-</a:t>
            </a:r>
            <a:fld id="{4346990F-93DA-42F2-B6A1-6F636A5163AE}" type="slidenum">
              <a:rPr lang="en-US" altLang="zh-CN" sz="1400" smtClean="0">
                <a:latin typeface="Times New Roman" panose="02020603050405020304" pitchFamily="18" charset="0"/>
              </a:rPr>
              <a:pPr>
                <a:spcBef>
                  <a:spcPct val="0"/>
                </a:spcBef>
                <a:buClrTx/>
                <a:buSzTx/>
                <a:buFontTx/>
                <a:buNone/>
              </a:pPr>
              <a:t>61</a:t>
            </a:fld>
            <a:endParaRPr lang="en-US" altLang="zh-CN" sz="1400" dirty="0">
              <a:latin typeface="Times New Roman" panose="02020603050405020304" pitchFamily="18" charset="0"/>
            </a:endParaRPr>
          </a:p>
        </p:txBody>
      </p:sp>
      <p:pic>
        <p:nvPicPr>
          <p:cNvPr id="35843" name="Picture 3" descr="5">
            <a:extLst>
              <a:ext uri="{FF2B5EF4-FFF2-40B4-BE49-F238E27FC236}">
                <a16:creationId xmlns:a16="http://schemas.microsoft.com/office/drawing/2014/main" id="{3363134E-C9AC-4D70-B2BE-0E3657FB02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1450" y="1181100"/>
            <a:ext cx="5026025" cy="532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4" name="TextBox 1">
            <a:extLst>
              <a:ext uri="{FF2B5EF4-FFF2-40B4-BE49-F238E27FC236}">
                <a16:creationId xmlns:a16="http://schemas.microsoft.com/office/drawing/2014/main" id="{F8091AF1-417D-4E81-917E-5E374D94E4C0}"/>
              </a:ext>
            </a:extLst>
          </p:cNvPr>
          <p:cNvSpPr txBox="1">
            <a:spLocks noChangeArrowheads="1"/>
          </p:cNvSpPr>
          <p:nvPr/>
        </p:nvSpPr>
        <p:spPr bwMode="auto">
          <a:xfrm>
            <a:off x="6488113" y="4802188"/>
            <a:ext cx="2486025" cy="12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i="1">
                <a:solidFill>
                  <a:srgbClr val="000099"/>
                </a:solidFill>
                <a:latin typeface="Gill Sans MT" panose="020B0502020104020203" pitchFamily="34" charset="0"/>
                <a:ea typeface="ＭＳ Ｐゴシック" panose="020B0600070205080204" pitchFamily="34" charset="-128"/>
                <a:cs typeface="Gill Sans MT" panose="020B0502020104020203" pitchFamily="34" charset="0"/>
              </a:rPr>
              <a:t>using same code as sender 1, receiver recovers sender 1’s original data from summed channel data!</a:t>
            </a:r>
          </a:p>
        </p:txBody>
      </p:sp>
      <p:sp>
        <p:nvSpPr>
          <p:cNvPr id="35845" name="TextBox 7">
            <a:extLst>
              <a:ext uri="{FF2B5EF4-FFF2-40B4-BE49-F238E27FC236}">
                <a16:creationId xmlns:a16="http://schemas.microsoft.com/office/drawing/2014/main" id="{7114C9F7-3505-45BC-BFBF-972ABE7BC932}"/>
              </a:ext>
            </a:extLst>
          </p:cNvPr>
          <p:cNvSpPr txBox="1">
            <a:spLocks noChangeArrowheads="1"/>
          </p:cNvSpPr>
          <p:nvPr/>
        </p:nvSpPr>
        <p:spPr bwMode="auto">
          <a:xfrm>
            <a:off x="417513" y="1773238"/>
            <a:ext cx="24860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i="1">
                <a:solidFill>
                  <a:srgbClr val="000099"/>
                </a:solidFill>
                <a:latin typeface="Gill Sans MT" panose="020B0502020104020203" pitchFamily="34" charset="0"/>
                <a:ea typeface="ＭＳ Ｐゴシック" panose="020B0600070205080204" pitchFamily="34" charset="-128"/>
                <a:cs typeface="Gill Sans MT" panose="020B0502020104020203" pitchFamily="34" charset="0"/>
              </a:rPr>
              <a:t>Sender 1</a:t>
            </a:r>
          </a:p>
        </p:txBody>
      </p:sp>
      <p:sp>
        <p:nvSpPr>
          <p:cNvPr id="35846" name="TextBox 8">
            <a:extLst>
              <a:ext uri="{FF2B5EF4-FFF2-40B4-BE49-F238E27FC236}">
                <a16:creationId xmlns:a16="http://schemas.microsoft.com/office/drawing/2014/main" id="{1979B264-36B5-44C3-B3F7-B6FF8A5B4E59}"/>
              </a:ext>
            </a:extLst>
          </p:cNvPr>
          <p:cNvSpPr txBox="1">
            <a:spLocks noChangeArrowheads="1"/>
          </p:cNvSpPr>
          <p:nvPr/>
        </p:nvSpPr>
        <p:spPr bwMode="auto">
          <a:xfrm>
            <a:off x="423863" y="2840038"/>
            <a:ext cx="24860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i="1">
                <a:solidFill>
                  <a:srgbClr val="000099"/>
                </a:solidFill>
                <a:latin typeface="Gill Sans MT" panose="020B0502020104020203" pitchFamily="34" charset="0"/>
                <a:ea typeface="ＭＳ Ｐゴシック" panose="020B0600070205080204" pitchFamily="34" charset="-128"/>
                <a:cs typeface="Gill Sans MT" panose="020B0502020104020203" pitchFamily="34" charset="0"/>
              </a:rPr>
              <a:t>Sender 2</a:t>
            </a:r>
          </a:p>
        </p:txBody>
      </p:sp>
      <p:sp>
        <p:nvSpPr>
          <p:cNvPr id="35847" name="TextBox 9">
            <a:extLst>
              <a:ext uri="{FF2B5EF4-FFF2-40B4-BE49-F238E27FC236}">
                <a16:creationId xmlns:a16="http://schemas.microsoft.com/office/drawing/2014/main" id="{07D609B3-122F-403E-B737-1510DFBB849F}"/>
              </a:ext>
            </a:extLst>
          </p:cNvPr>
          <p:cNvSpPr txBox="1">
            <a:spLocks noChangeArrowheads="1"/>
          </p:cNvSpPr>
          <p:nvPr/>
        </p:nvSpPr>
        <p:spPr bwMode="auto">
          <a:xfrm>
            <a:off x="6399213" y="1076325"/>
            <a:ext cx="2484437"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i="1">
                <a:solidFill>
                  <a:srgbClr val="000099"/>
                </a:solidFill>
                <a:latin typeface="Gill Sans MT" panose="020B0502020104020203" pitchFamily="34" charset="0"/>
                <a:ea typeface="ＭＳ Ｐゴシック" panose="020B0600070205080204" pitchFamily="34" charset="-128"/>
                <a:cs typeface="Gill Sans MT" panose="020B0502020104020203" pitchFamily="34" charset="0"/>
              </a:rPr>
              <a:t>channel sums together transmissions by sender 1 and 2</a:t>
            </a:r>
          </a:p>
        </p:txBody>
      </p:sp>
      <p:cxnSp>
        <p:nvCxnSpPr>
          <p:cNvPr id="35848" name="Straight Connector 3">
            <a:extLst>
              <a:ext uri="{FF2B5EF4-FFF2-40B4-BE49-F238E27FC236}">
                <a16:creationId xmlns:a16="http://schemas.microsoft.com/office/drawing/2014/main" id="{0CCE9953-4A5B-4E47-AA1A-FE5E85758317}"/>
              </a:ext>
            </a:extLst>
          </p:cNvPr>
          <p:cNvCxnSpPr>
            <a:cxnSpLocks noChangeShapeType="1"/>
          </p:cNvCxnSpPr>
          <p:nvPr/>
        </p:nvCxnSpPr>
        <p:spPr bwMode="auto">
          <a:xfrm flipH="1">
            <a:off x="6015038" y="1316038"/>
            <a:ext cx="438150" cy="646112"/>
          </a:xfrm>
          <a:prstGeom prst="line">
            <a:avLst/>
          </a:prstGeom>
          <a:noFill/>
          <a:ln w="254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标题 1">
            <a:extLst>
              <a:ext uri="{FF2B5EF4-FFF2-40B4-BE49-F238E27FC236}">
                <a16:creationId xmlns:a16="http://schemas.microsoft.com/office/drawing/2014/main" id="{CA4E1158-C545-4118-8705-92A4ACC9741D}"/>
              </a:ext>
            </a:extLst>
          </p:cNvPr>
          <p:cNvSpPr>
            <a:spLocks noGrp="1" noChangeArrowheads="1"/>
          </p:cNvSpPr>
          <p:nvPr>
            <p:ph type="title"/>
          </p:nvPr>
        </p:nvSpPr>
        <p:spPr/>
        <p:txBody>
          <a:bodyPr/>
          <a:lstStyle/>
          <a:p>
            <a:r>
              <a:rPr lang="en-US" altLang="zh-CN" sz="3600">
                <a:ea typeface="ＭＳ Ｐゴシック" panose="020B0600070205080204" pitchFamily="34" charset="-128"/>
              </a:rPr>
              <a:t>*Comparison of commonly used media</a:t>
            </a:r>
            <a:endParaRPr lang="zh-CN" altLang="en-US" sz="3600">
              <a:ea typeface="ＭＳ Ｐゴシック" panose="020B0600070205080204" pitchFamily="34" charset="-128"/>
            </a:endParaRPr>
          </a:p>
        </p:txBody>
      </p:sp>
      <p:sp>
        <p:nvSpPr>
          <p:cNvPr id="183300" name="灯片编号占位符 4">
            <a:extLst>
              <a:ext uri="{FF2B5EF4-FFF2-40B4-BE49-F238E27FC236}">
                <a16:creationId xmlns:a16="http://schemas.microsoft.com/office/drawing/2014/main" id="{9444BF66-AA6A-4FBA-AA27-390F1593EDF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E64311FF-4F8B-4E97-8442-495519E52047}" type="slidenum">
              <a:rPr lang="en-US" altLang="zh-CN" sz="1200" smtClean="0">
                <a:latin typeface="Tahoma" panose="020B0604030504040204" pitchFamily="34" charset="0"/>
              </a:rPr>
              <a:pPr>
                <a:lnSpc>
                  <a:spcPct val="100000"/>
                </a:lnSpc>
                <a:spcBef>
                  <a:spcPct val="0"/>
                </a:spcBef>
                <a:buClrTx/>
                <a:buSzTx/>
                <a:buFontTx/>
                <a:buNone/>
              </a:pPr>
              <a:t>62</a:t>
            </a:fld>
            <a:endParaRPr lang="en-US" altLang="zh-CN" sz="1200" dirty="0">
              <a:latin typeface="Tahoma" panose="020B0604030504040204" pitchFamily="34" charset="0"/>
            </a:endParaRPr>
          </a:p>
        </p:txBody>
      </p:sp>
      <p:grpSp>
        <p:nvGrpSpPr>
          <p:cNvPr id="183301" name="Group 3">
            <a:extLst>
              <a:ext uri="{FF2B5EF4-FFF2-40B4-BE49-F238E27FC236}">
                <a16:creationId xmlns:a16="http://schemas.microsoft.com/office/drawing/2014/main" id="{167C3B6A-50E1-4313-9A44-5F3E294FC836}"/>
              </a:ext>
            </a:extLst>
          </p:cNvPr>
          <p:cNvGrpSpPr>
            <a:grpSpLocks/>
          </p:cNvGrpSpPr>
          <p:nvPr/>
        </p:nvGrpSpPr>
        <p:grpSpPr bwMode="auto">
          <a:xfrm>
            <a:off x="563563" y="1771650"/>
            <a:ext cx="8328025" cy="4327525"/>
            <a:chOff x="-25" y="-3"/>
            <a:chExt cx="3938" cy="2871"/>
          </a:xfrm>
        </p:grpSpPr>
        <p:grpSp>
          <p:nvGrpSpPr>
            <p:cNvPr id="183302" name="Group 4">
              <a:extLst>
                <a:ext uri="{FF2B5EF4-FFF2-40B4-BE49-F238E27FC236}">
                  <a16:creationId xmlns:a16="http://schemas.microsoft.com/office/drawing/2014/main" id="{442281D2-D381-4CEA-9E7F-1445AED3A4A4}"/>
                </a:ext>
              </a:extLst>
            </p:cNvPr>
            <p:cNvGrpSpPr>
              <a:grpSpLocks/>
            </p:cNvGrpSpPr>
            <p:nvPr/>
          </p:nvGrpSpPr>
          <p:grpSpPr bwMode="auto">
            <a:xfrm>
              <a:off x="-25" y="0"/>
              <a:ext cx="3938" cy="2865"/>
              <a:chOff x="-25" y="0"/>
              <a:chExt cx="3938" cy="2865"/>
            </a:xfrm>
          </p:grpSpPr>
          <p:grpSp>
            <p:nvGrpSpPr>
              <p:cNvPr id="183304" name="Group 5">
                <a:extLst>
                  <a:ext uri="{FF2B5EF4-FFF2-40B4-BE49-F238E27FC236}">
                    <a16:creationId xmlns:a16="http://schemas.microsoft.com/office/drawing/2014/main" id="{5497759B-E3E3-4283-808E-A33151A750EF}"/>
                  </a:ext>
                </a:extLst>
              </p:cNvPr>
              <p:cNvGrpSpPr>
                <a:grpSpLocks/>
              </p:cNvGrpSpPr>
              <p:nvPr/>
            </p:nvGrpSpPr>
            <p:grpSpPr bwMode="auto">
              <a:xfrm>
                <a:off x="-3" y="0"/>
                <a:ext cx="599" cy="423"/>
                <a:chOff x="-3" y="0"/>
                <a:chExt cx="599" cy="423"/>
              </a:xfrm>
            </p:grpSpPr>
            <p:sp>
              <p:nvSpPr>
                <p:cNvPr id="183449" name="Rectangle 6">
                  <a:extLst>
                    <a:ext uri="{FF2B5EF4-FFF2-40B4-BE49-F238E27FC236}">
                      <a16:creationId xmlns:a16="http://schemas.microsoft.com/office/drawing/2014/main" id="{35210167-0C82-49AD-8543-1AE4A0A4C643}"/>
                    </a:ext>
                  </a:extLst>
                </p:cNvPr>
                <p:cNvSpPr>
                  <a:spLocks noChangeArrowheads="1"/>
                </p:cNvSpPr>
                <p:nvPr/>
              </p:nvSpPr>
              <p:spPr bwMode="auto">
                <a:xfrm>
                  <a:off x="-3" y="0"/>
                  <a:ext cx="556"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400" b="1">
                      <a:latin typeface="Gill Sans MT (正文)"/>
                      <a:ea typeface="宋体" panose="02010600030101010101" pitchFamily="2" charset="-122"/>
                    </a:rPr>
                    <a:t>Transmission medium</a:t>
                  </a:r>
                  <a:endParaRPr lang="zh-CN" altLang="en-US" sz="1400" b="1">
                    <a:latin typeface="Gill Sans MT (正文)"/>
                    <a:ea typeface="宋体" panose="02010600030101010101" pitchFamily="2" charset="-122"/>
                  </a:endParaRPr>
                </a:p>
              </p:txBody>
            </p:sp>
            <p:sp>
              <p:nvSpPr>
                <p:cNvPr id="183450" name="Rectangle 7">
                  <a:extLst>
                    <a:ext uri="{FF2B5EF4-FFF2-40B4-BE49-F238E27FC236}">
                      <a16:creationId xmlns:a16="http://schemas.microsoft.com/office/drawing/2014/main" id="{7056CAFD-492A-4043-9419-86D3DECAB404}"/>
                    </a:ext>
                  </a:extLst>
                </p:cNvPr>
                <p:cNvSpPr>
                  <a:spLocks noChangeArrowheads="1"/>
                </p:cNvSpPr>
                <p:nvPr/>
              </p:nvSpPr>
              <p:spPr bwMode="auto">
                <a:xfrm>
                  <a:off x="0" y="0"/>
                  <a:ext cx="596" cy="423"/>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05" name="Group 8">
                <a:extLst>
                  <a:ext uri="{FF2B5EF4-FFF2-40B4-BE49-F238E27FC236}">
                    <a16:creationId xmlns:a16="http://schemas.microsoft.com/office/drawing/2014/main" id="{1666F8F3-4143-4FF8-AEFD-87F1FC71C1EC}"/>
                  </a:ext>
                </a:extLst>
              </p:cNvPr>
              <p:cNvGrpSpPr>
                <a:grpSpLocks/>
              </p:cNvGrpSpPr>
              <p:nvPr/>
            </p:nvGrpSpPr>
            <p:grpSpPr bwMode="auto">
              <a:xfrm>
                <a:off x="596" y="0"/>
                <a:ext cx="516" cy="423"/>
                <a:chOff x="596" y="0"/>
                <a:chExt cx="516" cy="423"/>
              </a:xfrm>
            </p:grpSpPr>
            <p:sp>
              <p:nvSpPr>
                <p:cNvPr id="183447" name="Rectangle 9">
                  <a:extLst>
                    <a:ext uri="{FF2B5EF4-FFF2-40B4-BE49-F238E27FC236}">
                      <a16:creationId xmlns:a16="http://schemas.microsoft.com/office/drawing/2014/main" id="{A8030B39-D51D-48C0-95D5-9FCF84D5DA1A}"/>
                    </a:ext>
                  </a:extLst>
                </p:cNvPr>
                <p:cNvSpPr>
                  <a:spLocks noChangeArrowheads="1"/>
                </p:cNvSpPr>
                <p:nvPr/>
              </p:nvSpPr>
              <p:spPr bwMode="auto">
                <a:xfrm>
                  <a:off x="639" y="0"/>
                  <a:ext cx="430"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400" b="1">
                      <a:latin typeface="Gill Sans MT (正文)"/>
                      <a:ea typeface="宋体" panose="02010600030101010101" pitchFamily="2" charset="-122"/>
                    </a:rPr>
                    <a:t>Transfer method</a:t>
                  </a:r>
                  <a:endParaRPr lang="zh-CN" altLang="en-US" sz="1400" b="1">
                    <a:latin typeface="Gill Sans MT (正文)"/>
                    <a:ea typeface="宋体" panose="02010600030101010101" pitchFamily="2" charset="-122"/>
                  </a:endParaRPr>
                </a:p>
              </p:txBody>
            </p:sp>
            <p:sp>
              <p:nvSpPr>
                <p:cNvPr id="183448" name="Rectangle 10">
                  <a:extLst>
                    <a:ext uri="{FF2B5EF4-FFF2-40B4-BE49-F238E27FC236}">
                      <a16:creationId xmlns:a16="http://schemas.microsoft.com/office/drawing/2014/main" id="{D696ACA0-00B9-4325-99ED-A9A6580C9F38}"/>
                    </a:ext>
                  </a:extLst>
                </p:cNvPr>
                <p:cNvSpPr>
                  <a:spLocks noChangeArrowheads="1"/>
                </p:cNvSpPr>
                <p:nvPr/>
              </p:nvSpPr>
              <p:spPr bwMode="auto">
                <a:xfrm>
                  <a:off x="596" y="0"/>
                  <a:ext cx="516" cy="423"/>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06" name="Group 11">
                <a:extLst>
                  <a:ext uri="{FF2B5EF4-FFF2-40B4-BE49-F238E27FC236}">
                    <a16:creationId xmlns:a16="http://schemas.microsoft.com/office/drawing/2014/main" id="{D8518B6C-D65D-43C9-8FE8-4E1BFC9B0252}"/>
                  </a:ext>
                </a:extLst>
              </p:cNvPr>
              <p:cNvGrpSpPr>
                <a:grpSpLocks/>
              </p:cNvGrpSpPr>
              <p:nvPr/>
            </p:nvGrpSpPr>
            <p:grpSpPr bwMode="auto">
              <a:xfrm>
                <a:off x="1112" y="0"/>
                <a:ext cx="566" cy="423"/>
                <a:chOff x="1112" y="0"/>
                <a:chExt cx="566" cy="423"/>
              </a:xfrm>
            </p:grpSpPr>
            <p:sp>
              <p:nvSpPr>
                <p:cNvPr id="183445" name="Rectangle 12">
                  <a:extLst>
                    <a:ext uri="{FF2B5EF4-FFF2-40B4-BE49-F238E27FC236}">
                      <a16:creationId xmlns:a16="http://schemas.microsoft.com/office/drawing/2014/main" id="{8FBA048E-E251-43FC-9531-5B632273C81B}"/>
                    </a:ext>
                  </a:extLst>
                </p:cNvPr>
                <p:cNvSpPr>
                  <a:spLocks noChangeArrowheads="1"/>
                </p:cNvSpPr>
                <p:nvPr/>
              </p:nvSpPr>
              <p:spPr bwMode="auto">
                <a:xfrm>
                  <a:off x="1155" y="0"/>
                  <a:ext cx="480"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400" b="1">
                      <a:latin typeface="Gill Sans MT (正文)"/>
                      <a:ea typeface="宋体" panose="02010600030101010101" pitchFamily="2" charset="-122"/>
                    </a:rPr>
                    <a:t>Rate/</a:t>
                  </a:r>
                </a:p>
                <a:p>
                  <a:pPr algn="ctr" eaLnBrk="1" hangingPunct="1">
                    <a:lnSpc>
                      <a:spcPct val="100000"/>
                    </a:lnSpc>
                    <a:spcBef>
                      <a:spcPct val="0"/>
                    </a:spcBef>
                    <a:buClrTx/>
                    <a:buSzTx/>
                    <a:buFontTx/>
                    <a:buNone/>
                  </a:pPr>
                  <a:r>
                    <a:rPr lang="en-US" altLang="zh-CN" sz="1400" b="1">
                      <a:latin typeface="Gill Sans MT (正文)"/>
                      <a:ea typeface="宋体" panose="02010600030101010101" pitchFamily="2" charset="-122"/>
                    </a:rPr>
                    <a:t>Band</a:t>
                  </a:r>
                  <a:endParaRPr lang="zh-CN" altLang="en-US" sz="1400" b="1">
                    <a:latin typeface="Gill Sans MT (正文)"/>
                    <a:ea typeface="宋体" panose="02010600030101010101" pitchFamily="2" charset="-122"/>
                  </a:endParaRPr>
                </a:p>
              </p:txBody>
            </p:sp>
            <p:sp>
              <p:nvSpPr>
                <p:cNvPr id="183446" name="Rectangle 13">
                  <a:extLst>
                    <a:ext uri="{FF2B5EF4-FFF2-40B4-BE49-F238E27FC236}">
                      <a16:creationId xmlns:a16="http://schemas.microsoft.com/office/drawing/2014/main" id="{510DEA43-FAC6-4975-A178-D13E6E59976F}"/>
                    </a:ext>
                  </a:extLst>
                </p:cNvPr>
                <p:cNvSpPr>
                  <a:spLocks noChangeArrowheads="1"/>
                </p:cNvSpPr>
                <p:nvPr/>
              </p:nvSpPr>
              <p:spPr bwMode="auto">
                <a:xfrm>
                  <a:off x="1112" y="0"/>
                  <a:ext cx="566" cy="423"/>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07" name="Group 14">
                <a:extLst>
                  <a:ext uri="{FF2B5EF4-FFF2-40B4-BE49-F238E27FC236}">
                    <a16:creationId xmlns:a16="http://schemas.microsoft.com/office/drawing/2014/main" id="{B1DBB217-FE1C-4CCF-BCC2-A313F51DE9AD}"/>
                  </a:ext>
                </a:extLst>
              </p:cNvPr>
              <p:cNvGrpSpPr>
                <a:grpSpLocks/>
              </p:cNvGrpSpPr>
              <p:nvPr/>
            </p:nvGrpSpPr>
            <p:grpSpPr bwMode="auto">
              <a:xfrm>
                <a:off x="1678" y="0"/>
                <a:ext cx="607" cy="423"/>
                <a:chOff x="1678" y="0"/>
                <a:chExt cx="607" cy="423"/>
              </a:xfrm>
            </p:grpSpPr>
            <p:sp>
              <p:nvSpPr>
                <p:cNvPr id="183443" name="Rectangle 15">
                  <a:extLst>
                    <a:ext uri="{FF2B5EF4-FFF2-40B4-BE49-F238E27FC236}">
                      <a16:creationId xmlns:a16="http://schemas.microsoft.com/office/drawing/2014/main" id="{051D9E4A-F94A-4C61-BC38-9B4BA6519FAB}"/>
                    </a:ext>
                  </a:extLst>
                </p:cNvPr>
                <p:cNvSpPr>
                  <a:spLocks noChangeArrowheads="1"/>
                </p:cNvSpPr>
                <p:nvPr/>
              </p:nvSpPr>
              <p:spPr bwMode="auto">
                <a:xfrm>
                  <a:off x="1721" y="0"/>
                  <a:ext cx="564"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400" b="1">
                      <a:latin typeface="Gill Sans MT (正文)"/>
                      <a:ea typeface="宋体" panose="02010600030101010101" pitchFamily="2" charset="-122"/>
                    </a:rPr>
                    <a:t>Transmission distance</a:t>
                  </a:r>
                  <a:endParaRPr lang="zh-CN" altLang="en-US" sz="1400" b="1">
                    <a:latin typeface="Gill Sans MT (正文)"/>
                    <a:ea typeface="宋体" panose="02010600030101010101" pitchFamily="2" charset="-122"/>
                  </a:endParaRPr>
                </a:p>
              </p:txBody>
            </p:sp>
            <p:sp>
              <p:nvSpPr>
                <p:cNvPr id="183444" name="Rectangle 16">
                  <a:extLst>
                    <a:ext uri="{FF2B5EF4-FFF2-40B4-BE49-F238E27FC236}">
                      <a16:creationId xmlns:a16="http://schemas.microsoft.com/office/drawing/2014/main" id="{6923241C-C64D-4256-A4EB-2C4F7EABA363}"/>
                    </a:ext>
                  </a:extLst>
                </p:cNvPr>
                <p:cNvSpPr>
                  <a:spLocks noChangeArrowheads="1"/>
                </p:cNvSpPr>
                <p:nvPr/>
              </p:nvSpPr>
              <p:spPr bwMode="auto">
                <a:xfrm>
                  <a:off x="1678" y="0"/>
                  <a:ext cx="607" cy="423"/>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08" name="Group 17">
                <a:extLst>
                  <a:ext uri="{FF2B5EF4-FFF2-40B4-BE49-F238E27FC236}">
                    <a16:creationId xmlns:a16="http://schemas.microsoft.com/office/drawing/2014/main" id="{BE1CE6EB-8A04-44D0-891A-6A703213517C}"/>
                  </a:ext>
                </a:extLst>
              </p:cNvPr>
              <p:cNvGrpSpPr>
                <a:grpSpLocks/>
              </p:cNvGrpSpPr>
              <p:nvPr/>
            </p:nvGrpSpPr>
            <p:grpSpPr bwMode="auto">
              <a:xfrm>
                <a:off x="2285" y="0"/>
                <a:ext cx="388" cy="423"/>
                <a:chOff x="2285" y="0"/>
                <a:chExt cx="388" cy="423"/>
              </a:xfrm>
            </p:grpSpPr>
            <p:sp>
              <p:nvSpPr>
                <p:cNvPr id="183441" name="Rectangle 18">
                  <a:extLst>
                    <a:ext uri="{FF2B5EF4-FFF2-40B4-BE49-F238E27FC236}">
                      <a16:creationId xmlns:a16="http://schemas.microsoft.com/office/drawing/2014/main" id="{3F9C3A96-EB64-4160-AA07-8A81491076F3}"/>
                    </a:ext>
                  </a:extLst>
                </p:cNvPr>
                <p:cNvSpPr>
                  <a:spLocks noChangeArrowheads="1"/>
                </p:cNvSpPr>
                <p:nvPr/>
              </p:nvSpPr>
              <p:spPr bwMode="auto">
                <a:xfrm>
                  <a:off x="2328" y="0"/>
                  <a:ext cx="345"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400" b="1">
                      <a:latin typeface="Gill Sans MT (正文)"/>
                      <a:ea typeface="宋体" panose="02010600030101010101" pitchFamily="2" charset="-122"/>
                    </a:rPr>
                    <a:t>Performance</a:t>
                  </a:r>
                  <a:endParaRPr lang="zh-CN" altLang="en-US" sz="1400" b="1">
                    <a:latin typeface="Gill Sans MT (正文)"/>
                    <a:ea typeface="宋体" panose="02010600030101010101" pitchFamily="2" charset="-122"/>
                  </a:endParaRPr>
                </a:p>
              </p:txBody>
            </p:sp>
            <p:sp>
              <p:nvSpPr>
                <p:cNvPr id="183442" name="Rectangle 19">
                  <a:extLst>
                    <a:ext uri="{FF2B5EF4-FFF2-40B4-BE49-F238E27FC236}">
                      <a16:creationId xmlns:a16="http://schemas.microsoft.com/office/drawing/2014/main" id="{75403F8C-497E-4697-822F-BA5692102F4F}"/>
                    </a:ext>
                  </a:extLst>
                </p:cNvPr>
                <p:cNvSpPr>
                  <a:spLocks noChangeArrowheads="1"/>
                </p:cNvSpPr>
                <p:nvPr/>
              </p:nvSpPr>
              <p:spPr bwMode="auto">
                <a:xfrm>
                  <a:off x="2285" y="0"/>
                  <a:ext cx="388" cy="423"/>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09" name="Group 20">
                <a:extLst>
                  <a:ext uri="{FF2B5EF4-FFF2-40B4-BE49-F238E27FC236}">
                    <a16:creationId xmlns:a16="http://schemas.microsoft.com/office/drawing/2014/main" id="{AB47E521-2300-49B0-8B4C-DFE7AC8184F0}"/>
                  </a:ext>
                </a:extLst>
              </p:cNvPr>
              <p:cNvGrpSpPr>
                <a:grpSpLocks/>
              </p:cNvGrpSpPr>
              <p:nvPr/>
            </p:nvGrpSpPr>
            <p:grpSpPr bwMode="auto">
              <a:xfrm>
                <a:off x="2673" y="0"/>
                <a:ext cx="620" cy="423"/>
                <a:chOff x="2673" y="0"/>
                <a:chExt cx="620" cy="423"/>
              </a:xfrm>
            </p:grpSpPr>
            <p:sp>
              <p:nvSpPr>
                <p:cNvPr id="183439" name="Rectangle 21">
                  <a:extLst>
                    <a:ext uri="{FF2B5EF4-FFF2-40B4-BE49-F238E27FC236}">
                      <a16:creationId xmlns:a16="http://schemas.microsoft.com/office/drawing/2014/main" id="{5D4A43BC-DBDB-460F-9B67-0FCEF4C66E2C}"/>
                    </a:ext>
                  </a:extLst>
                </p:cNvPr>
                <p:cNvSpPr>
                  <a:spLocks noChangeArrowheads="1"/>
                </p:cNvSpPr>
                <p:nvPr/>
              </p:nvSpPr>
              <p:spPr bwMode="auto">
                <a:xfrm>
                  <a:off x="2716" y="0"/>
                  <a:ext cx="534"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400" b="1">
                      <a:latin typeface="Gill Sans MT (正文)"/>
                      <a:ea typeface="宋体" panose="02010600030101010101" pitchFamily="2" charset="-122"/>
                    </a:rPr>
                    <a:t>Price</a:t>
                  </a:r>
                  <a:endParaRPr lang="zh-CN" altLang="en-US" sz="1400" b="1">
                    <a:latin typeface="Gill Sans MT (正文)"/>
                    <a:ea typeface="宋体" panose="02010600030101010101" pitchFamily="2" charset="-122"/>
                  </a:endParaRPr>
                </a:p>
              </p:txBody>
            </p:sp>
            <p:sp>
              <p:nvSpPr>
                <p:cNvPr id="183440" name="Rectangle 22">
                  <a:extLst>
                    <a:ext uri="{FF2B5EF4-FFF2-40B4-BE49-F238E27FC236}">
                      <a16:creationId xmlns:a16="http://schemas.microsoft.com/office/drawing/2014/main" id="{F9889929-5A8D-4499-894A-9B31FDE502A0}"/>
                    </a:ext>
                  </a:extLst>
                </p:cNvPr>
                <p:cNvSpPr>
                  <a:spLocks noChangeArrowheads="1"/>
                </p:cNvSpPr>
                <p:nvPr/>
              </p:nvSpPr>
              <p:spPr bwMode="auto">
                <a:xfrm>
                  <a:off x="2673" y="0"/>
                  <a:ext cx="620" cy="423"/>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10" name="Group 23">
                <a:extLst>
                  <a:ext uri="{FF2B5EF4-FFF2-40B4-BE49-F238E27FC236}">
                    <a16:creationId xmlns:a16="http://schemas.microsoft.com/office/drawing/2014/main" id="{4BDDB8EE-AF39-4471-BE58-FCFAF6B66C4B}"/>
                  </a:ext>
                </a:extLst>
              </p:cNvPr>
              <p:cNvGrpSpPr>
                <a:grpSpLocks/>
              </p:cNvGrpSpPr>
              <p:nvPr/>
            </p:nvGrpSpPr>
            <p:grpSpPr bwMode="auto">
              <a:xfrm>
                <a:off x="3293" y="0"/>
                <a:ext cx="592" cy="423"/>
                <a:chOff x="3293" y="0"/>
                <a:chExt cx="592" cy="423"/>
              </a:xfrm>
            </p:grpSpPr>
            <p:sp>
              <p:nvSpPr>
                <p:cNvPr id="183437" name="Rectangle 24">
                  <a:extLst>
                    <a:ext uri="{FF2B5EF4-FFF2-40B4-BE49-F238E27FC236}">
                      <a16:creationId xmlns:a16="http://schemas.microsoft.com/office/drawing/2014/main" id="{710E3E91-BE24-48AC-910F-E18FC5E382EF}"/>
                    </a:ext>
                  </a:extLst>
                </p:cNvPr>
                <p:cNvSpPr>
                  <a:spLocks noChangeArrowheads="1"/>
                </p:cNvSpPr>
                <p:nvPr/>
              </p:nvSpPr>
              <p:spPr bwMode="auto">
                <a:xfrm>
                  <a:off x="3336" y="0"/>
                  <a:ext cx="506"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400" b="1">
                      <a:latin typeface="Gill Sans MT (正文)"/>
                      <a:ea typeface="宋体" panose="02010600030101010101" pitchFamily="2" charset="-122"/>
                    </a:rPr>
                    <a:t>Application</a:t>
                  </a:r>
                  <a:endParaRPr lang="zh-CN" altLang="en-US" sz="1400" b="1">
                    <a:latin typeface="Gill Sans MT (正文)"/>
                    <a:ea typeface="宋体" panose="02010600030101010101" pitchFamily="2" charset="-122"/>
                  </a:endParaRPr>
                </a:p>
              </p:txBody>
            </p:sp>
            <p:sp>
              <p:nvSpPr>
                <p:cNvPr id="183438" name="Rectangle 25">
                  <a:extLst>
                    <a:ext uri="{FF2B5EF4-FFF2-40B4-BE49-F238E27FC236}">
                      <a16:creationId xmlns:a16="http://schemas.microsoft.com/office/drawing/2014/main" id="{62FF2FAF-0703-499C-9EB5-A94A60A2D1E8}"/>
                    </a:ext>
                  </a:extLst>
                </p:cNvPr>
                <p:cNvSpPr>
                  <a:spLocks noChangeArrowheads="1"/>
                </p:cNvSpPr>
                <p:nvPr/>
              </p:nvSpPr>
              <p:spPr bwMode="auto">
                <a:xfrm>
                  <a:off x="3293" y="0"/>
                  <a:ext cx="592" cy="423"/>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11" name="Group 26">
                <a:extLst>
                  <a:ext uri="{FF2B5EF4-FFF2-40B4-BE49-F238E27FC236}">
                    <a16:creationId xmlns:a16="http://schemas.microsoft.com/office/drawing/2014/main" id="{8DF89B53-2157-4B68-8A5C-5B2E2AF7BF40}"/>
                  </a:ext>
                </a:extLst>
              </p:cNvPr>
              <p:cNvGrpSpPr>
                <a:grpSpLocks/>
              </p:cNvGrpSpPr>
              <p:nvPr/>
            </p:nvGrpSpPr>
            <p:grpSpPr bwMode="auto">
              <a:xfrm>
                <a:off x="0" y="423"/>
                <a:ext cx="596" cy="423"/>
                <a:chOff x="0" y="423"/>
                <a:chExt cx="596" cy="423"/>
              </a:xfrm>
            </p:grpSpPr>
            <p:sp>
              <p:nvSpPr>
                <p:cNvPr id="183435" name="Rectangle 27">
                  <a:extLst>
                    <a:ext uri="{FF2B5EF4-FFF2-40B4-BE49-F238E27FC236}">
                      <a16:creationId xmlns:a16="http://schemas.microsoft.com/office/drawing/2014/main" id="{EEAB50D1-22BC-491B-92EF-9C0A89071EF5}"/>
                    </a:ext>
                  </a:extLst>
                </p:cNvPr>
                <p:cNvSpPr>
                  <a:spLocks noChangeArrowheads="1"/>
                </p:cNvSpPr>
                <p:nvPr/>
              </p:nvSpPr>
              <p:spPr bwMode="auto">
                <a:xfrm>
                  <a:off x="43" y="423"/>
                  <a:ext cx="510"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solidFill>
                        <a:srgbClr val="FF0000"/>
                      </a:solidFill>
                      <a:latin typeface="Gill Sans MT (正文)"/>
                      <a:ea typeface="宋体" panose="02010600030101010101" pitchFamily="2" charset="-122"/>
                    </a:rPr>
                    <a:t>Twisted pair</a:t>
                  </a:r>
                  <a:endParaRPr lang="zh-CN" altLang="en-US" sz="1200" b="1">
                    <a:solidFill>
                      <a:srgbClr val="FF0000"/>
                    </a:solidFill>
                    <a:latin typeface="Gill Sans MT (正文)"/>
                    <a:ea typeface="宋体" panose="02010600030101010101" pitchFamily="2" charset="-122"/>
                  </a:endParaRPr>
                </a:p>
              </p:txBody>
            </p:sp>
            <p:sp>
              <p:nvSpPr>
                <p:cNvPr id="183436" name="Rectangle 28">
                  <a:extLst>
                    <a:ext uri="{FF2B5EF4-FFF2-40B4-BE49-F238E27FC236}">
                      <a16:creationId xmlns:a16="http://schemas.microsoft.com/office/drawing/2014/main" id="{78EB6328-A32D-44F6-894A-39D1DAB9C282}"/>
                    </a:ext>
                  </a:extLst>
                </p:cNvPr>
                <p:cNvSpPr>
                  <a:spLocks noChangeArrowheads="1"/>
                </p:cNvSpPr>
                <p:nvPr/>
              </p:nvSpPr>
              <p:spPr bwMode="auto">
                <a:xfrm>
                  <a:off x="0" y="423"/>
                  <a:ext cx="596" cy="423"/>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12" name="Group 29">
                <a:extLst>
                  <a:ext uri="{FF2B5EF4-FFF2-40B4-BE49-F238E27FC236}">
                    <a16:creationId xmlns:a16="http://schemas.microsoft.com/office/drawing/2014/main" id="{355168AA-9E2A-45C7-A2FA-AA4339DD46BF}"/>
                  </a:ext>
                </a:extLst>
              </p:cNvPr>
              <p:cNvGrpSpPr>
                <a:grpSpLocks/>
              </p:cNvGrpSpPr>
              <p:nvPr/>
            </p:nvGrpSpPr>
            <p:grpSpPr bwMode="auto">
              <a:xfrm>
                <a:off x="596" y="423"/>
                <a:ext cx="531" cy="423"/>
                <a:chOff x="596" y="423"/>
                <a:chExt cx="531" cy="423"/>
              </a:xfrm>
            </p:grpSpPr>
            <p:sp>
              <p:nvSpPr>
                <p:cNvPr id="183433" name="Rectangle 30">
                  <a:extLst>
                    <a:ext uri="{FF2B5EF4-FFF2-40B4-BE49-F238E27FC236}">
                      <a16:creationId xmlns:a16="http://schemas.microsoft.com/office/drawing/2014/main" id="{5EB75A22-CD60-441E-A107-3D2024CEA8DF}"/>
                    </a:ext>
                  </a:extLst>
                </p:cNvPr>
                <p:cNvSpPr>
                  <a:spLocks noChangeArrowheads="1"/>
                </p:cNvSpPr>
                <p:nvPr/>
              </p:nvSpPr>
              <p:spPr bwMode="auto">
                <a:xfrm>
                  <a:off x="611" y="423"/>
                  <a:ext cx="516"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solidFill>
                        <a:srgbClr val="FF0000"/>
                      </a:solidFill>
                      <a:latin typeface="Gill Sans MT (正文)"/>
                      <a:ea typeface="宋体" panose="02010600030101010101" pitchFamily="2" charset="-122"/>
                    </a:rPr>
                    <a:t>Broadband</a:t>
                  </a:r>
                </a:p>
                <a:p>
                  <a:pPr algn="ctr" eaLnBrk="1" hangingPunct="1">
                    <a:lnSpc>
                      <a:spcPct val="100000"/>
                    </a:lnSpc>
                    <a:spcBef>
                      <a:spcPct val="0"/>
                    </a:spcBef>
                    <a:buClrTx/>
                    <a:buSzTx/>
                    <a:buFontTx/>
                    <a:buNone/>
                  </a:pPr>
                  <a:r>
                    <a:rPr lang="en-US" altLang="zh-CN" sz="1200" b="1">
                      <a:solidFill>
                        <a:srgbClr val="FF0000"/>
                      </a:solidFill>
                      <a:latin typeface="Gill Sans MT (正文)"/>
                      <a:ea typeface="宋体" panose="02010600030101010101" pitchFamily="2" charset="-122"/>
                    </a:rPr>
                    <a:t>Baseband</a:t>
                  </a:r>
                  <a:endParaRPr lang="zh-CN" altLang="en-US" sz="1200" b="1">
                    <a:solidFill>
                      <a:srgbClr val="FF0000"/>
                    </a:solidFill>
                    <a:latin typeface="Gill Sans MT (正文)"/>
                    <a:ea typeface="宋体" panose="02010600030101010101" pitchFamily="2" charset="-122"/>
                  </a:endParaRPr>
                </a:p>
              </p:txBody>
            </p:sp>
            <p:sp>
              <p:nvSpPr>
                <p:cNvPr id="183434" name="Rectangle 31">
                  <a:extLst>
                    <a:ext uri="{FF2B5EF4-FFF2-40B4-BE49-F238E27FC236}">
                      <a16:creationId xmlns:a16="http://schemas.microsoft.com/office/drawing/2014/main" id="{20503C89-376F-4A01-968B-B32172434DAD}"/>
                    </a:ext>
                  </a:extLst>
                </p:cNvPr>
                <p:cNvSpPr>
                  <a:spLocks noChangeArrowheads="1"/>
                </p:cNvSpPr>
                <p:nvPr/>
              </p:nvSpPr>
              <p:spPr bwMode="auto">
                <a:xfrm>
                  <a:off x="596" y="423"/>
                  <a:ext cx="516" cy="423"/>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13" name="Group 32">
                <a:extLst>
                  <a:ext uri="{FF2B5EF4-FFF2-40B4-BE49-F238E27FC236}">
                    <a16:creationId xmlns:a16="http://schemas.microsoft.com/office/drawing/2014/main" id="{BFEC7F27-F120-4FDF-B2C5-DC410AEA72C6}"/>
                  </a:ext>
                </a:extLst>
              </p:cNvPr>
              <p:cNvGrpSpPr>
                <a:grpSpLocks/>
              </p:cNvGrpSpPr>
              <p:nvPr/>
            </p:nvGrpSpPr>
            <p:grpSpPr bwMode="auto">
              <a:xfrm>
                <a:off x="1112" y="423"/>
                <a:ext cx="566" cy="423"/>
                <a:chOff x="1112" y="423"/>
                <a:chExt cx="566" cy="423"/>
              </a:xfrm>
            </p:grpSpPr>
            <p:sp>
              <p:nvSpPr>
                <p:cNvPr id="183431" name="Rectangle 33">
                  <a:extLst>
                    <a:ext uri="{FF2B5EF4-FFF2-40B4-BE49-F238E27FC236}">
                      <a16:creationId xmlns:a16="http://schemas.microsoft.com/office/drawing/2014/main" id="{6E18F855-2E0C-4055-8780-9C34FD0B2658}"/>
                    </a:ext>
                  </a:extLst>
                </p:cNvPr>
                <p:cNvSpPr>
                  <a:spLocks noChangeArrowheads="1"/>
                </p:cNvSpPr>
                <p:nvPr/>
              </p:nvSpPr>
              <p:spPr bwMode="auto">
                <a:xfrm>
                  <a:off x="1155" y="423"/>
                  <a:ext cx="480"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zh-CN" altLang="en-US" sz="1200" b="1">
                      <a:solidFill>
                        <a:srgbClr val="FF0000"/>
                      </a:solidFill>
                      <a:latin typeface="Gill Sans MT (正文)"/>
                      <a:ea typeface="宋体" panose="02010600030101010101" pitchFamily="2" charset="-122"/>
                    </a:rPr>
                    <a:t>≤</a:t>
                  </a:r>
                  <a:r>
                    <a:rPr lang="en-US" altLang="zh-CN" sz="1200" b="1">
                      <a:solidFill>
                        <a:srgbClr val="FF0000"/>
                      </a:solidFill>
                      <a:latin typeface="Gill Sans MT (正文)"/>
                      <a:ea typeface="宋体" panose="02010600030101010101" pitchFamily="2" charset="-122"/>
                    </a:rPr>
                    <a:t>1Gb/s</a:t>
                  </a:r>
                </a:p>
              </p:txBody>
            </p:sp>
            <p:sp>
              <p:nvSpPr>
                <p:cNvPr id="183432" name="Rectangle 34">
                  <a:extLst>
                    <a:ext uri="{FF2B5EF4-FFF2-40B4-BE49-F238E27FC236}">
                      <a16:creationId xmlns:a16="http://schemas.microsoft.com/office/drawing/2014/main" id="{8898D992-D671-450B-9235-849D7B243119}"/>
                    </a:ext>
                  </a:extLst>
                </p:cNvPr>
                <p:cNvSpPr>
                  <a:spLocks noChangeArrowheads="1"/>
                </p:cNvSpPr>
                <p:nvPr/>
              </p:nvSpPr>
              <p:spPr bwMode="auto">
                <a:xfrm>
                  <a:off x="1112" y="423"/>
                  <a:ext cx="566" cy="423"/>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14" name="Group 35">
                <a:extLst>
                  <a:ext uri="{FF2B5EF4-FFF2-40B4-BE49-F238E27FC236}">
                    <a16:creationId xmlns:a16="http://schemas.microsoft.com/office/drawing/2014/main" id="{4761305C-B03F-4D46-A040-C2CE4F033926}"/>
                  </a:ext>
                </a:extLst>
              </p:cNvPr>
              <p:cNvGrpSpPr>
                <a:grpSpLocks/>
              </p:cNvGrpSpPr>
              <p:nvPr/>
            </p:nvGrpSpPr>
            <p:grpSpPr bwMode="auto">
              <a:xfrm>
                <a:off x="1678" y="423"/>
                <a:ext cx="691" cy="423"/>
                <a:chOff x="1678" y="423"/>
                <a:chExt cx="691" cy="423"/>
              </a:xfrm>
            </p:grpSpPr>
            <p:sp>
              <p:nvSpPr>
                <p:cNvPr id="183429" name="Rectangle 36">
                  <a:extLst>
                    <a:ext uri="{FF2B5EF4-FFF2-40B4-BE49-F238E27FC236}">
                      <a16:creationId xmlns:a16="http://schemas.microsoft.com/office/drawing/2014/main" id="{BC590BD7-0823-46D9-88CD-ED2EF099FCC0}"/>
                    </a:ext>
                  </a:extLst>
                </p:cNvPr>
                <p:cNvSpPr>
                  <a:spLocks noChangeArrowheads="1"/>
                </p:cNvSpPr>
                <p:nvPr/>
              </p:nvSpPr>
              <p:spPr bwMode="auto">
                <a:xfrm>
                  <a:off x="1682" y="423"/>
                  <a:ext cx="687"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solidFill>
                        <a:srgbClr val="FF0000"/>
                      </a:solidFill>
                      <a:latin typeface="Gill Sans MT (正文)"/>
                      <a:ea typeface="宋体" panose="02010600030101010101" pitchFamily="2" charset="-122"/>
                    </a:rPr>
                    <a:t>Anolog: 10km</a:t>
                  </a:r>
                </a:p>
                <a:p>
                  <a:pPr algn="ctr">
                    <a:lnSpc>
                      <a:spcPct val="100000"/>
                    </a:lnSpc>
                    <a:spcBef>
                      <a:spcPct val="0"/>
                    </a:spcBef>
                    <a:buClrTx/>
                    <a:buSzTx/>
                    <a:buFontTx/>
                    <a:buNone/>
                  </a:pPr>
                  <a:r>
                    <a:rPr lang="en-US" altLang="zh-CN" sz="1200" b="1">
                      <a:solidFill>
                        <a:srgbClr val="FF0000"/>
                      </a:solidFill>
                      <a:latin typeface="Gill Sans MT (正文)"/>
                      <a:ea typeface="宋体" panose="02010600030101010101" pitchFamily="2" charset="-122"/>
                    </a:rPr>
                    <a:t>digtal: </a:t>
                  </a:r>
                  <a:r>
                    <a:rPr lang="en-US" altLang="zh-CN" sz="1200">
                      <a:solidFill>
                        <a:srgbClr val="FF0000"/>
                      </a:solidFill>
                      <a:latin typeface="Gill Sans MT (正文)"/>
                      <a:ea typeface="宋体" panose="02010600030101010101" pitchFamily="2" charset="-122"/>
                    </a:rPr>
                    <a:t>500m</a:t>
                  </a:r>
                </a:p>
              </p:txBody>
            </p:sp>
            <p:sp>
              <p:nvSpPr>
                <p:cNvPr id="183430" name="Rectangle 37">
                  <a:extLst>
                    <a:ext uri="{FF2B5EF4-FFF2-40B4-BE49-F238E27FC236}">
                      <a16:creationId xmlns:a16="http://schemas.microsoft.com/office/drawing/2014/main" id="{BCF4635D-DD3A-409A-83A2-7E92FB6EB1C8}"/>
                    </a:ext>
                  </a:extLst>
                </p:cNvPr>
                <p:cNvSpPr>
                  <a:spLocks noChangeArrowheads="1"/>
                </p:cNvSpPr>
                <p:nvPr/>
              </p:nvSpPr>
              <p:spPr bwMode="auto">
                <a:xfrm>
                  <a:off x="1678" y="423"/>
                  <a:ext cx="607" cy="423"/>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15" name="Group 38">
                <a:extLst>
                  <a:ext uri="{FF2B5EF4-FFF2-40B4-BE49-F238E27FC236}">
                    <a16:creationId xmlns:a16="http://schemas.microsoft.com/office/drawing/2014/main" id="{479429F1-5EA9-4F96-BFA0-7430B634165C}"/>
                  </a:ext>
                </a:extLst>
              </p:cNvPr>
              <p:cNvGrpSpPr>
                <a:grpSpLocks/>
              </p:cNvGrpSpPr>
              <p:nvPr/>
            </p:nvGrpSpPr>
            <p:grpSpPr bwMode="auto">
              <a:xfrm>
                <a:off x="2285" y="423"/>
                <a:ext cx="388" cy="423"/>
                <a:chOff x="2285" y="423"/>
                <a:chExt cx="388" cy="423"/>
              </a:xfrm>
            </p:grpSpPr>
            <p:sp>
              <p:nvSpPr>
                <p:cNvPr id="183427" name="Rectangle 39">
                  <a:extLst>
                    <a:ext uri="{FF2B5EF4-FFF2-40B4-BE49-F238E27FC236}">
                      <a16:creationId xmlns:a16="http://schemas.microsoft.com/office/drawing/2014/main" id="{0536E23E-1B1C-4EFF-B64B-087315AE2134}"/>
                    </a:ext>
                  </a:extLst>
                </p:cNvPr>
                <p:cNvSpPr>
                  <a:spLocks noChangeArrowheads="1"/>
                </p:cNvSpPr>
                <p:nvPr/>
              </p:nvSpPr>
              <p:spPr bwMode="auto">
                <a:xfrm>
                  <a:off x="2328" y="423"/>
                  <a:ext cx="345"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solidFill>
                        <a:srgbClr val="FF0000"/>
                      </a:solidFill>
                      <a:latin typeface="Gill Sans MT (正文)"/>
                      <a:ea typeface="宋体" panose="02010600030101010101" pitchFamily="2" charset="-122"/>
                    </a:rPr>
                    <a:t>Better</a:t>
                  </a:r>
                  <a:endParaRPr lang="zh-CN" altLang="en-US" sz="1200" b="1">
                    <a:solidFill>
                      <a:srgbClr val="FF0000"/>
                    </a:solidFill>
                    <a:latin typeface="Gill Sans MT (正文)"/>
                    <a:ea typeface="宋体" panose="02010600030101010101" pitchFamily="2" charset="-122"/>
                  </a:endParaRPr>
                </a:p>
              </p:txBody>
            </p:sp>
            <p:sp>
              <p:nvSpPr>
                <p:cNvPr id="183428" name="Rectangle 40">
                  <a:extLst>
                    <a:ext uri="{FF2B5EF4-FFF2-40B4-BE49-F238E27FC236}">
                      <a16:creationId xmlns:a16="http://schemas.microsoft.com/office/drawing/2014/main" id="{9B71CC65-0A52-4EF1-A1C7-3CFB380F2DC8}"/>
                    </a:ext>
                  </a:extLst>
                </p:cNvPr>
                <p:cNvSpPr>
                  <a:spLocks noChangeArrowheads="1"/>
                </p:cNvSpPr>
                <p:nvPr/>
              </p:nvSpPr>
              <p:spPr bwMode="auto">
                <a:xfrm>
                  <a:off x="2285" y="423"/>
                  <a:ext cx="388" cy="423"/>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16" name="Group 41">
                <a:extLst>
                  <a:ext uri="{FF2B5EF4-FFF2-40B4-BE49-F238E27FC236}">
                    <a16:creationId xmlns:a16="http://schemas.microsoft.com/office/drawing/2014/main" id="{DED0BA82-875F-44EF-BE30-1D7CF8EDA0D4}"/>
                  </a:ext>
                </a:extLst>
              </p:cNvPr>
              <p:cNvGrpSpPr>
                <a:grpSpLocks/>
              </p:cNvGrpSpPr>
              <p:nvPr/>
            </p:nvGrpSpPr>
            <p:grpSpPr bwMode="auto">
              <a:xfrm>
                <a:off x="2673" y="423"/>
                <a:ext cx="620" cy="423"/>
                <a:chOff x="2673" y="423"/>
                <a:chExt cx="620" cy="423"/>
              </a:xfrm>
            </p:grpSpPr>
            <p:sp>
              <p:nvSpPr>
                <p:cNvPr id="183425" name="Rectangle 42">
                  <a:extLst>
                    <a:ext uri="{FF2B5EF4-FFF2-40B4-BE49-F238E27FC236}">
                      <a16:creationId xmlns:a16="http://schemas.microsoft.com/office/drawing/2014/main" id="{5123192D-E4C4-4FC1-904B-F6FC04ADEA7A}"/>
                    </a:ext>
                  </a:extLst>
                </p:cNvPr>
                <p:cNvSpPr>
                  <a:spLocks noChangeArrowheads="1"/>
                </p:cNvSpPr>
                <p:nvPr/>
              </p:nvSpPr>
              <p:spPr bwMode="auto">
                <a:xfrm>
                  <a:off x="2716" y="423"/>
                  <a:ext cx="534"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solidFill>
                        <a:srgbClr val="FF0000"/>
                      </a:solidFill>
                      <a:latin typeface="Gill Sans MT (正文)"/>
                      <a:ea typeface="宋体" panose="02010600030101010101" pitchFamily="2" charset="-122"/>
                    </a:rPr>
                    <a:t>Low</a:t>
                  </a:r>
                  <a:endParaRPr lang="zh-CN" altLang="en-US" sz="1200" b="1">
                    <a:solidFill>
                      <a:srgbClr val="FF0000"/>
                    </a:solidFill>
                    <a:latin typeface="Gill Sans MT (正文)"/>
                    <a:ea typeface="宋体" panose="02010600030101010101" pitchFamily="2" charset="-122"/>
                  </a:endParaRPr>
                </a:p>
              </p:txBody>
            </p:sp>
            <p:sp>
              <p:nvSpPr>
                <p:cNvPr id="183426" name="Rectangle 43">
                  <a:extLst>
                    <a:ext uri="{FF2B5EF4-FFF2-40B4-BE49-F238E27FC236}">
                      <a16:creationId xmlns:a16="http://schemas.microsoft.com/office/drawing/2014/main" id="{2ED271FB-AEDB-466C-91DE-EEE3FBCC2160}"/>
                    </a:ext>
                  </a:extLst>
                </p:cNvPr>
                <p:cNvSpPr>
                  <a:spLocks noChangeArrowheads="1"/>
                </p:cNvSpPr>
                <p:nvPr/>
              </p:nvSpPr>
              <p:spPr bwMode="auto">
                <a:xfrm>
                  <a:off x="2673" y="423"/>
                  <a:ext cx="620" cy="423"/>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17" name="Group 44">
                <a:extLst>
                  <a:ext uri="{FF2B5EF4-FFF2-40B4-BE49-F238E27FC236}">
                    <a16:creationId xmlns:a16="http://schemas.microsoft.com/office/drawing/2014/main" id="{43132AB2-FFCC-4E4A-9A03-900E769C715E}"/>
                  </a:ext>
                </a:extLst>
              </p:cNvPr>
              <p:cNvGrpSpPr>
                <a:grpSpLocks/>
              </p:cNvGrpSpPr>
              <p:nvPr/>
            </p:nvGrpSpPr>
            <p:grpSpPr bwMode="auto">
              <a:xfrm>
                <a:off x="3293" y="423"/>
                <a:ext cx="620" cy="423"/>
                <a:chOff x="3293" y="423"/>
                <a:chExt cx="620" cy="423"/>
              </a:xfrm>
            </p:grpSpPr>
            <p:sp>
              <p:nvSpPr>
                <p:cNvPr id="183423" name="Rectangle 45">
                  <a:extLst>
                    <a:ext uri="{FF2B5EF4-FFF2-40B4-BE49-F238E27FC236}">
                      <a16:creationId xmlns:a16="http://schemas.microsoft.com/office/drawing/2014/main" id="{36B8849E-BAD2-4B18-AD6F-0CD80AA03BB0}"/>
                    </a:ext>
                  </a:extLst>
                </p:cNvPr>
                <p:cNvSpPr>
                  <a:spLocks noChangeArrowheads="1"/>
                </p:cNvSpPr>
                <p:nvPr/>
              </p:nvSpPr>
              <p:spPr bwMode="auto">
                <a:xfrm>
                  <a:off x="3293" y="423"/>
                  <a:ext cx="620"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solidFill>
                        <a:srgbClr val="FF0000"/>
                      </a:solidFill>
                      <a:latin typeface="Gill Sans MT (正文)"/>
                      <a:ea typeface="宋体" panose="02010600030101010101" pitchFamily="2" charset="-122"/>
                    </a:rPr>
                    <a:t>Analog / digital signal transmission</a:t>
                  </a:r>
                  <a:endParaRPr lang="zh-CN" altLang="en-US" sz="1200" b="1">
                    <a:solidFill>
                      <a:srgbClr val="FF0000"/>
                    </a:solidFill>
                    <a:latin typeface="Gill Sans MT (正文)"/>
                    <a:ea typeface="宋体" panose="02010600030101010101" pitchFamily="2" charset="-122"/>
                  </a:endParaRPr>
                </a:p>
              </p:txBody>
            </p:sp>
            <p:sp>
              <p:nvSpPr>
                <p:cNvPr id="183424" name="Rectangle 46">
                  <a:extLst>
                    <a:ext uri="{FF2B5EF4-FFF2-40B4-BE49-F238E27FC236}">
                      <a16:creationId xmlns:a16="http://schemas.microsoft.com/office/drawing/2014/main" id="{F3A39145-CE6A-466A-BE24-E4CFB2CEF227}"/>
                    </a:ext>
                  </a:extLst>
                </p:cNvPr>
                <p:cNvSpPr>
                  <a:spLocks noChangeArrowheads="1"/>
                </p:cNvSpPr>
                <p:nvPr/>
              </p:nvSpPr>
              <p:spPr bwMode="auto">
                <a:xfrm>
                  <a:off x="3293" y="423"/>
                  <a:ext cx="592" cy="423"/>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18" name="Group 47">
                <a:extLst>
                  <a:ext uri="{FF2B5EF4-FFF2-40B4-BE49-F238E27FC236}">
                    <a16:creationId xmlns:a16="http://schemas.microsoft.com/office/drawing/2014/main" id="{29498D1D-09F9-462D-8C62-C769A558A117}"/>
                  </a:ext>
                </a:extLst>
              </p:cNvPr>
              <p:cNvGrpSpPr>
                <a:grpSpLocks/>
              </p:cNvGrpSpPr>
              <p:nvPr/>
            </p:nvGrpSpPr>
            <p:grpSpPr bwMode="auto">
              <a:xfrm>
                <a:off x="-20" y="846"/>
                <a:ext cx="636" cy="423"/>
                <a:chOff x="-20" y="846"/>
                <a:chExt cx="636" cy="423"/>
              </a:xfrm>
            </p:grpSpPr>
            <p:sp>
              <p:nvSpPr>
                <p:cNvPr id="183421" name="Rectangle 48">
                  <a:extLst>
                    <a:ext uri="{FF2B5EF4-FFF2-40B4-BE49-F238E27FC236}">
                      <a16:creationId xmlns:a16="http://schemas.microsoft.com/office/drawing/2014/main" id="{EACD5033-3112-48BA-BF3F-E1B02D8DE727}"/>
                    </a:ext>
                  </a:extLst>
                </p:cNvPr>
                <p:cNvSpPr>
                  <a:spLocks noChangeArrowheads="1"/>
                </p:cNvSpPr>
                <p:nvPr/>
              </p:nvSpPr>
              <p:spPr bwMode="auto">
                <a:xfrm>
                  <a:off x="-20" y="846"/>
                  <a:ext cx="636"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l-GR" altLang="zh-CN" sz="1200" b="1">
                      <a:solidFill>
                        <a:schemeClr val="tx2"/>
                      </a:solidFill>
                      <a:latin typeface="Gill Sans MT (正文)"/>
                      <a:ea typeface="宋体" panose="02010600030101010101" pitchFamily="2" charset="-122"/>
                    </a:rPr>
                    <a:t>50Ω</a:t>
                  </a:r>
                </a:p>
                <a:p>
                  <a:pPr algn="ctr" eaLnBrk="1" hangingPunct="1">
                    <a:lnSpc>
                      <a:spcPct val="100000"/>
                    </a:lnSpc>
                    <a:spcBef>
                      <a:spcPct val="0"/>
                    </a:spcBef>
                    <a:buClrTx/>
                    <a:buSzTx/>
                    <a:buFontTx/>
                    <a:buNone/>
                  </a:pPr>
                  <a:r>
                    <a:rPr lang="en-US" altLang="zh-CN" sz="1200" b="1">
                      <a:solidFill>
                        <a:schemeClr val="tx2"/>
                      </a:solidFill>
                      <a:latin typeface="Gill Sans MT (正文)"/>
                      <a:ea typeface="宋体" panose="02010600030101010101" pitchFamily="2" charset="-122"/>
                    </a:rPr>
                    <a:t>Coaxial cable</a:t>
                  </a:r>
                  <a:endParaRPr lang="zh-CN" altLang="en-US" sz="1200" b="1">
                    <a:solidFill>
                      <a:schemeClr val="tx2"/>
                    </a:solidFill>
                    <a:latin typeface="Gill Sans MT (正文)"/>
                    <a:ea typeface="宋体" panose="02010600030101010101" pitchFamily="2" charset="-122"/>
                  </a:endParaRPr>
                </a:p>
              </p:txBody>
            </p:sp>
            <p:sp>
              <p:nvSpPr>
                <p:cNvPr id="183422" name="Rectangle 49">
                  <a:extLst>
                    <a:ext uri="{FF2B5EF4-FFF2-40B4-BE49-F238E27FC236}">
                      <a16:creationId xmlns:a16="http://schemas.microsoft.com/office/drawing/2014/main" id="{455F2843-AB42-42A8-85ED-6B7F50B6AD32}"/>
                    </a:ext>
                  </a:extLst>
                </p:cNvPr>
                <p:cNvSpPr>
                  <a:spLocks noChangeArrowheads="1"/>
                </p:cNvSpPr>
                <p:nvPr/>
              </p:nvSpPr>
              <p:spPr bwMode="auto">
                <a:xfrm>
                  <a:off x="0" y="846"/>
                  <a:ext cx="596" cy="423"/>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19" name="Group 50">
                <a:extLst>
                  <a:ext uri="{FF2B5EF4-FFF2-40B4-BE49-F238E27FC236}">
                    <a16:creationId xmlns:a16="http://schemas.microsoft.com/office/drawing/2014/main" id="{CE721833-5702-4967-AE03-E14B052A5053}"/>
                  </a:ext>
                </a:extLst>
              </p:cNvPr>
              <p:cNvGrpSpPr>
                <a:grpSpLocks/>
              </p:cNvGrpSpPr>
              <p:nvPr/>
            </p:nvGrpSpPr>
            <p:grpSpPr bwMode="auto">
              <a:xfrm>
                <a:off x="596" y="846"/>
                <a:ext cx="516" cy="423"/>
                <a:chOff x="596" y="846"/>
                <a:chExt cx="516" cy="423"/>
              </a:xfrm>
            </p:grpSpPr>
            <p:sp>
              <p:nvSpPr>
                <p:cNvPr id="183419" name="Rectangle 51">
                  <a:extLst>
                    <a:ext uri="{FF2B5EF4-FFF2-40B4-BE49-F238E27FC236}">
                      <a16:creationId xmlns:a16="http://schemas.microsoft.com/office/drawing/2014/main" id="{1551B283-F58A-4353-8DCB-AC64D78BEBBD}"/>
                    </a:ext>
                  </a:extLst>
                </p:cNvPr>
                <p:cNvSpPr>
                  <a:spLocks noChangeArrowheads="1"/>
                </p:cNvSpPr>
                <p:nvPr/>
              </p:nvSpPr>
              <p:spPr bwMode="auto">
                <a:xfrm>
                  <a:off x="639" y="846"/>
                  <a:ext cx="430"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latin typeface="Gill Sans MT (正文)"/>
                      <a:ea typeface="宋体" panose="02010600030101010101" pitchFamily="2" charset="-122"/>
                    </a:rPr>
                    <a:t>Baseband</a:t>
                  </a:r>
                  <a:endParaRPr lang="zh-CN" altLang="en-US" sz="1200" b="1">
                    <a:latin typeface="Gill Sans MT (正文)"/>
                    <a:ea typeface="宋体" panose="02010600030101010101" pitchFamily="2" charset="-122"/>
                  </a:endParaRPr>
                </a:p>
              </p:txBody>
            </p:sp>
            <p:sp>
              <p:nvSpPr>
                <p:cNvPr id="183420" name="Rectangle 52">
                  <a:extLst>
                    <a:ext uri="{FF2B5EF4-FFF2-40B4-BE49-F238E27FC236}">
                      <a16:creationId xmlns:a16="http://schemas.microsoft.com/office/drawing/2014/main" id="{C23B03BE-B79F-4388-8F01-04D05563109F}"/>
                    </a:ext>
                  </a:extLst>
                </p:cNvPr>
                <p:cNvSpPr>
                  <a:spLocks noChangeArrowheads="1"/>
                </p:cNvSpPr>
                <p:nvPr/>
              </p:nvSpPr>
              <p:spPr bwMode="auto">
                <a:xfrm>
                  <a:off x="596" y="846"/>
                  <a:ext cx="516" cy="423"/>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20" name="Group 53">
                <a:extLst>
                  <a:ext uri="{FF2B5EF4-FFF2-40B4-BE49-F238E27FC236}">
                    <a16:creationId xmlns:a16="http://schemas.microsoft.com/office/drawing/2014/main" id="{17217664-96A0-41C1-A93F-032B8A36C38C}"/>
                  </a:ext>
                </a:extLst>
              </p:cNvPr>
              <p:cNvGrpSpPr>
                <a:grpSpLocks/>
              </p:cNvGrpSpPr>
              <p:nvPr/>
            </p:nvGrpSpPr>
            <p:grpSpPr bwMode="auto">
              <a:xfrm>
                <a:off x="1112" y="846"/>
                <a:ext cx="566" cy="423"/>
                <a:chOff x="1112" y="846"/>
                <a:chExt cx="566" cy="423"/>
              </a:xfrm>
            </p:grpSpPr>
            <p:sp>
              <p:nvSpPr>
                <p:cNvPr id="183417" name="Rectangle 54">
                  <a:extLst>
                    <a:ext uri="{FF2B5EF4-FFF2-40B4-BE49-F238E27FC236}">
                      <a16:creationId xmlns:a16="http://schemas.microsoft.com/office/drawing/2014/main" id="{A42AFA12-F6AA-48E4-8141-F9657FB2E169}"/>
                    </a:ext>
                  </a:extLst>
                </p:cNvPr>
                <p:cNvSpPr>
                  <a:spLocks noChangeArrowheads="1"/>
                </p:cNvSpPr>
                <p:nvPr/>
              </p:nvSpPr>
              <p:spPr bwMode="auto">
                <a:xfrm>
                  <a:off x="1155" y="846"/>
                  <a:ext cx="480"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latin typeface="Gill Sans MT (正文)"/>
                      <a:ea typeface="宋体" panose="02010600030101010101" pitchFamily="2" charset="-122"/>
                    </a:rPr>
                    <a:t>10Mb/s</a:t>
                  </a:r>
                </a:p>
              </p:txBody>
            </p:sp>
            <p:sp>
              <p:nvSpPr>
                <p:cNvPr id="183418" name="Rectangle 55">
                  <a:extLst>
                    <a:ext uri="{FF2B5EF4-FFF2-40B4-BE49-F238E27FC236}">
                      <a16:creationId xmlns:a16="http://schemas.microsoft.com/office/drawing/2014/main" id="{56D5B009-EA2F-4293-B1F6-A0B8CD69D16A}"/>
                    </a:ext>
                  </a:extLst>
                </p:cNvPr>
                <p:cNvSpPr>
                  <a:spLocks noChangeArrowheads="1"/>
                </p:cNvSpPr>
                <p:nvPr/>
              </p:nvSpPr>
              <p:spPr bwMode="auto">
                <a:xfrm>
                  <a:off x="1112" y="846"/>
                  <a:ext cx="566" cy="423"/>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21" name="Group 56">
                <a:extLst>
                  <a:ext uri="{FF2B5EF4-FFF2-40B4-BE49-F238E27FC236}">
                    <a16:creationId xmlns:a16="http://schemas.microsoft.com/office/drawing/2014/main" id="{8614BA32-871C-4D48-80BF-191F44A1A66C}"/>
                  </a:ext>
                </a:extLst>
              </p:cNvPr>
              <p:cNvGrpSpPr>
                <a:grpSpLocks/>
              </p:cNvGrpSpPr>
              <p:nvPr/>
            </p:nvGrpSpPr>
            <p:grpSpPr bwMode="auto">
              <a:xfrm>
                <a:off x="1678" y="846"/>
                <a:ext cx="607" cy="423"/>
                <a:chOff x="1678" y="846"/>
                <a:chExt cx="607" cy="423"/>
              </a:xfrm>
            </p:grpSpPr>
            <p:sp>
              <p:nvSpPr>
                <p:cNvPr id="183415" name="Rectangle 57">
                  <a:extLst>
                    <a:ext uri="{FF2B5EF4-FFF2-40B4-BE49-F238E27FC236}">
                      <a16:creationId xmlns:a16="http://schemas.microsoft.com/office/drawing/2014/main" id="{C3C88C4C-ECD4-4E4D-9AE3-7E09E12B4ABC}"/>
                    </a:ext>
                  </a:extLst>
                </p:cNvPr>
                <p:cNvSpPr>
                  <a:spLocks noChangeArrowheads="1"/>
                </p:cNvSpPr>
                <p:nvPr/>
              </p:nvSpPr>
              <p:spPr bwMode="auto">
                <a:xfrm>
                  <a:off x="1721" y="846"/>
                  <a:ext cx="521"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latin typeface="Gill Sans MT (正文)"/>
                      <a:ea typeface="宋体" panose="02010600030101010101" pitchFamily="2" charset="-122"/>
                    </a:rPr>
                    <a:t>&lt;3km</a:t>
                  </a:r>
                </a:p>
              </p:txBody>
            </p:sp>
            <p:sp>
              <p:nvSpPr>
                <p:cNvPr id="183416" name="Rectangle 58">
                  <a:extLst>
                    <a:ext uri="{FF2B5EF4-FFF2-40B4-BE49-F238E27FC236}">
                      <a16:creationId xmlns:a16="http://schemas.microsoft.com/office/drawing/2014/main" id="{50DAAE8A-2C3C-403E-8F2F-D8301B8DD547}"/>
                    </a:ext>
                  </a:extLst>
                </p:cNvPr>
                <p:cNvSpPr>
                  <a:spLocks noChangeArrowheads="1"/>
                </p:cNvSpPr>
                <p:nvPr/>
              </p:nvSpPr>
              <p:spPr bwMode="auto">
                <a:xfrm>
                  <a:off x="1678" y="846"/>
                  <a:ext cx="607" cy="423"/>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22" name="Group 59">
                <a:extLst>
                  <a:ext uri="{FF2B5EF4-FFF2-40B4-BE49-F238E27FC236}">
                    <a16:creationId xmlns:a16="http://schemas.microsoft.com/office/drawing/2014/main" id="{0B232912-9502-4E13-BE2C-E75F9BB0608B}"/>
                  </a:ext>
                </a:extLst>
              </p:cNvPr>
              <p:cNvGrpSpPr>
                <a:grpSpLocks/>
              </p:cNvGrpSpPr>
              <p:nvPr/>
            </p:nvGrpSpPr>
            <p:grpSpPr bwMode="auto">
              <a:xfrm>
                <a:off x="2285" y="846"/>
                <a:ext cx="388" cy="423"/>
                <a:chOff x="2285" y="846"/>
                <a:chExt cx="388" cy="423"/>
              </a:xfrm>
            </p:grpSpPr>
            <p:sp>
              <p:nvSpPr>
                <p:cNvPr id="183413" name="Rectangle 60">
                  <a:extLst>
                    <a:ext uri="{FF2B5EF4-FFF2-40B4-BE49-F238E27FC236}">
                      <a16:creationId xmlns:a16="http://schemas.microsoft.com/office/drawing/2014/main" id="{E3B3126C-D188-4D4A-A2CB-A58E91CC3DCE}"/>
                    </a:ext>
                  </a:extLst>
                </p:cNvPr>
                <p:cNvSpPr>
                  <a:spLocks noChangeArrowheads="1"/>
                </p:cNvSpPr>
                <p:nvPr/>
              </p:nvSpPr>
              <p:spPr bwMode="auto">
                <a:xfrm>
                  <a:off x="2328" y="846"/>
                  <a:ext cx="342"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latin typeface="Gill Sans MT (正文)"/>
                      <a:ea typeface="宋体" panose="02010600030101010101" pitchFamily="2" charset="-122"/>
                    </a:rPr>
                    <a:t>Better</a:t>
                  </a:r>
                  <a:endParaRPr lang="zh-CN" altLang="en-US" sz="1200" b="1">
                    <a:latin typeface="Gill Sans MT (正文)"/>
                    <a:ea typeface="宋体" panose="02010600030101010101" pitchFamily="2" charset="-122"/>
                  </a:endParaRPr>
                </a:p>
              </p:txBody>
            </p:sp>
            <p:sp>
              <p:nvSpPr>
                <p:cNvPr id="183414" name="Rectangle 61">
                  <a:extLst>
                    <a:ext uri="{FF2B5EF4-FFF2-40B4-BE49-F238E27FC236}">
                      <a16:creationId xmlns:a16="http://schemas.microsoft.com/office/drawing/2014/main" id="{558CCEEB-901C-42B8-8BEB-2E054AB7B7BE}"/>
                    </a:ext>
                  </a:extLst>
                </p:cNvPr>
                <p:cNvSpPr>
                  <a:spLocks noChangeArrowheads="1"/>
                </p:cNvSpPr>
                <p:nvPr/>
              </p:nvSpPr>
              <p:spPr bwMode="auto">
                <a:xfrm>
                  <a:off x="2285" y="846"/>
                  <a:ext cx="388" cy="423"/>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23" name="Group 62">
                <a:extLst>
                  <a:ext uri="{FF2B5EF4-FFF2-40B4-BE49-F238E27FC236}">
                    <a16:creationId xmlns:a16="http://schemas.microsoft.com/office/drawing/2014/main" id="{81E44BB7-86D4-472F-AA7A-3C0F6020EDDA}"/>
                  </a:ext>
                </a:extLst>
              </p:cNvPr>
              <p:cNvGrpSpPr>
                <a:grpSpLocks/>
              </p:cNvGrpSpPr>
              <p:nvPr/>
            </p:nvGrpSpPr>
            <p:grpSpPr bwMode="auto">
              <a:xfrm>
                <a:off x="2673" y="846"/>
                <a:ext cx="620" cy="423"/>
                <a:chOff x="2673" y="846"/>
                <a:chExt cx="620" cy="423"/>
              </a:xfrm>
            </p:grpSpPr>
            <p:sp>
              <p:nvSpPr>
                <p:cNvPr id="183411" name="Rectangle 63">
                  <a:extLst>
                    <a:ext uri="{FF2B5EF4-FFF2-40B4-BE49-F238E27FC236}">
                      <a16:creationId xmlns:a16="http://schemas.microsoft.com/office/drawing/2014/main" id="{7BB1A162-6864-45DC-9CA4-8A7F7D3B3975}"/>
                    </a:ext>
                  </a:extLst>
                </p:cNvPr>
                <p:cNvSpPr>
                  <a:spLocks noChangeArrowheads="1"/>
                </p:cNvSpPr>
                <p:nvPr/>
              </p:nvSpPr>
              <p:spPr bwMode="auto">
                <a:xfrm>
                  <a:off x="2716" y="846"/>
                  <a:ext cx="534"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latin typeface="Gill Sans MT (正文)"/>
                      <a:ea typeface="宋体" panose="02010600030101010101" pitchFamily="2" charset="-122"/>
                    </a:rPr>
                    <a:t>Lower</a:t>
                  </a:r>
                  <a:endParaRPr lang="zh-CN" altLang="en-US" sz="1200" b="1">
                    <a:latin typeface="Gill Sans MT (正文)"/>
                    <a:ea typeface="宋体" panose="02010600030101010101" pitchFamily="2" charset="-122"/>
                  </a:endParaRPr>
                </a:p>
              </p:txBody>
            </p:sp>
            <p:sp>
              <p:nvSpPr>
                <p:cNvPr id="183412" name="Rectangle 64">
                  <a:extLst>
                    <a:ext uri="{FF2B5EF4-FFF2-40B4-BE49-F238E27FC236}">
                      <a16:creationId xmlns:a16="http://schemas.microsoft.com/office/drawing/2014/main" id="{7BA41D5D-D40D-4BAB-923A-EDFB524AC3C8}"/>
                    </a:ext>
                  </a:extLst>
                </p:cNvPr>
                <p:cNvSpPr>
                  <a:spLocks noChangeArrowheads="1"/>
                </p:cNvSpPr>
                <p:nvPr/>
              </p:nvSpPr>
              <p:spPr bwMode="auto">
                <a:xfrm>
                  <a:off x="2673" y="846"/>
                  <a:ext cx="620" cy="423"/>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24" name="Group 65">
                <a:extLst>
                  <a:ext uri="{FF2B5EF4-FFF2-40B4-BE49-F238E27FC236}">
                    <a16:creationId xmlns:a16="http://schemas.microsoft.com/office/drawing/2014/main" id="{50D2D62A-9FFB-4571-AC45-80837F9B3F20}"/>
                  </a:ext>
                </a:extLst>
              </p:cNvPr>
              <p:cNvGrpSpPr>
                <a:grpSpLocks/>
              </p:cNvGrpSpPr>
              <p:nvPr/>
            </p:nvGrpSpPr>
            <p:grpSpPr bwMode="auto">
              <a:xfrm>
                <a:off x="3293" y="846"/>
                <a:ext cx="592" cy="423"/>
                <a:chOff x="3293" y="846"/>
                <a:chExt cx="592" cy="423"/>
              </a:xfrm>
            </p:grpSpPr>
            <p:sp>
              <p:nvSpPr>
                <p:cNvPr id="183409" name="Rectangle 66">
                  <a:extLst>
                    <a:ext uri="{FF2B5EF4-FFF2-40B4-BE49-F238E27FC236}">
                      <a16:creationId xmlns:a16="http://schemas.microsoft.com/office/drawing/2014/main" id="{863458ED-5B84-4709-8FF7-2F8C5CE098F6}"/>
                    </a:ext>
                  </a:extLst>
                </p:cNvPr>
                <p:cNvSpPr>
                  <a:spLocks noChangeArrowheads="1"/>
                </p:cNvSpPr>
                <p:nvPr/>
              </p:nvSpPr>
              <p:spPr bwMode="auto">
                <a:xfrm>
                  <a:off x="3336" y="846"/>
                  <a:ext cx="506"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latin typeface="Gill Sans MT (正文)"/>
                      <a:ea typeface="宋体" panose="02010600030101010101" pitchFamily="2" charset="-122"/>
                    </a:rPr>
                    <a:t>Baseband digital signal</a:t>
                  </a:r>
                  <a:endParaRPr lang="zh-CN" altLang="en-US" sz="1200" b="1">
                    <a:latin typeface="Gill Sans MT (正文)"/>
                    <a:ea typeface="宋体" panose="02010600030101010101" pitchFamily="2" charset="-122"/>
                  </a:endParaRPr>
                </a:p>
              </p:txBody>
            </p:sp>
            <p:sp>
              <p:nvSpPr>
                <p:cNvPr id="183410" name="Rectangle 67">
                  <a:extLst>
                    <a:ext uri="{FF2B5EF4-FFF2-40B4-BE49-F238E27FC236}">
                      <a16:creationId xmlns:a16="http://schemas.microsoft.com/office/drawing/2014/main" id="{BDF43501-0696-402C-8416-4AB857C17408}"/>
                    </a:ext>
                  </a:extLst>
                </p:cNvPr>
                <p:cNvSpPr>
                  <a:spLocks noChangeArrowheads="1"/>
                </p:cNvSpPr>
                <p:nvPr/>
              </p:nvSpPr>
              <p:spPr bwMode="auto">
                <a:xfrm>
                  <a:off x="3293" y="846"/>
                  <a:ext cx="592" cy="423"/>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25" name="Group 68">
                <a:extLst>
                  <a:ext uri="{FF2B5EF4-FFF2-40B4-BE49-F238E27FC236}">
                    <a16:creationId xmlns:a16="http://schemas.microsoft.com/office/drawing/2014/main" id="{911E8777-CE0A-4F73-9112-0ACC1736E5F0}"/>
                  </a:ext>
                </a:extLst>
              </p:cNvPr>
              <p:cNvGrpSpPr>
                <a:grpSpLocks/>
              </p:cNvGrpSpPr>
              <p:nvPr/>
            </p:nvGrpSpPr>
            <p:grpSpPr bwMode="auto">
              <a:xfrm>
                <a:off x="-25" y="1264"/>
                <a:ext cx="636" cy="524"/>
                <a:chOff x="-25" y="1264"/>
                <a:chExt cx="636" cy="524"/>
              </a:xfrm>
            </p:grpSpPr>
            <p:sp>
              <p:nvSpPr>
                <p:cNvPr id="183407" name="Rectangle 69">
                  <a:extLst>
                    <a:ext uri="{FF2B5EF4-FFF2-40B4-BE49-F238E27FC236}">
                      <a16:creationId xmlns:a16="http://schemas.microsoft.com/office/drawing/2014/main" id="{A921A55F-C11B-4AB1-B0A0-A5DEE960B6D8}"/>
                    </a:ext>
                  </a:extLst>
                </p:cNvPr>
                <p:cNvSpPr>
                  <a:spLocks noChangeArrowheads="1"/>
                </p:cNvSpPr>
                <p:nvPr/>
              </p:nvSpPr>
              <p:spPr bwMode="auto">
                <a:xfrm>
                  <a:off x="-25" y="1264"/>
                  <a:ext cx="636"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solidFill>
                        <a:schemeClr val="tx2"/>
                      </a:solidFill>
                      <a:latin typeface="Gill Sans MT (正文)"/>
                      <a:ea typeface="宋体" panose="02010600030101010101" pitchFamily="2" charset="-122"/>
                    </a:rPr>
                    <a:t>75Ω</a:t>
                  </a:r>
                </a:p>
                <a:p>
                  <a:pPr algn="ctr" eaLnBrk="1" hangingPunct="1">
                    <a:lnSpc>
                      <a:spcPct val="100000"/>
                    </a:lnSpc>
                    <a:spcBef>
                      <a:spcPct val="0"/>
                    </a:spcBef>
                    <a:buClrTx/>
                    <a:buSzTx/>
                    <a:buFontTx/>
                    <a:buNone/>
                  </a:pPr>
                  <a:r>
                    <a:rPr lang="en-US" altLang="zh-CN" sz="1200" b="1">
                      <a:solidFill>
                        <a:schemeClr val="tx2"/>
                      </a:solidFill>
                      <a:latin typeface="Gill Sans MT (正文)"/>
                      <a:ea typeface="宋体" panose="02010600030101010101" pitchFamily="2" charset="-122"/>
                    </a:rPr>
                    <a:t>Coaxial cable</a:t>
                  </a:r>
                  <a:endParaRPr lang="zh-CN" altLang="en-US" sz="1200" b="1">
                    <a:solidFill>
                      <a:schemeClr val="tx2"/>
                    </a:solidFill>
                    <a:latin typeface="Gill Sans MT (正文)"/>
                    <a:ea typeface="宋体" panose="02010600030101010101" pitchFamily="2" charset="-122"/>
                  </a:endParaRPr>
                </a:p>
              </p:txBody>
            </p:sp>
            <p:sp>
              <p:nvSpPr>
                <p:cNvPr id="183408" name="Rectangle 70">
                  <a:extLst>
                    <a:ext uri="{FF2B5EF4-FFF2-40B4-BE49-F238E27FC236}">
                      <a16:creationId xmlns:a16="http://schemas.microsoft.com/office/drawing/2014/main" id="{F1DC022B-9127-4917-82DF-04C1FDC3CD3F}"/>
                    </a:ext>
                  </a:extLst>
                </p:cNvPr>
                <p:cNvSpPr>
                  <a:spLocks noChangeArrowheads="1"/>
                </p:cNvSpPr>
                <p:nvPr/>
              </p:nvSpPr>
              <p:spPr bwMode="auto">
                <a:xfrm>
                  <a:off x="0" y="1269"/>
                  <a:ext cx="596" cy="519"/>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26" name="Group 71">
                <a:extLst>
                  <a:ext uri="{FF2B5EF4-FFF2-40B4-BE49-F238E27FC236}">
                    <a16:creationId xmlns:a16="http://schemas.microsoft.com/office/drawing/2014/main" id="{016D2AAB-14EF-4918-BA12-DF106D69AB36}"/>
                  </a:ext>
                </a:extLst>
              </p:cNvPr>
              <p:cNvGrpSpPr>
                <a:grpSpLocks/>
              </p:cNvGrpSpPr>
              <p:nvPr/>
            </p:nvGrpSpPr>
            <p:grpSpPr bwMode="auto">
              <a:xfrm>
                <a:off x="596" y="1269"/>
                <a:ext cx="531" cy="519"/>
                <a:chOff x="596" y="1269"/>
                <a:chExt cx="531" cy="519"/>
              </a:xfrm>
            </p:grpSpPr>
            <p:sp>
              <p:nvSpPr>
                <p:cNvPr id="183405" name="Rectangle 72">
                  <a:extLst>
                    <a:ext uri="{FF2B5EF4-FFF2-40B4-BE49-F238E27FC236}">
                      <a16:creationId xmlns:a16="http://schemas.microsoft.com/office/drawing/2014/main" id="{C1A38B00-CE9B-4F6D-A038-785043FFC22B}"/>
                    </a:ext>
                  </a:extLst>
                </p:cNvPr>
                <p:cNvSpPr>
                  <a:spLocks noChangeArrowheads="1"/>
                </p:cNvSpPr>
                <p:nvPr/>
              </p:nvSpPr>
              <p:spPr bwMode="auto">
                <a:xfrm>
                  <a:off x="639" y="1269"/>
                  <a:ext cx="488"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latin typeface="Gill Sans MT (正文)"/>
                      <a:ea typeface="宋体" panose="02010600030101010101" pitchFamily="2" charset="-122"/>
                    </a:rPr>
                    <a:t>Broadband</a:t>
                  </a:r>
                  <a:endParaRPr lang="zh-CN" altLang="en-US" sz="1200" b="1">
                    <a:latin typeface="Gill Sans MT (正文)"/>
                    <a:ea typeface="宋体" panose="02010600030101010101" pitchFamily="2" charset="-122"/>
                  </a:endParaRPr>
                </a:p>
              </p:txBody>
            </p:sp>
            <p:sp>
              <p:nvSpPr>
                <p:cNvPr id="183406" name="Rectangle 73">
                  <a:extLst>
                    <a:ext uri="{FF2B5EF4-FFF2-40B4-BE49-F238E27FC236}">
                      <a16:creationId xmlns:a16="http://schemas.microsoft.com/office/drawing/2014/main" id="{919FD0F1-B684-4942-94B3-6053AB31B351}"/>
                    </a:ext>
                  </a:extLst>
                </p:cNvPr>
                <p:cNvSpPr>
                  <a:spLocks noChangeArrowheads="1"/>
                </p:cNvSpPr>
                <p:nvPr/>
              </p:nvSpPr>
              <p:spPr bwMode="auto">
                <a:xfrm>
                  <a:off x="596" y="1269"/>
                  <a:ext cx="516" cy="519"/>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27" name="Group 74">
                <a:extLst>
                  <a:ext uri="{FF2B5EF4-FFF2-40B4-BE49-F238E27FC236}">
                    <a16:creationId xmlns:a16="http://schemas.microsoft.com/office/drawing/2014/main" id="{53F429D3-DAB1-400A-BDD2-D107163089B9}"/>
                  </a:ext>
                </a:extLst>
              </p:cNvPr>
              <p:cNvGrpSpPr>
                <a:grpSpLocks/>
              </p:cNvGrpSpPr>
              <p:nvPr/>
            </p:nvGrpSpPr>
            <p:grpSpPr bwMode="auto">
              <a:xfrm>
                <a:off x="1112" y="1269"/>
                <a:ext cx="566" cy="519"/>
                <a:chOff x="1112" y="1269"/>
                <a:chExt cx="566" cy="519"/>
              </a:xfrm>
            </p:grpSpPr>
            <p:sp>
              <p:nvSpPr>
                <p:cNvPr id="183403" name="Rectangle 75">
                  <a:extLst>
                    <a:ext uri="{FF2B5EF4-FFF2-40B4-BE49-F238E27FC236}">
                      <a16:creationId xmlns:a16="http://schemas.microsoft.com/office/drawing/2014/main" id="{EE3F5E61-5142-454F-9F65-6E1BB30CC2E3}"/>
                    </a:ext>
                  </a:extLst>
                </p:cNvPr>
                <p:cNvSpPr>
                  <a:spLocks noChangeArrowheads="1"/>
                </p:cNvSpPr>
                <p:nvPr/>
              </p:nvSpPr>
              <p:spPr bwMode="auto">
                <a:xfrm>
                  <a:off x="1155" y="1269"/>
                  <a:ext cx="480"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zh-CN" altLang="en-US" sz="1200" b="1">
                      <a:latin typeface="Gill Sans MT (正文)"/>
                      <a:ea typeface="宋体" panose="02010600030101010101" pitchFamily="2" charset="-122"/>
                    </a:rPr>
                    <a:t>≤</a:t>
                  </a:r>
                  <a:r>
                    <a:rPr lang="en-US" altLang="zh-CN" sz="1200" b="1">
                      <a:latin typeface="Gill Sans MT (正文)"/>
                      <a:ea typeface="宋体" panose="02010600030101010101" pitchFamily="2" charset="-122"/>
                    </a:rPr>
                    <a:t>450MHz</a:t>
                  </a:r>
                </a:p>
              </p:txBody>
            </p:sp>
            <p:sp>
              <p:nvSpPr>
                <p:cNvPr id="183404" name="Rectangle 76">
                  <a:extLst>
                    <a:ext uri="{FF2B5EF4-FFF2-40B4-BE49-F238E27FC236}">
                      <a16:creationId xmlns:a16="http://schemas.microsoft.com/office/drawing/2014/main" id="{E55AEC9F-4BDC-42E4-AF5F-0E31678810DD}"/>
                    </a:ext>
                  </a:extLst>
                </p:cNvPr>
                <p:cNvSpPr>
                  <a:spLocks noChangeArrowheads="1"/>
                </p:cNvSpPr>
                <p:nvPr/>
              </p:nvSpPr>
              <p:spPr bwMode="auto">
                <a:xfrm>
                  <a:off x="1112" y="1269"/>
                  <a:ext cx="566" cy="519"/>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28" name="Group 77">
                <a:extLst>
                  <a:ext uri="{FF2B5EF4-FFF2-40B4-BE49-F238E27FC236}">
                    <a16:creationId xmlns:a16="http://schemas.microsoft.com/office/drawing/2014/main" id="{5718E0C7-0C8B-4F6A-B665-A4480C617189}"/>
                  </a:ext>
                </a:extLst>
              </p:cNvPr>
              <p:cNvGrpSpPr>
                <a:grpSpLocks/>
              </p:cNvGrpSpPr>
              <p:nvPr/>
            </p:nvGrpSpPr>
            <p:grpSpPr bwMode="auto">
              <a:xfrm>
                <a:off x="1678" y="1269"/>
                <a:ext cx="607" cy="519"/>
                <a:chOff x="1678" y="1269"/>
                <a:chExt cx="607" cy="519"/>
              </a:xfrm>
            </p:grpSpPr>
            <p:sp>
              <p:nvSpPr>
                <p:cNvPr id="183401" name="Rectangle 78">
                  <a:extLst>
                    <a:ext uri="{FF2B5EF4-FFF2-40B4-BE49-F238E27FC236}">
                      <a16:creationId xmlns:a16="http://schemas.microsoft.com/office/drawing/2014/main" id="{543D670D-D39D-4F0A-9F39-76E5140E4A77}"/>
                    </a:ext>
                  </a:extLst>
                </p:cNvPr>
                <p:cNvSpPr>
                  <a:spLocks noChangeArrowheads="1"/>
                </p:cNvSpPr>
                <p:nvPr/>
              </p:nvSpPr>
              <p:spPr bwMode="auto">
                <a:xfrm>
                  <a:off x="1721" y="1269"/>
                  <a:ext cx="521"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latin typeface="Gill Sans MT (正文)"/>
                      <a:ea typeface="宋体" panose="02010600030101010101" pitchFamily="2" charset="-122"/>
                    </a:rPr>
                    <a:t>100km</a:t>
                  </a:r>
                </a:p>
              </p:txBody>
            </p:sp>
            <p:sp>
              <p:nvSpPr>
                <p:cNvPr id="183402" name="Rectangle 79">
                  <a:extLst>
                    <a:ext uri="{FF2B5EF4-FFF2-40B4-BE49-F238E27FC236}">
                      <a16:creationId xmlns:a16="http://schemas.microsoft.com/office/drawing/2014/main" id="{C9842373-FC4A-498C-B345-4428E9DD981E}"/>
                    </a:ext>
                  </a:extLst>
                </p:cNvPr>
                <p:cNvSpPr>
                  <a:spLocks noChangeArrowheads="1"/>
                </p:cNvSpPr>
                <p:nvPr/>
              </p:nvSpPr>
              <p:spPr bwMode="auto">
                <a:xfrm>
                  <a:off x="1678" y="1269"/>
                  <a:ext cx="607" cy="519"/>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29" name="Group 80">
                <a:extLst>
                  <a:ext uri="{FF2B5EF4-FFF2-40B4-BE49-F238E27FC236}">
                    <a16:creationId xmlns:a16="http://schemas.microsoft.com/office/drawing/2014/main" id="{55BAAB32-365B-4618-A25B-F5B42A3589F1}"/>
                  </a:ext>
                </a:extLst>
              </p:cNvPr>
              <p:cNvGrpSpPr>
                <a:grpSpLocks/>
              </p:cNvGrpSpPr>
              <p:nvPr/>
            </p:nvGrpSpPr>
            <p:grpSpPr bwMode="auto">
              <a:xfrm>
                <a:off x="2285" y="1269"/>
                <a:ext cx="388" cy="519"/>
                <a:chOff x="2285" y="1269"/>
                <a:chExt cx="388" cy="519"/>
              </a:xfrm>
            </p:grpSpPr>
            <p:sp>
              <p:nvSpPr>
                <p:cNvPr id="183399" name="Rectangle 81">
                  <a:extLst>
                    <a:ext uri="{FF2B5EF4-FFF2-40B4-BE49-F238E27FC236}">
                      <a16:creationId xmlns:a16="http://schemas.microsoft.com/office/drawing/2014/main" id="{1F822ECB-C623-4066-972D-4C5268627A60}"/>
                    </a:ext>
                  </a:extLst>
                </p:cNvPr>
                <p:cNvSpPr>
                  <a:spLocks noChangeArrowheads="1"/>
                </p:cNvSpPr>
                <p:nvPr/>
              </p:nvSpPr>
              <p:spPr bwMode="auto">
                <a:xfrm>
                  <a:off x="2328" y="1269"/>
                  <a:ext cx="320"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latin typeface="Gill Sans MT (正文)"/>
                      <a:ea typeface="宋体" panose="02010600030101010101" pitchFamily="2" charset="-122"/>
                    </a:rPr>
                    <a:t>Better</a:t>
                  </a:r>
                  <a:endParaRPr lang="zh-CN" altLang="en-US" sz="1200" b="1">
                    <a:latin typeface="Gill Sans MT (正文)"/>
                    <a:ea typeface="宋体" panose="02010600030101010101" pitchFamily="2" charset="-122"/>
                  </a:endParaRPr>
                </a:p>
              </p:txBody>
            </p:sp>
            <p:sp>
              <p:nvSpPr>
                <p:cNvPr id="183400" name="Rectangle 82">
                  <a:extLst>
                    <a:ext uri="{FF2B5EF4-FFF2-40B4-BE49-F238E27FC236}">
                      <a16:creationId xmlns:a16="http://schemas.microsoft.com/office/drawing/2014/main" id="{9064131E-0669-4005-B0A4-78360BE877ED}"/>
                    </a:ext>
                  </a:extLst>
                </p:cNvPr>
                <p:cNvSpPr>
                  <a:spLocks noChangeArrowheads="1"/>
                </p:cNvSpPr>
                <p:nvPr/>
              </p:nvSpPr>
              <p:spPr bwMode="auto">
                <a:xfrm>
                  <a:off x="2285" y="1269"/>
                  <a:ext cx="388" cy="519"/>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30" name="Group 83">
                <a:extLst>
                  <a:ext uri="{FF2B5EF4-FFF2-40B4-BE49-F238E27FC236}">
                    <a16:creationId xmlns:a16="http://schemas.microsoft.com/office/drawing/2014/main" id="{76B66B6C-0B6E-489C-90EB-75F48E431B11}"/>
                  </a:ext>
                </a:extLst>
              </p:cNvPr>
              <p:cNvGrpSpPr>
                <a:grpSpLocks/>
              </p:cNvGrpSpPr>
              <p:nvPr/>
            </p:nvGrpSpPr>
            <p:grpSpPr bwMode="auto">
              <a:xfrm>
                <a:off x="2673" y="1269"/>
                <a:ext cx="620" cy="519"/>
                <a:chOff x="2673" y="1269"/>
                <a:chExt cx="620" cy="519"/>
              </a:xfrm>
            </p:grpSpPr>
            <p:sp>
              <p:nvSpPr>
                <p:cNvPr id="183397" name="Rectangle 84">
                  <a:extLst>
                    <a:ext uri="{FF2B5EF4-FFF2-40B4-BE49-F238E27FC236}">
                      <a16:creationId xmlns:a16="http://schemas.microsoft.com/office/drawing/2014/main" id="{753868FC-F7BF-4DD6-BD78-622009DEFFD3}"/>
                    </a:ext>
                  </a:extLst>
                </p:cNvPr>
                <p:cNvSpPr>
                  <a:spLocks noChangeArrowheads="1"/>
                </p:cNvSpPr>
                <p:nvPr/>
              </p:nvSpPr>
              <p:spPr bwMode="auto">
                <a:xfrm>
                  <a:off x="2716" y="1269"/>
                  <a:ext cx="534"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latin typeface="Gill Sans MT (正文)"/>
                      <a:ea typeface="宋体" panose="02010600030101010101" pitchFamily="2" charset="-122"/>
                    </a:rPr>
                    <a:t>Lower</a:t>
                  </a:r>
                  <a:endParaRPr lang="zh-CN" altLang="en-US" sz="1200" b="1">
                    <a:latin typeface="Gill Sans MT (正文)"/>
                    <a:ea typeface="宋体" panose="02010600030101010101" pitchFamily="2" charset="-122"/>
                  </a:endParaRPr>
                </a:p>
              </p:txBody>
            </p:sp>
            <p:sp>
              <p:nvSpPr>
                <p:cNvPr id="183398" name="Rectangle 85">
                  <a:extLst>
                    <a:ext uri="{FF2B5EF4-FFF2-40B4-BE49-F238E27FC236}">
                      <a16:creationId xmlns:a16="http://schemas.microsoft.com/office/drawing/2014/main" id="{C3081968-51A2-4821-A25F-7925156EA4BC}"/>
                    </a:ext>
                  </a:extLst>
                </p:cNvPr>
                <p:cNvSpPr>
                  <a:spLocks noChangeArrowheads="1"/>
                </p:cNvSpPr>
                <p:nvPr/>
              </p:nvSpPr>
              <p:spPr bwMode="auto">
                <a:xfrm>
                  <a:off x="2673" y="1269"/>
                  <a:ext cx="620" cy="519"/>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31" name="Group 86">
                <a:extLst>
                  <a:ext uri="{FF2B5EF4-FFF2-40B4-BE49-F238E27FC236}">
                    <a16:creationId xmlns:a16="http://schemas.microsoft.com/office/drawing/2014/main" id="{5E3C39CB-528C-467A-862B-0498BB1987F9}"/>
                  </a:ext>
                </a:extLst>
              </p:cNvPr>
              <p:cNvGrpSpPr>
                <a:grpSpLocks/>
              </p:cNvGrpSpPr>
              <p:nvPr/>
            </p:nvGrpSpPr>
            <p:grpSpPr bwMode="auto">
              <a:xfrm>
                <a:off x="3293" y="1269"/>
                <a:ext cx="592" cy="519"/>
                <a:chOff x="3293" y="1269"/>
                <a:chExt cx="592" cy="519"/>
              </a:xfrm>
            </p:grpSpPr>
            <p:sp>
              <p:nvSpPr>
                <p:cNvPr id="183395" name="Rectangle 87">
                  <a:extLst>
                    <a:ext uri="{FF2B5EF4-FFF2-40B4-BE49-F238E27FC236}">
                      <a16:creationId xmlns:a16="http://schemas.microsoft.com/office/drawing/2014/main" id="{4D16E4C4-1FF0-40F1-B441-AFC3DBD49E3D}"/>
                    </a:ext>
                  </a:extLst>
                </p:cNvPr>
                <p:cNvSpPr>
                  <a:spLocks noChangeArrowheads="1"/>
                </p:cNvSpPr>
                <p:nvPr/>
              </p:nvSpPr>
              <p:spPr bwMode="auto">
                <a:xfrm>
                  <a:off x="3336" y="1269"/>
                  <a:ext cx="506"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latin typeface="Gill Sans MT (正文)"/>
                      <a:ea typeface="宋体" panose="02010600030101010101" pitchFamily="2" charset="-122"/>
                    </a:rPr>
                    <a:t>Analog TV, data and audio</a:t>
                  </a:r>
                  <a:endParaRPr lang="zh-CN" altLang="en-US" sz="1200" b="1">
                    <a:latin typeface="Gill Sans MT (正文)"/>
                    <a:ea typeface="宋体" panose="02010600030101010101" pitchFamily="2" charset="-122"/>
                  </a:endParaRPr>
                </a:p>
              </p:txBody>
            </p:sp>
            <p:sp>
              <p:nvSpPr>
                <p:cNvPr id="183396" name="Rectangle 88">
                  <a:extLst>
                    <a:ext uri="{FF2B5EF4-FFF2-40B4-BE49-F238E27FC236}">
                      <a16:creationId xmlns:a16="http://schemas.microsoft.com/office/drawing/2014/main" id="{C292D342-03FB-4CDC-8249-1B93DC7E599E}"/>
                    </a:ext>
                  </a:extLst>
                </p:cNvPr>
                <p:cNvSpPr>
                  <a:spLocks noChangeArrowheads="1"/>
                </p:cNvSpPr>
                <p:nvPr/>
              </p:nvSpPr>
              <p:spPr bwMode="auto">
                <a:xfrm>
                  <a:off x="3293" y="1269"/>
                  <a:ext cx="592" cy="519"/>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32" name="Group 89">
                <a:extLst>
                  <a:ext uri="{FF2B5EF4-FFF2-40B4-BE49-F238E27FC236}">
                    <a16:creationId xmlns:a16="http://schemas.microsoft.com/office/drawing/2014/main" id="{4DDAA670-8519-44AC-90AD-7E2857A32965}"/>
                  </a:ext>
                </a:extLst>
              </p:cNvPr>
              <p:cNvGrpSpPr>
                <a:grpSpLocks/>
              </p:cNvGrpSpPr>
              <p:nvPr/>
            </p:nvGrpSpPr>
            <p:grpSpPr bwMode="auto">
              <a:xfrm>
                <a:off x="0" y="1788"/>
                <a:ext cx="596" cy="423"/>
                <a:chOff x="0" y="1788"/>
                <a:chExt cx="596" cy="423"/>
              </a:xfrm>
            </p:grpSpPr>
            <p:sp>
              <p:nvSpPr>
                <p:cNvPr id="183393" name="Rectangle 90">
                  <a:extLst>
                    <a:ext uri="{FF2B5EF4-FFF2-40B4-BE49-F238E27FC236}">
                      <a16:creationId xmlns:a16="http://schemas.microsoft.com/office/drawing/2014/main" id="{8EE93D5F-9F57-400D-8993-50B2D0BC0F36}"/>
                    </a:ext>
                  </a:extLst>
                </p:cNvPr>
                <p:cNvSpPr>
                  <a:spLocks noChangeArrowheads="1"/>
                </p:cNvSpPr>
                <p:nvPr/>
              </p:nvSpPr>
              <p:spPr bwMode="auto">
                <a:xfrm>
                  <a:off x="43" y="1788"/>
                  <a:ext cx="510"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solidFill>
                        <a:srgbClr val="FF0000"/>
                      </a:solidFill>
                      <a:latin typeface="Gill Sans MT (正文)"/>
                      <a:ea typeface="宋体" panose="02010600030101010101" pitchFamily="2" charset="-122"/>
                    </a:rPr>
                    <a:t>Optical fiber</a:t>
                  </a:r>
                  <a:endParaRPr lang="zh-CN" altLang="en-US" sz="1200" b="1">
                    <a:solidFill>
                      <a:srgbClr val="FF0000"/>
                    </a:solidFill>
                    <a:latin typeface="Gill Sans MT (正文)"/>
                    <a:ea typeface="宋体" panose="02010600030101010101" pitchFamily="2" charset="-122"/>
                  </a:endParaRPr>
                </a:p>
              </p:txBody>
            </p:sp>
            <p:sp>
              <p:nvSpPr>
                <p:cNvPr id="183394" name="Rectangle 91">
                  <a:extLst>
                    <a:ext uri="{FF2B5EF4-FFF2-40B4-BE49-F238E27FC236}">
                      <a16:creationId xmlns:a16="http://schemas.microsoft.com/office/drawing/2014/main" id="{6263B6DC-B82C-4CB2-924E-9FAA4C974BD7}"/>
                    </a:ext>
                  </a:extLst>
                </p:cNvPr>
                <p:cNvSpPr>
                  <a:spLocks noChangeArrowheads="1"/>
                </p:cNvSpPr>
                <p:nvPr/>
              </p:nvSpPr>
              <p:spPr bwMode="auto">
                <a:xfrm>
                  <a:off x="0" y="1788"/>
                  <a:ext cx="596" cy="423"/>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33" name="Group 92">
                <a:extLst>
                  <a:ext uri="{FF2B5EF4-FFF2-40B4-BE49-F238E27FC236}">
                    <a16:creationId xmlns:a16="http://schemas.microsoft.com/office/drawing/2014/main" id="{52E5BC1F-CAF7-4026-86BE-03B4E68D6B95}"/>
                  </a:ext>
                </a:extLst>
              </p:cNvPr>
              <p:cNvGrpSpPr>
                <a:grpSpLocks/>
              </p:cNvGrpSpPr>
              <p:nvPr/>
            </p:nvGrpSpPr>
            <p:grpSpPr bwMode="auto">
              <a:xfrm>
                <a:off x="596" y="1788"/>
                <a:ext cx="516" cy="423"/>
                <a:chOff x="596" y="1788"/>
                <a:chExt cx="516" cy="423"/>
              </a:xfrm>
            </p:grpSpPr>
            <p:sp>
              <p:nvSpPr>
                <p:cNvPr id="183391" name="Rectangle 93">
                  <a:extLst>
                    <a:ext uri="{FF2B5EF4-FFF2-40B4-BE49-F238E27FC236}">
                      <a16:creationId xmlns:a16="http://schemas.microsoft.com/office/drawing/2014/main" id="{CD9B9426-1B2E-4236-8906-71F046CF6376}"/>
                    </a:ext>
                  </a:extLst>
                </p:cNvPr>
                <p:cNvSpPr>
                  <a:spLocks noChangeArrowheads="1"/>
                </p:cNvSpPr>
                <p:nvPr/>
              </p:nvSpPr>
              <p:spPr bwMode="auto">
                <a:xfrm>
                  <a:off x="639" y="1788"/>
                  <a:ext cx="430"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solidFill>
                        <a:srgbClr val="FF0000"/>
                      </a:solidFill>
                      <a:latin typeface="Gill Sans MT (正文)"/>
                      <a:ea typeface="宋体" panose="02010600030101010101" pitchFamily="2" charset="-122"/>
                    </a:rPr>
                    <a:t>Baseband</a:t>
                  </a:r>
                  <a:endParaRPr lang="zh-CN" altLang="en-US" sz="1200" b="1">
                    <a:solidFill>
                      <a:srgbClr val="FF0000"/>
                    </a:solidFill>
                    <a:latin typeface="Gill Sans MT (正文)"/>
                    <a:ea typeface="宋体" panose="02010600030101010101" pitchFamily="2" charset="-122"/>
                  </a:endParaRPr>
                </a:p>
              </p:txBody>
            </p:sp>
            <p:sp>
              <p:nvSpPr>
                <p:cNvPr id="183392" name="Rectangle 94">
                  <a:extLst>
                    <a:ext uri="{FF2B5EF4-FFF2-40B4-BE49-F238E27FC236}">
                      <a16:creationId xmlns:a16="http://schemas.microsoft.com/office/drawing/2014/main" id="{A23E2EDB-E613-4336-AE6C-10808655C0BB}"/>
                    </a:ext>
                  </a:extLst>
                </p:cNvPr>
                <p:cNvSpPr>
                  <a:spLocks noChangeArrowheads="1"/>
                </p:cNvSpPr>
                <p:nvPr/>
              </p:nvSpPr>
              <p:spPr bwMode="auto">
                <a:xfrm>
                  <a:off x="596" y="1788"/>
                  <a:ext cx="516" cy="423"/>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34" name="Group 95">
                <a:extLst>
                  <a:ext uri="{FF2B5EF4-FFF2-40B4-BE49-F238E27FC236}">
                    <a16:creationId xmlns:a16="http://schemas.microsoft.com/office/drawing/2014/main" id="{E85BB73B-BC89-4C44-B7EB-8D6BD70844E2}"/>
                  </a:ext>
                </a:extLst>
              </p:cNvPr>
              <p:cNvGrpSpPr>
                <a:grpSpLocks/>
              </p:cNvGrpSpPr>
              <p:nvPr/>
            </p:nvGrpSpPr>
            <p:grpSpPr bwMode="auto">
              <a:xfrm>
                <a:off x="1112" y="1788"/>
                <a:ext cx="566" cy="423"/>
                <a:chOff x="1112" y="1788"/>
                <a:chExt cx="566" cy="423"/>
              </a:xfrm>
            </p:grpSpPr>
            <p:sp>
              <p:nvSpPr>
                <p:cNvPr id="183389" name="Rectangle 96">
                  <a:extLst>
                    <a:ext uri="{FF2B5EF4-FFF2-40B4-BE49-F238E27FC236}">
                      <a16:creationId xmlns:a16="http://schemas.microsoft.com/office/drawing/2014/main" id="{76D3F89E-E6AE-4036-A40D-A8B32C28791F}"/>
                    </a:ext>
                  </a:extLst>
                </p:cNvPr>
                <p:cNvSpPr>
                  <a:spLocks noChangeArrowheads="1"/>
                </p:cNvSpPr>
                <p:nvPr/>
              </p:nvSpPr>
              <p:spPr bwMode="auto">
                <a:xfrm>
                  <a:off x="1155" y="1788"/>
                  <a:ext cx="480"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solidFill>
                        <a:srgbClr val="FF0000"/>
                      </a:solidFill>
                      <a:latin typeface="Gill Sans MT (正文)"/>
                      <a:ea typeface="宋体" panose="02010600030101010101" pitchFamily="2" charset="-122"/>
                    </a:rPr>
                    <a:t>40Gb/s</a:t>
                  </a:r>
                </a:p>
              </p:txBody>
            </p:sp>
            <p:sp>
              <p:nvSpPr>
                <p:cNvPr id="183390" name="Rectangle 97">
                  <a:extLst>
                    <a:ext uri="{FF2B5EF4-FFF2-40B4-BE49-F238E27FC236}">
                      <a16:creationId xmlns:a16="http://schemas.microsoft.com/office/drawing/2014/main" id="{7B34F428-E799-4870-AB90-545A570930B1}"/>
                    </a:ext>
                  </a:extLst>
                </p:cNvPr>
                <p:cNvSpPr>
                  <a:spLocks noChangeArrowheads="1"/>
                </p:cNvSpPr>
                <p:nvPr/>
              </p:nvSpPr>
              <p:spPr bwMode="auto">
                <a:xfrm>
                  <a:off x="1112" y="1788"/>
                  <a:ext cx="566" cy="423"/>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35" name="Group 98">
                <a:extLst>
                  <a:ext uri="{FF2B5EF4-FFF2-40B4-BE49-F238E27FC236}">
                    <a16:creationId xmlns:a16="http://schemas.microsoft.com/office/drawing/2014/main" id="{D703953C-29E6-47E8-B073-371725FB62D3}"/>
                  </a:ext>
                </a:extLst>
              </p:cNvPr>
              <p:cNvGrpSpPr>
                <a:grpSpLocks/>
              </p:cNvGrpSpPr>
              <p:nvPr/>
            </p:nvGrpSpPr>
            <p:grpSpPr bwMode="auto">
              <a:xfrm>
                <a:off x="1678" y="1788"/>
                <a:ext cx="607" cy="423"/>
                <a:chOff x="1678" y="1788"/>
                <a:chExt cx="607" cy="423"/>
              </a:xfrm>
            </p:grpSpPr>
            <p:sp>
              <p:nvSpPr>
                <p:cNvPr id="183387" name="Rectangle 99">
                  <a:extLst>
                    <a:ext uri="{FF2B5EF4-FFF2-40B4-BE49-F238E27FC236}">
                      <a16:creationId xmlns:a16="http://schemas.microsoft.com/office/drawing/2014/main" id="{8F9EE156-59B4-4B3D-B544-85A39E0E2242}"/>
                    </a:ext>
                  </a:extLst>
                </p:cNvPr>
                <p:cNvSpPr>
                  <a:spLocks noChangeArrowheads="1"/>
                </p:cNvSpPr>
                <p:nvPr/>
              </p:nvSpPr>
              <p:spPr bwMode="auto">
                <a:xfrm>
                  <a:off x="1721" y="1788"/>
                  <a:ext cx="521"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solidFill>
                        <a:srgbClr val="FF0000"/>
                      </a:solidFill>
                      <a:latin typeface="Gill Sans MT (正文)"/>
                      <a:ea typeface="宋体" panose="02010600030101010101" pitchFamily="2" charset="-122"/>
                    </a:rPr>
                    <a:t>20km</a:t>
                  </a:r>
                  <a:r>
                    <a:rPr lang="zh-CN" altLang="en-US" sz="1200" b="1">
                      <a:solidFill>
                        <a:srgbClr val="FF0000"/>
                      </a:solidFill>
                      <a:latin typeface="Gill Sans MT (正文)"/>
                      <a:ea typeface="宋体" panose="02010600030101010101" pitchFamily="2" charset="-122"/>
                    </a:rPr>
                    <a:t>以上</a:t>
                  </a:r>
                </a:p>
              </p:txBody>
            </p:sp>
            <p:sp>
              <p:nvSpPr>
                <p:cNvPr id="183388" name="Rectangle 100">
                  <a:extLst>
                    <a:ext uri="{FF2B5EF4-FFF2-40B4-BE49-F238E27FC236}">
                      <a16:creationId xmlns:a16="http://schemas.microsoft.com/office/drawing/2014/main" id="{35046B10-B14B-4ED6-8F5D-97A2ED1AB049}"/>
                    </a:ext>
                  </a:extLst>
                </p:cNvPr>
                <p:cNvSpPr>
                  <a:spLocks noChangeArrowheads="1"/>
                </p:cNvSpPr>
                <p:nvPr/>
              </p:nvSpPr>
              <p:spPr bwMode="auto">
                <a:xfrm>
                  <a:off x="1678" y="1788"/>
                  <a:ext cx="607" cy="423"/>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36" name="Group 101">
                <a:extLst>
                  <a:ext uri="{FF2B5EF4-FFF2-40B4-BE49-F238E27FC236}">
                    <a16:creationId xmlns:a16="http://schemas.microsoft.com/office/drawing/2014/main" id="{AF319187-0131-4AC4-8C11-3709021B3E4B}"/>
                  </a:ext>
                </a:extLst>
              </p:cNvPr>
              <p:cNvGrpSpPr>
                <a:grpSpLocks/>
              </p:cNvGrpSpPr>
              <p:nvPr/>
            </p:nvGrpSpPr>
            <p:grpSpPr bwMode="auto">
              <a:xfrm>
                <a:off x="2285" y="1788"/>
                <a:ext cx="388" cy="423"/>
                <a:chOff x="2285" y="1788"/>
                <a:chExt cx="388" cy="423"/>
              </a:xfrm>
            </p:grpSpPr>
            <p:sp>
              <p:nvSpPr>
                <p:cNvPr id="183385" name="Rectangle 102">
                  <a:extLst>
                    <a:ext uri="{FF2B5EF4-FFF2-40B4-BE49-F238E27FC236}">
                      <a16:creationId xmlns:a16="http://schemas.microsoft.com/office/drawing/2014/main" id="{78D7C3B3-6CBA-4047-A158-C9F729192C67}"/>
                    </a:ext>
                  </a:extLst>
                </p:cNvPr>
                <p:cNvSpPr>
                  <a:spLocks noChangeArrowheads="1"/>
                </p:cNvSpPr>
                <p:nvPr/>
              </p:nvSpPr>
              <p:spPr bwMode="auto">
                <a:xfrm>
                  <a:off x="2328" y="1788"/>
                  <a:ext cx="302"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solidFill>
                        <a:srgbClr val="FF0000"/>
                      </a:solidFill>
                      <a:latin typeface="Gill Sans MT (正文)"/>
                      <a:ea typeface="宋体" panose="02010600030101010101" pitchFamily="2" charset="-122"/>
                    </a:rPr>
                    <a:t>Very good</a:t>
                  </a:r>
                  <a:endParaRPr lang="zh-CN" altLang="en-US" sz="1200" b="1">
                    <a:solidFill>
                      <a:srgbClr val="FF0000"/>
                    </a:solidFill>
                    <a:latin typeface="Gill Sans MT (正文)"/>
                    <a:ea typeface="宋体" panose="02010600030101010101" pitchFamily="2" charset="-122"/>
                  </a:endParaRPr>
                </a:p>
              </p:txBody>
            </p:sp>
            <p:sp>
              <p:nvSpPr>
                <p:cNvPr id="183386" name="Rectangle 103">
                  <a:extLst>
                    <a:ext uri="{FF2B5EF4-FFF2-40B4-BE49-F238E27FC236}">
                      <a16:creationId xmlns:a16="http://schemas.microsoft.com/office/drawing/2014/main" id="{F4AC95C0-F42B-481A-B588-423EE6281409}"/>
                    </a:ext>
                  </a:extLst>
                </p:cNvPr>
                <p:cNvSpPr>
                  <a:spLocks noChangeArrowheads="1"/>
                </p:cNvSpPr>
                <p:nvPr/>
              </p:nvSpPr>
              <p:spPr bwMode="auto">
                <a:xfrm>
                  <a:off x="2285" y="1788"/>
                  <a:ext cx="388" cy="423"/>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37" name="Group 104">
                <a:extLst>
                  <a:ext uri="{FF2B5EF4-FFF2-40B4-BE49-F238E27FC236}">
                    <a16:creationId xmlns:a16="http://schemas.microsoft.com/office/drawing/2014/main" id="{1B5921B9-AB6E-479B-A528-681ED5863BEE}"/>
                  </a:ext>
                </a:extLst>
              </p:cNvPr>
              <p:cNvGrpSpPr>
                <a:grpSpLocks/>
              </p:cNvGrpSpPr>
              <p:nvPr/>
            </p:nvGrpSpPr>
            <p:grpSpPr bwMode="auto">
              <a:xfrm>
                <a:off x="2673" y="1788"/>
                <a:ext cx="620" cy="423"/>
                <a:chOff x="2673" y="1788"/>
                <a:chExt cx="620" cy="423"/>
              </a:xfrm>
            </p:grpSpPr>
            <p:sp>
              <p:nvSpPr>
                <p:cNvPr id="183383" name="Rectangle 105">
                  <a:extLst>
                    <a:ext uri="{FF2B5EF4-FFF2-40B4-BE49-F238E27FC236}">
                      <a16:creationId xmlns:a16="http://schemas.microsoft.com/office/drawing/2014/main" id="{5DC65BB0-EAA8-4C45-9948-86E6F2FA1242}"/>
                    </a:ext>
                  </a:extLst>
                </p:cNvPr>
                <p:cNvSpPr>
                  <a:spLocks noChangeArrowheads="1"/>
                </p:cNvSpPr>
                <p:nvPr/>
              </p:nvSpPr>
              <p:spPr bwMode="auto">
                <a:xfrm>
                  <a:off x="2716" y="1788"/>
                  <a:ext cx="534"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solidFill>
                        <a:srgbClr val="FF0000"/>
                      </a:solidFill>
                      <a:latin typeface="Gill Sans MT (正文)"/>
                      <a:ea typeface="宋体" panose="02010600030101010101" pitchFamily="2" charset="-122"/>
                    </a:rPr>
                    <a:t>Higher</a:t>
                  </a:r>
                  <a:endParaRPr lang="zh-CN" altLang="en-US" sz="1200" b="1">
                    <a:solidFill>
                      <a:srgbClr val="FF0000"/>
                    </a:solidFill>
                    <a:latin typeface="Gill Sans MT (正文)"/>
                    <a:ea typeface="宋体" panose="02010600030101010101" pitchFamily="2" charset="-122"/>
                  </a:endParaRPr>
                </a:p>
              </p:txBody>
            </p:sp>
            <p:sp>
              <p:nvSpPr>
                <p:cNvPr id="183384" name="Rectangle 106">
                  <a:extLst>
                    <a:ext uri="{FF2B5EF4-FFF2-40B4-BE49-F238E27FC236}">
                      <a16:creationId xmlns:a16="http://schemas.microsoft.com/office/drawing/2014/main" id="{8D621731-01A5-4EA5-9BD1-8393ABD57B04}"/>
                    </a:ext>
                  </a:extLst>
                </p:cNvPr>
                <p:cNvSpPr>
                  <a:spLocks noChangeArrowheads="1"/>
                </p:cNvSpPr>
                <p:nvPr/>
              </p:nvSpPr>
              <p:spPr bwMode="auto">
                <a:xfrm>
                  <a:off x="2673" y="1788"/>
                  <a:ext cx="620" cy="423"/>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38" name="Group 107">
                <a:extLst>
                  <a:ext uri="{FF2B5EF4-FFF2-40B4-BE49-F238E27FC236}">
                    <a16:creationId xmlns:a16="http://schemas.microsoft.com/office/drawing/2014/main" id="{D92C4B07-8412-4217-AF93-E11A58333C08}"/>
                  </a:ext>
                </a:extLst>
              </p:cNvPr>
              <p:cNvGrpSpPr>
                <a:grpSpLocks/>
              </p:cNvGrpSpPr>
              <p:nvPr/>
            </p:nvGrpSpPr>
            <p:grpSpPr bwMode="auto">
              <a:xfrm>
                <a:off x="3293" y="1788"/>
                <a:ext cx="592" cy="423"/>
                <a:chOff x="3293" y="1788"/>
                <a:chExt cx="592" cy="423"/>
              </a:xfrm>
            </p:grpSpPr>
            <p:sp>
              <p:nvSpPr>
                <p:cNvPr id="183381" name="Rectangle 108">
                  <a:extLst>
                    <a:ext uri="{FF2B5EF4-FFF2-40B4-BE49-F238E27FC236}">
                      <a16:creationId xmlns:a16="http://schemas.microsoft.com/office/drawing/2014/main" id="{1469AC2A-1FE5-4082-8973-1890AD07BA6E}"/>
                    </a:ext>
                  </a:extLst>
                </p:cNvPr>
                <p:cNvSpPr>
                  <a:spLocks noChangeArrowheads="1"/>
                </p:cNvSpPr>
                <p:nvPr/>
              </p:nvSpPr>
              <p:spPr bwMode="auto">
                <a:xfrm>
                  <a:off x="3304" y="1788"/>
                  <a:ext cx="574"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solidFill>
                        <a:srgbClr val="FF0000"/>
                      </a:solidFill>
                      <a:latin typeface="Gill Sans MT (正文)"/>
                      <a:ea typeface="宋体" panose="02010600030101010101" pitchFamily="2" charset="-122"/>
                    </a:rPr>
                    <a:t>Long - distance high - speed data transmission</a:t>
                  </a:r>
                  <a:endParaRPr lang="zh-CN" altLang="en-US" sz="1200" b="1">
                    <a:solidFill>
                      <a:srgbClr val="FF0000"/>
                    </a:solidFill>
                    <a:latin typeface="Gill Sans MT (正文)"/>
                    <a:ea typeface="宋体" panose="02010600030101010101" pitchFamily="2" charset="-122"/>
                  </a:endParaRPr>
                </a:p>
              </p:txBody>
            </p:sp>
            <p:sp>
              <p:nvSpPr>
                <p:cNvPr id="183382" name="Rectangle 109">
                  <a:extLst>
                    <a:ext uri="{FF2B5EF4-FFF2-40B4-BE49-F238E27FC236}">
                      <a16:creationId xmlns:a16="http://schemas.microsoft.com/office/drawing/2014/main" id="{91426533-BD83-45DE-A17D-0AE927A7D366}"/>
                    </a:ext>
                  </a:extLst>
                </p:cNvPr>
                <p:cNvSpPr>
                  <a:spLocks noChangeArrowheads="1"/>
                </p:cNvSpPr>
                <p:nvPr/>
              </p:nvSpPr>
              <p:spPr bwMode="auto">
                <a:xfrm>
                  <a:off x="3293" y="1788"/>
                  <a:ext cx="592" cy="423"/>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39" name="Group 110">
                <a:extLst>
                  <a:ext uri="{FF2B5EF4-FFF2-40B4-BE49-F238E27FC236}">
                    <a16:creationId xmlns:a16="http://schemas.microsoft.com/office/drawing/2014/main" id="{56888DD0-D10B-4FAE-B525-250798DF2FE3}"/>
                  </a:ext>
                </a:extLst>
              </p:cNvPr>
              <p:cNvGrpSpPr>
                <a:grpSpLocks/>
              </p:cNvGrpSpPr>
              <p:nvPr/>
            </p:nvGrpSpPr>
            <p:grpSpPr bwMode="auto">
              <a:xfrm>
                <a:off x="0" y="2211"/>
                <a:ext cx="596" cy="327"/>
                <a:chOff x="0" y="2211"/>
                <a:chExt cx="596" cy="327"/>
              </a:xfrm>
            </p:grpSpPr>
            <p:sp>
              <p:nvSpPr>
                <p:cNvPr id="183379" name="Rectangle 111">
                  <a:extLst>
                    <a:ext uri="{FF2B5EF4-FFF2-40B4-BE49-F238E27FC236}">
                      <a16:creationId xmlns:a16="http://schemas.microsoft.com/office/drawing/2014/main" id="{2694D9AF-4050-4C63-8ED4-CE32BB15AB1F}"/>
                    </a:ext>
                  </a:extLst>
                </p:cNvPr>
                <p:cNvSpPr>
                  <a:spLocks noChangeArrowheads="1"/>
                </p:cNvSpPr>
                <p:nvPr/>
              </p:nvSpPr>
              <p:spPr bwMode="auto">
                <a:xfrm>
                  <a:off x="43" y="2211"/>
                  <a:ext cx="51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solidFill>
                        <a:schemeClr val="tx2"/>
                      </a:solidFill>
                      <a:latin typeface="Gill Sans MT (正文)"/>
                      <a:ea typeface="宋体" panose="02010600030101010101" pitchFamily="2" charset="-122"/>
                    </a:rPr>
                    <a:t>Microwave</a:t>
                  </a:r>
                  <a:endParaRPr lang="zh-CN" altLang="en-US" sz="1200" b="1">
                    <a:solidFill>
                      <a:schemeClr val="tx2"/>
                    </a:solidFill>
                    <a:latin typeface="Gill Sans MT (正文)"/>
                    <a:ea typeface="宋体" panose="02010600030101010101" pitchFamily="2" charset="-122"/>
                  </a:endParaRPr>
                </a:p>
              </p:txBody>
            </p:sp>
            <p:sp>
              <p:nvSpPr>
                <p:cNvPr id="183380" name="Rectangle 112">
                  <a:extLst>
                    <a:ext uri="{FF2B5EF4-FFF2-40B4-BE49-F238E27FC236}">
                      <a16:creationId xmlns:a16="http://schemas.microsoft.com/office/drawing/2014/main" id="{ECC2AACC-E52D-40B0-97D5-08767C381FCE}"/>
                    </a:ext>
                  </a:extLst>
                </p:cNvPr>
                <p:cNvSpPr>
                  <a:spLocks noChangeArrowheads="1"/>
                </p:cNvSpPr>
                <p:nvPr/>
              </p:nvSpPr>
              <p:spPr bwMode="auto">
                <a:xfrm>
                  <a:off x="0" y="2211"/>
                  <a:ext cx="596" cy="327"/>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40" name="Group 113">
                <a:extLst>
                  <a:ext uri="{FF2B5EF4-FFF2-40B4-BE49-F238E27FC236}">
                    <a16:creationId xmlns:a16="http://schemas.microsoft.com/office/drawing/2014/main" id="{694F79B5-7282-445A-966F-09E0D4A7B490}"/>
                  </a:ext>
                </a:extLst>
              </p:cNvPr>
              <p:cNvGrpSpPr>
                <a:grpSpLocks/>
              </p:cNvGrpSpPr>
              <p:nvPr/>
            </p:nvGrpSpPr>
            <p:grpSpPr bwMode="auto">
              <a:xfrm>
                <a:off x="596" y="2211"/>
                <a:ext cx="516" cy="327"/>
                <a:chOff x="596" y="2211"/>
                <a:chExt cx="516" cy="327"/>
              </a:xfrm>
            </p:grpSpPr>
            <p:sp>
              <p:nvSpPr>
                <p:cNvPr id="183377" name="Rectangle 114">
                  <a:extLst>
                    <a:ext uri="{FF2B5EF4-FFF2-40B4-BE49-F238E27FC236}">
                      <a16:creationId xmlns:a16="http://schemas.microsoft.com/office/drawing/2014/main" id="{AE7326E0-D259-4C11-A79F-7A34C9353A8A}"/>
                    </a:ext>
                  </a:extLst>
                </p:cNvPr>
                <p:cNvSpPr>
                  <a:spLocks noChangeArrowheads="1"/>
                </p:cNvSpPr>
                <p:nvPr/>
              </p:nvSpPr>
              <p:spPr bwMode="auto">
                <a:xfrm>
                  <a:off x="639" y="2211"/>
                  <a:ext cx="47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latin typeface="Gill Sans MT (正文)"/>
                      <a:ea typeface="宋体" panose="02010600030101010101" pitchFamily="2" charset="-122"/>
                    </a:rPr>
                    <a:t>Broadband</a:t>
                  </a:r>
                  <a:endParaRPr lang="zh-CN" altLang="en-US" sz="1200" b="1">
                    <a:latin typeface="Gill Sans MT (正文)"/>
                    <a:ea typeface="宋体" panose="02010600030101010101" pitchFamily="2" charset="-122"/>
                  </a:endParaRPr>
                </a:p>
              </p:txBody>
            </p:sp>
            <p:sp>
              <p:nvSpPr>
                <p:cNvPr id="183378" name="Rectangle 115">
                  <a:extLst>
                    <a:ext uri="{FF2B5EF4-FFF2-40B4-BE49-F238E27FC236}">
                      <a16:creationId xmlns:a16="http://schemas.microsoft.com/office/drawing/2014/main" id="{7C350FBB-D4AA-43D4-9E66-44B089078798}"/>
                    </a:ext>
                  </a:extLst>
                </p:cNvPr>
                <p:cNvSpPr>
                  <a:spLocks noChangeArrowheads="1"/>
                </p:cNvSpPr>
                <p:nvPr/>
              </p:nvSpPr>
              <p:spPr bwMode="auto">
                <a:xfrm>
                  <a:off x="596" y="2211"/>
                  <a:ext cx="516" cy="327"/>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41" name="Group 116">
                <a:extLst>
                  <a:ext uri="{FF2B5EF4-FFF2-40B4-BE49-F238E27FC236}">
                    <a16:creationId xmlns:a16="http://schemas.microsoft.com/office/drawing/2014/main" id="{79FAC560-1F95-4CF5-B804-9E805B7251F6}"/>
                  </a:ext>
                </a:extLst>
              </p:cNvPr>
              <p:cNvGrpSpPr>
                <a:grpSpLocks/>
              </p:cNvGrpSpPr>
              <p:nvPr/>
            </p:nvGrpSpPr>
            <p:grpSpPr bwMode="auto">
              <a:xfrm>
                <a:off x="1112" y="2211"/>
                <a:ext cx="566" cy="327"/>
                <a:chOff x="1112" y="2211"/>
                <a:chExt cx="566" cy="327"/>
              </a:xfrm>
            </p:grpSpPr>
            <p:sp>
              <p:nvSpPr>
                <p:cNvPr id="183375" name="Rectangle 117">
                  <a:extLst>
                    <a:ext uri="{FF2B5EF4-FFF2-40B4-BE49-F238E27FC236}">
                      <a16:creationId xmlns:a16="http://schemas.microsoft.com/office/drawing/2014/main" id="{A66EEC94-97DF-4F25-B47B-36F9C6094693}"/>
                    </a:ext>
                  </a:extLst>
                </p:cNvPr>
                <p:cNvSpPr>
                  <a:spLocks noChangeArrowheads="1"/>
                </p:cNvSpPr>
                <p:nvPr/>
              </p:nvSpPr>
              <p:spPr bwMode="auto">
                <a:xfrm>
                  <a:off x="1155" y="2211"/>
                  <a:ext cx="48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latin typeface="Gill Sans MT (正文)"/>
                      <a:ea typeface="宋体" panose="02010600030101010101" pitchFamily="2" charset="-122"/>
                    </a:rPr>
                    <a:t>4-6GHz</a:t>
                  </a:r>
                </a:p>
              </p:txBody>
            </p:sp>
            <p:sp>
              <p:nvSpPr>
                <p:cNvPr id="183376" name="Rectangle 118">
                  <a:extLst>
                    <a:ext uri="{FF2B5EF4-FFF2-40B4-BE49-F238E27FC236}">
                      <a16:creationId xmlns:a16="http://schemas.microsoft.com/office/drawing/2014/main" id="{4BD96EF1-2998-41E0-8582-BFDB83762B34}"/>
                    </a:ext>
                  </a:extLst>
                </p:cNvPr>
                <p:cNvSpPr>
                  <a:spLocks noChangeArrowheads="1"/>
                </p:cNvSpPr>
                <p:nvPr/>
              </p:nvSpPr>
              <p:spPr bwMode="auto">
                <a:xfrm>
                  <a:off x="1112" y="2211"/>
                  <a:ext cx="566" cy="327"/>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42" name="Group 119">
                <a:extLst>
                  <a:ext uri="{FF2B5EF4-FFF2-40B4-BE49-F238E27FC236}">
                    <a16:creationId xmlns:a16="http://schemas.microsoft.com/office/drawing/2014/main" id="{9C993A58-2935-4559-BAF7-EC7ED851DE8E}"/>
                  </a:ext>
                </a:extLst>
              </p:cNvPr>
              <p:cNvGrpSpPr>
                <a:grpSpLocks/>
              </p:cNvGrpSpPr>
              <p:nvPr/>
            </p:nvGrpSpPr>
            <p:grpSpPr bwMode="auto">
              <a:xfrm>
                <a:off x="1678" y="2211"/>
                <a:ext cx="607" cy="327"/>
                <a:chOff x="1678" y="2211"/>
                <a:chExt cx="607" cy="327"/>
              </a:xfrm>
            </p:grpSpPr>
            <p:sp>
              <p:nvSpPr>
                <p:cNvPr id="183373" name="Rectangle 120">
                  <a:extLst>
                    <a:ext uri="{FF2B5EF4-FFF2-40B4-BE49-F238E27FC236}">
                      <a16:creationId xmlns:a16="http://schemas.microsoft.com/office/drawing/2014/main" id="{9C14653F-4BAC-4FE1-8364-ABB23EA61540}"/>
                    </a:ext>
                  </a:extLst>
                </p:cNvPr>
                <p:cNvSpPr>
                  <a:spLocks noChangeArrowheads="1"/>
                </p:cNvSpPr>
                <p:nvPr/>
              </p:nvSpPr>
              <p:spPr bwMode="auto">
                <a:xfrm>
                  <a:off x="1721" y="2211"/>
                  <a:ext cx="52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latin typeface="Gill Sans MT (正文)"/>
                      <a:ea typeface="宋体" panose="02010600030101010101" pitchFamily="2" charset="-122"/>
                    </a:rPr>
                    <a:t>Several hundred km</a:t>
                  </a:r>
                </a:p>
              </p:txBody>
            </p:sp>
            <p:sp>
              <p:nvSpPr>
                <p:cNvPr id="183374" name="Rectangle 121">
                  <a:extLst>
                    <a:ext uri="{FF2B5EF4-FFF2-40B4-BE49-F238E27FC236}">
                      <a16:creationId xmlns:a16="http://schemas.microsoft.com/office/drawing/2014/main" id="{DC31C86B-C6BF-4F87-A556-2C7E406A70C8}"/>
                    </a:ext>
                  </a:extLst>
                </p:cNvPr>
                <p:cNvSpPr>
                  <a:spLocks noChangeArrowheads="1"/>
                </p:cNvSpPr>
                <p:nvPr/>
              </p:nvSpPr>
              <p:spPr bwMode="auto">
                <a:xfrm>
                  <a:off x="1678" y="2211"/>
                  <a:ext cx="607" cy="327"/>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43" name="Group 122">
                <a:extLst>
                  <a:ext uri="{FF2B5EF4-FFF2-40B4-BE49-F238E27FC236}">
                    <a16:creationId xmlns:a16="http://schemas.microsoft.com/office/drawing/2014/main" id="{65A2A9B5-9B35-4DA3-992D-7E6B860E21C4}"/>
                  </a:ext>
                </a:extLst>
              </p:cNvPr>
              <p:cNvGrpSpPr>
                <a:grpSpLocks/>
              </p:cNvGrpSpPr>
              <p:nvPr/>
            </p:nvGrpSpPr>
            <p:grpSpPr bwMode="auto">
              <a:xfrm>
                <a:off x="2285" y="2211"/>
                <a:ext cx="388" cy="327"/>
                <a:chOff x="2285" y="2211"/>
                <a:chExt cx="388" cy="327"/>
              </a:xfrm>
            </p:grpSpPr>
            <p:sp>
              <p:nvSpPr>
                <p:cNvPr id="183371" name="Rectangle 123">
                  <a:extLst>
                    <a:ext uri="{FF2B5EF4-FFF2-40B4-BE49-F238E27FC236}">
                      <a16:creationId xmlns:a16="http://schemas.microsoft.com/office/drawing/2014/main" id="{A6481605-B003-4BC4-8B8B-FD75E53C37A8}"/>
                    </a:ext>
                  </a:extLst>
                </p:cNvPr>
                <p:cNvSpPr>
                  <a:spLocks noChangeArrowheads="1"/>
                </p:cNvSpPr>
                <p:nvPr/>
              </p:nvSpPr>
              <p:spPr bwMode="auto">
                <a:xfrm>
                  <a:off x="2328" y="2211"/>
                  <a:ext cx="30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latin typeface="Gill Sans MT (正文)"/>
                      <a:ea typeface="宋体" panose="02010600030101010101" pitchFamily="2" charset="-122"/>
                    </a:rPr>
                    <a:t>Good</a:t>
                  </a:r>
                  <a:endParaRPr lang="zh-CN" altLang="en-US" sz="1200" b="1">
                    <a:latin typeface="Gill Sans MT (正文)"/>
                    <a:ea typeface="宋体" panose="02010600030101010101" pitchFamily="2" charset="-122"/>
                  </a:endParaRPr>
                </a:p>
              </p:txBody>
            </p:sp>
            <p:sp>
              <p:nvSpPr>
                <p:cNvPr id="183372" name="Rectangle 124">
                  <a:extLst>
                    <a:ext uri="{FF2B5EF4-FFF2-40B4-BE49-F238E27FC236}">
                      <a16:creationId xmlns:a16="http://schemas.microsoft.com/office/drawing/2014/main" id="{8BDC80D3-F3E9-49B0-ADA5-BF60A363340A}"/>
                    </a:ext>
                  </a:extLst>
                </p:cNvPr>
                <p:cNvSpPr>
                  <a:spLocks noChangeArrowheads="1"/>
                </p:cNvSpPr>
                <p:nvPr/>
              </p:nvSpPr>
              <p:spPr bwMode="auto">
                <a:xfrm>
                  <a:off x="2285" y="2211"/>
                  <a:ext cx="388" cy="327"/>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44" name="Group 125">
                <a:extLst>
                  <a:ext uri="{FF2B5EF4-FFF2-40B4-BE49-F238E27FC236}">
                    <a16:creationId xmlns:a16="http://schemas.microsoft.com/office/drawing/2014/main" id="{1B175575-9AD4-49E1-A168-8C467AB0CC4A}"/>
                  </a:ext>
                </a:extLst>
              </p:cNvPr>
              <p:cNvGrpSpPr>
                <a:grpSpLocks/>
              </p:cNvGrpSpPr>
              <p:nvPr/>
            </p:nvGrpSpPr>
            <p:grpSpPr bwMode="auto">
              <a:xfrm>
                <a:off x="2673" y="2211"/>
                <a:ext cx="620" cy="327"/>
                <a:chOff x="2673" y="2211"/>
                <a:chExt cx="620" cy="327"/>
              </a:xfrm>
            </p:grpSpPr>
            <p:sp>
              <p:nvSpPr>
                <p:cNvPr id="183369" name="Rectangle 126">
                  <a:extLst>
                    <a:ext uri="{FF2B5EF4-FFF2-40B4-BE49-F238E27FC236}">
                      <a16:creationId xmlns:a16="http://schemas.microsoft.com/office/drawing/2014/main" id="{9D2CC15D-1F40-43E7-BD08-E2EDE1550491}"/>
                    </a:ext>
                  </a:extLst>
                </p:cNvPr>
                <p:cNvSpPr>
                  <a:spLocks noChangeArrowheads="1"/>
                </p:cNvSpPr>
                <p:nvPr/>
              </p:nvSpPr>
              <p:spPr bwMode="auto">
                <a:xfrm>
                  <a:off x="2716" y="2211"/>
                  <a:ext cx="53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latin typeface="Gill Sans MT (正文)"/>
                      <a:ea typeface="宋体" panose="02010600030101010101" pitchFamily="2" charset="-122"/>
                    </a:rPr>
                    <a:t>Medium</a:t>
                  </a:r>
                  <a:endParaRPr lang="zh-CN" altLang="en-US" sz="1200" b="1">
                    <a:latin typeface="Gill Sans MT (正文)"/>
                    <a:ea typeface="宋体" panose="02010600030101010101" pitchFamily="2" charset="-122"/>
                  </a:endParaRPr>
                </a:p>
              </p:txBody>
            </p:sp>
            <p:sp>
              <p:nvSpPr>
                <p:cNvPr id="183370" name="Rectangle 127">
                  <a:extLst>
                    <a:ext uri="{FF2B5EF4-FFF2-40B4-BE49-F238E27FC236}">
                      <a16:creationId xmlns:a16="http://schemas.microsoft.com/office/drawing/2014/main" id="{D0E68999-B354-48E9-9875-38DE3D600FAE}"/>
                    </a:ext>
                  </a:extLst>
                </p:cNvPr>
                <p:cNvSpPr>
                  <a:spLocks noChangeArrowheads="1"/>
                </p:cNvSpPr>
                <p:nvPr/>
              </p:nvSpPr>
              <p:spPr bwMode="auto">
                <a:xfrm>
                  <a:off x="2673" y="2211"/>
                  <a:ext cx="620" cy="327"/>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45" name="Group 128">
                <a:extLst>
                  <a:ext uri="{FF2B5EF4-FFF2-40B4-BE49-F238E27FC236}">
                    <a16:creationId xmlns:a16="http://schemas.microsoft.com/office/drawing/2014/main" id="{7FA324AC-00AC-4A06-9273-3C1A84E8D778}"/>
                  </a:ext>
                </a:extLst>
              </p:cNvPr>
              <p:cNvGrpSpPr>
                <a:grpSpLocks/>
              </p:cNvGrpSpPr>
              <p:nvPr/>
            </p:nvGrpSpPr>
            <p:grpSpPr bwMode="auto">
              <a:xfrm>
                <a:off x="3293" y="2199"/>
                <a:ext cx="607" cy="339"/>
                <a:chOff x="3293" y="2199"/>
                <a:chExt cx="607" cy="339"/>
              </a:xfrm>
            </p:grpSpPr>
            <p:sp>
              <p:nvSpPr>
                <p:cNvPr id="183367" name="Rectangle 129">
                  <a:extLst>
                    <a:ext uri="{FF2B5EF4-FFF2-40B4-BE49-F238E27FC236}">
                      <a16:creationId xmlns:a16="http://schemas.microsoft.com/office/drawing/2014/main" id="{BB78D3BA-FAC4-475D-B4A2-679A73DF1090}"/>
                    </a:ext>
                  </a:extLst>
                </p:cNvPr>
                <p:cNvSpPr>
                  <a:spLocks noChangeArrowheads="1"/>
                </p:cNvSpPr>
                <p:nvPr/>
              </p:nvSpPr>
              <p:spPr bwMode="auto">
                <a:xfrm>
                  <a:off x="3300" y="2199"/>
                  <a:ext cx="60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latin typeface="Gill Sans MT (正文)"/>
                      <a:ea typeface="宋体" panose="02010600030101010101" pitchFamily="2" charset="-122"/>
                    </a:rPr>
                    <a:t>Remote communication</a:t>
                  </a:r>
                  <a:endParaRPr lang="zh-CN" altLang="en-US" sz="1200" b="1">
                    <a:latin typeface="Gill Sans MT (正文)"/>
                    <a:ea typeface="宋体" panose="02010600030101010101" pitchFamily="2" charset="-122"/>
                  </a:endParaRPr>
                </a:p>
              </p:txBody>
            </p:sp>
            <p:sp>
              <p:nvSpPr>
                <p:cNvPr id="183368" name="Rectangle 130">
                  <a:extLst>
                    <a:ext uri="{FF2B5EF4-FFF2-40B4-BE49-F238E27FC236}">
                      <a16:creationId xmlns:a16="http://schemas.microsoft.com/office/drawing/2014/main" id="{CADDA8FB-9334-40D5-8A24-45CDFC64A8D1}"/>
                    </a:ext>
                  </a:extLst>
                </p:cNvPr>
                <p:cNvSpPr>
                  <a:spLocks noChangeArrowheads="1"/>
                </p:cNvSpPr>
                <p:nvPr/>
              </p:nvSpPr>
              <p:spPr bwMode="auto">
                <a:xfrm>
                  <a:off x="3293" y="2211"/>
                  <a:ext cx="592" cy="327"/>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46" name="Group 131">
                <a:extLst>
                  <a:ext uri="{FF2B5EF4-FFF2-40B4-BE49-F238E27FC236}">
                    <a16:creationId xmlns:a16="http://schemas.microsoft.com/office/drawing/2014/main" id="{4141BC5E-326E-4DB1-A85A-716011DC04BF}"/>
                  </a:ext>
                </a:extLst>
              </p:cNvPr>
              <p:cNvGrpSpPr>
                <a:grpSpLocks/>
              </p:cNvGrpSpPr>
              <p:nvPr/>
            </p:nvGrpSpPr>
            <p:grpSpPr bwMode="auto">
              <a:xfrm>
                <a:off x="0" y="2538"/>
                <a:ext cx="596" cy="327"/>
                <a:chOff x="0" y="2538"/>
                <a:chExt cx="596" cy="327"/>
              </a:xfrm>
            </p:grpSpPr>
            <p:sp>
              <p:nvSpPr>
                <p:cNvPr id="183365" name="Rectangle 132">
                  <a:extLst>
                    <a:ext uri="{FF2B5EF4-FFF2-40B4-BE49-F238E27FC236}">
                      <a16:creationId xmlns:a16="http://schemas.microsoft.com/office/drawing/2014/main" id="{59432967-ECFF-46A9-8992-829C86F91F94}"/>
                    </a:ext>
                  </a:extLst>
                </p:cNvPr>
                <p:cNvSpPr>
                  <a:spLocks noChangeArrowheads="1"/>
                </p:cNvSpPr>
                <p:nvPr/>
              </p:nvSpPr>
              <p:spPr bwMode="auto">
                <a:xfrm>
                  <a:off x="43" y="2538"/>
                  <a:ext cx="51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solidFill>
                        <a:schemeClr val="tx2"/>
                      </a:solidFill>
                      <a:latin typeface="Gill Sans MT (正文)"/>
                      <a:ea typeface="宋体" panose="02010600030101010101" pitchFamily="2" charset="-122"/>
                    </a:rPr>
                    <a:t>Satellite</a:t>
                  </a:r>
                  <a:endParaRPr lang="zh-CN" altLang="en-US" sz="1200" b="1">
                    <a:solidFill>
                      <a:schemeClr val="tx2"/>
                    </a:solidFill>
                    <a:latin typeface="Gill Sans MT (正文)"/>
                    <a:ea typeface="宋体" panose="02010600030101010101" pitchFamily="2" charset="-122"/>
                  </a:endParaRPr>
                </a:p>
              </p:txBody>
            </p:sp>
            <p:sp>
              <p:nvSpPr>
                <p:cNvPr id="183366" name="Rectangle 133">
                  <a:extLst>
                    <a:ext uri="{FF2B5EF4-FFF2-40B4-BE49-F238E27FC236}">
                      <a16:creationId xmlns:a16="http://schemas.microsoft.com/office/drawing/2014/main" id="{F7A19491-75C3-4AAC-8A2A-FBEEBCB99C09}"/>
                    </a:ext>
                  </a:extLst>
                </p:cNvPr>
                <p:cNvSpPr>
                  <a:spLocks noChangeArrowheads="1"/>
                </p:cNvSpPr>
                <p:nvPr/>
              </p:nvSpPr>
              <p:spPr bwMode="auto">
                <a:xfrm>
                  <a:off x="0" y="2538"/>
                  <a:ext cx="596" cy="327"/>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47" name="Group 134">
                <a:extLst>
                  <a:ext uri="{FF2B5EF4-FFF2-40B4-BE49-F238E27FC236}">
                    <a16:creationId xmlns:a16="http://schemas.microsoft.com/office/drawing/2014/main" id="{C3614C7E-2F55-47CB-906F-4D532137FC23}"/>
                  </a:ext>
                </a:extLst>
              </p:cNvPr>
              <p:cNvGrpSpPr>
                <a:grpSpLocks/>
              </p:cNvGrpSpPr>
              <p:nvPr/>
            </p:nvGrpSpPr>
            <p:grpSpPr bwMode="auto">
              <a:xfrm>
                <a:off x="596" y="2538"/>
                <a:ext cx="516" cy="327"/>
                <a:chOff x="596" y="2538"/>
                <a:chExt cx="516" cy="327"/>
              </a:xfrm>
            </p:grpSpPr>
            <p:sp>
              <p:nvSpPr>
                <p:cNvPr id="183363" name="Rectangle 135">
                  <a:extLst>
                    <a:ext uri="{FF2B5EF4-FFF2-40B4-BE49-F238E27FC236}">
                      <a16:creationId xmlns:a16="http://schemas.microsoft.com/office/drawing/2014/main" id="{985D6DBC-64CD-46FE-8896-FE193F28A6ED}"/>
                    </a:ext>
                  </a:extLst>
                </p:cNvPr>
                <p:cNvSpPr>
                  <a:spLocks noChangeArrowheads="1"/>
                </p:cNvSpPr>
                <p:nvPr/>
              </p:nvSpPr>
              <p:spPr bwMode="auto">
                <a:xfrm>
                  <a:off x="639" y="2538"/>
                  <a:ext cx="47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latin typeface="Gill Sans MT (正文)"/>
                      <a:ea typeface="宋体" panose="02010600030101010101" pitchFamily="2" charset="-122"/>
                    </a:rPr>
                    <a:t>Broadband</a:t>
                  </a:r>
                  <a:endParaRPr lang="zh-CN" altLang="en-US" sz="1200" b="1">
                    <a:latin typeface="Gill Sans MT (正文)"/>
                    <a:ea typeface="宋体" panose="02010600030101010101" pitchFamily="2" charset="-122"/>
                  </a:endParaRPr>
                </a:p>
              </p:txBody>
            </p:sp>
            <p:sp>
              <p:nvSpPr>
                <p:cNvPr id="183364" name="Rectangle 136">
                  <a:extLst>
                    <a:ext uri="{FF2B5EF4-FFF2-40B4-BE49-F238E27FC236}">
                      <a16:creationId xmlns:a16="http://schemas.microsoft.com/office/drawing/2014/main" id="{368B7B16-DC6C-4AD3-B452-83018A288480}"/>
                    </a:ext>
                  </a:extLst>
                </p:cNvPr>
                <p:cNvSpPr>
                  <a:spLocks noChangeArrowheads="1"/>
                </p:cNvSpPr>
                <p:nvPr/>
              </p:nvSpPr>
              <p:spPr bwMode="auto">
                <a:xfrm>
                  <a:off x="596" y="2538"/>
                  <a:ext cx="516" cy="327"/>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48" name="Group 137">
                <a:extLst>
                  <a:ext uri="{FF2B5EF4-FFF2-40B4-BE49-F238E27FC236}">
                    <a16:creationId xmlns:a16="http://schemas.microsoft.com/office/drawing/2014/main" id="{CEF64090-9217-45BD-9A93-529F4016164E}"/>
                  </a:ext>
                </a:extLst>
              </p:cNvPr>
              <p:cNvGrpSpPr>
                <a:grpSpLocks/>
              </p:cNvGrpSpPr>
              <p:nvPr/>
            </p:nvGrpSpPr>
            <p:grpSpPr bwMode="auto">
              <a:xfrm>
                <a:off x="1112" y="2538"/>
                <a:ext cx="566" cy="327"/>
                <a:chOff x="1112" y="2538"/>
                <a:chExt cx="566" cy="327"/>
              </a:xfrm>
            </p:grpSpPr>
            <p:sp>
              <p:nvSpPr>
                <p:cNvPr id="183361" name="Rectangle 138">
                  <a:extLst>
                    <a:ext uri="{FF2B5EF4-FFF2-40B4-BE49-F238E27FC236}">
                      <a16:creationId xmlns:a16="http://schemas.microsoft.com/office/drawing/2014/main" id="{D57A7017-F38A-48CF-9737-B7D95A611BCA}"/>
                    </a:ext>
                  </a:extLst>
                </p:cNvPr>
                <p:cNvSpPr>
                  <a:spLocks noChangeArrowheads="1"/>
                </p:cNvSpPr>
                <p:nvPr/>
              </p:nvSpPr>
              <p:spPr bwMode="auto">
                <a:xfrm>
                  <a:off x="1155" y="2538"/>
                  <a:ext cx="48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latin typeface="Gill Sans MT (正文)"/>
                      <a:ea typeface="宋体" panose="02010600030101010101" pitchFamily="2" charset="-122"/>
                    </a:rPr>
                    <a:t>1-10GHz</a:t>
                  </a:r>
                </a:p>
              </p:txBody>
            </p:sp>
            <p:sp>
              <p:nvSpPr>
                <p:cNvPr id="183362" name="Rectangle 139">
                  <a:extLst>
                    <a:ext uri="{FF2B5EF4-FFF2-40B4-BE49-F238E27FC236}">
                      <a16:creationId xmlns:a16="http://schemas.microsoft.com/office/drawing/2014/main" id="{82F317D3-C757-4FF1-996D-D304ECAD6728}"/>
                    </a:ext>
                  </a:extLst>
                </p:cNvPr>
                <p:cNvSpPr>
                  <a:spLocks noChangeArrowheads="1"/>
                </p:cNvSpPr>
                <p:nvPr/>
              </p:nvSpPr>
              <p:spPr bwMode="auto">
                <a:xfrm>
                  <a:off x="1112" y="2538"/>
                  <a:ext cx="566" cy="327"/>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49" name="Group 140">
                <a:extLst>
                  <a:ext uri="{FF2B5EF4-FFF2-40B4-BE49-F238E27FC236}">
                    <a16:creationId xmlns:a16="http://schemas.microsoft.com/office/drawing/2014/main" id="{9C4D3125-6BF0-40DC-8C38-BD3F9C783549}"/>
                  </a:ext>
                </a:extLst>
              </p:cNvPr>
              <p:cNvGrpSpPr>
                <a:grpSpLocks/>
              </p:cNvGrpSpPr>
              <p:nvPr/>
            </p:nvGrpSpPr>
            <p:grpSpPr bwMode="auto">
              <a:xfrm>
                <a:off x="1678" y="2538"/>
                <a:ext cx="607" cy="327"/>
                <a:chOff x="1678" y="2538"/>
                <a:chExt cx="607" cy="327"/>
              </a:xfrm>
            </p:grpSpPr>
            <p:sp>
              <p:nvSpPr>
                <p:cNvPr id="183359" name="Rectangle 141">
                  <a:extLst>
                    <a:ext uri="{FF2B5EF4-FFF2-40B4-BE49-F238E27FC236}">
                      <a16:creationId xmlns:a16="http://schemas.microsoft.com/office/drawing/2014/main" id="{AD6A747F-EF08-4E82-9469-E3780C002994}"/>
                    </a:ext>
                  </a:extLst>
                </p:cNvPr>
                <p:cNvSpPr>
                  <a:spLocks noChangeArrowheads="1"/>
                </p:cNvSpPr>
                <p:nvPr/>
              </p:nvSpPr>
              <p:spPr bwMode="auto">
                <a:xfrm>
                  <a:off x="1721" y="2538"/>
                  <a:ext cx="52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latin typeface="Gill Sans MT (正文)"/>
                      <a:ea typeface="宋体" panose="02010600030101010101" pitchFamily="2" charset="-122"/>
                    </a:rPr>
                    <a:t>18000 km</a:t>
                  </a:r>
                </a:p>
              </p:txBody>
            </p:sp>
            <p:sp>
              <p:nvSpPr>
                <p:cNvPr id="183360" name="Rectangle 142">
                  <a:extLst>
                    <a:ext uri="{FF2B5EF4-FFF2-40B4-BE49-F238E27FC236}">
                      <a16:creationId xmlns:a16="http://schemas.microsoft.com/office/drawing/2014/main" id="{C8E95D31-2725-458B-B360-76239317F8AE}"/>
                    </a:ext>
                  </a:extLst>
                </p:cNvPr>
                <p:cNvSpPr>
                  <a:spLocks noChangeArrowheads="1"/>
                </p:cNvSpPr>
                <p:nvPr/>
              </p:nvSpPr>
              <p:spPr bwMode="auto">
                <a:xfrm>
                  <a:off x="1678" y="2538"/>
                  <a:ext cx="607" cy="327"/>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50" name="Group 143">
                <a:extLst>
                  <a:ext uri="{FF2B5EF4-FFF2-40B4-BE49-F238E27FC236}">
                    <a16:creationId xmlns:a16="http://schemas.microsoft.com/office/drawing/2014/main" id="{9CA80DE0-C8ED-459C-B4AF-886A561901CB}"/>
                  </a:ext>
                </a:extLst>
              </p:cNvPr>
              <p:cNvGrpSpPr>
                <a:grpSpLocks/>
              </p:cNvGrpSpPr>
              <p:nvPr/>
            </p:nvGrpSpPr>
            <p:grpSpPr bwMode="auto">
              <a:xfrm>
                <a:off x="2285" y="2512"/>
                <a:ext cx="388" cy="353"/>
                <a:chOff x="2285" y="2512"/>
                <a:chExt cx="388" cy="353"/>
              </a:xfrm>
            </p:grpSpPr>
            <p:sp>
              <p:nvSpPr>
                <p:cNvPr id="183357" name="Rectangle 144">
                  <a:extLst>
                    <a:ext uri="{FF2B5EF4-FFF2-40B4-BE49-F238E27FC236}">
                      <a16:creationId xmlns:a16="http://schemas.microsoft.com/office/drawing/2014/main" id="{D0C1F5AF-77E5-473A-A7A7-CDBFAD3499FC}"/>
                    </a:ext>
                  </a:extLst>
                </p:cNvPr>
                <p:cNvSpPr>
                  <a:spLocks noChangeArrowheads="1"/>
                </p:cNvSpPr>
                <p:nvPr/>
              </p:nvSpPr>
              <p:spPr bwMode="auto">
                <a:xfrm>
                  <a:off x="2328" y="2512"/>
                  <a:ext cx="30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latin typeface="Gill Sans MT (正文)"/>
                      <a:ea typeface="宋体" panose="02010600030101010101" pitchFamily="2" charset="-122"/>
                    </a:rPr>
                    <a:t>Very good</a:t>
                  </a:r>
                  <a:endParaRPr lang="zh-CN" altLang="en-US" sz="1200" b="1">
                    <a:latin typeface="Gill Sans MT (正文)"/>
                    <a:ea typeface="宋体" panose="02010600030101010101" pitchFamily="2" charset="-122"/>
                  </a:endParaRPr>
                </a:p>
              </p:txBody>
            </p:sp>
            <p:sp>
              <p:nvSpPr>
                <p:cNvPr id="183358" name="Rectangle 145">
                  <a:extLst>
                    <a:ext uri="{FF2B5EF4-FFF2-40B4-BE49-F238E27FC236}">
                      <a16:creationId xmlns:a16="http://schemas.microsoft.com/office/drawing/2014/main" id="{2E7F857D-17CF-43D1-A7F8-5943509AE118}"/>
                    </a:ext>
                  </a:extLst>
                </p:cNvPr>
                <p:cNvSpPr>
                  <a:spLocks noChangeArrowheads="1"/>
                </p:cNvSpPr>
                <p:nvPr/>
              </p:nvSpPr>
              <p:spPr bwMode="auto">
                <a:xfrm>
                  <a:off x="2285" y="2538"/>
                  <a:ext cx="388" cy="327"/>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51" name="Group 146">
                <a:extLst>
                  <a:ext uri="{FF2B5EF4-FFF2-40B4-BE49-F238E27FC236}">
                    <a16:creationId xmlns:a16="http://schemas.microsoft.com/office/drawing/2014/main" id="{CC490F59-B6BE-41B7-BF22-EE2F9D87A376}"/>
                  </a:ext>
                </a:extLst>
              </p:cNvPr>
              <p:cNvGrpSpPr>
                <a:grpSpLocks/>
              </p:cNvGrpSpPr>
              <p:nvPr/>
            </p:nvGrpSpPr>
            <p:grpSpPr bwMode="auto">
              <a:xfrm>
                <a:off x="2673" y="2538"/>
                <a:ext cx="620" cy="327"/>
                <a:chOff x="2673" y="2538"/>
                <a:chExt cx="620" cy="327"/>
              </a:xfrm>
            </p:grpSpPr>
            <p:sp>
              <p:nvSpPr>
                <p:cNvPr id="183355" name="Rectangle 147">
                  <a:extLst>
                    <a:ext uri="{FF2B5EF4-FFF2-40B4-BE49-F238E27FC236}">
                      <a16:creationId xmlns:a16="http://schemas.microsoft.com/office/drawing/2014/main" id="{EC5BAB24-ECAF-4148-BACA-A27DEA5317D3}"/>
                    </a:ext>
                  </a:extLst>
                </p:cNvPr>
                <p:cNvSpPr>
                  <a:spLocks noChangeArrowheads="1"/>
                </p:cNvSpPr>
                <p:nvPr/>
              </p:nvSpPr>
              <p:spPr bwMode="auto">
                <a:xfrm>
                  <a:off x="2716" y="2538"/>
                  <a:ext cx="53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latin typeface="Gill Sans MT (正文)"/>
                      <a:ea typeface="宋体" panose="02010600030101010101" pitchFamily="2" charset="-122"/>
                    </a:rPr>
                    <a:t>High</a:t>
                  </a:r>
                  <a:endParaRPr lang="zh-CN" altLang="en-US" sz="1200" b="1">
                    <a:latin typeface="Gill Sans MT (正文)"/>
                    <a:ea typeface="宋体" panose="02010600030101010101" pitchFamily="2" charset="-122"/>
                  </a:endParaRPr>
                </a:p>
              </p:txBody>
            </p:sp>
            <p:sp>
              <p:nvSpPr>
                <p:cNvPr id="183356" name="Rectangle 148">
                  <a:extLst>
                    <a:ext uri="{FF2B5EF4-FFF2-40B4-BE49-F238E27FC236}">
                      <a16:creationId xmlns:a16="http://schemas.microsoft.com/office/drawing/2014/main" id="{F679610E-CE18-43CF-8E02-ED7FA20B0501}"/>
                    </a:ext>
                  </a:extLst>
                </p:cNvPr>
                <p:cNvSpPr>
                  <a:spLocks noChangeArrowheads="1"/>
                </p:cNvSpPr>
                <p:nvPr/>
              </p:nvSpPr>
              <p:spPr bwMode="auto">
                <a:xfrm>
                  <a:off x="2673" y="2538"/>
                  <a:ext cx="620" cy="327"/>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nvGrpSpPr>
              <p:cNvPr id="183352" name="Group 149">
                <a:extLst>
                  <a:ext uri="{FF2B5EF4-FFF2-40B4-BE49-F238E27FC236}">
                    <a16:creationId xmlns:a16="http://schemas.microsoft.com/office/drawing/2014/main" id="{694F4A4A-E643-4894-8A5D-D8E54A85A9E1}"/>
                  </a:ext>
                </a:extLst>
              </p:cNvPr>
              <p:cNvGrpSpPr>
                <a:grpSpLocks/>
              </p:cNvGrpSpPr>
              <p:nvPr/>
            </p:nvGrpSpPr>
            <p:grpSpPr bwMode="auto">
              <a:xfrm>
                <a:off x="3293" y="2534"/>
                <a:ext cx="618" cy="331"/>
                <a:chOff x="3293" y="2534"/>
                <a:chExt cx="618" cy="331"/>
              </a:xfrm>
            </p:grpSpPr>
            <p:sp>
              <p:nvSpPr>
                <p:cNvPr id="183353" name="Rectangle 150">
                  <a:extLst>
                    <a:ext uri="{FF2B5EF4-FFF2-40B4-BE49-F238E27FC236}">
                      <a16:creationId xmlns:a16="http://schemas.microsoft.com/office/drawing/2014/main" id="{75B12A88-89F2-4CC9-A33F-E4CEE28EE1CE}"/>
                    </a:ext>
                  </a:extLst>
                </p:cNvPr>
                <p:cNvSpPr>
                  <a:spLocks noChangeArrowheads="1"/>
                </p:cNvSpPr>
                <p:nvPr/>
              </p:nvSpPr>
              <p:spPr bwMode="auto">
                <a:xfrm>
                  <a:off x="3300" y="2534"/>
                  <a:ext cx="61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lnSpc>
                      <a:spcPct val="100000"/>
                    </a:lnSpc>
                    <a:spcBef>
                      <a:spcPct val="0"/>
                    </a:spcBef>
                    <a:buClrTx/>
                    <a:buSzTx/>
                    <a:buFontTx/>
                    <a:buNone/>
                  </a:pPr>
                  <a:r>
                    <a:rPr lang="en-US" altLang="zh-CN" sz="1200" b="1">
                      <a:latin typeface="Gill Sans MT (正文)"/>
                      <a:ea typeface="宋体" panose="02010600030101010101" pitchFamily="2" charset="-122"/>
                    </a:rPr>
                    <a:t>Remote communication</a:t>
                  </a:r>
                  <a:endParaRPr lang="zh-CN" altLang="en-US" sz="1200" b="1">
                    <a:latin typeface="Gill Sans MT (正文)"/>
                    <a:ea typeface="宋体" panose="02010600030101010101" pitchFamily="2" charset="-122"/>
                  </a:endParaRPr>
                </a:p>
              </p:txBody>
            </p:sp>
            <p:sp>
              <p:nvSpPr>
                <p:cNvPr id="183354" name="Rectangle 151">
                  <a:extLst>
                    <a:ext uri="{FF2B5EF4-FFF2-40B4-BE49-F238E27FC236}">
                      <a16:creationId xmlns:a16="http://schemas.microsoft.com/office/drawing/2014/main" id="{439EC06B-00BD-42C0-87A3-D7745C418F8A}"/>
                    </a:ext>
                  </a:extLst>
                </p:cNvPr>
                <p:cNvSpPr>
                  <a:spLocks noChangeArrowheads="1"/>
                </p:cNvSpPr>
                <p:nvPr/>
              </p:nvSpPr>
              <p:spPr bwMode="auto">
                <a:xfrm>
                  <a:off x="3293" y="2538"/>
                  <a:ext cx="592" cy="327"/>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grpSp>
        <p:sp>
          <p:nvSpPr>
            <p:cNvPr id="183303" name="Rectangle 152">
              <a:extLst>
                <a:ext uri="{FF2B5EF4-FFF2-40B4-BE49-F238E27FC236}">
                  <a16:creationId xmlns:a16="http://schemas.microsoft.com/office/drawing/2014/main" id="{3164B598-8A49-48B1-B4B1-D656194CE384}"/>
                </a:ext>
              </a:extLst>
            </p:cNvPr>
            <p:cNvSpPr>
              <a:spLocks noChangeArrowheads="1"/>
            </p:cNvSpPr>
            <p:nvPr/>
          </p:nvSpPr>
          <p:spPr bwMode="auto">
            <a:xfrm>
              <a:off x="-3" y="-3"/>
              <a:ext cx="3891" cy="2871"/>
            </a:xfrm>
            <a:prstGeom prst="rect">
              <a:avLst/>
            </a:prstGeom>
            <a:noFill/>
            <a:ln w="222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nchor="ct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lnSpc>
                  <a:spcPct val="100000"/>
                </a:lnSpc>
                <a:spcBef>
                  <a:spcPct val="0"/>
                </a:spcBef>
                <a:buClrTx/>
                <a:buSzTx/>
                <a:buFontTx/>
                <a:buNone/>
              </a:pPr>
              <a:endParaRPr kumimoji="1" lang="zh-CN" altLang="en-US" sz="1200">
                <a:latin typeface="Gill Sans MT (正文)"/>
                <a:ea typeface="宋体" panose="02010600030101010101" pitchFamily="2" charset="-122"/>
              </a:endParaRPr>
            </a:p>
          </p:txBody>
        </p:sp>
      </p:grpSp>
    </p:spTree>
    <p:extLst>
      <p:ext uri="{BB962C8B-B14F-4D97-AF65-F5344CB8AC3E}">
        <p14:creationId xmlns:p14="http://schemas.microsoft.com/office/powerpoint/2010/main" val="24324567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标题 1">
            <a:extLst>
              <a:ext uri="{FF2B5EF4-FFF2-40B4-BE49-F238E27FC236}">
                <a16:creationId xmlns:a16="http://schemas.microsoft.com/office/drawing/2014/main" id="{EAC70425-94AB-476B-B0FB-AA2E5DF0C9E8}"/>
              </a:ext>
            </a:extLst>
          </p:cNvPr>
          <p:cNvSpPr>
            <a:spLocks noGrp="1" noChangeArrowheads="1"/>
          </p:cNvSpPr>
          <p:nvPr>
            <p:ph type="title"/>
          </p:nvPr>
        </p:nvSpPr>
        <p:spPr/>
        <p:txBody>
          <a:bodyPr/>
          <a:lstStyle/>
          <a:p>
            <a:r>
              <a:rPr lang="en-US" altLang="zh-CN" sz="3600">
                <a:ea typeface="ＭＳ Ｐゴシック" panose="020B0600070205080204" pitchFamily="34" charset="-128"/>
              </a:rPr>
              <a:t>*Commonly used physical layer</a:t>
            </a:r>
            <a:br>
              <a:rPr lang="en-US" altLang="zh-CN" sz="3600">
                <a:ea typeface="ＭＳ Ｐゴシック" panose="020B0600070205080204" pitchFamily="34" charset="-128"/>
              </a:rPr>
            </a:br>
            <a:r>
              <a:rPr lang="en-US" altLang="zh-CN" sz="3600">
                <a:ea typeface="ＭＳ Ｐゴシック" panose="020B0600070205080204" pitchFamily="34" charset="-128"/>
              </a:rPr>
              <a:t> interface standards</a:t>
            </a:r>
            <a:endParaRPr lang="zh-CN" altLang="en-US" sz="3600">
              <a:ea typeface="ＭＳ Ｐゴシック" panose="020B0600070205080204" pitchFamily="34" charset="-128"/>
            </a:endParaRPr>
          </a:p>
        </p:txBody>
      </p:sp>
      <p:sp>
        <p:nvSpPr>
          <p:cNvPr id="184323" name="内容占位符 2">
            <a:extLst>
              <a:ext uri="{FF2B5EF4-FFF2-40B4-BE49-F238E27FC236}">
                <a16:creationId xmlns:a16="http://schemas.microsoft.com/office/drawing/2014/main" id="{114F5771-A63F-44A6-8435-669F9EF00F1E}"/>
              </a:ext>
            </a:extLst>
          </p:cNvPr>
          <p:cNvSpPr>
            <a:spLocks noGrp="1" noChangeArrowheads="1"/>
          </p:cNvSpPr>
          <p:nvPr>
            <p:ph idx="1"/>
          </p:nvPr>
        </p:nvSpPr>
        <p:spPr/>
        <p:txBody>
          <a:bodyPr/>
          <a:lstStyle/>
          <a:p>
            <a:pPr eaLnBrk="1" hangingPunct="1"/>
            <a:r>
              <a:rPr lang="en-US" altLang="zh-CN">
                <a:latin typeface="Comic Sans MS" panose="030F0702030302020204" pitchFamily="66" charset="0"/>
                <a:ea typeface="ＭＳ Ｐゴシック" panose="020B0600070205080204" pitchFamily="34" charset="-128"/>
              </a:rPr>
              <a:t>EIA-232-E interface standard</a:t>
            </a:r>
          </a:p>
          <a:p>
            <a:pPr eaLnBrk="1" hangingPunct="1"/>
            <a:r>
              <a:rPr lang="en-US" altLang="zh-CN">
                <a:latin typeface="Comic Sans MS" panose="030F0702030302020204" pitchFamily="66" charset="0"/>
                <a:ea typeface="ＭＳ Ｐゴシック" panose="020B0600070205080204" pitchFamily="34" charset="-128"/>
              </a:rPr>
              <a:t>RS-449 interface standard</a:t>
            </a:r>
          </a:p>
          <a:p>
            <a:pPr eaLnBrk="1" hangingPunct="1"/>
            <a:r>
              <a:rPr lang="en-US" altLang="zh-CN">
                <a:latin typeface="Comic Sans MS" panose="030F0702030302020204" pitchFamily="66" charset="0"/>
                <a:ea typeface="ＭＳ Ｐゴシック" panose="020B0600070205080204" pitchFamily="34" charset="-128"/>
              </a:rPr>
              <a:t>RS-485 interface standard</a:t>
            </a:r>
          </a:p>
          <a:p>
            <a:pPr eaLnBrk="1" hangingPunct="1"/>
            <a:r>
              <a:rPr lang="en-US" altLang="zh-CN">
                <a:latin typeface="Comic Sans MS" panose="030F0702030302020204" pitchFamily="66" charset="0"/>
                <a:ea typeface="ＭＳ Ｐゴシック" panose="020B0600070205080204" pitchFamily="34" charset="-128"/>
              </a:rPr>
              <a:t>CAN interface standard</a:t>
            </a:r>
          </a:p>
          <a:p>
            <a:pPr eaLnBrk="1" hangingPunct="1"/>
            <a:r>
              <a:rPr lang="en-US" altLang="zh-CN">
                <a:latin typeface="Comic Sans MS" panose="030F0702030302020204" pitchFamily="66" charset="0"/>
                <a:ea typeface="ＭＳ Ｐゴシック" panose="020B0600070205080204" pitchFamily="34" charset="-128"/>
              </a:rPr>
              <a:t>PROFIBUS interface standard</a:t>
            </a:r>
          </a:p>
          <a:p>
            <a:pPr eaLnBrk="1" hangingPunct="1"/>
            <a:r>
              <a:rPr lang="en-US" altLang="zh-CN">
                <a:latin typeface="Comic Sans MS" panose="030F0702030302020204" pitchFamily="66" charset="0"/>
                <a:ea typeface="ＭＳ Ｐゴシック" panose="020B0600070205080204" pitchFamily="34" charset="-128"/>
              </a:rPr>
              <a:t>…….</a:t>
            </a:r>
            <a:endParaRPr lang="zh-CN" altLang="en-US">
              <a:latin typeface="Comic Sans MS" panose="030F0702030302020204" pitchFamily="66" charset="0"/>
              <a:ea typeface="ＭＳ Ｐゴシック" panose="020B0600070205080204" pitchFamily="34" charset="-128"/>
            </a:endParaRPr>
          </a:p>
          <a:p>
            <a:endParaRPr lang="zh-CN" altLang="en-US">
              <a:ea typeface="ＭＳ Ｐゴシック" panose="020B0600070205080204" pitchFamily="34" charset="-128"/>
            </a:endParaRPr>
          </a:p>
        </p:txBody>
      </p:sp>
      <p:sp>
        <p:nvSpPr>
          <p:cNvPr id="184325" name="灯片编号占位符 4">
            <a:extLst>
              <a:ext uri="{FF2B5EF4-FFF2-40B4-BE49-F238E27FC236}">
                <a16:creationId xmlns:a16="http://schemas.microsoft.com/office/drawing/2014/main" id="{C30C11C8-2873-4B1E-8A07-169D554E6CE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1DC446A0-8D23-4315-99F8-87C2389A7691}" type="slidenum">
              <a:rPr lang="en-US" altLang="zh-CN" sz="1200" smtClean="0">
                <a:latin typeface="Tahoma" panose="020B0604030504040204" pitchFamily="34" charset="0"/>
              </a:rPr>
              <a:pPr>
                <a:lnSpc>
                  <a:spcPct val="100000"/>
                </a:lnSpc>
                <a:spcBef>
                  <a:spcPct val="0"/>
                </a:spcBef>
                <a:buClrTx/>
                <a:buSzTx/>
                <a:buFontTx/>
                <a:buNone/>
              </a:pPr>
              <a:t>63</a:t>
            </a:fld>
            <a:endParaRPr lang="en-US" altLang="zh-CN" sz="1200" dirty="0">
              <a:latin typeface="Tahoma" panose="020B0604030504040204" pitchFamily="34" charset="0"/>
            </a:endParaRPr>
          </a:p>
        </p:txBody>
      </p:sp>
    </p:spTree>
    <p:extLst>
      <p:ext uri="{BB962C8B-B14F-4D97-AF65-F5344CB8AC3E}">
        <p14:creationId xmlns:p14="http://schemas.microsoft.com/office/powerpoint/2010/main" val="20655505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标题 1">
            <a:extLst>
              <a:ext uri="{FF2B5EF4-FFF2-40B4-BE49-F238E27FC236}">
                <a16:creationId xmlns:a16="http://schemas.microsoft.com/office/drawing/2014/main" id="{90D77E99-5BB5-4694-819D-55116AC5BB31}"/>
              </a:ext>
            </a:extLst>
          </p:cNvPr>
          <p:cNvSpPr>
            <a:spLocks noGrp="1" noChangeArrowheads="1"/>
          </p:cNvSpPr>
          <p:nvPr>
            <p:ph type="title"/>
          </p:nvPr>
        </p:nvSpPr>
        <p:spPr/>
        <p:txBody>
          <a:bodyPr/>
          <a:lstStyle/>
          <a:p>
            <a:r>
              <a:rPr lang="en-US" altLang="zh-CN">
                <a:ea typeface="ＭＳ Ｐゴシック" panose="020B0600070205080204" pitchFamily="34" charset="-128"/>
              </a:rPr>
              <a:t>Recap of the Physical Layer</a:t>
            </a:r>
            <a:endParaRPr lang="zh-CN" altLang="en-US">
              <a:ea typeface="ＭＳ Ｐゴシック" panose="020B0600070205080204" pitchFamily="34" charset="-128"/>
            </a:endParaRPr>
          </a:p>
        </p:txBody>
      </p:sp>
      <p:sp>
        <p:nvSpPr>
          <p:cNvPr id="185347" name="内容占位符 2">
            <a:extLst>
              <a:ext uri="{FF2B5EF4-FFF2-40B4-BE49-F238E27FC236}">
                <a16:creationId xmlns:a16="http://schemas.microsoft.com/office/drawing/2014/main" id="{9504916D-5FD0-444F-86DF-511BDA499277}"/>
              </a:ext>
            </a:extLst>
          </p:cNvPr>
          <p:cNvSpPr>
            <a:spLocks noGrp="1" noChangeArrowheads="1"/>
          </p:cNvSpPr>
          <p:nvPr>
            <p:ph idx="1"/>
          </p:nvPr>
        </p:nvSpPr>
        <p:spPr>
          <a:xfrm>
            <a:off x="533400" y="1611313"/>
            <a:ext cx="7939088" cy="4648200"/>
          </a:xfrm>
        </p:spPr>
        <p:txBody>
          <a:bodyPr/>
          <a:lstStyle/>
          <a:p>
            <a:r>
              <a:rPr lang="en-US" altLang="zh-CN" dirty="0">
                <a:ea typeface="ＭＳ Ｐゴシック" panose="020B0600070205080204" pitchFamily="34" charset="-128"/>
              </a:rPr>
              <a:t>The function of the physical layer and the issues to be considered</a:t>
            </a:r>
          </a:p>
          <a:p>
            <a:r>
              <a:rPr lang="en-US" altLang="zh-CN" dirty="0">
                <a:ea typeface="ＭＳ Ｐゴシック" panose="020B0600070205080204" pitchFamily="34" charset="-128"/>
              </a:rPr>
              <a:t>Four important characteristics of the physical layer</a:t>
            </a:r>
          </a:p>
          <a:p>
            <a:r>
              <a:rPr lang="en-US" altLang="zh-CN" dirty="0">
                <a:ea typeface="ＭＳ Ｐゴシック" panose="020B0600070205080204" pitchFamily="34" charset="-128"/>
              </a:rPr>
              <a:t>The contents of the physical layer protocol</a:t>
            </a:r>
          </a:p>
          <a:p>
            <a:r>
              <a:rPr lang="en-US" altLang="zh-CN" dirty="0">
                <a:ea typeface="ＭＳ Ｐゴシック" panose="020B0600070205080204" pitchFamily="34" charset="-128"/>
              </a:rPr>
              <a:t>Some Basic Concepts in Data Communication</a:t>
            </a:r>
          </a:p>
          <a:p>
            <a:r>
              <a:rPr lang="en-US" altLang="zh-CN" dirty="0">
                <a:ea typeface="ＭＳ Ｐゴシック" panose="020B0600070205080204" pitchFamily="34" charset="-128"/>
              </a:rPr>
              <a:t>Nyquist's Law and Shannon's Formula</a:t>
            </a:r>
          </a:p>
          <a:p>
            <a:r>
              <a:rPr lang="en-US" altLang="zh-CN" dirty="0">
                <a:ea typeface="ＭＳ Ｐゴシック" panose="020B0600070205080204" pitchFamily="34" charset="-128"/>
              </a:rPr>
              <a:t>Signal Coding Technology and Multiplexing Technology</a:t>
            </a:r>
          </a:p>
          <a:p>
            <a:r>
              <a:rPr lang="en-US" altLang="zh-CN" dirty="0">
                <a:ea typeface="ＭＳ Ｐゴシック" panose="020B0600070205080204" pitchFamily="34" charset="-128"/>
              </a:rPr>
              <a:t>Commonly used transmission medias</a:t>
            </a:r>
          </a:p>
          <a:p>
            <a:r>
              <a:rPr lang="en-US" altLang="zh-CN" dirty="0">
                <a:ea typeface="ＭＳ Ｐゴシック" panose="020B0600070205080204" pitchFamily="34" charset="-128"/>
              </a:rPr>
              <a:t>Commonly used physical layer interface standards</a:t>
            </a:r>
          </a:p>
        </p:txBody>
      </p:sp>
      <p:sp>
        <p:nvSpPr>
          <p:cNvPr id="185349" name="灯片编号占位符 4">
            <a:extLst>
              <a:ext uri="{FF2B5EF4-FFF2-40B4-BE49-F238E27FC236}">
                <a16:creationId xmlns:a16="http://schemas.microsoft.com/office/drawing/2014/main" id="{21CE7A96-B8B0-4C3A-874D-4FDEEE15D75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0"/>
              </a:buClr>
              <a:buFont typeface="Arial" panose="020B0604020202020204" pitchFamily="34" charset="0"/>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zh-CN" sz="1200" dirty="0">
                <a:latin typeface="Tahoma" panose="020B0604030504040204" pitchFamily="34" charset="0"/>
              </a:rPr>
              <a:t>2-</a:t>
            </a:r>
            <a:fld id="{D3E5B644-52F0-46CD-B5CF-9D2CD1E35674}" type="slidenum">
              <a:rPr lang="en-US" altLang="zh-CN" sz="1200" smtClean="0">
                <a:latin typeface="Tahoma" panose="020B0604030504040204" pitchFamily="34" charset="0"/>
              </a:rPr>
              <a:pPr>
                <a:lnSpc>
                  <a:spcPct val="100000"/>
                </a:lnSpc>
                <a:spcBef>
                  <a:spcPct val="0"/>
                </a:spcBef>
                <a:buClrTx/>
                <a:buSzTx/>
                <a:buFontTx/>
                <a:buNone/>
              </a:pPr>
              <a:t>64</a:t>
            </a:fld>
            <a:endParaRPr lang="en-US" altLang="zh-CN" sz="1200" dirty="0">
              <a:latin typeface="Tahoma" panose="020B0604030504040204" pitchFamily="34" charset="0"/>
            </a:endParaRPr>
          </a:p>
        </p:txBody>
      </p:sp>
    </p:spTree>
    <p:extLst>
      <p:ext uri="{BB962C8B-B14F-4D97-AF65-F5344CB8AC3E}">
        <p14:creationId xmlns:p14="http://schemas.microsoft.com/office/powerpoint/2010/main" val="4973103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noChangeArrowheads="1"/>
          </p:cNvSpPr>
          <p:nvPr>
            <p:ph type="title"/>
          </p:nvPr>
        </p:nvSpPr>
        <p:spPr>
          <a:xfrm>
            <a:off x="533400" y="334963"/>
            <a:ext cx="7772400" cy="1143000"/>
          </a:xfrm>
        </p:spPr>
        <p:txBody>
          <a:bodyPr/>
          <a:lstStyle/>
          <a:p>
            <a:r>
              <a:rPr lang="en-US" altLang="zh-CN" sz="3600" dirty="0">
                <a:latin typeface="Comic Sans MS" pitchFamily="66" charset="0"/>
                <a:ea typeface="ＭＳ Ｐゴシック" pitchFamily="34" charset="-128"/>
              </a:rPr>
              <a:t>Exercise-1</a:t>
            </a:r>
            <a:endParaRPr lang="zh-CN" altLang="en-US" sz="3600" dirty="0">
              <a:latin typeface="Comic Sans MS" pitchFamily="66" charset="0"/>
              <a:ea typeface="ＭＳ Ｐゴシック" pitchFamily="34" charset="-128"/>
            </a:endParaRPr>
          </a:p>
        </p:txBody>
      </p:sp>
      <p:sp>
        <p:nvSpPr>
          <p:cNvPr id="57347" name="内容占位符 2"/>
          <p:cNvSpPr>
            <a:spLocks noGrp="1" noChangeArrowheads="1"/>
          </p:cNvSpPr>
          <p:nvPr>
            <p:ph idx="1"/>
          </p:nvPr>
        </p:nvSpPr>
        <p:spPr>
          <a:xfrm>
            <a:off x="304800" y="1611313"/>
            <a:ext cx="7915275" cy="4648200"/>
          </a:xfrm>
        </p:spPr>
        <p:txBody>
          <a:bodyPr/>
          <a:lstStyle/>
          <a:p>
            <a:pPr marL="0" indent="0">
              <a:buAutoNum type="arabicPeriod"/>
            </a:pPr>
            <a:r>
              <a:rPr lang="en-US" altLang="zh-CN" sz="2400" dirty="0">
                <a:latin typeface="Comic Sans MS" pitchFamily="66" charset="0"/>
                <a:ea typeface="ＭＳ Ｐゴシック" pitchFamily="34" charset="-128"/>
              </a:rPr>
              <a:t>In the physical layer interface characteristics, the time sequence used to describe the completion of each function is</a:t>
            </a:r>
          </a:p>
          <a:p>
            <a:pPr marL="0" indent="0">
              <a:buNone/>
            </a:pPr>
            <a:r>
              <a:rPr lang="en-US" altLang="zh-CN" sz="2400" dirty="0">
                <a:latin typeface="Comic Sans MS" pitchFamily="66" charset="0"/>
                <a:ea typeface="宋体" pitchFamily="2" charset="-122"/>
              </a:rPr>
              <a:t>A. Mechanical Characteristics   </a:t>
            </a:r>
          </a:p>
          <a:p>
            <a:pPr marL="0" indent="0">
              <a:buNone/>
            </a:pPr>
            <a:r>
              <a:rPr lang="en-US" altLang="zh-CN" sz="2400" dirty="0">
                <a:latin typeface="Comic Sans MS" pitchFamily="66" charset="0"/>
                <a:ea typeface="宋体" pitchFamily="2" charset="-122"/>
              </a:rPr>
              <a:t>B. Electrical Characteristics </a:t>
            </a:r>
          </a:p>
          <a:p>
            <a:pPr marL="0" indent="0">
              <a:buNone/>
            </a:pPr>
            <a:r>
              <a:rPr lang="en-US" altLang="zh-CN" sz="2400" dirty="0">
                <a:latin typeface="Comic Sans MS" pitchFamily="66" charset="0"/>
                <a:ea typeface="宋体" pitchFamily="2" charset="-122"/>
              </a:rPr>
              <a:t>C. Functional Characteristics   </a:t>
            </a:r>
          </a:p>
          <a:p>
            <a:pPr marL="0" indent="0">
              <a:buNone/>
            </a:pPr>
            <a:r>
              <a:rPr lang="en-US" altLang="zh-CN" sz="2400" dirty="0">
                <a:latin typeface="Comic Sans MS" pitchFamily="66" charset="0"/>
                <a:ea typeface="宋体" pitchFamily="2" charset="-122"/>
              </a:rPr>
              <a:t>D. </a:t>
            </a:r>
            <a:r>
              <a:rPr lang="en-US" altLang="zh-CN" sz="2400" dirty="0">
                <a:latin typeface="Comic Sans MS" pitchFamily="66" charset="0"/>
                <a:ea typeface="ＭＳ Ｐゴシック" pitchFamily="34" charset="-128"/>
              </a:rPr>
              <a:t>Procedural Characteristics</a:t>
            </a:r>
          </a:p>
          <a:p>
            <a:pPr marL="0" indent="0">
              <a:buNone/>
            </a:pPr>
            <a:endParaRPr lang="en-US" altLang="zh-CN" sz="2400" dirty="0">
              <a:solidFill>
                <a:srgbClr val="FF0000"/>
              </a:solidFill>
              <a:latin typeface="Comic Sans MS" pitchFamily="66" charset="0"/>
              <a:ea typeface="宋体" pitchFamily="2" charset="-122"/>
            </a:endParaRPr>
          </a:p>
          <a:p>
            <a:pPr marL="0" indent="0" algn="just">
              <a:buNone/>
            </a:pPr>
            <a:r>
              <a:rPr lang="en-US" altLang="zh-CN" sz="2400" dirty="0">
                <a:latin typeface="Comic Sans MS" pitchFamily="66" charset="0"/>
                <a:ea typeface="宋体" pitchFamily="2" charset="-122"/>
              </a:rPr>
              <a:t>2. Among the following options, that do not belong to the definition scope of physical layer interface specification is</a:t>
            </a:r>
          </a:p>
          <a:p>
            <a:pPr marL="0" indent="0" algn="just">
              <a:buNone/>
            </a:pPr>
            <a:r>
              <a:rPr lang="en-US" altLang="zh-CN" sz="2400" dirty="0">
                <a:latin typeface="Comic Sans MS" pitchFamily="66" charset="0"/>
                <a:ea typeface="宋体" pitchFamily="2" charset="-122"/>
              </a:rPr>
              <a:t>A. interface shape   B. pin function </a:t>
            </a:r>
          </a:p>
          <a:p>
            <a:pPr marL="0" indent="0" algn="just">
              <a:buNone/>
            </a:pPr>
            <a:r>
              <a:rPr lang="en-US" altLang="zh-CN" sz="2400" dirty="0">
                <a:latin typeface="Comic Sans MS" pitchFamily="66" charset="0"/>
                <a:ea typeface="宋体" pitchFamily="2" charset="-122"/>
              </a:rPr>
              <a:t>C. physical address  D. signal level</a:t>
            </a:r>
          </a:p>
          <a:p>
            <a:pPr marL="0" indent="0">
              <a:buNone/>
            </a:pPr>
            <a:endParaRPr lang="en-US" altLang="zh-CN" sz="2400" dirty="0">
              <a:latin typeface="Comic Sans MS" pitchFamily="66" charset="0"/>
              <a:ea typeface="ＭＳ Ｐゴシック" pitchFamily="34" charset="-128"/>
            </a:endParaRPr>
          </a:p>
        </p:txBody>
      </p:sp>
      <p:sp>
        <p:nvSpPr>
          <p:cNvPr id="57349" name="灯片编号占位符 4"/>
          <p:cNvSpPr>
            <a:spLocks noGrp="1" noChangeArrowheads="1"/>
          </p:cNvSpPr>
          <p:nvPr>
            <p:ph type="sldNum" sz="quarter" idx="12"/>
          </p:nvPr>
        </p:nvSpPr>
        <p:spPr>
          <a:noFill/>
        </p:spPr>
        <p:txBody>
          <a:bodyPr/>
          <a:lstStyle/>
          <a:p>
            <a:r>
              <a:rPr lang="en-US" altLang="zh-CN" dirty="0"/>
              <a:t>2-</a:t>
            </a:r>
            <a:fld id="{1E8B5747-F1CE-4BE2-8756-E553FD4610CD}" type="slidenum">
              <a:rPr lang="en-US" altLang="zh-CN" smtClean="0"/>
              <a:pPr/>
              <a:t>65</a:t>
            </a:fld>
            <a:endParaRPr lang="en-US" altLang="zh-CN" dirty="0"/>
          </a:p>
        </p:txBody>
      </p:sp>
    </p:spTree>
    <p:extLst>
      <p:ext uri="{BB962C8B-B14F-4D97-AF65-F5344CB8AC3E}">
        <p14:creationId xmlns:p14="http://schemas.microsoft.com/office/powerpoint/2010/main" val="190808273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noChangeArrowheads="1"/>
          </p:cNvSpPr>
          <p:nvPr>
            <p:ph type="title"/>
          </p:nvPr>
        </p:nvSpPr>
        <p:spPr>
          <a:xfrm>
            <a:off x="533400" y="334963"/>
            <a:ext cx="7772400" cy="1143000"/>
          </a:xfrm>
        </p:spPr>
        <p:txBody>
          <a:bodyPr/>
          <a:lstStyle/>
          <a:p>
            <a:r>
              <a:rPr lang="en-US" altLang="zh-CN" sz="3600" dirty="0">
                <a:latin typeface="Comic Sans MS" pitchFamily="66" charset="0"/>
                <a:ea typeface="ＭＳ Ｐゴシック" pitchFamily="34" charset="-128"/>
              </a:rPr>
              <a:t>Exercise-2</a:t>
            </a:r>
            <a:endParaRPr lang="zh-CN" altLang="en-US" sz="3600" dirty="0">
              <a:latin typeface="Comic Sans MS" pitchFamily="66" charset="0"/>
              <a:ea typeface="ＭＳ Ｐゴシック" pitchFamily="34" charset="-128"/>
            </a:endParaRPr>
          </a:p>
        </p:txBody>
      </p:sp>
      <p:sp>
        <p:nvSpPr>
          <p:cNvPr id="57347" name="内容占位符 2"/>
          <p:cNvSpPr>
            <a:spLocks noGrp="1" noChangeArrowheads="1"/>
          </p:cNvSpPr>
          <p:nvPr>
            <p:ph idx="1"/>
          </p:nvPr>
        </p:nvSpPr>
        <p:spPr>
          <a:xfrm>
            <a:off x="304800" y="1611313"/>
            <a:ext cx="7915275" cy="4648200"/>
          </a:xfrm>
        </p:spPr>
        <p:txBody>
          <a:bodyPr/>
          <a:lstStyle/>
          <a:p>
            <a:pPr marL="0" indent="0" algn="just">
              <a:buAutoNum type="arabicPeriod"/>
            </a:pPr>
            <a:r>
              <a:rPr lang="en-US" altLang="zh-CN" sz="2400" dirty="0">
                <a:latin typeface="Comic Sans MS" pitchFamily="66" charset="0"/>
                <a:ea typeface="ＭＳ Ｐゴシック" pitchFamily="34" charset="-128"/>
              </a:rPr>
              <a:t> Under the condition of no noise, if the frequency bandwidth of a communication link is 3kHz and QAM modulation technology with four phases and four amplitudes in each phase is adopted, the maximum data transmission rate of the communication link is</a:t>
            </a:r>
          </a:p>
          <a:p>
            <a:pPr marL="0" indent="0" algn="just">
              <a:buNone/>
            </a:pPr>
            <a:r>
              <a:rPr lang="en-US" altLang="zh-CN" sz="2400" dirty="0">
                <a:latin typeface="Comic Sans MS" pitchFamily="66" charset="0"/>
                <a:ea typeface="宋体" pitchFamily="2" charset="-122"/>
              </a:rPr>
              <a:t>A. 12kbps B. 24kbps C. 48kbps D. </a:t>
            </a:r>
            <a:r>
              <a:rPr lang="en-US" altLang="zh-CN" sz="2400" dirty="0">
                <a:latin typeface="Comic Sans MS" pitchFamily="66" charset="0"/>
                <a:ea typeface="ＭＳ Ｐゴシック" pitchFamily="34" charset="-128"/>
              </a:rPr>
              <a:t>96kbps</a:t>
            </a:r>
          </a:p>
          <a:p>
            <a:pPr marL="0" indent="0">
              <a:buNone/>
            </a:pPr>
            <a:endParaRPr lang="en-US" altLang="zh-CN" sz="2400" dirty="0">
              <a:solidFill>
                <a:srgbClr val="FF0000"/>
              </a:solidFill>
              <a:latin typeface="Comic Sans MS" pitchFamily="66" charset="0"/>
              <a:ea typeface="宋体" pitchFamily="2" charset="-122"/>
            </a:endParaRPr>
          </a:p>
          <a:p>
            <a:pPr marL="0" indent="0" algn="just">
              <a:buNone/>
            </a:pPr>
            <a:r>
              <a:rPr lang="en-US" altLang="zh-CN" sz="2400" dirty="0">
                <a:latin typeface="Comic Sans MS" pitchFamily="66" charset="0"/>
                <a:ea typeface="宋体" pitchFamily="2" charset="-122"/>
              </a:rPr>
              <a:t>2. If the data transmission rate of a communication link is 2400bps and 4-phase modulation is adopted , the baud rate of          the  link is </a:t>
            </a:r>
          </a:p>
          <a:p>
            <a:pPr marL="0" indent="0" algn="just">
              <a:buNone/>
            </a:pPr>
            <a:r>
              <a:rPr lang="en-US" altLang="zh-CN" sz="2400" dirty="0">
                <a:latin typeface="Comic Sans MS" pitchFamily="66" charset="0"/>
                <a:ea typeface="宋体" pitchFamily="2" charset="-122"/>
              </a:rPr>
              <a:t>A.  600 baud   B.  1200 baud </a:t>
            </a:r>
          </a:p>
          <a:p>
            <a:pPr marL="0" indent="0" algn="just">
              <a:buNone/>
            </a:pPr>
            <a:r>
              <a:rPr lang="en-US" altLang="zh-CN" sz="2400" dirty="0">
                <a:latin typeface="Comic Sans MS" pitchFamily="66" charset="0"/>
                <a:ea typeface="宋体" pitchFamily="2" charset="-122"/>
              </a:rPr>
              <a:t>C. 4800  baud  D . 9600 baud </a:t>
            </a:r>
          </a:p>
          <a:p>
            <a:pPr marL="0" indent="0">
              <a:buNone/>
            </a:pPr>
            <a:endParaRPr lang="en-US" altLang="zh-CN" sz="2400" dirty="0">
              <a:latin typeface="Comic Sans MS" pitchFamily="66" charset="0"/>
              <a:ea typeface="ＭＳ Ｐゴシック" pitchFamily="34" charset="-128"/>
            </a:endParaRPr>
          </a:p>
        </p:txBody>
      </p:sp>
      <p:sp>
        <p:nvSpPr>
          <p:cNvPr id="57349" name="灯片编号占位符 4"/>
          <p:cNvSpPr>
            <a:spLocks noGrp="1" noChangeArrowheads="1"/>
          </p:cNvSpPr>
          <p:nvPr>
            <p:ph type="sldNum" sz="quarter" idx="12"/>
          </p:nvPr>
        </p:nvSpPr>
        <p:spPr>
          <a:noFill/>
        </p:spPr>
        <p:txBody>
          <a:bodyPr/>
          <a:lstStyle/>
          <a:p>
            <a:r>
              <a:rPr lang="en-US" altLang="zh-CN" dirty="0"/>
              <a:t>2-</a:t>
            </a:r>
            <a:fld id="{1E8B5747-F1CE-4BE2-8756-E553FD4610CD}" type="slidenum">
              <a:rPr lang="en-US" altLang="zh-CN" smtClean="0"/>
              <a:pPr/>
              <a:t>66</a:t>
            </a:fld>
            <a:endParaRPr lang="en-US" altLang="zh-CN" dirty="0"/>
          </a:p>
        </p:txBody>
      </p:sp>
    </p:spTree>
    <p:extLst>
      <p:ext uri="{BB962C8B-B14F-4D97-AF65-F5344CB8AC3E}">
        <p14:creationId xmlns:p14="http://schemas.microsoft.com/office/powerpoint/2010/main" val="8040675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noChangeArrowheads="1"/>
          </p:cNvSpPr>
          <p:nvPr>
            <p:ph type="title"/>
          </p:nvPr>
        </p:nvSpPr>
        <p:spPr>
          <a:xfrm>
            <a:off x="533400" y="334963"/>
            <a:ext cx="7772400" cy="1143000"/>
          </a:xfrm>
        </p:spPr>
        <p:txBody>
          <a:bodyPr/>
          <a:lstStyle/>
          <a:p>
            <a:r>
              <a:rPr lang="en-US" altLang="zh-CN" sz="3600" dirty="0">
                <a:latin typeface="Comic Sans MS" pitchFamily="66" charset="0"/>
                <a:ea typeface="ＭＳ Ｐゴシック" pitchFamily="34" charset="-128"/>
              </a:rPr>
              <a:t>Exercise-2</a:t>
            </a:r>
            <a:endParaRPr lang="zh-CN" altLang="en-US" sz="3600" dirty="0">
              <a:latin typeface="Comic Sans MS" pitchFamily="66" charset="0"/>
              <a:ea typeface="ＭＳ Ｐゴシック" pitchFamily="34" charset="-128"/>
            </a:endParaRPr>
          </a:p>
        </p:txBody>
      </p:sp>
      <p:sp>
        <p:nvSpPr>
          <p:cNvPr id="57347" name="内容占位符 2"/>
          <p:cNvSpPr>
            <a:spLocks noGrp="1" noChangeArrowheads="1"/>
          </p:cNvSpPr>
          <p:nvPr>
            <p:ph idx="1"/>
          </p:nvPr>
        </p:nvSpPr>
        <p:spPr>
          <a:xfrm>
            <a:off x="304800" y="1611313"/>
            <a:ext cx="7915275" cy="4648200"/>
          </a:xfrm>
        </p:spPr>
        <p:txBody>
          <a:bodyPr/>
          <a:lstStyle/>
          <a:p>
            <a:pPr marL="0" indent="0" algn="just">
              <a:buNone/>
            </a:pPr>
            <a:r>
              <a:rPr lang="en-US" altLang="zh-CN" sz="2400" dirty="0">
                <a:latin typeface="Comic Sans MS" pitchFamily="66" charset="0"/>
                <a:ea typeface="ＭＳ Ｐゴシック" pitchFamily="34" charset="-128"/>
              </a:rPr>
              <a:t>3. If the frequency bandwidth connecting R2 and R3 link is 8kHz and the signal-to-noise ratio is 30dB, and the actual data transmission rate of the link is about 50% of the maximum data transmission rate, the actual data transmission rate of the link is about</a:t>
            </a:r>
          </a:p>
          <a:p>
            <a:pPr marL="0" indent="0" algn="just">
              <a:buNone/>
            </a:pPr>
            <a:r>
              <a:rPr lang="en-US" altLang="zh-CN" sz="2400" dirty="0">
                <a:latin typeface="Comic Sans MS" pitchFamily="66" charset="0"/>
                <a:ea typeface="宋体" pitchFamily="2" charset="-122"/>
              </a:rPr>
              <a:t>A. 8kbps B. 20kbps C. 40kbps D. </a:t>
            </a:r>
            <a:r>
              <a:rPr lang="en-US" altLang="zh-CN" sz="2400" dirty="0">
                <a:latin typeface="Comic Sans MS" pitchFamily="66" charset="0"/>
                <a:ea typeface="ＭＳ Ｐゴシック" pitchFamily="34" charset="-128"/>
              </a:rPr>
              <a:t>80kbps</a:t>
            </a:r>
          </a:p>
          <a:p>
            <a:pPr marL="0" indent="0">
              <a:buNone/>
            </a:pPr>
            <a:endParaRPr lang="en-US" altLang="zh-CN" sz="2400" dirty="0">
              <a:solidFill>
                <a:srgbClr val="FF0000"/>
              </a:solidFill>
              <a:latin typeface="Comic Sans MS" pitchFamily="66" charset="0"/>
              <a:ea typeface="宋体" pitchFamily="2" charset="-122"/>
            </a:endParaRPr>
          </a:p>
          <a:p>
            <a:pPr marL="0" indent="0" algn="just">
              <a:buNone/>
            </a:pPr>
            <a:r>
              <a:rPr lang="en-US" altLang="zh-CN" sz="2400" dirty="0">
                <a:latin typeface="Comic Sans MS" pitchFamily="66" charset="0"/>
                <a:ea typeface="宋体" pitchFamily="2" charset="-122"/>
              </a:rPr>
              <a:t>2. Among the following factors, which will not affect the channel data transmission rate is</a:t>
            </a:r>
          </a:p>
          <a:p>
            <a:pPr marL="0" indent="0" algn="just">
              <a:buNone/>
            </a:pPr>
            <a:r>
              <a:rPr lang="en-US" altLang="zh-CN" sz="2400" dirty="0">
                <a:latin typeface="Comic Sans MS" pitchFamily="66" charset="0"/>
                <a:ea typeface="宋体" pitchFamily="2" charset="-122"/>
              </a:rPr>
              <a:t>A. signal to noise ratio B. frequency bandwidth </a:t>
            </a:r>
          </a:p>
          <a:p>
            <a:pPr marL="0" indent="0" algn="just">
              <a:buNone/>
            </a:pPr>
            <a:r>
              <a:rPr lang="en-US" altLang="zh-CN" sz="2400" dirty="0">
                <a:latin typeface="Comic Sans MS" pitchFamily="66" charset="0"/>
                <a:ea typeface="宋体" pitchFamily="2" charset="-122"/>
              </a:rPr>
              <a:t>C. symbol speed            D. signal propagation speed</a:t>
            </a:r>
            <a:endParaRPr lang="en-US" altLang="zh-CN" sz="2400" dirty="0">
              <a:latin typeface="Comic Sans MS" pitchFamily="66" charset="0"/>
              <a:ea typeface="ＭＳ Ｐゴシック" pitchFamily="34" charset="-128"/>
            </a:endParaRPr>
          </a:p>
        </p:txBody>
      </p:sp>
      <p:sp>
        <p:nvSpPr>
          <p:cNvPr id="57349" name="灯片编号占位符 4"/>
          <p:cNvSpPr>
            <a:spLocks noGrp="1" noChangeArrowheads="1"/>
          </p:cNvSpPr>
          <p:nvPr>
            <p:ph type="sldNum" sz="quarter" idx="12"/>
          </p:nvPr>
        </p:nvSpPr>
        <p:spPr>
          <a:noFill/>
        </p:spPr>
        <p:txBody>
          <a:bodyPr/>
          <a:lstStyle/>
          <a:p>
            <a:r>
              <a:rPr lang="en-US" altLang="zh-CN" dirty="0"/>
              <a:t>2-</a:t>
            </a:r>
            <a:fld id="{1E8B5747-F1CE-4BE2-8756-E553FD4610CD}" type="slidenum">
              <a:rPr lang="en-US" altLang="zh-CN" smtClean="0"/>
              <a:pPr/>
              <a:t>67</a:t>
            </a:fld>
            <a:endParaRPr lang="en-US" altLang="zh-CN" dirty="0"/>
          </a:p>
        </p:txBody>
      </p:sp>
    </p:spTree>
    <p:extLst>
      <p:ext uri="{BB962C8B-B14F-4D97-AF65-F5344CB8AC3E}">
        <p14:creationId xmlns:p14="http://schemas.microsoft.com/office/powerpoint/2010/main" val="287159382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noChangeArrowheads="1"/>
          </p:cNvSpPr>
          <p:nvPr>
            <p:ph type="title"/>
          </p:nvPr>
        </p:nvSpPr>
        <p:spPr>
          <a:xfrm>
            <a:off x="533400" y="334963"/>
            <a:ext cx="7772400" cy="1143000"/>
          </a:xfrm>
        </p:spPr>
        <p:txBody>
          <a:bodyPr/>
          <a:lstStyle/>
          <a:p>
            <a:r>
              <a:rPr lang="en-US" altLang="zh-CN" sz="3600" dirty="0">
                <a:latin typeface="Comic Sans MS" pitchFamily="66" charset="0"/>
                <a:ea typeface="ＭＳ Ｐゴシック" pitchFamily="34" charset="-128"/>
              </a:rPr>
              <a:t>Exercise-3</a:t>
            </a:r>
            <a:endParaRPr lang="zh-CN" altLang="en-US" sz="3600" dirty="0">
              <a:latin typeface="Comic Sans MS" pitchFamily="66" charset="0"/>
              <a:ea typeface="ＭＳ Ｐゴシック" pitchFamily="34" charset="-128"/>
            </a:endParaRPr>
          </a:p>
        </p:txBody>
      </p:sp>
      <p:sp>
        <p:nvSpPr>
          <p:cNvPr id="57347" name="内容占位符 2"/>
          <p:cNvSpPr>
            <a:spLocks noGrp="1" noChangeArrowheads="1"/>
          </p:cNvSpPr>
          <p:nvPr>
            <p:ph idx="1"/>
          </p:nvPr>
        </p:nvSpPr>
        <p:spPr>
          <a:xfrm>
            <a:off x="304800" y="1611313"/>
            <a:ext cx="7915275" cy="4648200"/>
          </a:xfrm>
        </p:spPr>
        <p:txBody>
          <a:bodyPr/>
          <a:lstStyle/>
          <a:p>
            <a:pPr marL="0" indent="0" algn="just">
              <a:buAutoNum type="arabicPeriod"/>
            </a:pPr>
            <a:r>
              <a:rPr lang="en-US" altLang="zh-CN" sz="2400" dirty="0">
                <a:latin typeface="Comic Sans MS" pitchFamily="66" charset="0"/>
                <a:ea typeface="ＭＳ Ｐゴシック" pitchFamily="34" charset="-128"/>
              </a:rPr>
              <a:t>If the following figure shows the signal waveform received by the 10Base-T network interface card, the bit string received by the network interface card is</a:t>
            </a:r>
          </a:p>
          <a:p>
            <a:pPr marL="0" indent="0">
              <a:buNone/>
            </a:pPr>
            <a:endParaRPr lang="en-US" altLang="zh-CN" sz="2400" dirty="0">
              <a:latin typeface="Comic Sans MS" pitchFamily="66" charset="0"/>
              <a:ea typeface="宋体" pitchFamily="2" charset="-122"/>
            </a:endParaRPr>
          </a:p>
          <a:p>
            <a:pPr marL="0" indent="0">
              <a:buNone/>
            </a:pPr>
            <a:endParaRPr lang="en-US" altLang="zh-CN" sz="2400" dirty="0">
              <a:latin typeface="Comic Sans MS" pitchFamily="66" charset="0"/>
              <a:ea typeface="宋体" pitchFamily="2" charset="-122"/>
            </a:endParaRPr>
          </a:p>
          <a:p>
            <a:pPr marL="0" indent="0">
              <a:buNone/>
            </a:pPr>
            <a:endParaRPr lang="en-US" altLang="zh-CN" sz="2400" dirty="0">
              <a:latin typeface="Comic Sans MS" pitchFamily="66" charset="0"/>
              <a:ea typeface="宋体" pitchFamily="2" charset="-122"/>
            </a:endParaRPr>
          </a:p>
          <a:p>
            <a:pPr marL="0" indent="0">
              <a:buNone/>
            </a:pPr>
            <a:endParaRPr lang="en-US" altLang="zh-CN" sz="2400" dirty="0">
              <a:latin typeface="Comic Sans MS" pitchFamily="66" charset="0"/>
              <a:ea typeface="宋体" pitchFamily="2" charset="-122"/>
            </a:endParaRPr>
          </a:p>
          <a:p>
            <a:pPr marL="0" indent="0">
              <a:buNone/>
            </a:pPr>
            <a:endParaRPr lang="en-US" altLang="zh-CN" sz="2400" dirty="0">
              <a:latin typeface="Comic Sans MS" pitchFamily="66" charset="0"/>
              <a:ea typeface="宋体" pitchFamily="2" charset="-122"/>
            </a:endParaRPr>
          </a:p>
          <a:p>
            <a:pPr marL="0" indent="0">
              <a:buNone/>
            </a:pPr>
            <a:endParaRPr lang="en-US" altLang="zh-CN" sz="2400" dirty="0">
              <a:latin typeface="Comic Sans MS" pitchFamily="66" charset="0"/>
              <a:ea typeface="宋体" pitchFamily="2" charset="-122"/>
            </a:endParaRPr>
          </a:p>
          <a:p>
            <a:pPr marL="0" indent="0">
              <a:buNone/>
            </a:pPr>
            <a:r>
              <a:rPr lang="en-US" altLang="zh-CN" sz="2400" dirty="0">
                <a:latin typeface="Comic Sans MS" pitchFamily="66" charset="0"/>
                <a:ea typeface="宋体" pitchFamily="2" charset="-122"/>
              </a:rPr>
              <a:t>A. 00110110 B. 10101101 C. 01010010 D. </a:t>
            </a:r>
            <a:r>
              <a:rPr lang="en-US" altLang="zh-CN" sz="2400" dirty="0">
                <a:latin typeface="Comic Sans MS" pitchFamily="66" charset="0"/>
                <a:ea typeface="ＭＳ Ｐゴシック" pitchFamily="34" charset="-128"/>
              </a:rPr>
              <a:t>11000101</a:t>
            </a:r>
          </a:p>
          <a:p>
            <a:pPr marL="0" indent="0">
              <a:buNone/>
            </a:pPr>
            <a:endParaRPr lang="en-US" altLang="zh-CN" sz="2400" dirty="0">
              <a:solidFill>
                <a:srgbClr val="FF0000"/>
              </a:solidFill>
              <a:latin typeface="Comic Sans MS" pitchFamily="66" charset="0"/>
              <a:ea typeface="宋体" pitchFamily="2" charset="-122"/>
            </a:endParaRPr>
          </a:p>
          <a:p>
            <a:pPr marL="0" indent="0" algn="just">
              <a:buNone/>
            </a:pPr>
            <a:endParaRPr lang="en-US" altLang="zh-CN" sz="2400" dirty="0">
              <a:latin typeface="Comic Sans MS" pitchFamily="66" charset="0"/>
              <a:ea typeface="ＭＳ Ｐゴシック" pitchFamily="34" charset="-128"/>
            </a:endParaRPr>
          </a:p>
        </p:txBody>
      </p:sp>
      <p:sp>
        <p:nvSpPr>
          <p:cNvPr id="57349" name="灯片编号占位符 4"/>
          <p:cNvSpPr>
            <a:spLocks noGrp="1" noChangeArrowheads="1"/>
          </p:cNvSpPr>
          <p:nvPr>
            <p:ph type="sldNum" sz="quarter" idx="12"/>
          </p:nvPr>
        </p:nvSpPr>
        <p:spPr>
          <a:noFill/>
        </p:spPr>
        <p:txBody>
          <a:bodyPr/>
          <a:lstStyle/>
          <a:p>
            <a:r>
              <a:rPr lang="en-US" altLang="zh-CN" dirty="0"/>
              <a:t>2-</a:t>
            </a:r>
            <a:fld id="{1E8B5747-F1CE-4BE2-8756-E553FD4610CD}" type="slidenum">
              <a:rPr lang="en-US" altLang="zh-CN" smtClean="0"/>
              <a:pPr/>
              <a:t>68</a:t>
            </a:fld>
            <a:endParaRPr lang="en-US" altLang="zh-CN" dirty="0"/>
          </a:p>
        </p:txBody>
      </p:sp>
      <p:pic>
        <p:nvPicPr>
          <p:cNvPr id="3" name="图片 2">
            <a:extLst>
              <a:ext uri="{FF2B5EF4-FFF2-40B4-BE49-F238E27FC236}">
                <a16:creationId xmlns:a16="http://schemas.microsoft.com/office/drawing/2014/main" id="{D933AD80-CF2D-4BE2-B1BA-30A931A8823E}"/>
              </a:ext>
            </a:extLst>
          </p:cNvPr>
          <p:cNvPicPr>
            <a:picLocks noChangeAspect="1"/>
          </p:cNvPicPr>
          <p:nvPr/>
        </p:nvPicPr>
        <p:blipFill>
          <a:blip r:embed="rId3"/>
          <a:stretch>
            <a:fillRect/>
          </a:stretch>
        </p:blipFill>
        <p:spPr>
          <a:xfrm>
            <a:off x="533400" y="2894120"/>
            <a:ext cx="7126954" cy="1559945"/>
          </a:xfrm>
          <a:prstGeom prst="rect">
            <a:avLst/>
          </a:prstGeom>
        </p:spPr>
      </p:pic>
    </p:spTree>
    <p:extLst>
      <p:ext uri="{BB962C8B-B14F-4D97-AF65-F5344CB8AC3E}">
        <p14:creationId xmlns:p14="http://schemas.microsoft.com/office/powerpoint/2010/main" val="3449603729"/>
      </p:ext>
    </p:extLst>
  </p:cSld>
  <p:clrMapOvr>
    <a:masterClrMapping/>
  </p:clrMapOvr>
</p:sld>
</file>

<file path=ppt/theme/theme1.xml><?xml version="1.0" encoding="utf-8"?>
<a:theme xmlns:a="http://schemas.openxmlformats.org/drawingml/2006/main" name="12_Default Design">
  <a:themeElements>
    <a:clrScheme name="12_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2_Default Design">
      <a:majorFont>
        <a:latin typeface="Gill Sans MT"/>
        <a:ea typeface=""/>
        <a:cs typeface="Arial"/>
      </a:majorFont>
      <a:minorFont>
        <a:latin typeface="Gill Sans MT"/>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a:lstStyle/>
    </a:lnDef>
  </a:objectDefaults>
  <a:extraClrSchemeLst>
    <a:extraClrScheme>
      <a:clrScheme name="12_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2_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2_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2_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2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2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2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Organic</Template>
  <TotalTime>33050</TotalTime>
  <Words>3703</Words>
  <Application>Microsoft Office PowerPoint</Application>
  <PresentationFormat>全屏显示(4:3)</PresentationFormat>
  <Paragraphs>733</Paragraphs>
  <Slides>68</Slides>
  <Notes>14</Notes>
  <HiddenSlides>1</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68</vt:i4>
      </vt:variant>
    </vt:vector>
  </HeadingPairs>
  <TitlesOfParts>
    <vt:vector size="82" baseType="lpstr">
      <vt:lpstr>Gill Sans MT (正文)</vt:lpstr>
      <vt:lpstr>ＭＳ Ｐゴシック</vt:lpstr>
      <vt:lpstr>ZapfDingbats</vt:lpstr>
      <vt:lpstr>宋体</vt:lpstr>
      <vt:lpstr>Arial</vt:lpstr>
      <vt:lpstr>Cambria Math</vt:lpstr>
      <vt:lpstr>Comic Sans MS</vt:lpstr>
      <vt:lpstr>Gill Sans MT</vt:lpstr>
      <vt:lpstr>Symbol</vt:lpstr>
      <vt:lpstr>Tahoma</vt:lpstr>
      <vt:lpstr>Times New Roman</vt:lpstr>
      <vt:lpstr>Wingdings</vt:lpstr>
      <vt:lpstr>12_Default Design</vt:lpstr>
      <vt:lpstr>Visio</vt:lpstr>
      <vt:lpstr>Chapter 2: The Physical Layer</vt:lpstr>
      <vt:lpstr>Keypoints and Difficulties</vt:lpstr>
      <vt:lpstr>1 The Goals</vt:lpstr>
      <vt:lpstr>Four Important Characteristics</vt:lpstr>
      <vt:lpstr>Four Important Characteristics</vt:lpstr>
      <vt:lpstr>PowerPoint 演示文稿</vt:lpstr>
      <vt:lpstr>2 Contents of Physical Layer Protocol</vt:lpstr>
      <vt:lpstr>3 Basic theory of data communication</vt:lpstr>
      <vt:lpstr>（1）Basic concepts</vt:lpstr>
      <vt:lpstr>(1) Basic concepts</vt:lpstr>
      <vt:lpstr>(1) Basic concepts</vt:lpstr>
      <vt:lpstr>3 Basic theory of data communication</vt:lpstr>
      <vt:lpstr>(2) Channel Characteristics</vt:lpstr>
      <vt:lpstr>(2) Channel Characteristics</vt:lpstr>
      <vt:lpstr>(2) Channel Characteristics</vt:lpstr>
      <vt:lpstr>PowerPoint 演示文稿</vt:lpstr>
      <vt:lpstr>(2) Channel Characteristics</vt:lpstr>
      <vt:lpstr>(2) Channel Characteristics</vt:lpstr>
      <vt:lpstr>(2) Channel Characteristics</vt:lpstr>
      <vt:lpstr>(2) Channel Characteristics</vt:lpstr>
      <vt:lpstr>(2) Channel Characteristics</vt:lpstr>
      <vt:lpstr>3 Basic theory of data communication</vt:lpstr>
      <vt:lpstr>Techniques in analog/digital transmission</vt:lpstr>
      <vt:lpstr>Modulation / demodulation system model</vt:lpstr>
      <vt:lpstr>Coding / decoding system model</vt:lpstr>
      <vt:lpstr>Modulation (digital data to analog signals)</vt:lpstr>
      <vt:lpstr>Modulation (digital data to analog signals)</vt:lpstr>
      <vt:lpstr>Modulation (digital data to analog signals)</vt:lpstr>
      <vt:lpstr>Pulse Code Modulation (PCM) (analog data to digital signals)</vt:lpstr>
      <vt:lpstr>Pulse Code Modulation (PCM) (analog data to digital signals)</vt:lpstr>
      <vt:lpstr>Pulse Code Modulation (PCM) (analog data to digital signals)</vt:lpstr>
      <vt:lpstr>Digital signal coding  (digital data to digital signals)</vt:lpstr>
      <vt:lpstr>Digital signal coding  (digital data to digital signals)</vt:lpstr>
      <vt:lpstr>Digital signal coding  (digital data to digital signals)</vt:lpstr>
      <vt:lpstr>PowerPoint 演示文稿</vt:lpstr>
      <vt:lpstr>Digital signal coding  (digital data to digital signals)</vt:lpstr>
      <vt:lpstr>Digital signal coding  (digital data to digital signals)</vt:lpstr>
      <vt:lpstr>Digital signal coding  (digital data to digital signals)</vt:lpstr>
      <vt:lpstr>Digital signal coding  (digital data to digital signals)</vt:lpstr>
      <vt:lpstr>Digital signal coding  (digital data to digital signals)</vt:lpstr>
      <vt:lpstr>Exercise-3</vt:lpstr>
      <vt:lpstr>Digital signal coding  (digital data to digital signals)</vt:lpstr>
      <vt:lpstr>Digital signal coding  (digital data to digital signals)</vt:lpstr>
      <vt:lpstr>3 Basic theory of data communication</vt:lpstr>
      <vt:lpstr>Multiplexing (Multi-pass)</vt:lpstr>
      <vt:lpstr>*Multiplexing : FDMA</vt:lpstr>
      <vt:lpstr>*Multiplexing : Orthogonal frequency division multiplexing (OFDM) technology</vt:lpstr>
      <vt:lpstr>*Multiplexing : Orthogonal frequency division multiplexing (OFDM) technology</vt:lpstr>
      <vt:lpstr>*Multiplexing : Orthogonal frequency division multiplexing (OFDM) technology</vt:lpstr>
      <vt:lpstr>*Multiplexing : Orthogonal frequency division multiplexing (OFDM) technology</vt:lpstr>
      <vt:lpstr>PowerPoint 演示文稿</vt:lpstr>
      <vt:lpstr>*Multiplexing : Orthogonal frequency division multiplexing (OFDM) technology</vt:lpstr>
      <vt:lpstr>PowerPoint 演示文稿</vt:lpstr>
      <vt:lpstr>*Multiplexing : TDMA</vt:lpstr>
      <vt:lpstr>*Multiplexing : TDMA</vt:lpstr>
      <vt:lpstr>*Multiplexing : TDMA</vt:lpstr>
      <vt:lpstr>*Multiplexing : TDMA</vt:lpstr>
      <vt:lpstr>*Multiplexing : Code Division Multiple Access (CDMA)</vt:lpstr>
      <vt:lpstr>PowerPoint 演示文稿</vt:lpstr>
      <vt:lpstr>*Multiplexing : CDMA encode/decode</vt:lpstr>
      <vt:lpstr>*Multiplexing : CDMA: two-sender interference</vt:lpstr>
      <vt:lpstr>*Comparison of commonly used media</vt:lpstr>
      <vt:lpstr>*Commonly used physical layer  interface standards</vt:lpstr>
      <vt:lpstr>Recap of the Physical Layer</vt:lpstr>
      <vt:lpstr>Exercise-1</vt:lpstr>
      <vt:lpstr>Exercise-2</vt:lpstr>
      <vt:lpstr>Exercise-2</vt:lpstr>
      <vt:lpstr>Exercise-3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4th Edition: Chapter 1</dc:title>
  <dc:creator>Jim Kurose and Keith Ross</dc:creator>
  <cp:lastModifiedBy>hu Hu</cp:lastModifiedBy>
  <cp:revision>461</cp:revision>
  <dcterms:created xsi:type="dcterms:W3CDTF">1999-10-08T19:08:27Z</dcterms:created>
  <dcterms:modified xsi:type="dcterms:W3CDTF">2022-09-06T11:03:49Z</dcterms:modified>
</cp:coreProperties>
</file>