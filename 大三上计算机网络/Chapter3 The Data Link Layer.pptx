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3"/>
  </p:notesMasterIdLst>
  <p:handoutMasterIdLst>
    <p:handoutMasterId r:id="rId74"/>
  </p:handoutMasterIdLst>
  <p:sldIdLst>
    <p:sldId id="256" r:id="rId2"/>
    <p:sldId id="802" r:id="rId3"/>
    <p:sldId id="781" r:id="rId4"/>
    <p:sldId id="782" r:id="rId5"/>
    <p:sldId id="257" r:id="rId6"/>
    <p:sldId id="301" r:id="rId7"/>
    <p:sldId id="260" r:id="rId8"/>
    <p:sldId id="803" r:id="rId9"/>
    <p:sldId id="258" r:id="rId10"/>
    <p:sldId id="259" r:id="rId11"/>
    <p:sldId id="351" r:id="rId12"/>
    <p:sldId id="355" r:id="rId13"/>
    <p:sldId id="352" r:id="rId14"/>
    <p:sldId id="353" r:id="rId15"/>
    <p:sldId id="356" r:id="rId16"/>
    <p:sldId id="357" r:id="rId17"/>
    <p:sldId id="354" r:id="rId18"/>
    <p:sldId id="804" r:id="rId19"/>
    <p:sldId id="261" r:id="rId20"/>
    <p:sldId id="262" r:id="rId21"/>
    <p:sldId id="263" r:id="rId22"/>
    <p:sldId id="264" r:id="rId23"/>
    <p:sldId id="398" r:id="rId24"/>
    <p:sldId id="403" r:id="rId25"/>
    <p:sldId id="360" r:id="rId26"/>
    <p:sldId id="381" r:id="rId27"/>
    <p:sldId id="378" r:id="rId28"/>
    <p:sldId id="379" r:id="rId29"/>
    <p:sldId id="382" r:id="rId30"/>
    <p:sldId id="383" r:id="rId31"/>
    <p:sldId id="384" r:id="rId32"/>
    <p:sldId id="385" r:id="rId33"/>
    <p:sldId id="386" r:id="rId34"/>
    <p:sldId id="389" r:id="rId35"/>
    <p:sldId id="390" r:id="rId36"/>
    <p:sldId id="391" r:id="rId37"/>
    <p:sldId id="392" r:id="rId38"/>
    <p:sldId id="393" r:id="rId39"/>
    <p:sldId id="394" r:id="rId40"/>
    <p:sldId id="395" r:id="rId41"/>
    <p:sldId id="396" r:id="rId42"/>
    <p:sldId id="397" r:id="rId43"/>
    <p:sldId id="404" r:id="rId44"/>
    <p:sldId id="405" r:id="rId45"/>
    <p:sldId id="266" r:id="rId46"/>
    <p:sldId id="784" r:id="rId47"/>
    <p:sldId id="785" r:id="rId48"/>
    <p:sldId id="786" r:id="rId49"/>
    <p:sldId id="787" r:id="rId50"/>
    <p:sldId id="788" r:id="rId51"/>
    <p:sldId id="514" r:id="rId52"/>
    <p:sldId id="515" r:id="rId53"/>
    <p:sldId id="516" r:id="rId54"/>
    <p:sldId id="282" r:id="rId55"/>
    <p:sldId id="308" r:id="rId56"/>
    <p:sldId id="789" r:id="rId57"/>
    <p:sldId id="790" r:id="rId58"/>
    <p:sldId id="791" r:id="rId59"/>
    <p:sldId id="792" r:id="rId60"/>
    <p:sldId id="793" r:id="rId61"/>
    <p:sldId id="794" r:id="rId62"/>
    <p:sldId id="795" r:id="rId63"/>
    <p:sldId id="796" r:id="rId64"/>
    <p:sldId id="797" r:id="rId65"/>
    <p:sldId id="400" r:id="rId66"/>
    <p:sldId id="401" r:id="rId67"/>
    <p:sldId id="801" r:id="rId68"/>
    <p:sldId id="281" r:id="rId69"/>
    <p:sldId id="407" r:id="rId70"/>
    <p:sldId id="350" r:id="rId71"/>
    <p:sldId id="406" r:id="rId72"/>
  </p:sldIdLst>
  <p:sldSz cx="9144000" cy="6858000" type="screen4x3"/>
  <p:notesSz cx="7102475" cy="10233025"/>
  <p:defaultTextStyle>
    <a:defPPr>
      <a:defRPr lang="en-US"/>
    </a:defPPr>
    <a:lvl1pPr algn="l" rtl="0" eaLnBrk="0" fontAlgn="base" hangingPunct="0">
      <a:spcBef>
        <a:spcPct val="0"/>
      </a:spcBef>
      <a:spcAft>
        <a:spcPct val="0"/>
      </a:spcAft>
      <a:defRPr kern="1200">
        <a:solidFill>
          <a:schemeClr val="tx1"/>
        </a:solidFill>
        <a:latin typeface="Comic Sans MS" panose="030F0702030302020204" pitchFamily="66" charset="0"/>
        <a:ea typeface="+mn-ea"/>
        <a:cs typeface="+mn-cs"/>
      </a:defRPr>
    </a:lvl1pPr>
    <a:lvl2pPr marL="457200" algn="l" rtl="0" eaLnBrk="0" fontAlgn="base" hangingPunct="0">
      <a:spcBef>
        <a:spcPct val="0"/>
      </a:spcBef>
      <a:spcAft>
        <a:spcPct val="0"/>
      </a:spcAft>
      <a:defRPr kern="1200">
        <a:solidFill>
          <a:schemeClr val="tx1"/>
        </a:solidFill>
        <a:latin typeface="Comic Sans MS" panose="030F0702030302020204" pitchFamily="66" charset="0"/>
        <a:ea typeface="+mn-ea"/>
        <a:cs typeface="+mn-cs"/>
      </a:defRPr>
    </a:lvl2pPr>
    <a:lvl3pPr marL="914400" algn="l" rtl="0" eaLnBrk="0" fontAlgn="base" hangingPunct="0">
      <a:spcBef>
        <a:spcPct val="0"/>
      </a:spcBef>
      <a:spcAft>
        <a:spcPct val="0"/>
      </a:spcAft>
      <a:defRPr kern="1200">
        <a:solidFill>
          <a:schemeClr val="tx1"/>
        </a:solidFill>
        <a:latin typeface="Comic Sans MS" panose="030F0702030302020204" pitchFamily="66" charset="0"/>
        <a:ea typeface="+mn-ea"/>
        <a:cs typeface="+mn-cs"/>
      </a:defRPr>
    </a:lvl3pPr>
    <a:lvl4pPr marL="1371600" algn="l" rtl="0" eaLnBrk="0" fontAlgn="base" hangingPunct="0">
      <a:spcBef>
        <a:spcPct val="0"/>
      </a:spcBef>
      <a:spcAft>
        <a:spcPct val="0"/>
      </a:spcAft>
      <a:defRPr kern="1200">
        <a:solidFill>
          <a:schemeClr val="tx1"/>
        </a:solidFill>
        <a:latin typeface="Comic Sans MS" panose="030F0702030302020204" pitchFamily="66" charset="0"/>
        <a:ea typeface="+mn-ea"/>
        <a:cs typeface="+mn-cs"/>
      </a:defRPr>
    </a:lvl4pPr>
    <a:lvl5pPr marL="1828800" algn="l" rtl="0" eaLnBrk="0" fontAlgn="base" hangingPunct="0">
      <a:spcBef>
        <a:spcPct val="0"/>
      </a:spcBef>
      <a:spcAft>
        <a:spcPct val="0"/>
      </a:spcAft>
      <a:defRPr kern="1200">
        <a:solidFill>
          <a:schemeClr val="tx1"/>
        </a:solidFill>
        <a:latin typeface="Comic Sans MS" panose="030F0702030302020204" pitchFamily="66" charset="0"/>
        <a:ea typeface="+mn-ea"/>
        <a:cs typeface="+mn-cs"/>
      </a:defRPr>
    </a:lvl5pPr>
    <a:lvl6pPr marL="2286000" algn="l" defTabSz="914400" rtl="0" eaLnBrk="1" latinLnBrk="0" hangingPunct="1">
      <a:defRPr kern="1200">
        <a:solidFill>
          <a:schemeClr val="tx1"/>
        </a:solidFill>
        <a:latin typeface="Comic Sans MS" panose="030F0702030302020204" pitchFamily="66" charset="0"/>
        <a:ea typeface="+mn-ea"/>
        <a:cs typeface="+mn-cs"/>
      </a:defRPr>
    </a:lvl6pPr>
    <a:lvl7pPr marL="2743200" algn="l" defTabSz="914400" rtl="0" eaLnBrk="1" latinLnBrk="0" hangingPunct="1">
      <a:defRPr kern="1200">
        <a:solidFill>
          <a:schemeClr val="tx1"/>
        </a:solidFill>
        <a:latin typeface="Comic Sans MS" panose="030F0702030302020204" pitchFamily="66" charset="0"/>
        <a:ea typeface="+mn-ea"/>
        <a:cs typeface="+mn-cs"/>
      </a:defRPr>
    </a:lvl7pPr>
    <a:lvl8pPr marL="3200400" algn="l" defTabSz="914400" rtl="0" eaLnBrk="1" latinLnBrk="0" hangingPunct="1">
      <a:defRPr kern="1200">
        <a:solidFill>
          <a:schemeClr val="tx1"/>
        </a:solidFill>
        <a:latin typeface="Comic Sans MS" panose="030F0702030302020204" pitchFamily="66" charset="0"/>
        <a:ea typeface="+mn-ea"/>
        <a:cs typeface="+mn-cs"/>
      </a:defRPr>
    </a:lvl8pPr>
    <a:lvl9pPr marL="3657600" algn="l" defTabSz="914400" rtl="0" eaLnBrk="1" latinLnBrk="0" hangingPunct="1">
      <a:defRPr kern="1200">
        <a:solidFill>
          <a:schemeClr val="tx1"/>
        </a:solidFill>
        <a:latin typeface="Comic Sans MS" panose="030F0702030302020204" pitchFamily="66"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FF00"/>
    <a:srgbClr val="DDDDDD"/>
    <a:srgbClr val="FFCCFF"/>
    <a:srgbClr val="FF99CC"/>
    <a:srgbClr val="CCFFFF"/>
    <a:srgbClr val="00CC66"/>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snapToGrid="0">
      <p:cViewPr varScale="1">
        <p:scale>
          <a:sx n="103" d="100"/>
          <a:sy n="103" d="100"/>
        </p:scale>
        <p:origin x="144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34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D8D966F2-4B35-4683-AE3B-A1FDA523A942}"/>
              </a:ext>
            </a:extLst>
          </p:cNvPr>
          <p:cNvSpPr>
            <a:spLocks noGrp="1" noChangeArrowheads="1"/>
          </p:cNvSpPr>
          <p:nvPr>
            <p:ph type="hdr" sz="quarter"/>
          </p:nvPr>
        </p:nvSpPr>
        <p:spPr bwMode="auto">
          <a:xfrm>
            <a:off x="0" y="0"/>
            <a:ext cx="3071813" cy="503238"/>
          </a:xfrm>
          <a:prstGeom prst="rect">
            <a:avLst/>
          </a:prstGeom>
          <a:noFill/>
          <a:ln w="9525">
            <a:noFill/>
            <a:miter lim="800000"/>
            <a:headEnd/>
            <a:tailEnd/>
          </a:ln>
          <a:effectLst/>
        </p:spPr>
        <p:txBody>
          <a:bodyPr vert="horz" wrap="none" lIns="96981" tIns="48491" rIns="96981" bIns="48491" numCol="1" anchor="t" anchorCtr="0" compatLnSpc="1">
            <a:prstTxWarp prst="textNoShape">
              <a:avLst/>
            </a:prstTxWarp>
          </a:bodyPr>
          <a:lstStyle>
            <a:lvl1pPr>
              <a:defRPr sz="1300"/>
            </a:lvl1pPr>
          </a:lstStyle>
          <a:p>
            <a:pPr>
              <a:defRPr/>
            </a:pPr>
            <a:endParaRPr lang="zh-CN" altLang="en-US"/>
          </a:p>
        </p:txBody>
      </p:sp>
      <p:sp>
        <p:nvSpPr>
          <p:cNvPr id="155651" name="Rectangle 3">
            <a:extLst>
              <a:ext uri="{FF2B5EF4-FFF2-40B4-BE49-F238E27FC236}">
                <a16:creationId xmlns:a16="http://schemas.microsoft.com/office/drawing/2014/main" id="{41B4D500-F571-4653-8DD0-32979BACFE25}"/>
              </a:ext>
            </a:extLst>
          </p:cNvPr>
          <p:cNvSpPr>
            <a:spLocks noGrp="1" noChangeArrowheads="1"/>
          </p:cNvSpPr>
          <p:nvPr>
            <p:ph type="dt" sz="quarter" idx="1"/>
          </p:nvPr>
        </p:nvSpPr>
        <p:spPr bwMode="auto">
          <a:xfrm>
            <a:off x="3992563" y="0"/>
            <a:ext cx="3071812" cy="503238"/>
          </a:xfrm>
          <a:prstGeom prst="rect">
            <a:avLst/>
          </a:prstGeom>
          <a:noFill/>
          <a:ln w="9525">
            <a:noFill/>
            <a:miter lim="800000"/>
            <a:headEnd/>
            <a:tailEnd/>
          </a:ln>
          <a:effectLst/>
        </p:spPr>
        <p:txBody>
          <a:bodyPr vert="horz" wrap="none" lIns="96981" tIns="48491" rIns="96981" bIns="48491" numCol="1" anchor="t" anchorCtr="0" compatLnSpc="1">
            <a:prstTxWarp prst="textNoShape">
              <a:avLst/>
            </a:prstTxWarp>
          </a:bodyPr>
          <a:lstStyle>
            <a:lvl1pPr algn="r">
              <a:defRPr sz="1300"/>
            </a:lvl1pPr>
          </a:lstStyle>
          <a:p>
            <a:pPr>
              <a:defRPr/>
            </a:pPr>
            <a:endParaRPr lang="zh-CN" altLang="en-US"/>
          </a:p>
        </p:txBody>
      </p:sp>
      <p:sp>
        <p:nvSpPr>
          <p:cNvPr id="155652" name="Rectangle 4">
            <a:extLst>
              <a:ext uri="{FF2B5EF4-FFF2-40B4-BE49-F238E27FC236}">
                <a16:creationId xmlns:a16="http://schemas.microsoft.com/office/drawing/2014/main" id="{4B643B00-5287-4B48-BEEF-A41073D3FBF7}"/>
              </a:ext>
            </a:extLst>
          </p:cNvPr>
          <p:cNvSpPr>
            <a:spLocks noGrp="1" noChangeArrowheads="1"/>
          </p:cNvSpPr>
          <p:nvPr>
            <p:ph type="ftr" sz="quarter" idx="2"/>
          </p:nvPr>
        </p:nvSpPr>
        <p:spPr bwMode="auto">
          <a:xfrm>
            <a:off x="0" y="9729788"/>
            <a:ext cx="3071813" cy="503237"/>
          </a:xfrm>
          <a:prstGeom prst="rect">
            <a:avLst/>
          </a:prstGeom>
          <a:noFill/>
          <a:ln w="9525">
            <a:noFill/>
            <a:miter lim="800000"/>
            <a:headEnd/>
            <a:tailEnd/>
          </a:ln>
          <a:effectLst/>
        </p:spPr>
        <p:txBody>
          <a:bodyPr vert="horz" wrap="none" lIns="96981" tIns="48491" rIns="96981" bIns="48491" numCol="1" anchor="b" anchorCtr="0" compatLnSpc="1">
            <a:prstTxWarp prst="textNoShape">
              <a:avLst/>
            </a:prstTxWarp>
          </a:bodyPr>
          <a:lstStyle>
            <a:lvl1pPr>
              <a:defRPr sz="1300"/>
            </a:lvl1pPr>
          </a:lstStyle>
          <a:p>
            <a:pPr>
              <a:defRPr/>
            </a:pPr>
            <a:endParaRPr lang="zh-CN" altLang="en-US"/>
          </a:p>
        </p:txBody>
      </p:sp>
      <p:sp>
        <p:nvSpPr>
          <p:cNvPr id="155653" name="Rectangle 5">
            <a:extLst>
              <a:ext uri="{FF2B5EF4-FFF2-40B4-BE49-F238E27FC236}">
                <a16:creationId xmlns:a16="http://schemas.microsoft.com/office/drawing/2014/main" id="{16A06185-D067-4EBC-B3A7-1C1BD998DECA}"/>
              </a:ext>
            </a:extLst>
          </p:cNvPr>
          <p:cNvSpPr>
            <a:spLocks noGrp="1" noChangeArrowheads="1"/>
          </p:cNvSpPr>
          <p:nvPr>
            <p:ph type="sldNum" sz="quarter" idx="3"/>
          </p:nvPr>
        </p:nvSpPr>
        <p:spPr bwMode="auto">
          <a:xfrm>
            <a:off x="3992563" y="9729788"/>
            <a:ext cx="3071812" cy="503237"/>
          </a:xfrm>
          <a:prstGeom prst="rect">
            <a:avLst/>
          </a:prstGeom>
          <a:noFill/>
          <a:ln w="9525">
            <a:noFill/>
            <a:miter lim="800000"/>
            <a:headEnd/>
            <a:tailEnd/>
          </a:ln>
          <a:effectLst/>
        </p:spPr>
        <p:txBody>
          <a:bodyPr vert="horz" wrap="none" lIns="96981" tIns="48491" rIns="96981" bIns="48491" numCol="1" anchor="b" anchorCtr="0" compatLnSpc="1">
            <a:prstTxWarp prst="textNoShape">
              <a:avLst/>
            </a:prstTxWarp>
          </a:bodyPr>
          <a:lstStyle>
            <a:lvl1pPr algn="r">
              <a:defRPr sz="1300"/>
            </a:lvl1pPr>
          </a:lstStyle>
          <a:p>
            <a:pPr>
              <a:defRPr/>
            </a:pPr>
            <a:fld id="{6974A53A-7951-4263-9D76-2D46ECDFBDA5}"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9154857D-B6F0-41E9-8D1F-05E15CEEDA11}"/>
              </a:ext>
            </a:extLst>
          </p:cNvPr>
          <p:cNvSpPr>
            <a:spLocks noGrp="1" noChangeArrowheads="1"/>
          </p:cNvSpPr>
          <p:nvPr>
            <p:ph type="hdr" sz="quarter"/>
          </p:nvPr>
        </p:nvSpPr>
        <p:spPr bwMode="auto">
          <a:xfrm>
            <a:off x="0" y="0"/>
            <a:ext cx="3078163" cy="512763"/>
          </a:xfrm>
          <a:prstGeom prst="rect">
            <a:avLst/>
          </a:prstGeom>
          <a:noFill/>
          <a:ln w="9525">
            <a:noFill/>
            <a:miter lim="800000"/>
            <a:headEnd/>
            <a:tailEnd/>
          </a:ln>
          <a:effectLst/>
        </p:spPr>
        <p:txBody>
          <a:bodyPr vert="horz" wrap="square" lIns="99057" tIns="49528" rIns="99057" bIns="49528" numCol="1" anchor="t" anchorCtr="0" compatLnSpc="1">
            <a:prstTxWarp prst="textNoShape">
              <a:avLst/>
            </a:prstTxWarp>
          </a:bodyPr>
          <a:lstStyle>
            <a:lvl1pPr defTabSz="990017">
              <a:defRPr sz="1300">
                <a:latin typeface="Times New Roman" pitchFamily="18" charset="0"/>
              </a:defRPr>
            </a:lvl1pPr>
          </a:lstStyle>
          <a:p>
            <a:pPr>
              <a:defRPr/>
            </a:pPr>
            <a:endParaRPr lang="zh-CN" altLang="en-US"/>
          </a:p>
        </p:txBody>
      </p:sp>
      <p:sp>
        <p:nvSpPr>
          <p:cNvPr id="3075" name="Rectangle 3">
            <a:extLst>
              <a:ext uri="{FF2B5EF4-FFF2-40B4-BE49-F238E27FC236}">
                <a16:creationId xmlns:a16="http://schemas.microsoft.com/office/drawing/2014/main" id="{9E587313-180B-46E4-80CC-B87CBF88FA56}"/>
              </a:ext>
            </a:extLst>
          </p:cNvPr>
          <p:cNvSpPr>
            <a:spLocks noGrp="1" noChangeArrowheads="1"/>
          </p:cNvSpPr>
          <p:nvPr>
            <p:ph type="dt" idx="1"/>
          </p:nvPr>
        </p:nvSpPr>
        <p:spPr bwMode="auto">
          <a:xfrm>
            <a:off x="4024313" y="0"/>
            <a:ext cx="3078162" cy="512763"/>
          </a:xfrm>
          <a:prstGeom prst="rect">
            <a:avLst/>
          </a:prstGeom>
          <a:noFill/>
          <a:ln w="9525">
            <a:noFill/>
            <a:miter lim="800000"/>
            <a:headEnd/>
            <a:tailEnd/>
          </a:ln>
          <a:effectLst/>
        </p:spPr>
        <p:txBody>
          <a:bodyPr vert="horz" wrap="square" lIns="99057" tIns="49528" rIns="99057" bIns="49528" numCol="1" anchor="t" anchorCtr="0" compatLnSpc="1">
            <a:prstTxWarp prst="textNoShape">
              <a:avLst/>
            </a:prstTxWarp>
          </a:bodyPr>
          <a:lstStyle>
            <a:lvl1pPr algn="r" defTabSz="990017">
              <a:defRPr sz="1300">
                <a:latin typeface="Times New Roman" pitchFamily="18" charset="0"/>
              </a:defRPr>
            </a:lvl1pPr>
          </a:lstStyle>
          <a:p>
            <a:pPr>
              <a:defRPr/>
            </a:pPr>
            <a:endParaRPr lang="zh-CN" altLang="en-US"/>
          </a:p>
        </p:txBody>
      </p:sp>
      <p:sp>
        <p:nvSpPr>
          <p:cNvPr id="4100" name="Rectangle 4">
            <a:extLst>
              <a:ext uri="{FF2B5EF4-FFF2-40B4-BE49-F238E27FC236}">
                <a16:creationId xmlns:a16="http://schemas.microsoft.com/office/drawing/2014/main" id="{0547763E-EF54-4C99-AA35-9E98E90293D3}"/>
              </a:ext>
            </a:extLst>
          </p:cNvPr>
          <p:cNvSpPr>
            <a:spLocks noGrp="1" noRot="1" noChangeAspect="1" noChangeArrowheads="1" noTextEdit="1"/>
          </p:cNvSpPr>
          <p:nvPr>
            <p:ph type="sldImg" idx="2"/>
          </p:nvPr>
        </p:nvSpPr>
        <p:spPr bwMode="auto">
          <a:xfrm>
            <a:off x="993775" y="766763"/>
            <a:ext cx="5114925" cy="38369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75C69150-E261-4362-869A-DE53F7E3A314}"/>
              </a:ext>
            </a:extLst>
          </p:cNvPr>
          <p:cNvSpPr>
            <a:spLocks noGrp="1" noChangeArrowheads="1"/>
          </p:cNvSpPr>
          <p:nvPr>
            <p:ph type="body" sz="quarter" idx="3"/>
          </p:nvPr>
        </p:nvSpPr>
        <p:spPr bwMode="auto">
          <a:xfrm>
            <a:off x="947738" y="4860925"/>
            <a:ext cx="5207000" cy="4605338"/>
          </a:xfrm>
          <a:prstGeom prst="rect">
            <a:avLst/>
          </a:prstGeom>
          <a:noFill/>
          <a:ln w="9525">
            <a:noFill/>
            <a:miter lim="800000"/>
            <a:headEnd/>
            <a:tailEnd/>
          </a:ln>
          <a:effectLst/>
        </p:spPr>
        <p:txBody>
          <a:bodyPr vert="horz" wrap="square" lIns="99057" tIns="49528" rIns="99057" bIns="49528"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3078" name="Rectangle 6">
            <a:extLst>
              <a:ext uri="{FF2B5EF4-FFF2-40B4-BE49-F238E27FC236}">
                <a16:creationId xmlns:a16="http://schemas.microsoft.com/office/drawing/2014/main" id="{4535350B-105D-4B1C-97E8-5E55A51206E7}"/>
              </a:ext>
            </a:extLst>
          </p:cNvPr>
          <p:cNvSpPr>
            <a:spLocks noGrp="1" noChangeArrowheads="1"/>
          </p:cNvSpPr>
          <p:nvPr>
            <p:ph type="ftr" sz="quarter" idx="4"/>
          </p:nvPr>
        </p:nvSpPr>
        <p:spPr bwMode="auto">
          <a:xfrm>
            <a:off x="0" y="9720263"/>
            <a:ext cx="3078163" cy="512762"/>
          </a:xfrm>
          <a:prstGeom prst="rect">
            <a:avLst/>
          </a:prstGeom>
          <a:noFill/>
          <a:ln w="9525">
            <a:noFill/>
            <a:miter lim="800000"/>
            <a:headEnd/>
            <a:tailEnd/>
          </a:ln>
          <a:effectLst/>
        </p:spPr>
        <p:txBody>
          <a:bodyPr vert="horz" wrap="square" lIns="99057" tIns="49528" rIns="99057" bIns="49528" numCol="1" anchor="b" anchorCtr="0" compatLnSpc="1">
            <a:prstTxWarp prst="textNoShape">
              <a:avLst/>
            </a:prstTxWarp>
          </a:bodyPr>
          <a:lstStyle>
            <a:lvl1pPr defTabSz="990017">
              <a:defRPr sz="1300">
                <a:latin typeface="Times New Roman" pitchFamily="18" charset="0"/>
              </a:defRPr>
            </a:lvl1pPr>
          </a:lstStyle>
          <a:p>
            <a:pPr>
              <a:defRPr/>
            </a:pPr>
            <a:endParaRPr lang="zh-CN" altLang="en-US"/>
          </a:p>
        </p:txBody>
      </p:sp>
      <p:sp>
        <p:nvSpPr>
          <p:cNvPr id="3079" name="Rectangle 7">
            <a:extLst>
              <a:ext uri="{FF2B5EF4-FFF2-40B4-BE49-F238E27FC236}">
                <a16:creationId xmlns:a16="http://schemas.microsoft.com/office/drawing/2014/main" id="{5F11812C-A856-4139-B259-DD74714F81D5}"/>
              </a:ext>
            </a:extLst>
          </p:cNvPr>
          <p:cNvSpPr>
            <a:spLocks noGrp="1" noChangeArrowheads="1"/>
          </p:cNvSpPr>
          <p:nvPr>
            <p:ph type="sldNum" sz="quarter" idx="5"/>
          </p:nvPr>
        </p:nvSpPr>
        <p:spPr bwMode="auto">
          <a:xfrm>
            <a:off x="4024313" y="9720263"/>
            <a:ext cx="3078162" cy="512762"/>
          </a:xfrm>
          <a:prstGeom prst="rect">
            <a:avLst/>
          </a:prstGeom>
          <a:noFill/>
          <a:ln w="9525">
            <a:noFill/>
            <a:miter lim="800000"/>
            <a:headEnd/>
            <a:tailEnd/>
          </a:ln>
          <a:effectLst/>
        </p:spPr>
        <p:txBody>
          <a:bodyPr vert="horz" wrap="square" lIns="99057" tIns="49528" rIns="99057" bIns="49528" numCol="1" anchor="b" anchorCtr="0" compatLnSpc="1">
            <a:prstTxWarp prst="textNoShape">
              <a:avLst/>
            </a:prstTxWarp>
          </a:bodyPr>
          <a:lstStyle>
            <a:lvl1pPr algn="r" defTabSz="990017">
              <a:defRPr sz="1300">
                <a:latin typeface="Times New Roman" panose="02020603050405020304" pitchFamily="18" charset="0"/>
              </a:defRPr>
            </a:lvl1pPr>
          </a:lstStyle>
          <a:p>
            <a:pPr>
              <a:defRPr/>
            </a:pPr>
            <a:fld id="{E3424E85-DCC6-48A1-BCA1-0B8B210D177F}"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baike.baidu.com/item/%E4%BC%AA%E9%9A%8F%E6%9C%BA/6260269"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ECB71E11-F795-4681-89DB-6F3FB83A3B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3938">
              <a:defRPr>
                <a:solidFill>
                  <a:schemeClr val="tx1"/>
                </a:solidFill>
                <a:latin typeface="Comic Sans MS" panose="030F0702030302020204" pitchFamily="66" charset="0"/>
              </a:defRPr>
            </a:lvl1pPr>
            <a:lvl2pPr marL="787400" indent="-301625" defTabSz="1023938">
              <a:defRPr>
                <a:solidFill>
                  <a:schemeClr val="tx1"/>
                </a:solidFill>
                <a:latin typeface="Comic Sans MS" panose="030F0702030302020204" pitchFamily="66" charset="0"/>
              </a:defRPr>
            </a:lvl2pPr>
            <a:lvl3pPr marL="1211263" indent="-241300" defTabSz="1023938">
              <a:defRPr>
                <a:solidFill>
                  <a:schemeClr val="tx1"/>
                </a:solidFill>
                <a:latin typeface="Comic Sans MS" panose="030F0702030302020204" pitchFamily="66" charset="0"/>
              </a:defRPr>
            </a:lvl3pPr>
            <a:lvl4pPr marL="1697038" indent="-241300" defTabSz="1023938">
              <a:defRPr>
                <a:solidFill>
                  <a:schemeClr val="tx1"/>
                </a:solidFill>
                <a:latin typeface="Comic Sans MS" panose="030F0702030302020204" pitchFamily="66" charset="0"/>
              </a:defRPr>
            </a:lvl4pPr>
            <a:lvl5pPr marL="2181225" indent="-241300" defTabSz="1023938">
              <a:defRPr>
                <a:solidFill>
                  <a:schemeClr val="tx1"/>
                </a:solidFill>
                <a:latin typeface="Comic Sans MS" panose="030F0702030302020204" pitchFamily="66" charset="0"/>
              </a:defRPr>
            </a:lvl5pPr>
            <a:lvl6pPr marL="2638425" indent="-241300" defTabSz="1023938" eaLnBrk="0" fontAlgn="base" hangingPunct="0">
              <a:spcBef>
                <a:spcPct val="0"/>
              </a:spcBef>
              <a:spcAft>
                <a:spcPct val="0"/>
              </a:spcAft>
              <a:defRPr>
                <a:solidFill>
                  <a:schemeClr val="tx1"/>
                </a:solidFill>
                <a:latin typeface="Comic Sans MS" panose="030F0702030302020204" pitchFamily="66" charset="0"/>
              </a:defRPr>
            </a:lvl6pPr>
            <a:lvl7pPr marL="3095625" indent="-241300" defTabSz="1023938" eaLnBrk="0" fontAlgn="base" hangingPunct="0">
              <a:spcBef>
                <a:spcPct val="0"/>
              </a:spcBef>
              <a:spcAft>
                <a:spcPct val="0"/>
              </a:spcAft>
              <a:defRPr>
                <a:solidFill>
                  <a:schemeClr val="tx1"/>
                </a:solidFill>
                <a:latin typeface="Comic Sans MS" panose="030F0702030302020204" pitchFamily="66" charset="0"/>
              </a:defRPr>
            </a:lvl7pPr>
            <a:lvl8pPr marL="3552825" indent="-241300" defTabSz="1023938" eaLnBrk="0" fontAlgn="base" hangingPunct="0">
              <a:spcBef>
                <a:spcPct val="0"/>
              </a:spcBef>
              <a:spcAft>
                <a:spcPct val="0"/>
              </a:spcAft>
              <a:defRPr>
                <a:solidFill>
                  <a:schemeClr val="tx1"/>
                </a:solidFill>
                <a:latin typeface="Comic Sans MS" panose="030F0702030302020204" pitchFamily="66" charset="0"/>
              </a:defRPr>
            </a:lvl8pPr>
            <a:lvl9pPr marL="4010025" indent="-241300" defTabSz="1023938" eaLnBrk="0" fontAlgn="base" hangingPunct="0">
              <a:spcBef>
                <a:spcPct val="0"/>
              </a:spcBef>
              <a:spcAft>
                <a:spcPct val="0"/>
              </a:spcAft>
              <a:defRPr>
                <a:solidFill>
                  <a:schemeClr val="tx1"/>
                </a:solidFill>
                <a:latin typeface="Comic Sans MS" panose="030F0702030302020204" pitchFamily="66" charset="0"/>
              </a:defRPr>
            </a:lvl9pPr>
          </a:lstStyle>
          <a:p>
            <a:fld id="{3CF8FF3E-1A1E-424B-999B-B6B1C3FAE9D0}" type="slidenum">
              <a:rPr lang="en-US" altLang="zh-CN" smtClean="0">
                <a:latin typeface="Times New Roman" panose="02020603050405020304" pitchFamily="18" charset="0"/>
                <a:ea typeface="MS PGothic" panose="020B0600070205080204" pitchFamily="34" charset="-128"/>
              </a:rPr>
              <a:pPr/>
              <a:t>3</a:t>
            </a:fld>
            <a:endParaRPr lang="en-US" altLang="zh-CN">
              <a:latin typeface="Times New Roman" panose="02020603050405020304" pitchFamily="18" charset="0"/>
              <a:ea typeface="MS PGothic" panose="020B0600070205080204" pitchFamily="34" charset="-128"/>
            </a:endParaRPr>
          </a:p>
        </p:txBody>
      </p:sp>
      <p:sp>
        <p:nvSpPr>
          <p:cNvPr id="9219" name="Rectangle 2">
            <a:extLst>
              <a:ext uri="{FF2B5EF4-FFF2-40B4-BE49-F238E27FC236}">
                <a16:creationId xmlns:a16="http://schemas.microsoft.com/office/drawing/2014/main" id="{3AF765C6-BE25-47F7-9EF5-829B1C89C141}"/>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1E04640D-1B8A-4272-9DAA-BAD2DBB4C5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E51BE69D-89FE-47E2-9ED2-A1D9E67DC7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23938">
              <a:defRPr>
                <a:solidFill>
                  <a:schemeClr val="tx1"/>
                </a:solidFill>
                <a:latin typeface="Comic Sans MS" panose="030F0702030302020204" pitchFamily="66" charset="0"/>
              </a:defRPr>
            </a:lvl1pPr>
            <a:lvl2pPr marL="787400" indent="-301625" defTabSz="1023938">
              <a:defRPr>
                <a:solidFill>
                  <a:schemeClr val="tx1"/>
                </a:solidFill>
                <a:latin typeface="Comic Sans MS" panose="030F0702030302020204" pitchFamily="66" charset="0"/>
              </a:defRPr>
            </a:lvl2pPr>
            <a:lvl3pPr marL="1211263" indent="-241300" defTabSz="1023938">
              <a:defRPr>
                <a:solidFill>
                  <a:schemeClr val="tx1"/>
                </a:solidFill>
                <a:latin typeface="Comic Sans MS" panose="030F0702030302020204" pitchFamily="66" charset="0"/>
              </a:defRPr>
            </a:lvl3pPr>
            <a:lvl4pPr marL="1697038" indent="-241300" defTabSz="1023938">
              <a:defRPr>
                <a:solidFill>
                  <a:schemeClr val="tx1"/>
                </a:solidFill>
                <a:latin typeface="Comic Sans MS" panose="030F0702030302020204" pitchFamily="66" charset="0"/>
              </a:defRPr>
            </a:lvl4pPr>
            <a:lvl5pPr marL="2181225" indent="-241300" defTabSz="1023938">
              <a:defRPr>
                <a:solidFill>
                  <a:schemeClr val="tx1"/>
                </a:solidFill>
                <a:latin typeface="Comic Sans MS" panose="030F0702030302020204" pitchFamily="66" charset="0"/>
              </a:defRPr>
            </a:lvl5pPr>
            <a:lvl6pPr marL="2638425" indent="-241300" defTabSz="1023938" eaLnBrk="0" fontAlgn="base" hangingPunct="0">
              <a:spcBef>
                <a:spcPct val="0"/>
              </a:spcBef>
              <a:spcAft>
                <a:spcPct val="0"/>
              </a:spcAft>
              <a:defRPr>
                <a:solidFill>
                  <a:schemeClr val="tx1"/>
                </a:solidFill>
                <a:latin typeface="Comic Sans MS" panose="030F0702030302020204" pitchFamily="66" charset="0"/>
              </a:defRPr>
            </a:lvl6pPr>
            <a:lvl7pPr marL="3095625" indent="-241300" defTabSz="1023938" eaLnBrk="0" fontAlgn="base" hangingPunct="0">
              <a:spcBef>
                <a:spcPct val="0"/>
              </a:spcBef>
              <a:spcAft>
                <a:spcPct val="0"/>
              </a:spcAft>
              <a:defRPr>
                <a:solidFill>
                  <a:schemeClr val="tx1"/>
                </a:solidFill>
                <a:latin typeface="Comic Sans MS" panose="030F0702030302020204" pitchFamily="66" charset="0"/>
              </a:defRPr>
            </a:lvl7pPr>
            <a:lvl8pPr marL="3552825" indent="-241300" defTabSz="1023938" eaLnBrk="0" fontAlgn="base" hangingPunct="0">
              <a:spcBef>
                <a:spcPct val="0"/>
              </a:spcBef>
              <a:spcAft>
                <a:spcPct val="0"/>
              </a:spcAft>
              <a:defRPr>
                <a:solidFill>
                  <a:schemeClr val="tx1"/>
                </a:solidFill>
                <a:latin typeface="Comic Sans MS" panose="030F0702030302020204" pitchFamily="66" charset="0"/>
              </a:defRPr>
            </a:lvl8pPr>
            <a:lvl9pPr marL="4010025" indent="-241300" defTabSz="1023938" eaLnBrk="0" fontAlgn="base" hangingPunct="0">
              <a:spcBef>
                <a:spcPct val="0"/>
              </a:spcBef>
              <a:spcAft>
                <a:spcPct val="0"/>
              </a:spcAft>
              <a:defRPr>
                <a:solidFill>
                  <a:schemeClr val="tx1"/>
                </a:solidFill>
                <a:latin typeface="Comic Sans MS" panose="030F0702030302020204" pitchFamily="66" charset="0"/>
              </a:defRPr>
            </a:lvl9pPr>
          </a:lstStyle>
          <a:p>
            <a:fld id="{AF2E8382-63C6-4EAA-BEF4-A814197DC09F}" type="slidenum">
              <a:rPr lang="en-US" altLang="zh-CN" smtClean="0">
                <a:latin typeface="Times New Roman" panose="02020603050405020304" pitchFamily="18" charset="0"/>
                <a:ea typeface="MS PGothic" panose="020B0600070205080204" pitchFamily="34" charset="-128"/>
              </a:rPr>
              <a:pPr/>
              <a:t>4</a:t>
            </a:fld>
            <a:endParaRPr lang="en-US" altLang="zh-CN">
              <a:latin typeface="Times New Roman" panose="02020603050405020304" pitchFamily="18" charset="0"/>
              <a:ea typeface="MS PGothic" panose="020B0600070205080204" pitchFamily="34" charset="-128"/>
            </a:endParaRPr>
          </a:p>
        </p:txBody>
      </p:sp>
      <p:sp>
        <p:nvSpPr>
          <p:cNvPr id="11267" name="Rectangle 2">
            <a:extLst>
              <a:ext uri="{FF2B5EF4-FFF2-40B4-BE49-F238E27FC236}">
                <a16:creationId xmlns:a16="http://schemas.microsoft.com/office/drawing/2014/main" id="{CE39C0C9-FD55-4A08-B658-EED22F369574}"/>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52F9E456-6EAC-471F-A32D-B90A50D7E5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中间链路上的帧中继</a:t>
            </a:r>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9650A02C-3A0E-4CF8-9C9C-EB959A6C1B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a:defRPr>
                <a:solidFill>
                  <a:schemeClr val="tx1"/>
                </a:solidFill>
                <a:latin typeface="Comic Sans MS" panose="030F0702030302020204" pitchFamily="66" charset="0"/>
              </a:defRPr>
            </a:lvl1pPr>
            <a:lvl2pPr marL="787400" indent="-301625" defTabSz="989013">
              <a:defRPr>
                <a:solidFill>
                  <a:schemeClr val="tx1"/>
                </a:solidFill>
                <a:latin typeface="Comic Sans MS" panose="030F0702030302020204" pitchFamily="66" charset="0"/>
              </a:defRPr>
            </a:lvl2pPr>
            <a:lvl3pPr marL="1211263" indent="-241300" defTabSz="989013">
              <a:defRPr>
                <a:solidFill>
                  <a:schemeClr val="tx1"/>
                </a:solidFill>
                <a:latin typeface="Comic Sans MS" panose="030F0702030302020204" pitchFamily="66" charset="0"/>
              </a:defRPr>
            </a:lvl3pPr>
            <a:lvl4pPr marL="1697038" indent="-241300" defTabSz="989013">
              <a:defRPr>
                <a:solidFill>
                  <a:schemeClr val="tx1"/>
                </a:solidFill>
                <a:latin typeface="Comic Sans MS" panose="030F0702030302020204" pitchFamily="66" charset="0"/>
              </a:defRPr>
            </a:lvl4pPr>
            <a:lvl5pPr marL="2181225" indent="-241300" defTabSz="989013">
              <a:defRPr>
                <a:solidFill>
                  <a:schemeClr val="tx1"/>
                </a:solidFill>
                <a:latin typeface="Comic Sans MS" panose="030F0702030302020204" pitchFamily="66" charset="0"/>
              </a:defRPr>
            </a:lvl5pPr>
            <a:lvl6pPr marL="2638425" indent="-241300" defTabSz="989013" eaLnBrk="0" fontAlgn="base" hangingPunct="0">
              <a:spcBef>
                <a:spcPct val="0"/>
              </a:spcBef>
              <a:spcAft>
                <a:spcPct val="0"/>
              </a:spcAft>
              <a:defRPr>
                <a:solidFill>
                  <a:schemeClr val="tx1"/>
                </a:solidFill>
                <a:latin typeface="Comic Sans MS" panose="030F0702030302020204" pitchFamily="66" charset="0"/>
              </a:defRPr>
            </a:lvl6pPr>
            <a:lvl7pPr marL="3095625" indent="-241300" defTabSz="989013" eaLnBrk="0" fontAlgn="base" hangingPunct="0">
              <a:spcBef>
                <a:spcPct val="0"/>
              </a:spcBef>
              <a:spcAft>
                <a:spcPct val="0"/>
              </a:spcAft>
              <a:defRPr>
                <a:solidFill>
                  <a:schemeClr val="tx1"/>
                </a:solidFill>
                <a:latin typeface="Comic Sans MS" panose="030F0702030302020204" pitchFamily="66" charset="0"/>
              </a:defRPr>
            </a:lvl7pPr>
            <a:lvl8pPr marL="3552825" indent="-241300" defTabSz="989013" eaLnBrk="0" fontAlgn="base" hangingPunct="0">
              <a:spcBef>
                <a:spcPct val="0"/>
              </a:spcBef>
              <a:spcAft>
                <a:spcPct val="0"/>
              </a:spcAft>
              <a:defRPr>
                <a:solidFill>
                  <a:schemeClr val="tx1"/>
                </a:solidFill>
                <a:latin typeface="Comic Sans MS" panose="030F0702030302020204" pitchFamily="66" charset="0"/>
              </a:defRPr>
            </a:lvl8pPr>
            <a:lvl9pPr marL="4010025" indent="-241300" defTabSz="989013" eaLnBrk="0" fontAlgn="base" hangingPunct="0">
              <a:spcBef>
                <a:spcPct val="0"/>
              </a:spcBef>
              <a:spcAft>
                <a:spcPct val="0"/>
              </a:spcAft>
              <a:defRPr>
                <a:solidFill>
                  <a:schemeClr val="tx1"/>
                </a:solidFill>
                <a:latin typeface="Comic Sans MS" panose="030F0702030302020204" pitchFamily="66" charset="0"/>
              </a:defRPr>
            </a:lvl9pPr>
          </a:lstStyle>
          <a:p>
            <a:fld id="{795E5B16-1EFC-4157-B3AF-94C503A6FB1A}" type="slidenum">
              <a:rPr lang="zh-CN" altLang="en-US" smtClean="0">
                <a:latin typeface="Times New Roman" panose="02020603050405020304" pitchFamily="18" charset="0"/>
              </a:rPr>
              <a:pPr/>
              <a:t>5</a:t>
            </a:fld>
            <a:endParaRPr lang="zh-CN" altLang="en-US">
              <a:latin typeface="Times New Roman" panose="02020603050405020304" pitchFamily="18" charset="0"/>
            </a:endParaRPr>
          </a:p>
        </p:txBody>
      </p:sp>
      <p:sp>
        <p:nvSpPr>
          <p:cNvPr id="13315" name="Rectangle 2">
            <a:extLst>
              <a:ext uri="{FF2B5EF4-FFF2-40B4-BE49-F238E27FC236}">
                <a16:creationId xmlns:a16="http://schemas.microsoft.com/office/drawing/2014/main" id="{E9661D0A-59B5-46DA-9ACF-C210BCBD9538}"/>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DD969E64-66F6-4E11-9A6C-43E5CC0778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7239C3A1-129E-483A-9CFE-6A8AF4775268}"/>
              </a:ext>
            </a:extLst>
          </p:cNvPr>
          <p:cNvSpPr>
            <a:spLocks noGrp="1" noRot="1" noChangeAspect="1" noChangeArrowheads="1" noTextEdit="1"/>
          </p:cNvSpPr>
          <p:nvPr>
            <p:ph type="sldImg"/>
          </p:nvPr>
        </p:nvSpPr>
        <p:spPr>
          <a:ln/>
        </p:spPr>
      </p:sp>
      <p:sp>
        <p:nvSpPr>
          <p:cNvPr id="25603" name="备注占位符 2">
            <a:extLst>
              <a:ext uri="{FF2B5EF4-FFF2-40B4-BE49-F238E27FC236}">
                <a16:creationId xmlns:a16="http://schemas.microsoft.com/office/drawing/2014/main" id="{978D981C-DF0A-4FF9-BCFF-B8F00412D80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604" name="灯片编号占位符 3">
            <a:extLst>
              <a:ext uri="{FF2B5EF4-FFF2-40B4-BE49-F238E27FC236}">
                <a16:creationId xmlns:a16="http://schemas.microsoft.com/office/drawing/2014/main" id="{CF647C1C-F509-48C3-BD5F-B853AC0F7B4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a:defRPr>
                <a:solidFill>
                  <a:schemeClr val="tx1"/>
                </a:solidFill>
                <a:latin typeface="Comic Sans MS" panose="030F0702030302020204" pitchFamily="66" charset="0"/>
              </a:defRPr>
            </a:lvl1pPr>
            <a:lvl2pPr marL="787400" indent="-301625" defTabSz="989013">
              <a:defRPr>
                <a:solidFill>
                  <a:schemeClr val="tx1"/>
                </a:solidFill>
                <a:latin typeface="Comic Sans MS" panose="030F0702030302020204" pitchFamily="66" charset="0"/>
              </a:defRPr>
            </a:lvl2pPr>
            <a:lvl3pPr marL="1211263" indent="-241300" defTabSz="989013">
              <a:defRPr>
                <a:solidFill>
                  <a:schemeClr val="tx1"/>
                </a:solidFill>
                <a:latin typeface="Comic Sans MS" panose="030F0702030302020204" pitchFamily="66" charset="0"/>
              </a:defRPr>
            </a:lvl3pPr>
            <a:lvl4pPr marL="1697038" indent="-241300" defTabSz="989013">
              <a:defRPr>
                <a:solidFill>
                  <a:schemeClr val="tx1"/>
                </a:solidFill>
                <a:latin typeface="Comic Sans MS" panose="030F0702030302020204" pitchFamily="66" charset="0"/>
              </a:defRPr>
            </a:lvl4pPr>
            <a:lvl5pPr marL="2181225" indent="-241300" defTabSz="989013">
              <a:defRPr>
                <a:solidFill>
                  <a:schemeClr val="tx1"/>
                </a:solidFill>
                <a:latin typeface="Comic Sans MS" panose="030F0702030302020204" pitchFamily="66" charset="0"/>
              </a:defRPr>
            </a:lvl5pPr>
            <a:lvl6pPr marL="2638425" indent="-241300" defTabSz="989013" eaLnBrk="0" fontAlgn="base" hangingPunct="0">
              <a:spcBef>
                <a:spcPct val="0"/>
              </a:spcBef>
              <a:spcAft>
                <a:spcPct val="0"/>
              </a:spcAft>
              <a:defRPr>
                <a:solidFill>
                  <a:schemeClr val="tx1"/>
                </a:solidFill>
                <a:latin typeface="Comic Sans MS" panose="030F0702030302020204" pitchFamily="66" charset="0"/>
              </a:defRPr>
            </a:lvl6pPr>
            <a:lvl7pPr marL="3095625" indent="-241300" defTabSz="989013" eaLnBrk="0" fontAlgn="base" hangingPunct="0">
              <a:spcBef>
                <a:spcPct val="0"/>
              </a:spcBef>
              <a:spcAft>
                <a:spcPct val="0"/>
              </a:spcAft>
              <a:defRPr>
                <a:solidFill>
                  <a:schemeClr val="tx1"/>
                </a:solidFill>
                <a:latin typeface="Comic Sans MS" panose="030F0702030302020204" pitchFamily="66" charset="0"/>
              </a:defRPr>
            </a:lvl7pPr>
            <a:lvl8pPr marL="3552825" indent="-241300" defTabSz="989013" eaLnBrk="0" fontAlgn="base" hangingPunct="0">
              <a:spcBef>
                <a:spcPct val="0"/>
              </a:spcBef>
              <a:spcAft>
                <a:spcPct val="0"/>
              </a:spcAft>
              <a:defRPr>
                <a:solidFill>
                  <a:schemeClr val="tx1"/>
                </a:solidFill>
                <a:latin typeface="Comic Sans MS" panose="030F0702030302020204" pitchFamily="66" charset="0"/>
              </a:defRPr>
            </a:lvl8pPr>
            <a:lvl9pPr marL="4010025" indent="-241300" defTabSz="989013" eaLnBrk="0" fontAlgn="base" hangingPunct="0">
              <a:spcBef>
                <a:spcPct val="0"/>
              </a:spcBef>
              <a:spcAft>
                <a:spcPct val="0"/>
              </a:spcAft>
              <a:defRPr>
                <a:solidFill>
                  <a:schemeClr val="tx1"/>
                </a:solidFill>
                <a:latin typeface="Comic Sans MS" panose="030F0702030302020204" pitchFamily="66" charset="0"/>
              </a:defRPr>
            </a:lvl9pPr>
          </a:lstStyle>
          <a:p>
            <a:fld id="{919A3905-61C4-4226-81C1-F5FDF4AA4D18}" type="slidenum">
              <a:rPr lang="zh-CN" altLang="en-US" smtClean="0">
                <a:latin typeface="Times New Roman" panose="02020603050405020304" pitchFamily="18" charset="0"/>
              </a:rPr>
              <a:pPr/>
              <a:t>16</a:t>
            </a:fld>
            <a:endParaRPr lang="zh-CN"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a:extLst>
              <a:ext uri="{FF2B5EF4-FFF2-40B4-BE49-F238E27FC236}">
                <a16:creationId xmlns:a16="http://schemas.microsoft.com/office/drawing/2014/main" id="{0D784AC2-E76F-439C-B857-B96DBC183E86}"/>
              </a:ext>
            </a:extLst>
          </p:cNvPr>
          <p:cNvSpPr>
            <a:spLocks noGrp="1" noRot="1" noChangeAspect="1" noChangeArrowheads="1" noTextEdit="1"/>
          </p:cNvSpPr>
          <p:nvPr>
            <p:ph type="sldImg"/>
          </p:nvPr>
        </p:nvSpPr>
        <p:spPr>
          <a:ln/>
        </p:spPr>
      </p:sp>
      <p:sp>
        <p:nvSpPr>
          <p:cNvPr id="29699" name="备注占位符 2">
            <a:extLst>
              <a:ext uri="{FF2B5EF4-FFF2-40B4-BE49-F238E27FC236}">
                <a16:creationId xmlns:a16="http://schemas.microsoft.com/office/drawing/2014/main" id="{B3E92001-D1D3-40C4-A870-A59CC00332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D: </a:t>
            </a:r>
            <a:r>
              <a:rPr lang="zh-CN" altLang="en-US"/>
              <a:t>信息位， </a:t>
            </a:r>
            <a:r>
              <a:rPr lang="en-US" altLang="zh-CN"/>
              <a:t>EDC</a:t>
            </a:r>
            <a:r>
              <a:rPr lang="zh-CN" altLang="en-US"/>
              <a:t>：监督位</a:t>
            </a:r>
            <a:endParaRPr lang="en-US" altLang="zh-CN"/>
          </a:p>
          <a:p>
            <a:r>
              <a:rPr lang="zh-CN" altLang="en-US"/>
              <a:t>抗干扰编码：</a:t>
            </a:r>
            <a:r>
              <a:rPr lang="en-US" altLang="zh-CN"/>
              <a:t>1</a:t>
            </a:r>
            <a:r>
              <a:rPr lang="zh-CN" altLang="en-US"/>
              <a:t>）任何算法不可能</a:t>
            </a:r>
            <a:r>
              <a:rPr lang="en-US" altLang="zh-CN"/>
              <a:t>100%</a:t>
            </a:r>
            <a:r>
              <a:rPr lang="zh-CN" altLang="en-US"/>
              <a:t>检错，关心算法的检错能力 </a:t>
            </a:r>
            <a:r>
              <a:rPr lang="en-US" altLang="zh-CN"/>
              <a:t>2</a:t>
            </a:r>
            <a:r>
              <a:rPr lang="zh-CN" altLang="en-US"/>
              <a:t>）一般，监督位数越多，检错或纠错能力越强，但要注意算法运行效率和编码效率</a:t>
            </a:r>
            <a:r>
              <a:rPr lang="en-US" altLang="zh-CN"/>
              <a:t>D/D+EDC</a:t>
            </a:r>
          </a:p>
          <a:p>
            <a:r>
              <a:rPr lang="zh-CN" altLang="en-US"/>
              <a:t>差错编码分类：</a:t>
            </a:r>
            <a:r>
              <a:rPr lang="en-US" altLang="zh-CN"/>
              <a:t>1</a:t>
            </a:r>
            <a:r>
              <a:rPr lang="zh-CN" altLang="en-US"/>
              <a:t>）信息位和监督位的关系：线性码（</a:t>
            </a:r>
            <a:r>
              <a:rPr lang="en-US" altLang="zh-CN"/>
              <a:t>CRC/</a:t>
            </a:r>
            <a:r>
              <a:rPr lang="zh-CN" altLang="en-US"/>
              <a:t>奇偶校验码）、非线性码（卷积码）</a:t>
            </a:r>
            <a:endParaRPr lang="en-US" altLang="zh-CN"/>
          </a:p>
          <a:p>
            <a:r>
              <a:rPr lang="en-US" altLang="zh-CN"/>
              <a:t>                        2</a:t>
            </a:r>
            <a:r>
              <a:rPr lang="zh-CN" altLang="en-US"/>
              <a:t>）用途或功能：检错码（</a:t>
            </a:r>
            <a:r>
              <a:rPr lang="en-US" altLang="zh-CN"/>
              <a:t>CRC</a:t>
            </a:r>
            <a:r>
              <a:rPr lang="zh-CN" altLang="en-US"/>
              <a:t>）、纠错码（海明编码、交织码），交织编码根据交织方式的不同，可分为线性交织、卷积交织和</a:t>
            </a:r>
            <a:r>
              <a:rPr lang="zh-CN" altLang="en-US">
                <a:hlinkClick r:id="rId3"/>
              </a:rPr>
              <a:t>伪随机</a:t>
            </a:r>
            <a:r>
              <a:rPr lang="zh-CN" altLang="en-US"/>
              <a:t>交织。</a:t>
            </a:r>
          </a:p>
          <a:p>
            <a:endParaRPr lang="zh-CN" altLang="en-US"/>
          </a:p>
        </p:txBody>
      </p:sp>
      <p:sp>
        <p:nvSpPr>
          <p:cNvPr id="29700" name="灯片编号占位符 3">
            <a:extLst>
              <a:ext uri="{FF2B5EF4-FFF2-40B4-BE49-F238E27FC236}">
                <a16:creationId xmlns:a16="http://schemas.microsoft.com/office/drawing/2014/main" id="{932616F8-0E99-463D-8B07-9268395034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a:defRPr>
                <a:solidFill>
                  <a:schemeClr val="tx1"/>
                </a:solidFill>
                <a:latin typeface="Comic Sans MS" panose="030F0702030302020204" pitchFamily="66" charset="0"/>
              </a:defRPr>
            </a:lvl1pPr>
            <a:lvl2pPr marL="742950" indent="-285750" defTabSz="989013">
              <a:defRPr>
                <a:solidFill>
                  <a:schemeClr val="tx1"/>
                </a:solidFill>
                <a:latin typeface="Comic Sans MS" panose="030F0702030302020204" pitchFamily="66" charset="0"/>
              </a:defRPr>
            </a:lvl2pPr>
            <a:lvl3pPr marL="1143000" indent="-228600" defTabSz="989013">
              <a:defRPr>
                <a:solidFill>
                  <a:schemeClr val="tx1"/>
                </a:solidFill>
                <a:latin typeface="Comic Sans MS" panose="030F0702030302020204" pitchFamily="66" charset="0"/>
              </a:defRPr>
            </a:lvl3pPr>
            <a:lvl4pPr marL="1600200" indent="-228600" defTabSz="989013">
              <a:defRPr>
                <a:solidFill>
                  <a:schemeClr val="tx1"/>
                </a:solidFill>
                <a:latin typeface="Comic Sans MS" panose="030F0702030302020204" pitchFamily="66" charset="0"/>
              </a:defRPr>
            </a:lvl4pPr>
            <a:lvl5pPr marL="2057400" indent="-228600" defTabSz="989013">
              <a:defRPr>
                <a:solidFill>
                  <a:schemeClr val="tx1"/>
                </a:solidFill>
                <a:latin typeface="Comic Sans MS" panose="030F0702030302020204" pitchFamily="66" charset="0"/>
              </a:defRPr>
            </a:lvl5pPr>
            <a:lvl6pPr marL="2514600" indent="-228600" defTabSz="989013" eaLnBrk="0" fontAlgn="base" hangingPunct="0">
              <a:spcBef>
                <a:spcPct val="0"/>
              </a:spcBef>
              <a:spcAft>
                <a:spcPct val="0"/>
              </a:spcAft>
              <a:defRPr>
                <a:solidFill>
                  <a:schemeClr val="tx1"/>
                </a:solidFill>
                <a:latin typeface="Comic Sans MS" panose="030F0702030302020204" pitchFamily="66" charset="0"/>
              </a:defRPr>
            </a:lvl6pPr>
            <a:lvl7pPr marL="2971800" indent="-228600" defTabSz="989013" eaLnBrk="0" fontAlgn="base" hangingPunct="0">
              <a:spcBef>
                <a:spcPct val="0"/>
              </a:spcBef>
              <a:spcAft>
                <a:spcPct val="0"/>
              </a:spcAft>
              <a:defRPr>
                <a:solidFill>
                  <a:schemeClr val="tx1"/>
                </a:solidFill>
                <a:latin typeface="Comic Sans MS" panose="030F0702030302020204" pitchFamily="66" charset="0"/>
              </a:defRPr>
            </a:lvl7pPr>
            <a:lvl8pPr marL="3429000" indent="-228600" defTabSz="989013" eaLnBrk="0" fontAlgn="base" hangingPunct="0">
              <a:spcBef>
                <a:spcPct val="0"/>
              </a:spcBef>
              <a:spcAft>
                <a:spcPct val="0"/>
              </a:spcAft>
              <a:defRPr>
                <a:solidFill>
                  <a:schemeClr val="tx1"/>
                </a:solidFill>
                <a:latin typeface="Comic Sans MS" panose="030F0702030302020204" pitchFamily="66" charset="0"/>
              </a:defRPr>
            </a:lvl8pPr>
            <a:lvl9pPr marL="3886200" indent="-228600" defTabSz="989013" eaLnBrk="0" fontAlgn="base" hangingPunct="0">
              <a:spcBef>
                <a:spcPct val="0"/>
              </a:spcBef>
              <a:spcAft>
                <a:spcPct val="0"/>
              </a:spcAft>
              <a:defRPr>
                <a:solidFill>
                  <a:schemeClr val="tx1"/>
                </a:solidFill>
                <a:latin typeface="Comic Sans MS" panose="030F0702030302020204" pitchFamily="66" charset="0"/>
              </a:defRPr>
            </a:lvl9pPr>
          </a:lstStyle>
          <a:p>
            <a:fld id="{71592BFD-111F-4C96-B38D-8A4D9E81B857}" type="slidenum">
              <a:rPr lang="zh-CN" altLang="en-US" smtClean="0">
                <a:latin typeface="Times New Roman" panose="02020603050405020304" pitchFamily="18" charset="0"/>
              </a:rPr>
              <a:pPr/>
              <a:t>19</a:t>
            </a:fld>
            <a:endParaRPr lang="zh-CN"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a:extLst>
              <a:ext uri="{FF2B5EF4-FFF2-40B4-BE49-F238E27FC236}">
                <a16:creationId xmlns:a16="http://schemas.microsoft.com/office/drawing/2014/main" id="{D92399A2-C6E9-4081-9B91-18AE89293B08}"/>
              </a:ext>
            </a:extLst>
          </p:cNvPr>
          <p:cNvSpPr>
            <a:spLocks noGrp="1" noRot="1" noChangeAspect="1" noChangeArrowheads="1" noTextEdit="1"/>
          </p:cNvSpPr>
          <p:nvPr>
            <p:ph type="sldImg"/>
          </p:nvPr>
        </p:nvSpPr>
        <p:spPr>
          <a:ln/>
        </p:spPr>
      </p:sp>
      <p:sp>
        <p:nvSpPr>
          <p:cNvPr id="34819" name="备注占位符 2">
            <a:extLst>
              <a:ext uri="{FF2B5EF4-FFF2-40B4-BE49-F238E27FC236}">
                <a16:creationId xmlns:a16="http://schemas.microsoft.com/office/drawing/2014/main" id="{A77A33CB-29D5-4B88-B550-7A4A48A7D9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ea typeface="幼圆" panose="02010509060101010101" pitchFamily="49" charset="-122"/>
              </a:rPr>
              <a:t>Consultative Committee on International Telegraphy and Telephone</a:t>
            </a:r>
            <a:r>
              <a:rPr lang="zh-CN" altLang="en-US">
                <a:ea typeface="幼圆" panose="02010509060101010101" pitchFamily="49" charset="-122"/>
              </a:rPr>
              <a:t>国际电报电话咨询委员会</a:t>
            </a:r>
            <a:endParaRPr lang="zh-CN" altLang="en-US"/>
          </a:p>
          <a:p>
            <a:endParaRPr lang="zh-CN" altLang="en-US"/>
          </a:p>
        </p:txBody>
      </p:sp>
      <p:sp>
        <p:nvSpPr>
          <p:cNvPr id="34820" name="灯片编号占位符 3">
            <a:extLst>
              <a:ext uri="{FF2B5EF4-FFF2-40B4-BE49-F238E27FC236}">
                <a16:creationId xmlns:a16="http://schemas.microsoft.com/office/drawing/2014/main" id="{F51F8DCB-7F4C-4F2B-9E0B-C24EBC10E9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a:defRPr>
                <a:solidFill>
                  <a:schemeClr val="tx1"/>
                </a:solidFill>
                <a:latin typeface="Comic Sans MS" panose="030F0702030302020204" pitchFamily="66" charset="0"/>
              </a:defRPr>
            </a:lvl1pPr>
            <a:lvl2pPr marL="742950" indent="-285750" defTabSz="989013">
              <a:defRPr>
                <a:solidFill>
                  <a:schemeClr val="tx1"/>
                </a:solidFill>
                <a:latin typeface="Comic Sans MS" panose="030F0702030302020204" pitchFamily="66" charset="0"/>
              </a:defRPr>
            </a:lvl2pPr>
            <a:lvl3pPr marL="1143000" indent="-228600" defTabSz="989013">
              <a:defRPr>
                <a:solidFill>
                  <a:schemeClr val="tx1"/>
                </a:solidFill>
                <a:latin typeface="Comic Sans MS" panose="030F0702030302020204" pitchFamily="66" charset="0"/>
              </a:defRPr>
            </a:lvl3pPr>
            <a:lvl4pPr marL="1600200" indent="-228600" defTabSz="989013">
              <a:defRPr>
                <a:solidFill>
                  <a:schemeClr val="tx1"/>
                </a:solidFill>
                <a:latin typeface="Comic Sans MS" panose="030F0702030302020204" pitchFamily="66" charset="0"/>
              </a:defRPr>
            </a:lvl4pPr>
            <a:lvl5pPr marL="2057400" indent="-228600" defTabSz="989013">
              <a:defRPr>
                <a:solidFill>
                  <a:schemeClr val="tx1"/>
                </a:solidFill>
                <a:latin typeface="Comic Sans MS" panose="030F0702030302020204" pitchFamily="66" charset="0"/>
              </a:defRPr>
            </a:lvl5pPr>
            <a:lvl6pPr marL="2514600" indent="-228600" defTabSz="989013" eaLnBrk="0" fontAlgn="base" hangingPunct="0">
              <a:spcBef>
                <a:spcPct val="0"/>
              </a:spcBef>
              <a:spcAft>
                <a:spcPct val="0"/>
              </a:spcAft>
              <a:defRPr>
                <a:solidFill>
                  <a:schemeClr val="tx1"/>
                </a:solidFill>
                <a:latin typeface="Comic Sans MS" panose="030F0702030302020204" pitchFamily="66" charset="0"/>
              </a:defRPr>
            </a:lvl6pPr>
            <a:lvl7pPr marL="2971800" indent="-228600" defTabSz="989013" eaLnBrk="0" fontAlgn="base" hangingPunct="0">
              <a:spcBef>
                <a:spcPct val="0"/>
              </a:spcBef>
              <a:spcAft>
                <a:spcPct val="0"/>
              </a:spcAft>
              <a:defRPr>
                <a:solidFill>
                  <a:schemeClr val="tx1"/>
                </a:solidFill>
                <a:latin typeface="Comic Sans MS" panose="030F0702030302020204" pitchFamily="66" charset="0"/>
              </a:defRPr>
            </a:lvl7pPr>
            <a:lvl8pPr marL="3429000" indent="-228600" defTabSz="989013" eaLnBrk="0" fontAlgn="base" hangingPunct="0">
              <a:spcBef>
                <a:spcPct val="0"/>
              </a:spcBef>
              <a:spcAft>
                <a:spcPct val="0"/>
              </a:spcAft>
              <a:defRPr>
                <a:solidFill>
                  <a:schemeClr val="tx1"/>
                </a:solidFill>
                <a:latin typeface="Comic Sans MS" panose="030F0702030302020204" pitchFamily="66" charset="0"/>
              </a:defRPr>
            </a:lvl8pPr>
            <a:lvl9pPr marL="3886200" indent="-228600" defTabSz="989013" eaLnBrk="0" fontAlgn="base" hangingPunct="0">
              <a:spcBef>
                <a:spcPct val="0"/>
              </a:spcBef>
              <a:spcAft>
                <a:spcPct val="0"/>
              </a:spcAft>
              <a:defRPr>
                <a:solidFill>
                  <a:schemeClr val="tx1"/>
                </a:solidFill>
                <a:latin typeface="Comic Sans MS" panose="030F0702030302020204" pitchFamily="66" charset="0"/>
              </a:defRPr>
            </a:lvl9pPr>
          </a:lstStyle>
          <a:p>
            <a:fld id="{729CE554-F305-4521-94B6-8073D206F468}" type="slidenum">
              <a:rPr lang="zh-CN" altLang="en-US" smtClean="0">
                <a:latin typeface="Times New Roman" panose="02020603050405020304" pitchFamily="18" charset="0"/>
              </a:rPr>
              <a:pPr/>
              <a:t>23</a:t>
            </a:fld>
            <a:endParaRPr lang="zh-CN"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77A2B4DB-9537-468C-AFED-42DB66530D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a:defRPr>
                <a:solidFill>
                  <a:schemeClr val="tx1"/>
                </a:solidFill>
                <a:latin typeface="Comic Sans MS" panose="030F0702030302020204" pitchFamily="66" charset="0"/>
              </a:defRPr>
            </a:lvl1pPr>
            <a:lvl2pPr marL="787400" indent="-301625" defTabSz="989013">
              <a:defRPr>
                <a:solidFill>
                  <a:schemeClr val="tx1"/>
                </a:solidFill>
                <a:latin typeface="Comic Sans MS" panose="030F0702030302020204" pitchFamily="66" charset="0"/>
              </a:defRPr>
            </a:lvl2pPr>
            <a:lvl3pPr marL="1211263" indent="-241300" defTabSz="989013">
              <a:defRPr>
                <a:solidFill>
                  <a:schemeClr val="tx1"/>
                </a:solidFill>
                <a:latin typeface="Comic Sans MS" panose="030F0702030302020204" pitchFamily="66" charset="0"/>
              </a:defRPr>
            </a:lvl3pPr>
            <a:lvl4pPr marL="1697038" indent="-241300" defTabSz="989013">
              <a:defRPr>
                <a:solidFill>
                  <a:schemeClr val="tx1"/>
                </a:solidFill>
                <a:latin typeface="Comic Sans MS" panose="030F0702030302020204" pitchFamily="66" charset="0"/>
              </a:defRPr>
            </a:lvl4pPr>
            <a:lvl5pPr marL="2181225" indent="-241300" defTabSz="989013">
              <a:defRPr>
                <a:solidFill>
                  <a:schemeClr val="tx1"/>
                </a:solidFill>
                <a:latin typeface="Comic Sans MS" panose="030F0702030302020204" pitchFamily="66" charset="0"/>
              </a:defRPr>
            </a:lvl5pPr>
            <a:lvl6pPr marL="2638425" indent="-241300" defTabSz="989013" eaLnBrk="0" fontAlgn="base" hangingPunct="0">
              <a:spcBef>
                <a:spcPct val="0"/>
              </a:spcBef>
              <a:spcAft>
                <a:spcPct val="0"/>
              </a:spcAft>
              <a:defRPr>
                <a:solidFill>
                  <a:schemeClr val="tx1"/>
                </a:solidFill>
                <a:latin typeface="Comic Sans MS" panose="030F0702030302020204" pitchFamily="66" charset="0"/>
              </a:defRPr>
            </a:lvl6pPr>
            <a:lvl7pPr marL="3095625" indent="-241300" defTabSz="989013" eaLnBrk="0" fontAlgn="base" hangingPunct="0">
              <a:spcBef>
                <a:spcPct val="0"/>
              </a:spcBef>
              <a:spcAft>
                <a:spcPct val="0"/>
              </a:spcAft>
              <a:defRPr>
                <a:solidFill>
                  <a:schemeClr val="tx1"/>
                </a:solidFill>
                <a:latin typeface="Comic Sans MS" panose="030F0702030302020204" pitchFamily="66" charset="0"/>
              </a:defRPr>
            </a:lvl7pPr>
            <a:lvl8pPr marL="3552825" indent="-241300" defTabSz="989013" eaLnBrk="0" fontAlgn="base" hangingPunct="0">
              <a:spcBef>
                <a:spcPct val="0"/>
              </a:spcBef>
              <a:spcAft>
                <a:spcPct val="0"/>
              </a:spcAft>
              <a:defRPr>
                <a:solidFill>
                  <a:schemeClr val="tx1"/>
                </a:solidFill>
                <a:latin typeface="Comic Sans MS" panose="030F0702030302020204" pitchFamily="66" charset="0"/>
              </a:defRPr>
            </a:lvl8pPr>
            <a:lvl9pPr marL="4010025" indent="-241300" defTabSz="989013" eaLnBrk="0" fontAlgn="base" hangingPunct="0">
              <a:spcBef>
                <a:spcPct val="0"/>
              </a:spcBef>
              <a:spcAft>
                <a:spcPct val="0"/>
              </a:spcAft>
              <a:defRPr>
                <a:solidFill>
                  <a:schemeClr val="tx1"/>
                </a:solidFill>
                <a:latin typeface="Comic Sans MS" panose="030F0702030302020204" pitchFamily="66" charset="0"/>
              </a:defRPr>
            </a:lvl9pPr>
          </a:lstStyle>
          <a:p>
            <a:fld id="{331AC349-2D43-4BB1-991F-DFE140300480}" type="slidenum">
              <a:rPr lang="en-US" altLang="zh-CN" smtClean="0">
                <a:latin typeface="Times New Roman" panose="02020603050405020304" pitchFamily="18" charset="0"/>
              </a:rPr>
              <a:pPr/>
              <a:t>36</a:t>
            </a:fld>
            <a:endParaRPr lang="en-US" altLang="zh-CN">
              <a:latin typeface="Times New Roman" panose="02020603050405020304" pitchFamily="18" charset="0"/>
            </a:endParaRPr>
          </a:p>
        </p:txBody>
      </p:sp>
      <p:sp>
        <p:nvSpPr>
          <p:cNvPr id="49155" name="Rectangle 2">
            <a:extLst>
              <a:ext uri="{FF2B5EF4-FFF2-40B4-BE49-F238E27FC236}">
                <a16:creationId xmlns:a16="http://schemas.microsoft.com/office/drawing/2014/main" id="{69A79C39-8A89-4024-91A1-E40502F0E12E}"/>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A12C0074-747A-4FC3-89DA-ADBC6E4D5B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a:t>
            </a:r>
          </a:p>
          <a:p>
            <a:endParaRPr lang="en-US" altLang="zh-CN"/>
          </a:p>
          <a:p>
            <a:r>
              <a:rPr lang="en-US" altLang="zh-CN"/>
              <a:t>	</a:t>
            </a:r>
            <a:endParaRPr lang="en-US" altLang="zh-CN">
              <a:solidFill>
                <a:schemeClr val="accent2"/>
              </a:solidFill>
            </a:endParaRPr>
          </a:p>
          <a:p>
            <a:endParaRPr lang="en-US" altLang="zh-CN">
              <a:solidFill>
                <a:schemeClr val="accent2"/>
              </a:solidFill>
            </a:endParaRPr>
          </a:p>
          <a:p>
            <a:r>
              <a:rPr lang="en-US" altLang="zh-CN">
                <a:solidFill>
                  <a:schemeClr val="accent2"/>
                </a:solidFill>
              </a:rPr>
              <a:t>	</a:t>
            </a:r>
          </a:p>
          <a:p>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a:extLst>
              <a:ext uri="{FF2B5EF4-FFF2-40B4-BE49-F238E27FC236}">
                <a16:creationId xmlns:a16="http://schemas.microsoft.com/office/drawing/2014/main" id="{02C1CFFA-8121-4E15-BA96-F6C9C5ED259C}"/>
              </a:ext>
            </a:extLst>
          </p:cNvPr>
          <p:cNvSpPr>
            <a:spLocks noGrp="1" noRot="1" noChangeAspect="1" noChangeArrowheads="1" noTextEdit="1"/>
          </p:cNvSpPr>
          <p:nvPr>
            <p:ph type="sldImg"/>
          </p:nvPr>
        </p:nvSpPr>
        <p:spPr>
          <a:ln/>
        </p:spPr>
      </p:sp>
      <p:sp>
        <p:nvSpPr>
          <p:cNvPr id="57347" name="备注占位符 2">
            <a:extLst>
              <a:ext uri="{FF2B5EF4-FFF2-40B4-BE49-F238E27FC236}">
                <a16:creationId xmlns:a16="http://schemas.microsoft.com/office/drawing/2014/main" id="{C79541AE-DD9D-48D6-977A-A902AFEC27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C</a:t>
            </a:r>
            <a:endParaRPr lang="zh-CN" altLang="en-US"/>
          </a:p>
        </p:txBody>
      </p:sp>
      <p:sp>
        <p:nvSpPr>
          <p:cNvPr id="57348" name="灯片编号占位符 3">
            <a:extLst>
              <a:ext uri="{FF2B5EF4-FFF2-40B4-BE49-F238E27FC236}">
                <a16:creationId xmlns:a16="http://schemas.microsoft.com/office/drawing/2014/main" id="{AAF9AE92-D9D4-4717-BB93-210724E50E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a:solidFill>
                  <a:schemeClr val="tx1"/>
                </a:solidFill>
                <a:latin typeface="Comic Sans MS" panose="030F0702030302020204" pitchFamily="66" charset="0"/>
              </a:defRPr>
            </a:lvl1pPr>
            <a:lvl2pPr marL="742950" indent="-285750" defTabSz="933450">
              <a:defRPr>
                <a:solidFill>
                  <a:schemeClr val="tx1"/>
                </a:solidFill>
                <a:latin typeface="Comic Sans MS" panose="030F0702030302020204" pitchFamily="66" charset="0"/>
              </a:defRPr>
            </a:lvl2pPr>
            <a:lvl3pPr marL="1143000" indent="-228600" defTabSz="933450">
              <a:defRPr>
                <a:solidFill>
                  <a:schemeClr val="tx1"/>
                </a:solidFill>
                <a:latin typeface="Comic Sans MS" panose="030F0702030302020204" pitchFamily="66" charset="0"/>
              </a:defRPr>
            </a:lvl3pPr>
            <a:lvl4pPr marL="1600200" indent="-228600" defTabSz="933450">
              <a:defRPr>
                <a:solidFill>
                  <a:schemeClr val="tx1"/>
                </a:solidFill>
                <a:latin typeface="Comic Sans MS" panose="030F0702030302020204" pitchFamily="66" charset="0"/>
              </a:defRPr>
            </a:lvl4pPr>
            <a:lvl5pPr marL="2057400" indent="-228600" defTabSz="933450">
              <a:defRPr>
                <a:solidFill>
                  <a:schemeClr val="tx1"/>
                </a:solidFill>
                <a:latin typeface="Comic Sans MS" panose="030F0702030302020204" pitchFamily="66" charset="0"/>
              </a:defRPr>
            </a:lvl5pPr>
            <a:lvl6pPr marL="2514600" indent="-228600" defTabSz="933450" eaLnBrk="0" fontAlgn="base" hangingPunct="0">
              <a:spcBef>
                <a:spcPct val="0"/>
              </a:spcBef>
              <a:spcAft>
                <a:spcPct val="0"/>
              </a:spcAft>
              <a:defRPr>
                <a:solidFill>
                  <a:schemeClr val="tx1"/>
                </a:solidFill>
                <a:latin typeface="Comic Sans MS" panose="030F0702030302020204" pitchFamily="66" charset="0"/>
              </a:defRPr>
            </a:lvl6pPr>
            <a:lvl7pPr marL="2971800" indent="-228600" defTabSz="933450" eaLnBrk="0" fontAlgn="base" hangingPunct="0">
              <a:spcBef>
                <a:spcPct val="0"/>
              </a:spcBef>
              <a:spcAft>
                <a:spcPct val="0"/>
              </a:spcAft>
              <a:defRPr>
                <a:solidFill>
                  <a:schemeClr val="tx1"/>
                </a:solidFill>
                <a:latin typeface="Comic Sans MS" panose="030F0702030302020204" pitchFamily="66" charset="0"/>
              </a:defRPr>
            </a:lvl7pPr>
            <a:lvl8pPr marL="3429000" indent="-228600" defTabSz="933450" eaLnBrk="0" fontAlgn="base" hangingPunct="0">
              <a:spcBef>
                <a:spcPct val="0"/>
              </a:spcBef>
              <a:spcAft>
                <a:spcPct val="0"/>
              </a:spcAft>
              <a:defRPr>
                <a:solidFill>
                  <a:schemeClr val="tx1"/>
                </a:solidFill>
                <a:latin typeface="Comic Sans MS" panose="030F0702030302020204" pitchFamily="66" charset="0"/>
              </a:defRPr>
            </a:lvl8pPr>
            <a:lvl9pPr marL="3886200" indent="-228600" defTabSz="933450" eaLnBrk="0" fontAlgn="base" hangingPunct="0">
              <a:spcBef>
                <a:spcPct val="0"/>
              </a:spcBef>
              <a:spcAft>
                <a:spcPct val="0"/>
              </a:spcAft>
              <a:defRPr>
                <a:solidFill>
                  <a:schemeClr val="tx1"/>
                </a:solidFill>
                <a:latin typeface="Comic Sans MS" panose="030F0702030302020204" pitchFamily="66" charset="0"/>
              </a:defRPr>
            </a:lvl9pPr>
          </a:lstStyle>
          <a:p>
            <a:fld id="{4D5864D7-66B4-496D-A5B6-85961ED047D0}" type="slidenum">
              <a:rPr lang="zh-CN" altLang="en-US" smtClean="0">
                <a:latin typeface="Times New Roman" panose="02020603050405020304" pitchFamily="18" charset="0"/>
              </a:rPr>
              <a:pPr/>
              <a:t>43</a:t>
            </a:fld>
            <a:endParaRPr lang="zh-CN"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a:extLst>
              <a:ext uri="{FF2B5EF4-FFF2-40B4-BE49-F238E27FC236}">
                <a16:creationId xmlns:a16="http://schemas.microsoft.com/office/drawing/2014/main" id="{11FDCF98-7C76-4BE4-9CA9-E1363E9F42BB}"/>
              </a:ext>
            </a:extLst>
          </p:cNvPr>
          <p:cNvSpPr>
            <a:spLocks noGrp="1" noRot="1" noChangeAspect="1" noChangeArrowheads="1" noTextEdit="1"/>
          </p:cNvSpPr>
          <p:nvPr>
            <p:ph type="sldImg"/>
          </p:nvPr>
        </p:nvSpPr>
        <p:spPr>
          <a:ln/>
        </p:spPr>
      </p:sp>
      <p:sp>
        <p:nvSpPr>
          <p:cNvPr id="59395" name="备注占位符 2">
            <a:extLst>
              <a:ext uri="{FF2B5EF4-FFF2-40B4-BE49-F238E27FC236}">
                <a16:creationId xmlns:a16="http://schemas.microsoft.com/office/drawing/2014/main" id="{21E72AB2-3D41-4B41-95FA-4A2C939247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GBN:1&lt;W</a:t>
            </a:r>
            <a:r>
              <a:rPr lang="en-US" altLang="zh-CN" baseline="-25000"/>
              <a:t>T</a:t>
            </a:r>
            <a:r>
              <a:rPr lang="en-US" altLang="zh-CN"/>
              <a:t>&lt;2^N-1, W</a:t>
            </a:r>
            <a:r>
              <a:rPr lang="en-US" altLang="zh-CN" baseline="-25000"/>
              <a:t>R</a:t>
            </a:r>
            <a:r>
              <a:rPr lang="en-US" altLang="zh-CN"/>
              <a:t>=1</a:t>
            </a:r>
          </a:p>
          <a:p>
            <a:r>
              <a:rPr lang="en-US" altLang="zh-CN"/>
              <a:t>SR:</a:t>
            </a:r>
            <a:endParaRPr lang="zh-CN" altLang="en-US"/>
          </a:p>
        </p:txBody>
      </p:sp>
      <p:sp>
        <p:nvSpPr>
          <p:cNvPr id="59396" name="灯片编号占位符 3">
            <a:extLst>
              <a:ext uri="{FF2B5EF4-FFF2-40B4-BE49-F238E27FC236}">
                <a16:creationId xmlns:a16="http://schemas.microsoft.com/office/drawing/2014/main" id="{03C511CC-7743-4200-BCF1-9FB4D676BF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a:solidFill>
                  <a:schemeClr val="tx1"/>
                </a:solidFill>
                <a:latin typeface="Comic Sans MS" panose="030F0702030302020204" pitchFamily="66" charset="0"/>
              </a:defRPr>
            </a:lvl1pPr>
            <a:lvl2pPr marL="742950" indent="-285750" defTabSz="933450">
              <a:defRPr>
                <a:solidFill>
                  <a:schemeClr val="tx1"/>
                </a:solidFill>
                <a:latin typeface="Comic Sans MS" panose="030F0702030302020204" pitchFamily="66" charset="0"/>
              </a:defRPr>
            </a:lvl2pPr>
            <a:lvl3pPr marL="1143000" indent="-228600" defTabSz="933450">
              <a:defRPr>
                <a:solidFill>
                  <a:schemeClr val="tx1"/>
                </a:solidFill>
                <a:latin typeface="Comic Sans MS" panose="030F0702030302020204" pitchFamily="66" charset="0"/>
              </a:defRPr>
            </a:lvl3pPr>
            <a:lvl4pPr marL="1600200" indent="-228600" defTabSz="933450">
              <a:defRPr>
                <a:solidFill>
                  <a:schemeClr val="tx1"/>
                </a:solidFill>
                <a:latin typeface="Comic Sans MS" panose="030F0702030302020204" pitchFamily="66" charset="0"/>
              </a:defRPr>
            </a:lvl4pPr>
            <a:lvl5pPr marL="2057400" indent="-228600" defTabSz="933450">
              <a:defRPr>
                <a:solidFill>
                  <a:schemeClr val="tx1"/>
                </a:solidFill>
                <a:latin typeface="Comic Sans MS" panose="030F0702030302020204" pitchFamily="66" charset="0"/>
              </a:defRPr>
            </a:lvl5pPr>
            <a:lvl6pPr marL="2514600" indent="-228600" defTabSz="933450" eaLnBrk="0" fontAlgn="base" hangingPunct="0">
              <a:spcBef>
                <a:spcPct val="0"/>
              </a:spcBef>
              <a:spcAft>
                <a:spcPct val="0"/>
              </a:spcAft>
              <a:defRPr>
                <a:solidFill>
                  <a:schemeClr val="tx1"/>
                </a:solidFill>
                <a:latin typeface="Comic Sans MS" panose="030F0702030302020204" pitchFamily="66" charset="0"/>
              </a:defRPr>
            </a:lvl6pPr>
            <a:lvl7pPr marL="2971800" indent="-228600" defTabSz="933450" eaLnBrk="0" fontAlgn="base" hangingPunct="0">
              <a:spcBef>
                <a:spcPct val="0"/>
              </a:spcBef>
              <a:spcAft>
                <a:spcPct val="0"/>
              </a:spcAft>
              <a:defRPr>
                <a:solidFill>
                  <a:schemeClr val="tx1"/>
                </a:solidFill>
                <a:latin typeface="Comic Sans MS" panose="030F0702030302020204" pitchFamily="66" charset="0"/>
              </a:defRPr>
            </a:lvl7pPr>
            <a:lvl8pPr marL="3429000" indent="-228600" defTabSz="933450" eaLnBrk="0" fontAlgn="base" hangingPunct="0">
              <a:spcBef>
                <a:spcPct val="0"/>
              </a:spcBef>
              <a:spcAft>
                <a:spcPct val="0"/>
              </a:spcAft>
              <a:defRPr>
                <a:solidFill>
                  <a:schemeClr val="tx1"/>
                </a:solidFill>
                <a:latin typeface="Comic Sans MS" panose="030F0702030302020204" pitchFamily="66" charset="0"/>
              </a:defRPr>
            </a:lvl8pPr>
            <a:lvl9pPr marL="3886200" indent="-228600" defTabSz="933450" eaLnBrk="0" fontAlgn="base" hangingPunct="0">
              <a:spcBef>
                <a:spcPct val="0"/>
              </a:spcBef>
              <a:spcAft>
                <a:spcPct val="0"/>
              </a:spcAft>
              <a:defRPr>
                <a:solidFill>
                  <a:schemeClr val="tx1"/>
                </a:solidFill>
                <a:latin typeface="Comic Sans MS" panose="030F0702030302020204" pitchFamily="66" charset="0"/>
              </a:defRPr>
            </a:lvl9pPr>
          </a:lstStyle>
          <a:p>
            <a:fld id="{FDCE785A-8E50-44BA-8204-6BF0D91BB236}" type="slidenum">
              <a:rPr lang="zh-CN" altLang="en-US" smtClean="0">
                <a:latin typeface="Times New Roman" panose="02020603050405020304" pitchFamily="18" charset="0"/>
              </a:rPr>
              <a:pPr/>
              <a:t>44</a:t>
            </a:fld>
            <a:endParaRPr lang="zh-CN"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a:extLst>
              <a:ext uri="{FF2B5EF4-FFF2-40B4-BE49-F238E27FC236}">
                <a16:creationId xmlns:a16="http://schemas.microsoft.com/office/drawing/2014/main" id="{032D67B4-81A5-4887-863B-CB66B7A92A4D}"/>
              </a:ext>
            </a:extLst>
          </p:cNvPr>
          <p:cNvSpPr>
            <a:spLocks noGrp="1" noRot="1" noChangeAspect="1" noChangeArrowheads="1" noTextEdit="1"/>
          </p:cNvSpPr>
          <p:nvPr>
            <p:ph type="sldImg"/>
          </p:nvPr>
        </p:nvSpPr>
        <p:spPr>
          <a:ln/>
        </p:spPr>
      </p:sp>
      <p:sp>
        <p:nvSpPr>
          <p:cNvPr id="63491" name="备注占位符 2">
            <a:extLst>
              <a:ext uri="{FF2B5EF4-FFF2-40B4-BE49-F238E27FC236}">
                <a16:creationId xmlns:a16="http://schemas.microsoft.com/office/drawing/2014/main" id="{5D02B83D-FA47-4B2D-A92F-41FCD1735D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3492" name="灯片编号占位符 3">
            <a:extLst>
              <a:ext uri="{FF2B5EF4-FFF2-40B4-BE49-F238E27FC236}">
                <a16:creationId xmlns:a16="http://schemas.microsoft.com/office/drawing/2014/main" id="{43E0B9ED-BE04-43F8-93EF-F2C03E0711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a:defRPr>
                <a:solidFill>
                  <a:schemeClr val="tx1"/>
                </a:solidFill>
                <a:latin typeface="Comic Sans MS" panose="030F0702030302020204" pitchFamily="66" charset="0"/>
              </a:defRPr>
            </a:lvl1pPr>
            <a:lvl2pPr marL="787400" indent="-301625" defTabSz="989013">
              <a:defRPr>
                <a:solidFill>
                  <a:schemeClr val="tx1"/>
                </a:solidFill>
                <a:latin typeface="Comic Sans MS" panose="030F0702030302020204" pitchFamily="66" charset="0"/>
              </a:defRPr>
            </a:lvl2pPr>
            <a:lvl3pPr marL="1211263" indent="-241300" defTabSz="989013">
              <a:defRPr>
                <a:solidFill>
                  <a:schemeClr val="tx1"/>
                </a:solidFill>
                <a:latin typeface="Comic Sans MS" panose="030F0702030302020204" pitchFamily="66" charset="0"/>
              </a:defRPr>
            </a:lvl3pPr>
            <a:lvl4pPr marL="1697038" indent="-241300" defTabSz="989013">
              <a:defRPr>
                <a:solidFill>
                  <a:schemeClr val="tx1"/>
                </a:solidFill>
                <a:latin typeface="Comic Sans MS" panose="030F0702030302020204" pitchFamily="66" charset="0"/>
              </a:defRPr>
            </a:lvl4pPr>
            <a:lvl5pPr marL="2181225" indent="-241300" defTabSz="989013">
              <a:defRPr>
                <a:solidFill>
                  <a:schemeClr val="tx1"/>
                </a:solidFill>
                <a:latin typeface="Comic Sans MS" panose="030F0702030302020204" pitchFamily="66" charset="0"/>
              </a:defRPr>
            </a:lvl5pPr>
            <a:lvl6pPr marL="2638425" indent="-241300" defTabSz="989013" eaLnBrk="0" fontAlgn="base" hangingPunct="0">
              <a:spcBef>
                <a:spcPct val="0"/>
              </a:spcBef>
              <a:spcAft>
                <a:spcPct val="0"/>
              </a:spcAft>
              <a:defRPr>
                <a:solidFill>
                  <a:schemeClr val="tx1"/>
                </a:solidFill>
                <a:latin typeface="Comic Sans MS" panose="030F0702030302020204" pitchFamily="66" charset="0"/>
              </a:defRPr>
            </a:lvl6pPr>
            <a:lvl7pPr marL="3095625" indent="-241300" defTabSz="989013" eaLnBrk="0" fontAlgn="base" hangingPunct="0">
              <a:spcBef>
                <a:spcPct val="0"/>
              </a:spcBef>
              <a:spcAft>
                <a:spcPct val="0"/>
              </a:spcAft>
              <a:defRPr>
                <a:solidFill>
                  <a:schemeClr val="tx1"/>
                </a:solidFill>
                <a:latin typeface="Comic Sans MS" panose="030F0702030302020204" pitchFamily="66" charset="0"/>
              </a:defRPr>
            </a:lvl7pPr>
            <a:lvl8pPr marL="3552825" indent="-241300" defTabSz="989013" eaLnBrk="0" fontAlgn="base" hangingPunct="0">
              <a:spcBef>
                <a:spcPct val="0"/>
              </a:spcBef>
              <a:spcAft>
                <a:spcPct val="0"/>
              </a:spcAft>
              <a:defRPr>
                <a:solidFill>
                  <a:schemeClr val="tx1"/>
                </a:solidFill>
                <a:latin typeface="Comic Sans MS" panose="030F0702030302020204" pitchFamily="66" charset="0"/>
              </a:defRPr>
            </a:lvl8pPr>
            <a:lvl9pPr marL="4010025" indent="-241300" defTabSz="989013" eaLnBrk="0" fontAlgn="base" hangingPunct="0">
              <a:spcBef>
                <a:spcPct val="0"/>
              </a:spcBef>
              <a:spcAft>
                <a:spcPct val="0"/>
              </a:spcAft>
              <a:defRPr>
                <a:solidFill>
                  <a:schemeClr val="tx1"/>
                </a:solidFill>
                <a:latin typeface="Comic Sans MS" panose="030F0702030302020204" pitchFamily="66" charset="0"/>
              </a:defRPr>
            </a:lvl9pPr>
          </a:lstStyle>
          <a:p>
            <a:fld id="{75F4BB5C-1F61-4243-9B80-B6E38900C372}" type="slidenum">
              <a:rPr lang="zh-CN" altLang="en-US" smtClean="0">
                <a:latin typeface="Times New Roman" panose="02020603050405020304" pitchFamily="18" charset="0"/>
              </a:rPr>
              <a:pPr/>
              <a:t>47</a:t>
            </a:fld>
            <a:endParaRPr lang="zh-CN"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a:extLst>
              <a:ext uri="{FF2B5EF4-FFF2-40B4-BE49-F238E27FC236}">
                <a16:creationId xmlns:a16="http://schemas.microsoft.com/office/drawing/2014/main" id="{B198EBE6-7616-4F67-B1E9-D6CC79794C76}"/>
              </a:ext>
            </a:extLst>
          </p:cNvPr>
          <p:cNvSpPr>
            <a:spLocks noGrp="1" noRot="1" noChangeAspect="1" noChangeArrowheads="1" noTextEdit="1"/>
          </p:cNvSpPr>
          <p:nvPr>
            <p:ph type="sldImg"/>
          </p:nvPr>
        </p:nvSpPr>
        <p:spPr>
          <a:ln/>
        </p:spPr>
      </p:sp>
      <p:sp>
        <p:nvSpPr>
          <p:cNvPr id="66563" name="备注占位符 2">
            <a:extLst>
              <a:ext uri="{FF2B5EF4-FFF2-40B4-BE49-F238E27FC236}">
                <a16:creationId xmlns:a16="http://schemas.microsoft.com/office/drawing/2014/main" id="{3214D903-E8ED-40D6-B545-8369FACB3DB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a:p>
            <a:endParaRPr lang="en-US" altLang="zh-CN"/>
          </a:p>
          <a:p>
            <a:r>
              <a:rPr lang="en-US" altLang="zh-CN"/>
              <a:t>TDM (Time Division Multiplexing): channel divided into N time slots, one per user; inefficient with low duty cycle users and at light load.</a:t>
            </a:r>
          </a:p>
          <a:p>
            <a:r>
              <a:rPr lang="en-US" altLang="zh-CN"/>
              <a:t>FDM (Frequency Division Multiplexing): frequency subdivided.</a:t>
            </a:r>
          </a:p>
          <a:p>
            <a:endParaRPr lang="zh-CN" altLang="en-US"/>
          </a:p>
        </p:txBody>
      </p:sp>
      <p:sp>
        <p:nvSpPr>
          <p:cNvPr id="66564" name="灯片编号占位符 3">
            <a:extLst>
              <a:ext uri="{FF2B5EF4-FFF2-40B4-BE49-F238E27FC236}">
                <a16:creationId xmlns:a16="http://schemas.microsoft.com/office/drawing/2014/main" id="{940F7B8E-EE57-4013-B59B-93DC3FC59C7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a:defRPr>
                <a:solidFill>
                  <a:schemeClr val="tx1"/>
                </a:solidFill>
                <a:latin typeface="Comic Sans MS" panose="030F0702030302020204" pitchFamily="66" charset="0"/>
              </a:defRPr>
            </a:lvl1pPr>
            <a:lvl2pPr marL="787400" indent="-301625" defTabSz="989013">
              <a:defRPr>
                <a:solidFill>
                  <a:schemeClr val="tx1"/>
                </a:solidFill>
                <a:latin typeface="Comic Sans MS" panose="030F0702030302020204" pitchFamily="66" charset="0"/>
              </a:defRPr>
            </a:lvl2pPr>
            <a:lvl3pPr marL="1211263" indent="-241300" defTabSz="989013">
              <a:defRPr>
                <a:solidFill>
                  <a:schemeClr val="tx1"/>
                </a:solidFill>
                <a:latin typeface="Comic Sans MS" panose="030F0702030302020204" pitchFamily="66" charset="0"/>
              </a:defRPr>
            </a:lvl3pPr>
            <a:lvl4pPr marL="1697038" indent="-241300" defTabSz="989013">
              <a:defRPr>
                <a:solidFill>
                  <a:schemeClr val="tx1"/>
                </a:solidFill>
                <a:latin typeface="Comic Sans MS" panose="030F0702030302020204" pitchFamily="66" charset="0"/>
              </a:defRPr>
            </a:lvl4pPr>
            <a:lvl5pPr marL="2181225" indent="-241300" defTabSz="989013">
              <a:defRPr>
                <a:solidFill>
                  <a:schemeClr val="tx1"/>
                </a:solidFill>
                <a:latin typeface="Comic Sans MS" panose="030F0702030302020204" pitchFamily="66" charset="0"/>
              </a:defRPr>
            </a:lvl5pPr>
            <a:lvl6pPr marL="2638425" indent="-241300" defTabSz="989013" eaLnBrk="0" fontAlgn="base" hangingPunct="0">
              <a:spcBef>
                <a:spcPct val="0"/>
              </a:spcBef>
              <a:spcAft>
                <a:spcPct val="0"/>
              </a:spcAft>
              <a:defRPr>
                <a:solidFill>
                  <a:schemeClr val="tx1"/>
                </a:solidFill>
                <a:latin typeface="Comic Sans MS" panose="030F0702030302020204" pitchFamily="66" charset="0"/>
              </a:defRPr>
            </a:lvl6pPr>
            <a:lvl7pPr marL="3095625" indent="-241300" defTabSz="989013" eaLnBrk="0" fontAlgn="base" hangingPunct="0">
              <a:spcBef>
                <a:spcPct val="0"/>
              </a:spcBef>
              <a:spcAft>
                <a:spcPct val="0"/>
              </a:spcAft>
              <a:defRPr>
                <a:solidFill>
                  <a:schemeClr val="tx1"/>
                </a:solidFill>
                <a:latin typeface="Comic Sans MS" panose="030F0702030302020204" pitchFamily="66" charset="0"/>
              </a:defRPr>
            </a:lvl7pPr>
            <a:lvl8pPr marL="3552825" indent="-241300" defTabSz="989013" eaLnBrk="0" fontAlgn="base" hangingPunct="0">
              <a:spcBef>
                <a:spcPct val="0"/>
              </a:spcBef>
              <a:spcAft>
                <a:spcPct val="0"/>
              </a:spcAft>
              <a:defRPr>
                <a:solidFill>
                  <a:schemeClr val="tx1"/>
                </a:solidFill>
                <a:latin typeface="Comic Sans MS" panose="030F0702030302020204" pitchFamily="66" charset="0"/>
              </a:defRPr>
            </a:lvl8pPr>
            <a:lvl9pPr marL="4010025" indent="-241300" defTabSz="989013" eaLnBrk="0" fontAlgn="base" hangingPunct="0">
              <a:spcBef>
                <a:spcPct val="0"/>
              </a:spcBef>
              <a:spcAft>
                <a:spcPct val="0"/>
              </a:spcAft>
              <a:defRPr>
                <a:solidFill>
                  <a:schemeClr val="tx1"/>
                </a:solidFill>
                <a:latin typeface="Comic Sans MS" panose="030F0702030302020204" pitchFamily="66" charset="0"/>
              </a:defRPr>
            </a:lvl9pPr>
          </a:lstStyle>
          <a:p>
            <a:fld id="{E9AA8D70-7D2B-44D7-93B1-B0296C024711}" type="slidenum">
              <a:rPr lang="zh-CN" altLang="en-US" smtClean="0">
                <a:latin typeface="Times New Roman" panose="02020603050405020304" pitchFamily="18" charset="0"/>
              </a:rPr>
              <a:pPr/>
              <a:t>49</a:t>
            </a:fld>
            <a:endParaRPr lang="zh-CN"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379A5CF7-AE7B-429F-8345-106CEF87CA0C}"/>
              </a:ext>
            </a:extLst>
          </p:cNvPr>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87425">
              <a:defRPr>
                <a:solidFill>
                  <a:schemeClr val="tx1"/>
                </a:solidFill>
                <a:latin typeface="Comic Sans MS" panose="030F0702030302020204" pitchFamily="66" charset="0"/>
              </a:defRPr>
            </a:lvl1pPr>
            <a:lvl2pPr marL="760413" indent="-290513" defTabSz="987425">
              <a:defRPr>
                <a:solidFill>
                  <a:schemeClr val="tx1"/>
                </a:solidFill>
                <a:latin typeface="Comic Sans MS" panose="030F0702030302020204" pitchFamily="66" charset="0"/>
              </a:defRPr>
            </a:lvl2pPr>
            <a:lvl3pPr marL="1169988" indent="-233363" defTabSz="987425">
              <a:defRPr>
                <a:solidFill>
                  <a:schemeClr val="tx1"/>
                </a:solidFill>
                <a:latin typeface="Comic Sans MS" panose="030F0702030302020204" pitchFamily="66" charset="0"/>
              </a:defRPr>
            </a:lvl3pPr>
            <a:lvl4pPr marL="1636713" indent="-233363" defTabSz="987425">
              <a:defRPr>
                <a:solidFill>
                  <a:schemeClr val="tx1"/>
                </a:solidFill>
                <a:latin typeface="Comic Sans MS" panose="030F0702030302020204" pitchFamily="66" charset="0"/>
              </a:defRPr>
            </a:lvl4pPr>
            <a:lvl5pPr marL="2106613" indent="-233363" defTabSz="987425">
              <a:defRPr>
                <a:solidFill>
                  <a:schemeClr val="tx1"/>
                </a:solidFill>
                <a:latin typeface="Comic Sans MS" panose="030F0702030302020204" pitchFamily="66" charset="0"/>
              </a:defRPr>
            </a:lvl5pPr>
            <a:lvl6pPr marL="2563813" indent="-233363" defTabSz="987425" eaLnBrk="0" fontAlgn="base" hangingPunct="0">
              <a:spcBef>
                <a:spcPct val="0"/>
              </a:spcBef>
              <a:spcAft>
                <a:spcPct val="0"/>
              </a:spcAft>
              <a:defRPr>
                <a:solidFill>
                  <a:schemeClr val="tx1"/>
                </a:solidFill>
                <a:latin typeface="Comic Sans MS" panose="030F0702030302020204" pitchFamily="66" charset="0"/>
              </a:defRPr>
            </a:lvl6pPr>
            <a:lvl7pPr marL="3021013" indent="-233363" defTabSz="987425" eaLnBrk="0" fontAlgn="base" hangingPunct="0">
              <a:spcBef>
                <a:spcPct val="0"/>
              </a:spcBef>
              <a:spcAft>
                <a:spcPct val="0"/>
              </a:spcAft>
              <a:defRPr>
                <a:solidFill>
                  <a:schemeClr val="tx1"/>
                </a:solidFill>
                <a:latin typeface="Comic Sans MS" panose="030F0702030302020204" pitchFamily="66" charset="0"/>
              </a:defRPr>
            </a:lvl7pPr>
            <a:lvl8pPr marL="3478213" indent="-233363" defTabSz="987425" eaLnBrk="0" fontAlgn="base" hangingPunct="0">
              <a:spcBef>
                <a:spcPct val="0"/>
              </a:spcBef>
              <a:spcAft>
                <a:spcPct val="0"/>
              </a:spcAft>
              <a:defRPr>
                <a:solidFill>
                  <a:schemeClr val="tx1"/>
                </a:solidFill>
                <a:latin typeface="Comic Sans MS" panose="030F0702030302020204" pitchFamily="66" charset="0"/>
              </a:defRPr>
            </a:lvl8pPr>
            <a:lvl9pPr marL="3935413" indent="-233363" defTabSz="987425" eaLnBrk="0" fontAlgn="base" hangingPunct="0">
              <a:spcBef>
                <a:spcPct val="0"/>
              </a:spcBef>
              <a:spcAft>
                <a:spcPct val="0"/>
              </a:spcAft>
              <a:defRPr>
                <a:solidFill>
                  <a:schemeClr val="tx1"/>
                </a:solidFill>
                <a:latin typeface="Comic Sans MS" panose="030F0702030302020204" pitchFamily="66" charset="0"/>
              </a:defRPr>
            </a:lvl9pPr>
          </a:lstStyle>
          <a:p>
            <a:pPr>
              <a:defRPr/>
            </a:pPr>
            <a:fld id="{71C8B560-C3F0-4CD2-830F-4687695BDA6A}" type="slidenum">
              <a:rPr lang="en-US" altLang="zh-CN" smtClean="0">
                <a:latin typeface="Times New Roman" panose="02020603050405020304" pitchFamily="18" charset="0"/>
                <a:ea typeface="MS PGothic" panose="020B0600070205080204" pitchFamily="34" charset="-128"/>
              </a:rPr>
              <a:pPr>
                <a:defRPr/>
              </a:pPr>
              <a:t>51</a:t>
            </a:fld>
            <a:endParaRPr lang="en-US" altLang="zh-CN">
              <a:latin typeface="Times New Roman" panose="02020603050405020304" pitchFamily="18" charset="0"/>
              <a:ea typeface="MS PGothic" panose="020B0600070205080204" pitchFamily="34" charset="-128"/>
            </a:endParaRPr>
          </a:p>
        </p:txBody>
      </p:sp>
      <p:sp>
        <p:nvSpPr>
          <p:cNvPr id="69635" name="Rectangle 2">
            <a:extLst>
              <a:ext uri="{FF2B5EF4-FFF2-40B4-BE49-F238E27FC236}">
                <a16:creationId xmlns:a16="http://schemas.microsoft.com/office/drawing/2014/main" id="{A35F1A68-9340-4062-9916-57B699E79557}"/>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64C00308-6597-496B-8C63-932E27A9A91D}"/>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a:lstStyle/>
          <a:p>
            <a:pPr>
              <a:defRPr/>
            </a:pPr>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40447F44-B260-4281-AB67-F041892730B9}"/>
              </a:ext>
            </a:extLst>
          </p:cNvPr>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87425">
              <a:defRPr>
                <a:solidFill>
                  <a:schemeClr val="tx1"/>
                </a:solidFill>
                <a:latin typeface="Comic Sans MS" panose="030F0702030302020204" pitchFamily="66" charset="0"/>
              </a:defRPr>
            </a:lvl1pPr>
            <a:lvl2pPr marL="760413" indent="-290513" defTabSz="987425">
              <a:defRPr>
                <a:solidFill>
                  <a:schemeClr val="tx1"/>
                </a:solidFill>
                <a:latin typeface="Comic Sans MS" panose="030F0702030302020204" pitchFamily="66" charset="0"/>
              </a:defRPr>
            </a:lvl2pPr>
            <a:lvl3pPr marL="1169988" indent="-233363" defTabSz="987425">
              <a:defRPr>
                <a:solidFill>
                  <a:schemeClr val="tx1"/>
                </a:solidFill>
                <a:latin typeface="Comic Sans MS" panose="030F0702030302020204" pitchFamily="66" charset="0"/>
              </a:defRPr>
            </a:lvl3pPr>
            <a:lvl4pPr marL="1636713" indent="-233363" defTabSz="987425">
              <a:defRPr>
                <a:solidFill>
                  <a:schemeClr val="tx1"/>
                </a:solidFill>
                <a:latin typeface="Comic Sans MS" panose="030F0702030302020204" pitchFamily="66" charset="0"/>
              </a:defRPr>
            </a:lvl4pPr>
            <a:lvl5pPr marL="2106613" indent="-233363" defTabSz="987425">
              <a:defRPr>
                <a:solidFill>
                  <a:schemeClr val="tx1"/>
                </a:solidFill>
                <a:latin typeface="Comic Sans MS" panose="030F0702030302020204" pitchFamily="66" charset="0"/>
              </a:defRPr>
            </a:lvl5pPr>
            <a:lvl6pPr marL="2563813" indent="-233363" defTabSz="987425" eaLnBrk="0" fontAlgn="base" hangingPunct="0">
              <a:spcBef>
                <a:spcPct val="0"/>
              </a:spcBef>
              <a:spcAft>
                <a:spcPct val="0"/>
              </a:spcAft>
              <a:defRPr>
                <a:solidFill>
                  <a:schemeClr val="tx1"/>
                </a:solidFill>
                <a:latin typeface="Comic Sans MS" panose="030F0702030302020204" pitchFamily="66" charset="0"/>
              </a:defRPr>
            </a:lvl6pPr>
            <a:lvl7pPr marL="3021013" indent="-233363" defTabSz="987425" eaLnBrk="0" fontAlgn="base" hangingPunct="0">
              <a:spcBef>
                <a:spcPct val="0"/>
              </a:spcBef>
              <a:spcAft>
                <a:spcPct val="0"/>
              </a:spcAft>
              <a:defRPr>
                <a:solidFill>
                  <a:schemeClr val="tx1"/>
                </a:solidFill>
                <a:latin typeface="Comic Sans MS" panose="030F0702030302020204" pitchFamily="66" charset="0"/>
              </a:defRPr>
            </a:lvl7pPr>
            <a:lvl8pPr marL="3478213" indent="-233363" defTabSz="987425" eaLnBrk="0" fontAlgn="base" hangingPunct="0">
              <a:spcBef>
                <a:spcPct val="0"/>
              </a:spcBef>
              <a:spcAft>
                <a:spcPct val="0"/>
              </a:spcAft>
              <a:defRPr>
                <a:solidFill>
                  <a:schemeClr val="tx1"/>
                </a:solidFill>
                <a:latin typeface="Comic Sans MS" panose="030F0702030302020204" pitchFamily="66" charset="0"/>
              </a:defRPr>
            </a:lvl8pPr>
            <a:lvl9pPr marL="3935413" indent="-233363" defTabSz="987425" eaLnBrk="0" fontAlgn="base" hangingPunct="0">
              <a:spcBef>
                <a:spcPct val="0"/>
              </a:spcBef>
              <a:spcAft>
                <a:spcPct val="0"/>
              </a:spcAft>
              <a:defRPr>
                <a:solidFill>
                  <a:schemeClr val="tx1"/>
                </a:solidFill>
                <a:latin typeface="Comic Sans MS" panose="030F0702030302020204" pitchFamily="66" charset="0"/>
              </a:defRPr>
            </a:lvl9pPr>
          </a:lstStyle>
          <a:p>
            <a:pPr>
              <a:defRPr/>
            </a:pPr>
            <a:fld id="{902DE48B-826E-4E54-B739-E8F1EF5D9492}" type="slidenum">
              <a:rPr lang="en-US" altLang="zh-CN" smtClean="0">
                <a:latin typeface="Times New Roman" panose="02020603050405020304" pitchFamily="18" charset="0"/>
                <a:ea typeface="MS PGothic" panose="020B0600070205080204" pitchFamily="34" charset="-128"/>
              </a:rPr>
              <a:pPr>
                <a:defRPr/>
              </a:pPr>
              <a:t>52</a:t>
            </a:fld>
            <a:endParaRPr lang="en-US" altLang="zh-CN">
              <a:latin typeface="Times New Roman" panose="02020603050405020304" pitchFamily="18" charset="0"/>
              <a:ea typeface="MS PGothic" panose="020B0600070205080204" pitchFamily="34" charset="-128"/>
            </a:endParaRPr>
          </a:p>
        </p:txBody>
      </p:sp>
      <p:sp>
        <p:nvSpPr>
          <p:cNvPr id="71683" name="Rectangle 2">
            <a:extLst>
              <a:ext uri="{FF2B5EF4-FFF2-40B4-BE49-F238E27FC236}">
                <a16:creationId xmlns:a16="http://schemas.microsoft.com/office/drawing/2014/main" id="{C80A0B6E-187F-4CEE-821C-6C80D2AE5C22}"/>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BE6E96AB-BDFE-4D3A-B038-F2BC07D7B579}"/>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a:lstStyle/>
          <a:p>
            <a:pPr>
              <a:defRPr/>
            </a:pPr>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A8F9A498-8160-44E2-882E-D5467F1347DF}"/>
              </a:ext>
            </a:extLst>
          </p:cNvPr>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87425">
              <a:defRPr>
                <a:solidFill>
                  <a:schemeClr val="tx1"/>
                </a:solidFill>
                <a:latin typeface="Comic Sans MS" panose="030F0702030302020204" pitchFamily="66" charset="0"/>
              </a:defRPr>
            </a:lvl1pPr>
            <a:lvl2pPr marL="760413" indent="-290513" defTabSz="987425">
              <a:defRPr>
                <a:solidFill>
                  <a:schemeClr val="tx1"/>
                </a:solidFill>
                <a:latin typeface="Comic Sans MS" panose="030F0702030302020204" pitchFamily="66" charset="0"/>
              </a:defRPr>
            </a:lvl2pPr>
            <a:lvl3pPr marL="1169988" indent="-233363" defTabSz="987425">
              <a:defRPr>
                <a:solidFill>
                  <a:schemeClr val="tx1"/>
                </a:solidFill>
                <a:latin typeface="Comic Sans MS" panose="030F0702030302020204" pitchFamily="66" charset="0"/>
              </a:defRPr>
            </a:lvl3pPr>
            <a:lvl4pPr marL="1636713" indent="-233363" defTabSz="987425">
              <a:defRPr>
                <a:solidFill>
                  <a:schemeClr val="tx1"/>
                </a:solidFill>
                <a:latin typeface="Comic Sans MS" panose="030F0702030302020204" pitchFamily="66" charset="0"/>
              </a:defRPr>
            </a:lvl4pPr>
            <a:lvl5pPr marL="2106613" indent="-233363" defTabSz="987425">
              <a:defRPr>
                <a:solidFill>
                  <a:schemeClr val="tx1"/>
                </a:solidFill>
                <a:latin typeface="Comic Sans MS" panose="030F0702030302020204" pitchFamily="66" charset="0"/>
              </a:defRPr>
            </a:lvl5pPr>
            <a:lvl6pPr marL="2563813" indent="-233363" defTabSz="987425" eaLnBrk="0" fontAlgn="base" hangingPunct="0">
              <a:spcBef>
                <a:spcPct val="0"/>
              </a:spcBef>
              <a:spcAft>
                <a:spcPct val="0"/>
              </a:spcAft>
              <a:defRPr>
                <a:solidFill>
                  <a:schemeClr val="tx1"/>
                </a:solidFill>
                <a:latin typeface="Comic Sans MS" panose="030F0702030302020204" pitchFamily="66" charset="0"/>
              </a:defRPr>
            </a:lvl6pPr>
            <a:lvl7pPr marL="3021013" indent="-233363" defTabSz="987425" eaLnBrk="0" fontAlgn="base" hangingPunct="0">
              <a:spcBef>
                <a:spcPct val="0"/>
              </a:spcBef>
              <a:spcAft>
                <a:spcPct val="0"/>
              </a:spcAft>
              <a:defRPr>
                <a:solidFill>
                  <a:schemeClr val="tx1"/>
                </a:solidFill>
                <a:latin typeface="Comic Sans MS" panose="030F0702030302020204" pitchFamily="66" charset="0"/>
              </a:defRPr>
            </a:lvl7pPr>
            <a:lvl8pPr marL="3478213" indent="-233363" defTabSz="987425" eaLnBrk="0" fontAlgn="base" hangingPunct="0">
              <a:spcBef>
                <a:spcPct val="0"/>
              </a:spcBef>
              <a:spcAft>
                <a:spcPct val="0"/>
              </a:spcAft>
              <a:defRPr>
                <a:solidFill>
                  <a:schemeClr val="tx1"/>
                </a:solidFill>
                <a:latin typeface="Comic Sans MS" panose="030F0702030302020204" pitchFamily="66" charset="0"/>
              </a:defRPr>
            </a:lvl8pPr>
            <a:lvl9pPr marL="3935413" indent="-233363" defTabSz="987425" eaLnBrk="0" fontAlgn="base" hangingPunct="0">
              <a:spcBef>
                <a:spcPct val="0"/>
              </a:spcBef>
              <a:spcAft>
                <a:spcPct val="0"/>
              </a:spcAft>
              <a:defRPr>
                <a:solidFill>
                  <a:schemeClr val="tx1"/>
                </a:solidFill>
                <a:latin typeface="Comic Sans MS" panose="030F0702030302020204" pitchFamily="66" charset="0"/>
              </a:defRPr>
            </a:lvl9pPr>
          </a:lstStyle>
          <a:p>
            <a:pPr>
              <a:defRPr/>
            </a:pPr>
            <a:fld id="{4D888D93-8319-4BD3-AEBF-24D889597F18}" type="slidenum">
              <a:rPr lang="en-US" altLang="zh-CN" smtClean="0">
                <a:latin typeface="Times New Roman" panose="02020603050405020304" pitchFamily="18" charset="0"/>
                <a:ea typeface="MS PGothic" panose="020B0600070205080204" pitchFamily="34" charset="-128"/>
              </a:rPr>
              <a:pPr>
                <a:defRPr/>
              </a:pPr>
              <a:t>53</a:t>
            </a:fld>
            <a:endParaRPr lang="en-US" altLang="zh-CN">
              <a:latin typeface="Times New Roman" panose="02020603050405020304" pitchFamily="18" charset="0"/>
              <a:ea typeface="MS PGothic" panose="020B0600070205080204" pitchFamily="34" charset="-128"/>
            </a:endParaRPr>
          </a:p>
        </p:txBody>
      </p:sp>
      <p:sp>
        <p:nvSpPr>
          <p:cNvPr id="73731" name="Rectangle 2">
            <a:extLst>
              <a:ext uri="{FF2B5EF4-FFF2-40B4-BE49-F238E27FC236}">
                <a16:creationId xmlns:a16="http://schemas.microsoft.com/office/drawing/2014/main" id="{E180BEE9-EAF0-4910-91CB-84A43A64A4D0}"/>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55012C74-E3C1-49C0-9C89-B0B858AF7835}"/>
              </a:ext>
            </a:extLst>
          </p:cNvPr>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a:lstStyle/>
          <a:p>
            <a:pPr>
              <a:defRPr/>
            </a:pPr>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a:extLst>
              <a:ext uri="{FF2B5EF4-FFF2-40B4-BE49-F238E27FC236}">
                <a16:creationId xmlns:a16="http://schemas.microsoft.com/office/drawing/2014/main" id="{899E9748-5022-4DDB-A9AC-42636FE223F9}"/>
              </a:ext>
            </a:extLst>
          </p:cNvPr>
          <p:cNvSpPr>
            <a:spLocks noGrp="1" noRot="1" noChangeAspect="1" noChangeArrowheads="1" noTextEdit="1"/>
          </p:cNvSpPr>
          <p:nvPr>
            <p:ph type="sldImg"/>
          </p:nvPr>
        </p:nvSpPr>
        <p:spPr>
          <a:ln/>
        </p:spPr>
      </p:sp>
      <p:sp>
        <p:nvSpPr>
          <p:cNvPr id="86019" name="备注占位符 2">
            <a:extLst>
              <a:ext uri="{FF2B5EF4-FFF2-40B4-BE49-F238E27FC236}">
                <a16:creationId xmlns:a16="http://schemas.microsoft.com/office/drawing/2014/main" id="{BECC99A1-B01B-42E1-885F-90A6954E28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020" name="灯片编号占位符 3">
            <a:extLst>
              <a:ext uri="{FF2B5EF4-FFF2-40B4-BE49-F238E27FC236}">
                <a16:creationId xmlns:a16="http://schemas.microsoft.com/office/drawing/2014/main" id="{61567E02-206F-4855-B0E9-A991F28260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a:defRPr>
                <a:solidFill>
                  <a:schemeClr val="tx1"/>
                </a:solidFill>
                <a:latin typeface="Comic Sans MS" panose="030F0702030302020204" pitchFamily="66" charset="0"/>
              </a:defRPr>
            </a:lvl1pPr>
            <a:lvl2pPr marL="787400" indent="-301625" defTabSz="989013">
              <a:defRPr>
                <a:solidFill>
                  <a:schemeClr val="tx1"/>
                </a:solidFill>
                <a:latin typeface="Comic Sans MS" panose="030F0702030302020204" pitchFamily="66" charset="0"/>
              </a:defRPr>
            </a:lvl2pPr>
            <a:lvl3pPr marL="1211263" indent="-241300" defTabSz="989013">
              <a:defRPr>
                <a:solidFill>
                  <a:schemeClr val="tx1"/>
                </a:solidFill>
                <a:latin typeface="Comic Sans MS" panose="030F0702030302020204" pitchFamily="66" charset="0"/>
              </a:defRPr>
            </a:lvl3pPr>
            <a:lvl4pPr marL="1697038" indent="-241300" defTabSz="989013">
              <a:defRPr>
                <a:solidFill>
                  <a:schemeClr val="tx1"/>
                </a:solidFill>
                <a:latin typeface="Comic Sans MS" panose="030F0702030302020204" pitchFamily="66" charset="0"/>
              </a:defRPr>
            </a:lvl4pPr>
            <a:lvl5pPr marL="2181225" indent="-241300" defTabSz="989013">
              <a:defRPr>
                <a:solidFill>
                  <a:schemeClr val="tx1"/>
                </a:solidFill>
                <a:latin typeface="Comic Sans MS" panose="030F0702030302020204" pitchFamily="66" charset="0"/>
              </a:defRPr>
            </a:lvl5pPr>
            <a:lvl6pPr marL="2638425" indent="-241300" defTabSz="989013" eaLnBrk="0" fontAlgn="base" hangingPunct="0">
              <a:spcBef>
                <a:spcPct val="0"/>
              </a:spcBef>
              <a:spcAft>
                <a:spcPct val="0"/>
              </a:spcAft>
              <a:defRPr>
                <a:solidFill>
                  <a:schemeClr val="tx1"/>
                </a:solidFill>
                <a:latin typeface="Comic Sans MS" panose="030F0702030302020204" pitchFamily="66" charset="0"/>
              </a:defRPr>
            </a:lvl6pPr>
            <a:lvl7pPr marL="3095625" indent="-241300" defTabSz="989013" eaLnBrk="0" fontAlgn="base" hangingPunct="0">
              <a:spcBef>
                <a:spcPct val="0"/>
              </a:spcBef>
              <a:spcAft>
                <a:spcPct val="0"/>
              </a:spcAft>
              <a:defRPr>
                <a:solidFill>
                  <a:schemeClr val="tx1"/>
                </a:solidFill>
                <a:latin typeface="Comic Sans MS" panose="030F0702030302020204" pitchFamily="66" charset="0"/>
              </a:defRPr>
            </a:lvl7pPr>
            <a:lvl8pPr marL="3552825" indent="-241300" defTabSz="989013" eaLnBrk="0" fontAlgn="base" hangingPunct="0">
              <a:spcBef>
                <a:spcPct val="0"/>
              </a:spcBef>
              <a:spcAft>
                <a:spcPct val="0"/>
              </a:spcAft>
              <a:defRPr>
                <a:solidFill>
                  <a:schemeClr val="tx1"/>
                </a:solidFill>
                <a:latin typeface="Comic Sans MS" panose="030F0702030302020204" pitchFamily="66" charset="0"/>
              </a:defRPr>
            </a:lvl8pPr>
            <a:lvl9pPr marL="4010025" indent="-241300" defTabSz="989013" eaLnBrk="0" fontAlgn="base" hangingPunct="0">
              <a:spcBef>
                <a:spcPct val="0"/>
              </a:spcBef>
              <a:spcAft>
                <a:spcPct val="0"/>
              </a:spcAft>
              <a:defRPr>
                <a:solidFill>
                  <a:schemeClr val="tx1"/>
                </a:solidFill>
                <a:latin typeface="Comic Sans MS" panose="030F0702030302020204" pitchFamily="66" charset="0"/>
              </a:defRPr>
            </a:lvl9pPr>
          </a:lstStyle>
          <a:p>
            <a:fld id="{763A9443-C7B8-4EA6-A85B-66A714ECF6D6}" type="slidenum">
              <a:rPr lang="zh-CN" altLang="en-US" smtClean="0">
                <a:latin typeface="Times New Roman" panose="02020603050405020304" pitchFamily="18" charset="0"/>
              </a:rPr>
              <a:pPr/>
              <a:t>64</a:t>
            </a:fld>
            <a:endParaRPr lang="zh-CN"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a:extLst>
              <a:ext uri="{FF2B5EF4-FFF2-40B4-BE49-F238E27FC236}">
                <a16:creationId xmlns:a16="http://schemas.microsoft.com/office/drawing/2014/main" id="{A62AF8B7-57B3-4AB6-AC20-6FB056A74D7E}"/>
              </a:ext>
            </a:extLst>
          </p:cNvPr>
          <p:cNvSpPr>
            <a:spLocks noGrp="1" noChangeArrowheads="1"/>
          </p:cNvSpPr>
          <p:nvPr>
            <p:ph type="sldNum" sz="quarter" idx="5"/>
          </p:nvPr>
        </p:nvSpPr>
        <p:spPr/>
        <p:txBody>
          <a:bodyPr/>
          <a:lstStyle>
            <a:lvl1pPr defTabSz="933450">
              <a:defRPr>
                <a:solidFill>
                  <a:schemeClr val="tx1"/>
                </a:solidFill>
                <a:latin typeface="Comic Sans MS" panose="030F0702030302020204" pitchFamily="66" charset="0"/>
              </a:defRPr>
            </a:lvl1pPr>
            <a:lvl2pPr marL="717550" indent="-274638" defTabSz="933450">
              <a:defRPr>
                <a:solidFill>
                  <a:schemeClr val="tx1"/>
                </a:solidFill>
                <a:latin typeface="Comic Sans MS" panose="030F0702030302020204" pitchFamily="66" charset="0"/>
              </a:defRPr>
            </a:lvl2pPr>
            <a:lvl3pPr marL="1103313" indent="-220663" defTabSz="933450">
              <a:defRPr>
                <a:solidFill>
                  <a:schemeClr val="tx1"/>
                </a:solidFill>
                <a:latin typeface="Comic Sans MS" panose="030F0702030302020204" pitchFamily="66" charset="0"/>
              </a:defRPr>
            </a:lvl3pPr>
            <a:lvl4pPr marL="1544638" indent="-220663" defTabSz="933450">
              <a:defRPr>
                <a:solidFill>
                  <a:schemeClr val="tx1"/>
                </a:solidFill>
                <a:latin typeface="Comic Sans MS" panose="030F0702030302020204" pitchFamily="66" charset="0"/>
              </a:defRPr>
            </a:lvl4pPr>
            <a:lvl5pPr marL="1987550" indent="-220663" defTabSz="933450">
              <a:defRPr>
                <a:solidFill>
                  <a:schemeClr val="tx1"/>
                </a:solidFill>
                <a:latin typeface="Comic Sans MS" panose="030F0702030302020204" pitchFamily="66" charset="0"/>
              </a:defRPr>
            </a:lvl5pPr>
            <a:lvl6pPr marL="2444750" indent="-220663" defTabSz="933450" eaLnBrk="0" fontAlgn="base" hangingPunct="0">
              <a:spcBef>
                <a:spcPct val="0"/>
              </a:spcBef>
              <a:spcAft>
                <a:spcPct val="0"/>
              </a:spcAft>
              <a:defRPr>
                <a:solidFill>
                  <a:schemeClr val="tx1"/>
                </a:solidFill>
                <a:latin typeface="Comic Sans MS" panose="030F0702030302020204" pitchFamily="66" charset="0"/>
              </a:defRPr>
            </a:lvl6pPr>
            <a:lvl7pPr marL="2901950" indent="-220663" defTabSz="933450" eaLnBrk="0" fontAlgn="base" hangingPunct="0">
              <a:spcBef>
                <a:spcPct val="0"/>
              </a:spcBef>
              <a:spcAft>
                <a:spcPct val="0"/>
              </a:spcAft>
              <a:defRPr>
                <a:solidFill>
                  <a:schemeClr val="tx1"/>
                </a:solidFill>
                <a:latin typeface="Comic Sans MS" panose="030F0702030302020204" pitchFamily="66" charset="0"/>
              </a:defRPr>
            </a:lvl7pPr>
            <a:lvl8pPr marL="3359150" indent="-220663" defTabSz="933450" eaLnBrk="0" fontAlgn="base" hangingPunct="0">
              <a:spcBef>
                <a:spcPct val="0"/>
              </a:spcBef>
              <a:spcAft>
                <a:spcPct val="0"/>
              </a:spcAft>
              <a:defRPr>
                <a:solidFill>
                  <a:schemeClr val="tx1"/>
                </a:solidFill>
                <a:latin typeface="Comic Sans MS" panose="030F0702030302020204" pitchFamily="66" charset="0"/>
              </a:defRPr>
            </a:lvl8pPr>
            <a:lvl9pPr marL="3816350" indent="-220663" defTabSz="933450" eaLnBrk="0" fontAlgn="base" hangingPunct="0">
              <a:spcBef>
                <a:spcPct val="0"/>
              </a:spcBef>
              <a:spcAft>
                <a:spcPct val="0"/>
              </a:spcAft>
              <a:defRPr>
                <a:solidFill>
                  <a:schemeClr val="tx1"/>
                </a:solidFill>
                <a:latin typeface="Comic Sans MS" panose="030F0702030302020204" pitchFamily="66" charset="0"/>
              </a:defRPr>
            </a:lvl9pPr>
          </a:lstStyle>
          <a:p>
            <a:fld id="{2E6BDBF8-4A35-43E2-9B4F-A8B5452EF04E}" type="slidenum">
              <a:rPr lang="en-US" altLang="zh-CN">
                <a:latin typeface="Times New Roman" panose="02020603050405020304" pitchFamily="18" charset="0"/>
                <a:ea typeface="ＭＳ Ｐゴシック" panose="020B0600070205080204" pitchFamily="34" charset="-128"/>
              </a:rPr>
              <a:pPr/>
              <a:t>66</a:t>
            </a:fld>
            <a:endParaRPr lang="en-US" altLang="zh-CN">
              <a:latin typeface="Times New Roman" panose="02020603050405020304" pitchFamily="18" charset="0"/>
              <a:ea typeface="ＭＳ Ｐゴシック" panose="020B0600070205080204" pitchFamily="34" charset="-128"/>
            </a:endParaRPr>
          </a:p>
        </p:txBody>
      </p:sp>
      <p:sp>
        <p:nvSpPr>
          <p:cNvPr id="154627" name="Rectangle 2">
            <a:extLst>
              <a:ext uri="{FF2B5EF4-FFF2-40B4-BE49-F238E27FC236}">
                <a16:creationId xmlns:a16="http://schemas.microsoft.com/office/drawing/2014/main" id="{7779E447-75CD-4053-828B-EE1DC5D0822C}"/>
              </a:ext>
            </a:extLst>
          </p:cNvPr>
          <p:cNvSpPr>
            <a:spLocks noGrp="1" noRot="1" noChangeAspect="1" noChangeArrowheads="1" noTextEdit="1"/>
          </p:cNvSpPr>
          <p:nvPr>
            <p:ph type="sldImg"/>
          </p:nvPr>
        </p:nvSpPr>
        <p:spPr>
          <a:ln/>
        </p:spPr>
      </p:sp>
      <p:sp>
        <p:nvSpPr>
          <p:cNvPr id="152580" name="Rectangle 3">
            <a:extLst>
              <a:ext uri="{FF2B5EF4-FFF2-40B4-BE49-F238E27FC236}">
                <a16:creationId xmlns:a16="http://schemas.microsoft.com/office/drawing/2014/main" id="{D927A915-6C71-46DB-853A-2FBFBC5434E8}"/>
              </a:ext>
            </a:extLst>
          </p:cNvPr>
          <p:cNvSpPr>
            <a:spLocks noGrp="1" noChangeArrowheads="1"/>
          </p:cNvSpPr>
          <p:nvPr>
            <p:ph type="body" idx="1"/>
          </p:nvPr>
        </p:nvSpPr>
        <p:spPr/>
        <p:txBody>
          <a:bodyPr/>
          <a:lstStyle/>
          <a:p>
            <a:pPr>
              <a:defRPr/>
            </a:pPr>
            <a:endParaRPr lang="en-US"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a:extLst>
              <a:ext uri="{FF2B5EF4-FFF2-40B4-BE49-F238E27FC236}">
                <a16:creationId xmlns:a16="http://schemas.microsoft.com/office/drawing/2014/main" id="{58420C15-025E-4DEB-987F-1B85F9B6F1CC}"/>
              </a:ext>
            </a:extLst>
          </p:cNvPr>
          <p:cNvSpPr>
            <a:spLocks noGrp="1" noRot="1" noChangeAspect="1" noChangeArrowheads="1" noTextEdit="1"/>
          </p:cNvSpPr>
          <p:nvPr>
            <p:ph type="sldImg"/>
          </p:nvPr>
        </p:nvSpPr>
        <p:spPr>
          <a:ln/>
        </p:spPr>
      </p:sp>
      <p:sp>
        <p:nvSpPr>
          <p:cNvPr id="91139" name="备注占位符 2">
            <a:extLst>
              <a:ext uri="{FF2B5EF4-FFF2-40B4-BE49-F238E27FC236}">
                <a16:creationId xmlns:a16="http://schemas.microsoft.com/office/drawing/2014/main" id="{BE84CA15-1F7F-4138-8214-1477D8E8D7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1140" name="灯片编号占位符 3">
            <a:extLst>
              <a:ext uri="{FF2B5EF4-FFF2-40B4-BE49-F238E27FC236}">
                <a16:creationId xmlns:a16="http://schemas.microsoft.com/office/drawing/2014/main" id="{B1EF383B-7B5F-4CC5-9FC9-F349E7CE5F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9013">
              <a:defRPr>
                <a:solidFill>
                  <a:schemeClr val="tx1"/>
                </a:solidFill>
                <a:latin typeface="Comic Sans MS" panose="030F0702030302020204" pitchFamily="66" charset="0"/>
              </a:defRPr>
            </a:lvl1pPr>
            <a:lvl2pPr marL="742950" indent="-285750" defTabSz="989013">
              <a:defRPr>
                <a:solidFill>
                  <a:schemeClr val="tx1"/>
                </a:solidFill>
                <a:latin typeface="Comic Sans MS" panose="030F0702030302020204" pitchFamily="66" charset="0"/>
              </a:defRPr>
            </a:lvl2pPr>
            <a:lvl3pPr marL="1143000" indent="-228600" defTabSz="989013">
              <a:defRPr>
                <a:solidFill>
                  <a:schemeClr val="tx1"/>
                </a:solidFill>
                <a:latin typeface="Comic Sans MS" panose="030F0702030302020204" pitchFamily="66" charset="0"/>
              </a:defRPr>
            </a:lvl3pPr>
            <a:lvl4pPr marL="1600200" indent="-228600" defTabSz="989013">
              <a:defRPr>
                <a:solidFill>
                  <a:schemeClr val="tx1"/>
                </a:solidFill>
                <a:latin typeface="Comic Sans MS" panose="030F0702030302020204" pitchFamily="66" charset="0"/>
              </a:defRPr>
            </a:lvl4pPr>
            <a:lvl5pPr marL="2057400" indent="-228600" defTabSz="989013">
              <a:defRPr>
                <a:solidFill>
                  <a:schemeClr val="tx1"/>
                </a:solidFill>
                <a:latin typeface="Comic Sans MS" panose="030F0702030302020204" pitchFamily="66" charset="0"/>
              </a:defRPr>
            </a:lvl5pPr>
            <a:lvl6pPr marL="2514600" indent="-228600" defTabSz="989013" eaLnBrk="0" fontAlgn="base" hangingPunct="0">
              <a:spcBef>
                <a:spcPct val="0"/>
              </a:spcBef>
              <a:spcAft>
                <a:spcPct val="0"/>
              </a:spcAft>
              <a:defRPr>
                <a:solidFill>
                  <a:schemeClr val="tx1"/>
                </a:solidFill>
                <a:latin typeface="Comic Sans MS" panose="030F0702030302020204" pitchFamily="66" charset="0"/>
              </a:defRPr>
            </a:lvl6pPr>
            <a:lvl7pPr marL="2971800" indent="-228600" defTabSz="989013" eaLnBrk="0" fontAlgn="base" hangingPunct="0">
              <a:spcBef>
                <a:spcPct val="0"/>
              </a:spcBef>
              <a:spcAft>
                <a:spcPct val="0"/>
              </a:spcAft>
              <a:defRPr>
                <a:solidFill>
                  <a:schemeClr val="tx1"/>
                </a:solidFill>
                <a:latin typeface="Comic Sans MS" panose="030F0702030302020204" pitchFamily="66" charset="0"/>
              </a:defRPr>
            </a:lvl7pPr>
            <a:lvl8pPr marL="3429000" indent="-228600" defTabSz="989013" eaLnBrk="0" fontAlgn="base" hangingPunct="0">
              <a:spcBef>
                <a:spcPct val="0"/>
              </a:spcBef>
              <a:spcAft>
                <a:spcPct val="0"/>
              </a:spcAft>
              <a:defRPr>
                <a:solidFill>
                  <a:schemeClr val="tx1"/>
                </a:solidFill>
                <a:latin typeface="Comic Sans MS" panose="030F0702030302020204" pitchFamily="66" charset="0"/>
              </a:defRPr>
            </a:lvl8pPr>
            <a:lvl9pPr marL="3886200" indent="-228600" defTabSz="989013" eaLnBrk="0" fontAlgn="base" hangingPunct="0">
              <a:spcBef>
                <a:spcPct val="0"/>
              </a:spcBef>
              <a:spcAft>
                <a:spcPct val="0"/>
              </a:spcAft>
              <a:defRPr>
                <a:solidFill>
                  <a:schemeClr val="tx1"/>
                </a:solidFill>
                <a:latin typeface="Comic Sans MS" panose="030F0702030302020204" pitchFamily="66" charset="0"/>
              </a:defRPr>
            </a:lvl9pPr>
          </a:lstStyle>
          <a:p>
            <a:fld id="{5C60FB74-E587-4047-809A-B3F5143DF656}" type="slidenum">
              <a:rPr lang="zh-CN" altLang="en-US" smtClean="0">
                <a:latin typeface="Times New Roman" panose="02020603050405020304" pitchFamily="18" charset="0"/>
              </a:rPr>
              <a:pPr/>
              <a:t>69</a:t>
            </a:fld>
            <a:endParaRPr lang="zh-CN"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F32CD76E-7C90-4C51-966B-9C91C5304D08}"/>
              </a:ext>
            </a:extLst>
          </p:cNvPr>
          <p:cNvSpPr>
            <a:spLocks noGrp="1" noChangeArrowheads="1"/>
          </p:cNvSpPr>
          <p:nvPr>
            <p:ph type="dt" sz="half" idx="10"/>
          </p:nvPr>
        </p:nvSpPr>
        <p:spPr>
          <a:ln/>
        </p:spPr>
        <p:txBody>
          <a:bodyPr/>
          <a:lstStyle>
            <a:lvl1pPr>
              <a:defRPr/>
            </a:lvl1pPr>
          </a:lstStyle>
          <a:p>
            <a:pPr>
              <a:defRPr/>
            </a:pPr>
            <a:endParaRPr lang="zh-CN" altLang="en-US"/>
          </a:p>
        </p:txBody>
      </p:sp>
      <p:sp>
        <p:nvSpPr>
          <p:cNvPr id="5" name="Rectangle 6">
            <a:extLst>
              <a:ext uri="{FF2B5EF4-FFF2-40B4-BE49-F238E27FC236}">
                <a16:creationId xmlns:a16="http://schemas.microsoft.com/office/drawing/2014/main" id="{26A739F6-8BB5-4DC9-BBC9-BE8B92058588}"/>
              </a:ext>
            </a:extLst>
          </p:cNvPr>
          <p:cNvSpPr>
            <a:spLocks noGrp="1" noChangeArrowheads="1"/>
          </p:cNvSpPr>
          <p:nvPr>
            <p:ph type="sldNum" sz="quarter" idx="11"/>
          </p:nvPr>
        </p:nvSpPr>
        <p:spPr>
          <a:ln/>
        </p:spPr>
        <p:txBody>
          <a:bodyPr/>
          <a:lstStyle>
            <a:lvl1pPr>
              <a:defRPr/>
            </a:lvl1pPr>
          </a:lstStyle>
          <a:p>
            <a:pPr>
              <a:defRPr/>
            </a:pPr>
            <a:r>
              <a:rPr lang="en-US" altLang="zh-CN"/>
              <a:t>3-</a:t>
            </a:r>
            <a:fld id="{AA246523-5DD1-41CF-A283-54BF6C1C5B74}" type="slidenum">
              <a:rPr lang="en-US" altLang="zh-CN" smtClean="0"/>
              <a:pPr>
                <a:defRPr/>
              </a:pPr>
              <a:t>‹#›</a:t>
            </a:fld>
            <a:endParaRPr lang="en-US" altLang="zh-CN"/>
          </a:p>
        </p:txBody>
      </p:sp>
    </p:spTree>
    <p:extLst>
      <p:ext uri="{BB962C8B-B14F-4D97-AF65-F5344CB8AC3E}">
        <p14:creationId xmlns:p14="http://schemas.microsoft.com/office/powerpoint/2010/main" val="283890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DBB6860-270A-481D-AEA8-BA6DDE9BE6D4}"/>
              </a:ext>
            </a:extLst>
          </p:cNvPr>
          <p:cNvSpPr>
            <a:spLocks noGrp="1" noChangeArrowheads="1"/>
          </p:cNvSpPr>
          <p:nvPr>
            <p:ph type="dt" sz="half" idx="10"/>
          </p:nvPr>
        </p:nvSpPr>
        <p:spPr>
          <a:ln/>
        </p:spPr>
        <p:txBody>
          <a:bodyPr/>
          <a:lstStyle>
            <a:lvl1pPr>
              <a:defRPr/>
            </a:lvl1pPr>
          </a:lstStyle>
          <a:p>
            <a:pPr>
              <a:defRPr/>
            </a:pPr>
            <a:endParaRPr lang="zh-CN" altLang="en-US"/>
          </a:p>
        </p:txBody>
      </p:sp>
      <p:sp>
        <p:nvSpPr>
          <p:cNvPr id="5" name="Rectangle 6">
            <a:extLst>
              <a:ext uri="{FF2B5EF4-FFF2-40B4-BE49-F238E27FC236}">
                <a16:creationId xmlns:a16="http://schemas.microsoft.com/office/drawing/2014/main" id="{4E36AB70-8940-43BD-A5B6-E4D870DBB2C1}"/>
              </a:ext>
            </a:extLst>
          </p:cNvPr>
          <p:cNvSpPr>
            <a:spLocks noGrp="1" noChangeArrowheads="1"/>
          </p:cNvSpPr>
          <p:nvPr>
            <p:ph type="sldNum" sz="quarter" idx="11"/>
          </p:nvPr>
        </p:nvSpPr>
        <p:spPr>
          <a:ln/>
        </p:spPr>
        <p:txBody>
          <a:bodyPr/>
          <a:lstStyle>
            <a:lvl1pPr>
              <a:defRPr/>
            </a:lvl1pPr>
          </a:lstStyle>
          <a:p>
            <a:pPr>
              <a:defRPr/>
            </a:pPr>
            <a:r>
              <a:rPr lang="en-US" altLang="zh-CN"/>
              <a:t>3-</a:t>
            </a:r>
            <a:fld id="{D1CBD324-9B45-4485-ABD5-1C8AA16CB5B8}" type="slidenum">
              <a:rPr lang="en-US" altLang="zh-CN" smtClean="0"/>
              <a:pPr>
                <a:defRPr/>
              </a:pPr>
              <a:t>‹#›</a:t>
            </a:fld>
            <a:endParaRPr lang="en-US" altLang="zh-CN"/>
          </a:p>
        </p:txBody>
      </p:sp>
    </p:spTree>
    <p:extLst>
      <p:ext uri="{BB962C8B-B14F-4D97-AF65-F5344CB8AC3E}">
        <p14:creationId xmlns:p14="http://schemas.microsoft.com/office/powerpoint/2010/main" val="3938646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334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4958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0AE362F6-0103-4741-9102-F60C73B309E4}"/>
              </a:ext>
            </a:extLst>
          </p:cNvPr>
          <p:cNvSpPr>
            <a:spLocks noGrp="1" noChangeArrowheads="1"/>
          </p:cNvSpPr>
          <p:nvPr>
            <p:ph type="dt" sz="half" idx="10"/>
          </p:nvPr>
        </p:nvSpPr>
        <p:spPr>
          <a:ln/>
        </p:spPr>
        <p:txBody>
          <a:bodyPr/>
          <a:lstStyle>
            <a:lvl1pPr>
              <a:defRPr/>
            </a:lvl1pPr>
          </a:lstStyle>
          <a:p>
            <a:pPr>
              <a:defRPr/>
            </a:pPr>
            <a:endParaRPr lang="zh-CN" altLang="en-US"/>
          </a:p>
        </p:txBody>
      </p:sp>
      <p:sp>
        <p:nvSpPr>
          <p:cNvPr id="6" name="Rectangle 6">
            <a:extLst>
              <a:ext uri="{FF2B5EF4-FFF2-40B4-BE49-F238E27FC236}">
                <a16:creationId xmlns:a16="http://schemas.microsoft.com/office/drawing/2014/main" id="{B584C996-2855-47F8-ADB5-CFE288FE6987}"/>
              </a:ext>
            </a:extLst>
          </p:cNvPr>
          <p:cNvSpPr>
            <a:spLocks noGrp="1" noChangeArrowheads="1"/>
          </p:cNvSpPr>
          <p:nvPr>
            <p:ph type="sldNum" sz="quarter" idx="11"/>
          </p:nvPr>
        </p:nvSpPr>
        <p:spPr>
          <a:ln/>
        </p:spPr>
        <p:txBody>
          <a:bodyPr/>
          <a:lstStyle>
            <a:lvl1pPr>
              <a:defRPr/>
            </a:lvl1pPr>
          </a:lstStyle>
          <a:p>
            <a:pPr>
              <a:defRPr/>
            </a:pPr>
            <a:r>
              <a:rPr lang="en-US" altLang="zh-CN"/>
              <a:t>3-</a:t>
            </a:r>
            <a:fld id="{B503D639-BDAA-4402-91D4-7224F3BE2F44}" type="slidenum">
              <a:rPr lang="en-US" altLang="zh-CN" smtClean="0"/>
              <a:pPr>
                <a:defRPr/>
              </a:pPr>
              <a:t>‹#›</a:t>
            </a:fld>
            <a:endParaRPr lang="en-US" altLang="zh-CN"/>
          </a:p>
        </p:txBody>
      </p:sp>
    </p:spTree>
    <p:extLst>
      <p:ext uri="{BB962C8B-B14F-4D97-AF65-F5344CB8AC3E}">
        <p14:creationId xmlns:p14="http://schemas.microsoft.com/office/powerpoint/2010/main" val="2788173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656C38EE-652C-4BC7-B173-EDC577B973C8}"/>
              </a:ext>
            </a:extLst>
          </p:cNvPr>
          <p:cNvSpPr>
            <a:spLocks noGrp="1" noChangeArrowheads="1"/>
          </p:cNvSpPr>
          <p:nvPr>
            <p:ph type="dt" sz="half" idx="10"/>
          </p:nvPr>
        </p:nvSpPr>
        <p:spPr/>
        <p:txBody>
          <a:bodyPr/>
          <a:lstStyle>
            <a:lvl1pPr>
              <a:defRPr/>
            </a:lvl1pPr>
          </a:lstStyle>
          <a:p>
            <a:pPr>
              <a:defRPr/>
            </a:pPr>
            <a:endParaRPr lang="zh-CN" altLang="en-US"/>
          </a:p>
        </p:txBody>
      </p:sp>
      <p:sp>
        <p:nvSpPr>
          <p:cNvPr id="4" name="Rectangle 5">
            <a:extLst>
              <a:ext uri="{FF2B5EF4-FFF2-40B4-BE49-F238E27FC236}">
                <a16:creationId xmlns:a16="http://schemas.microsoft.com/office/drawing/2014/main" id="{4C56B8C0-ADA3-4D57-8186-00449130E739}"/>
              </a:ext>
            </a:extLst>
          </p:cNvPr>
          <p:cNvSpPr>
            <a:spLocks noGrp="1" noChangeArrowheads="1"/>
          </p:cNvSpPr>
          <p:nvPr>
            <p:ph type="ftr" sz="quarter" idx="11"/>
          </p:nvPr>
        </p:nvSpPr>
        <p:spPr>
          <a:xfrm>
            <a:off x="5410200" y="6400800"/>
            <a:ext cx="2895600" cy="457200"/>
          </a:xfrm>
          <a:prstGeom prst="rect">
            <a:avLst/>
          </a:prstGeom>
        </p:spPr>
        <p:txBody>
          <a:bodyPr vert="horz" wrap="square" lIns="91440" tIns="45720" rIns="91440" bIns="45720" numCol="1" anchor="t" anchorCtr="0" compatLnSpc="1">
            <a:prstTxWarp prst="textNoShape">
              <a:avLst/>
            </a:prstTxWarp>
          </a:bodyPr>
          <a:lstStyle>
            <a:lvl1pPr>
              <a:defRPr>
                <a:ea typeface="宋体" panose="02010600030101010101" pitchFamily="2" charset="-122"/>
              </a:defRPr>
            </a:lvl1pPr>
          </a:lstStyle>
          <a:p>
            <a:pPr>
              <a:defRPr/>
            </a:pPr>
            <a:r>
              <a:rPr lang="en-US" altLang="zh-CN" dirty="0"/>
              <a:t>3</a:t>
            </a:r>
            <a:r>
              <a:rPr lang="zh-CN" altLang="en-US" dirty="0"/>
              <a:t>: </a:t>
            </a:r>
            <a:r>
              <a:rPr lang="en-US" altLang="zh-CN" dirty="0"/>
              <a:t>Link Layer</a:t>
            </a:r>
            <a:endParaRPr lang="en-US" altLang="zh-CN" dirty="0">
              <a:latin typeface="Times New Roman" panose="02020603050405020304" pitchFamily="18" charset="0"/>
            </a:endParaRPr>
          </a:p>
        </p:txBody>
      </p:sp>
      <p:sp>
        <p:nvSpPr>
          <p:cNvPr id="5" name="Rectangle 6">
            <a:extLst>
              <a:ext uri="{FF2B5EF4-FFF2-40B4-BE49-F238E27FC236}">
                <a16:creationId xmlns:a16="http://schemas.microsoft.com/office/drawing/2014/main" id="{C49B94A0-DACB-42CC-B9A9-067F52AD57FB}"/>
              </a:ext>
            </a:extLst>
          </p:cNvPr>
          <p:cNvSpPr>
            <a:spLocks noGrp="1" noChangeArrowheads="1"/>
          </p:cNvSpPr>
          <p:nvPr>
            <p:ph type="sldNum" sz="quarter" idx="12"/>
          </p:nvPr>
        </p:nvSpPr>
        <p:spPr/>
        <p:txBody>
          <a:bodyPr/>
          <a:lstStyle>
            <a:lvl1pPr>
              <a:defRPr/>
            </a:lvl1pPr>
          </a:lstStyle>
          <a:p>
            <a:pPr>
              <a:defRPr/>
            </a:pPr>
            <a:r>
              <a:rPr lang="en-US" altLang="zh-CN"/>
              <a:t>3-</a:t>
            </a:r>
            <a:fld id="{0E2D07BD-1783-488F-BCA4-4F45D1E570AE}" type="slidenum">
              <a:rPr lang="en-US" altLang="zh-CN" smtClean="0"/>
              <a:pPr>
                <a:defRPr/>
              </a:pPr>
              <a:t>‹#›</a:t>
            </a:fld>
            <a:endParaRPr lang="en-US" altLang="zh-CN"/>
          </a:p>
        </p:txBody>
      </p:sp>
    </p:spTree>
    <p:extLst>
      <p:ext uri="{BB962C8B-B14F-4D97-AF65-F5344CB8AC3E}">
        <p14:creationId xmlns:p14="http://schemas.microsoft.com/office/powerpoint/2010/main" val="883759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29DBAC4-5B63-4BC6-812A-8CE05F0E243E}"/>
              </a:ext>
            </a:extLst>
          </p:cNvPr>
          <p:cNvSpPr>
            <a:spLocks noGrp="1" noChangeArrowheads="1"/>
          </p:cNvSpPr>
          <p:nvPr>
            <p:ph type="dt" sz="half" idx="10"/>
          </p:nvPr>
        </p:nvSpPr>
        <p:spPr/>
        <p:txBody>
          <a:bodyPr/>
          <a:lstStyle>
            <a:lvl1pPr>
              <a:defRPr/>
            </a:lvl1pPr>
          </a:lstStyle>
          <a:p>
            <a:pPr>
              <a:defRPr/>
            </a:pPr>
            <a:endParaRPr lang="zh-CN" altLang="en-US"/>
          </a:p>
        </p:txBody>
      </p:sp>
      <p:sp>
        <p:nvSpPr>
          <p:cNvPr id="3" name="Rectangle 5">
            <a:extLst>
              <a:ext uri="{FF2B5EF4-FFF2-40B4-BE49-F238E27FC236}">
                <a16:creationId xmlns:a16="http://schemas.microsoft.com/office/drawing/2014/main" id="{29B98249-F89A-49F8-B393-D27764987FFA}"/>
              </a:ext>
            </a:extLst>
          </p:cNvPr>
          <p:cNvSpPr>
            <a:spLocks noGrp="1" noChangeArrowheads="1"/>
          </p:cNvSpPr>
          <p:nvPr>
            <p:ph type="ftr" sz="quarter" idx="11"/>
          </p:nvPr>
        </p:nvSpPr>
        <p:spPr>
          <a:xfrm>
            <a:off x="5410200" y="6400800"/>
            <a:ext cx="2895600" cy="457200"/>
          </a:xfrm>
          <a:prstGeom prst="rect">
            <a:avLst/>
          </a:prstGeom>
        </p:spPr>
        <p:txBody>
          <a:bodyPr vert="horz" wrap="square" lIns="91440" tIns="45720" rIns="91440" bIns="45720" numCol="1" anchor="t" anchorCtr="0" compatLnSpc="1">
            <a:prstTxWarp prst="textNoShape">
              <a:avLst/>
            </a:prstTxWarp>
          </a:bodyPr>
          <a:lstStyle>
            <a:lvl1pPr>
              <a:defRPr>
                <a:ea typeface="宋体" panose="02010600030101010101" pitchFamily="2" charset="-122"/>
              </a:defRPr>
            </a:lvl1pPr>
          </a:lstStyle>
          <a:p>
            <a:pPr>
              <a:defRPr/>
            </a:pPr>
            <a:r>
              <a:rPr lang="en-US" altLang="zh-CN"/>
              <a:t>3</a:t>
            </a:r>
            <a:r>
              <a:rPr lang="zh-CN" altLang="en-US"/>
              <a:t>: </a:t>
            </a:r>
            <a:r>
              <a:rPr lang="en-US" altLang="zh-CN"/>
              <a:t>Link Layer</a:t>
            </a:r>
            <a:endParaRPr lang="en-US" altLang="zh-CN">
              <a:latin typeface="Times New Roman" panose="02020603050405020304" pitchFamily="18" charset="0"/>
            </a:endParaRPr>
          </a:p>
        </p:txBody>
      </p:sp>
      <p:sp>
        <p:nvSpPr>
          <p:cNvPr id="4" name="Rectangle 6">
            <a:extLst>
              <a:ext uri="{FF2B5EF4-FFF2-40B4-BE49-F238E27FC236}">
                <a16:creationId xmlns:a16="http://schemas.microsoft.com/office/drawing/2014/main" id="{071D75C0-AC91-400B-BB07-7DBC56E9C40C}"/>
              </a:ext>
            </a:extLst>
          </p:cNvPr>
          <p:cNvSpPr>
            <a:spLocks noGrp="1" noChangeArrowheads="1"/>
          </p:cNvSpPr>
          <p:nvPr>
            <p:ph type="sldNum" sz="quarter" idx="12"/>
          </p:nvPr>
        </p:nvSpPr>
        <p:spPr/>
        <p:txBody>
          <a:bodyPr/>
          <a:lstStyle>
            <a:lvl1pPr>
              <a:defRPr/>
            </a:lvl1pPr>
          </a:lstStyle>
          <a:p>
            <a:pPr>
              <a:defRPr/>
            </a:pPr>
            <a:r>
              <a:rPr lang="en-US" altLang="zh-CN"/>
              <a:t>3-</a:t>
            </a:r>
            <a:fld id="{48DAEF31-2B22-4153-B1D1-BBB170F3B221}" type="slidenum">
              <a:rPr lang="en-US" altLang="zh-CN" smtClean="0"/>
              <a:pPr>
                <a:defRPr/>
              </a:pPr>
              <a:t>‹#›</a:t>
            </a:fld>
            <a:endParaRPr lang="en-US" altLang="zh-CN"/>
          </a:p>
        </p:txBody>
      </p:sp>
    </p:spTree>
    <p:extLst>
      <p:ext uri="{BB962C8B-B14F-4D97-AF65-F5344CB8AC3E}">
        <p14:creationId xmlns:p14="http://schemas.microsoft.com/office/powerpoint/2010/main" val="377144398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F9CEF1D-C909-4954-ACF4-B263D5B4FE68}"/>
              </a:ext>
            </a:extLst>
          </p:cNvPr>
          <p:cNvSpPr>
            <a:spLocks noGrp="1" noChangeArrowheads="1"/>
          </p:cNvSpPr>
          <p:nvPr>
            <p:ph type="title"/>
          </p:nvPr>
        </p:nvSpPr>
        <p:spPr bwMode="auto">
          <a:xfrm>
            <a:off x="5334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t>Click to edit Master title style</a:t>
            </a:r>
          </a:p>
        </p:txBody>
      </p:sp>
      <p:sp>
        <p:nvSpPr>
          <p:cNvPr id="1027" name="Rectangle 3">
            <a:extLst>
              <a:ext uri="{FF2B5EF4-FFF2-40B4-BE49-F238E27FC236}">
                <a16:creationId xmlns:a16="http://schemas.microsoft.com/office/drawing/2014/main" id="{D93A5246-5B83-48DD-A30F-38BDAFADCA26}"/>
              </a:ext>
            </a:extLst>
          </p:cNvPr>
          <p:cNvSpPr>
            <a:spLocks noGrp="1" noChangeArrowheads="1"/>
          </p:cNvSpPr>
          <p:nvPr>
            <p:ph type="body" idx="1"/>
          </p:nvPr>
        </p:nvSpPr>
        <p:spPr bwMode="auto">
          <a:xfrm>
            <a:off x="533400" y="1600200"/>
            <a:ext cx="7772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583CD907-03C8-496F-B06B-CBCA53D9C033}"/>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New Roman" pitchFamily="18" charset="0"/>
                <a:ea typeface="宋体" pitchFamily="2" charset="-122"/>
              </a:defRPr>
            </a:lvl1pPr>
          </a:lstStyle>
          <a:p>
            <a:pPr>
              <a:defRPr/>
            </a:pPr>
            <a:endParaRPr lang="zh-CN" altLang="en-US"/>
          </a:p>
        </p:txBody>
      </p:sp>
      <p:sp>
        <p:nvSpPr>
          <p:cNvPr id="1030" name="Rectangle 6">
            <a:extLst>
              <a:ext uri="{FF2B5EF4-FFF2-40B4-BE49-F238E27FC236}">
                <a16:creationId xmlns:a16="http://schemas.microsoft.com/office/drawing/2014/main" id="{FB8E7563-9D28-4726-9347-AD358EAD6958}"/>
              </a:ext>
            </a:extLst>
          </p:cNvPr>
          <p:cNvSpPr>
            <a:spLocks noGrp="1" noChangeArrowheads="1"/>
          </p:cNvSpPr>
          <p:nvPr>
            <p:ph type="sldNum" sz="quarter" idx="4"/>
          </p:nvPr>
        </p:nvSpPr>
        <p:spPr bwMode="auto">
          <a:xfrm>
            <a:off x="8162925" y="6400800"/>
            <a:ext cx="676275"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ea typeface="宋体" panose="02010600030101010101" pitchFamily="2" charset="-122"/>
              </a:defRPr>
            </a:lvl1pPr>
          </a:lstStyle>
          <a:p>
            <a:pPr>
              <a:defRPr/>
            </a:pPr>
            <a:r>
              <a:rPr lang="en-US" altLang="zh-CN"/>
              <a:t>3-</a:t>
            </a:r>
            <a:fld id="{E88340A1-99A2-4371-9F6D-50BF79BA7C11}" type="slidenum">
              <a:rPr lang="en-US" altLang="zh-CN" smtClean="0"/>
              <a:pPr>
                <a:defRPr/>
              </a:pPr>
              <a:t>‹#›</a:t>
            </a:fld>
            <a:endParaRPr lang="en-US" altLang="zh-CN"/>
          </a:p>
        </p:txBody>
      </p:sp>
      <p:sp>
        <p:nvSpPr>
          <p:cNvPr id="6" name="Rectangle 5">
            <a:extLst>
              <a:ext uri="{FF2B5EF4-FFF2-40B4-BE49-F238E27FC236}">
                <a16:creationId xmlns:a16="http://schemas.microsoft.com/office/drawing/2014/main" id="{AD431EC5-4CE8-49B8-B036-12B354DFF7F5}"/>
              </a:ext>
            </a:extLst>
          </p:cNvPr>
          <p:cNvSpPr>
            <a:spLocks noGrp="1" noChangeArrowheads="1"/>
          </p:cNvSpPr>
          <p:nvPr>
            <p:ph type="ftr" sz="quarter" idx="3"/>
          </p:nvPr>
        </p:nvSpPr>
        <p:spPr>
          <a:xfrm>
            <a:off x="5410200" y="6400800"/>
            <a:ext cx="2895600" cy="457200"/>
          </a:xfrm>
          <a:prstGeom prst="rect">
            <a:avLst/>
          </a:prstGeom>
        </p:spPr>
        <p:txBody>
          <a:bodyPr vert="horz" wrap="square" lIns="91440" tIns="45720" rIns="91440" bIns="45720" numCol="1" anchor="t" anchorCtr="0" compatLnSpc="1">
            <a:prstTxWarp prst="textNoShape">
              <a:avLst/>
            </a:prstTxWarp>
          </a:bodyPr>
          <a:lstStyle>
            <a:lvl1pPr>
              <a:defRPr>
                <a:ea typeface="宋体" panose="02010600030101010101" pitchFamily="2" charset="-122"/>
              </a:defRPr>
            </a:lvl1pPr>
          </a:lstStyle>
          <a:p>
            <a:pPr>
              <a:defRPr/>
            </a:pPr>
            <a:r>
              <a:rPr lang="en-US" altLang="zh-CN" dirty="0"/>
              <a:t>3</a:t>
            </a:r>
            <a:r>
              <a:rPr lang="zh-CN" altLang="en-US" dirty="0"/>
              <a:t>: </a:t>
            </a:r>
            <a:r>
              <a:rPr lang="en-US" altLang="zh-CN" dirty="0"/>
              <a:t>Link Layer</a:t>
            </a:r>
            <a:endParaRPr lang="en-US" altLang="zh-CN"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Lst>
  <p:hf hdr="0" dt="0"/>
  <p:txStyles>
    <p:titleStyle>
      <a:lvl1pPr algn="l" rtl="0" eaLnBrk="0" fontAlgn="base" hangingPunct="0">
        <a:spcBef>
          <a:spcPct val="0"/>
        </a:spcBef>
        <a:spcAft>
          <a:spcPct val="0"/>
        </a:spcAft>
        <a:defRPr sz="4000" u="sng">
          <a:solidFill>
            <a:schemeClr val="accent2"/>
          </a:solidFill>
          <a:latin typeface="+mj-lt"/>
          <a:ea typeface="+mj-ea"/>
          <a:cs typeface="+mj-cs"/>
        </a:defRPr>
      </a:lvl1pPr>
      <a:lvl2pPr algn="l" rtl="0" eaLnBrk="0" fontAlgn="base" hangingPunct="0">
        <a:spcBef>
          <a:spcPct val="0"/>
        </a:spcBef>
        <a:spcAft>
          <a:spcPct val="0"/>
        </a:spcAft>
        <a:defRPr sz="4000" u="sng">
          <a:solidFill>
            <a:schemeClr val="accent2"/>
          </a:solidFill>
          <a:latin typeface="Comic Sans MS" pitchFamily="66" charset="0"/>
        </a:defRPr>
      </a:lvl2pPr>
      <a:lvl3pPr algn="l" rtl="0" eaLnBrk="0" fontAlgn="base" hangingPunct="0">
        <a:spcBef>
          <a:spcPct val="0"/>
        </a:spcBef>
        <a:spcAft>
          <a:spcPct val="0"/>
        </a:spcAft>
        <a:defRPr sz="4000" u="sng">
          <a:solidFill>
            <a:schemeClr val="accent2"/>
          </a:solidFill>
          <a:latin typeface="Comic Sans MS" pitchFamily="66" charset="0"/>
        </a:defRPr>
      </a:lvl3pPr>
      <a:lvl4pPr algn="l" rtl="0" eaLnBrk="0" fontAlgn="base" hangingPunct="0">
        <a:spcBef>
          <a:spcPct val="0"/>
        </a:spcBef>
        <a:spcAft>
          <a:spcPct val="0"/>
        </a:spcAft>
        <a:defRPr sz="4000" u="sng">
          <a:solidFill>
            <a:schemeClr val="accent2"/>
          </a:solidFill>
          <a:latin typeface="Comic Sans MS" pitchFamily="66" charset="0"/>
        </a:defRPr>
      </a:lvl4pPr>
      <a:lvl5pPr algn="l" rtl="0" eaLnBrk="0" fontAlgn="base" hangingPunct="0">
        <a:spcBef>
          <a:spcPct val="0"/>
        </a:spcBef>
        <a:spcAft>
          <a:spcPct val="0"/>
        </a:spcAft>
        <a:defRPr sz="4000" u="sng">
          <a:solidFill>
            <a:schemeClr val="accent2"/>
          </a:solidFill>
          <a:latin typeface="Comic Sans MS" pitchFamily="66"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p:titleStyle>
    <p:bodyStyle>
      <a:lvl1pPr marL="342900" indent="-342900" algn="l" rtl="0" eaLnBrk="0" fontAlgn="base" hangingPunct="0">
        <a:spcBef>
          <a:spcPct val="20000"/>
        </a:spcBef>
        <a:spcAft>
          <a:spcPct val="0"/>
        </a:spcAft>
        <a:buClr>
          <a:schemeClr val="accent2"/>
        </a:buClr>
        <a:buSzPct val="85000"/>
        <a:buFont typeface="ZapfDingbats" pitchFamily="82" charset="2"/>
        <a:buChar char="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3.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3.wmf"/></Relationships>
</file>

<file path=ppt/slides/_rels/slide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31.wmf"/></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38.wmf"/></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54.wmf"/><Relationship Id="rId4" Type="http://schemas.openxmlformats.org/officeDocument/2006/relationships/oleObject" Target="../embeddings/oleObject5.bin"/></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6">
            <a:extLst>
              <a:ext uri="{FF2B5EF4-FFF2-40B4-BE49-F238E27FC236}">
                <a16:creationId xmlns:a16="http://schemas.microsoft.com/office/drawing/2014/main" id="{10CBF45E-2F83-45E5-9F3C-12DEBC43249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FA74776B-1624-4A40-97C6-827E982F6ECD}" type="slidenum">
              <a:rPr lang="en-US" altLang="zh-CN" sz="1400" smtClean="0">
                <a:latin typeface="Times New Roman" panose="02020603050405020304" pitchFamily="18" charset="0"/>
              </a:rPr>
              <a:pPr>
                <a:spcBef>
                  <a:spcPct val="0"/>
                </a:spcBef>
                <a:buClrTx/>
                <a:buSzTx/>
                <a:buFontTx/>
                <a:buNone/>
              </a:pPr>
              <a:t>1</a:t>
            </a:fld>
            <a:endParaRPr lang="en-US" altLang="zh-CN" sz="1400">
              <a:latin typeface="Times New Roman" panose="02020603050405020304" pitchFamily="18" charset="0"/>
            </a:endParaRPr>
          </a:p>
        </p:txBody>
      </p:sp>
      <p:sp>
        <p:nvSpPr>
          <p:cNvPr id="6147" name="Rectangle 2">
            <a:extLst>
              <a:ext uri="{FF2B5EF4-FFF2-40B4-BE49-F238E27FC236}">
                <a16:creationId xmlns:a16="http://schemas.microsoft.com/office/drawing/2014/main" id="{2D392A9F-D494-4030-B7B5-F0D9A8FCFE97}"/>
              </a:ext>
            </a:extLst>
          </p:cNvPr>
          <p:cNvSpPr>
            <a:spLocks noGrp="1" noChangeArrowheads="1"/>
          </p:cNvSpPr>
          <p:nvPr>
            <p:ph type="title"/>
          </p:nvPr>
        </p:nvSpPr>
        <p:spPr/>
        <p:txBody>
          <a:bodyPr/>
          <a:lstStyle/>
          <a:p>
            <a:r>
              <a:rPr lang="en-US" altLang="zh-CN">
                <a:ea typeface="宋体" panose="02010600030101010101" pitchFamily="2" charset="-122"/>
              </a:rPr>
              <a:t>Chapter 3: The Link Layer</a:t>
            </a:r>
          </a:p>
        </p:txBody>
      </p:sp>
      <p:sp>
        <p:nvSpPr>
          <p:cNvPr id="6148" name="Rectangle 3">
            <a:extLst>
              <a:ext uri="{FF2B5EF4-FFF2-40B4-BE49-F238E27FC236}">
                <a16:creationId xmlns:a16="http://schemas.microsoft.com/office/drawing/2014/main" id="{435536B3-EC99-4D4C-A927-C64F9FC6B4C1}"/>
              </a:ext>
            </a:extLst>
          </p:cNvPr>
          <p:cNvSpPr>
            <a:spLocks noGrp="1" noChangeArrowheads="1"/>
          </p:cNvSpPr>
          <p:nvPr>
            <p:ph type="body" sz="half" idx="1"/>
          </p:nvPr>
        </p:nvSpPr>
        <p:spPr>
          <a:xfrm>
            <a:off x="533400" y="1371600"/>
            <a:ext cx="3581400" cy="4648200"/>
          </a:xfrm>
        </p:spPr>
        <p:txBody>
          <a:bodyPr/>
          <a:lstStyle/>
          <a:p>
            <a:pPr>
              <a:buFont typeface="ZapfDingbats" pitchFamily="82" charset="2"/>
              <a:buNone/>
            </a:pPr>
            <a:r>
              <a:rPr lang="en-US" altLang="zh-CN" sz="2400" u="sng">
                <a:solidFill>
                  <a:srgbClr val="FF0000"/>
                </a:solidFill>
                <a:ea typeface="宋体" panose="02010600030101010101" pitchFamily="2" charset="-122"/>
              </a:rPr>
              <a:t>Our goals:</a:t>
            </a:r>
            <a:r>
              <a:rPr lang="en-US" altLang="zh-CN" sz="2400">
                <a:ea typeface="宋体" panose="02010600030101010101" pitchFamily="2" charset="-122"/>
              </a:rPr>
              <a:t> </a:t>
            </a:r>
          </a:p>
          <a:p>
            <a:r>
              <a:rPr lang="en-US" altLang="zh-CN" sz="2000">
                <a:ea typeface="宋体" panose="02010600030101010101" pitchFamily="2" charset="-122"/>
              </a:rPr>
              <a:t>understand principles behind data link layer services:</a:t>
            </a:r>
          </a:p>
          <a:p>
            <a:pPr lvl="1"/>
            <a:r>
              <a:rPr lang="en-US" altLang="zh-CN" sz="1800">
                <a:ea typeface="宋体" panose="02010600030101010101" pitchFamily="2" charset="-122"/>
              </a:rPr>
              <a:t>framing</a:t>
            </a:r>
          </a:p>
          <a:p>
            <a:pPr lvl="1"/>
            <a:r>
              <a:rPr lang="en-US" altLang="zh-CN" sz="1800">
                <a:ea typeface="宋体" panose="02010600030101010101" pitchFamily="2" charset="-122"/>
              </a:rPr>
              <a:t>error detection, correction</a:t>
            </a:r>
          </a:p>
          <a:p>
            <a:pPr lvl="1"/>
            <a:r>
              <a:rPr lang="en-US" altLang="zh-CN" sz="1800">
                <a:ea typeface="宋体" panose="02010600030101010101" pitchFamily="2" charset="-122"/>
              </a:rPr>
              <a:t>reliable data transfer, flow control</a:t>
            </a:r>
          </a:p>
          <a:p>
            <a:pPr lvl="1"/>
            <a:r>
              <a:rPr lang="en-US" altLang="zh-CN" sz="1800">
                <a:ea typeface="宋体" panose="02010600030101010101" pitchFamily="2" charset="-122"/>
              </a:rPr>
              <a:t>sharing a broadcast channel: multiple access</a:t>
            </a:r>
          </a:p>
          <a:p>
            <a:pPr lvl="1"/>
            <a:r>
              <a:rPr lang="en-US" altLang="zh-CN" sz="1800">
                <a:ea typeface="宋体" panose="02010600030101010101" pitchFamily="2" charset="-122"/>
              </a:rPr>
              <a:t>link layer addressing</a:t>
            </a:r>
          </a:p>
        </p:txBody>
      </p:sp>
      <p:sp>
        <p:nvSpPr>
          <p:cNvPr id="6149" name="Rectangle 4">
            <a:extLst>
              <a:ext uri="{FF2B5EF4-FFF2-40B4-BE49-F238E27FC236}">
                <a16:creationId xmlns:a16="http://schemas.microsoft.com/office/drawing/2014/main" id="{B3C42F20-20AE-40B4-8F2F-5815C0D1922C}"/>
              </a:ext>
            </a:extLst>
          </p:cNvPr>
          <p:cNvSpPr>
            <a:spLocks noGrp="1" noChangeArrowheads="1"/>
          </p:cNvSpPr>
          <p:nvPr>
            <p:ph type="body" sz="half" idx="2"/>
          </p:nvPr>
        </p:nvSpPr>
        <p:spPr>
          <a:xfrm>
            <a:off x="4114800" y="1371600"/>
            <a:ext cx="4581525" cy="4648200"/>
          </a:xfrm>
        </p:spPr>
        <p:txBody>
          <a:bodyPr/>
          <a:lstStyle/>
          <a:p>
            <a:pPr>
              <a:buFont typeface="ZapfDingbats" pitchFamily="82" charset="2"/>
              <a:buNone/>
            </a:pPr>
            <a:r>
              <a:rPr lang="en-US" altLang="zh-CN" u="sng">
                <a:solidFill>
                  <a:srgbClr val="FF0000"/>
                </a:solidFill>
                <a:ea typeface="宋体" panose="02010600030101010101" pitchFamily="2" charset="-122"/>
              </a:rPr>
              <a:t>Overview:</a:t>
            </a:r>
            <a:endParaRPr lang="en-US" altLang="zh-CN">
              <a:ea typeface="宋体" panose="02010600030101010101" pitchFamily="2" charset="-122"/>
            </a:endParaRPr>
          </a:p>
          <a:p>
            <a:r>
              <a:rPr lang="en-US" altLang="zh-CN" sz="2400">
                <a:ea typeface="宋体" panose="02010600030101010101" pitchFamily="2" charset="-122"/>
              </a:rPr>
              <a:t>link layer services</a:t>
            </a:r>
          </a:p>
          <a:p>
            <a:r>
              <a:rPr lang="en-US" altLang="zh-CN" sz="2400">
                <a:ea typeface="宋体" panose="02010600030101010101" pitchFamily="2" charset="-122"/>
              </a:rPr>
              <a:t>framing</a:t>
            </a:r>
          </a:p>
          <a:p>
            <a:r>
              <a:rPr lang="en-US" altLang="zh-CN" sz="2400">
                <a:ea typeface="宋体" panose="02010600030101010101" pitchFamily="2" charset="-122"/>
              </a:rPr>
              <a:t>error detection, correction</a:t>
            </a:r>
          </a:p>
          <a:p>
            <a:r>
              <a:rPr lang="en-US" altLang="zh-CN" sz="2400">
                <a:ea typeface="宋体" panose="02010600030101010101" pitchFamily="2" charset="-122"/>
              </a:rPr>
              <a:t>reliable data transfer</a:t>
            </a:r>
          </a:p>
          <a:p>
            <a:r>
              <a:rPr lang="en-US" altLang="zh-CN" sz="2400">
                <a:ea typeface="宋体" panose="02010600030101010101" pitchFamily="2" charset="-122"/>
              </a:rPr>
              <a:t>multiple access protocols and LANs</a:t>
            </a:r>
          </a:p>
          <a:p>
            <a:r>
              <a:rPr lang="en-US" altLang="zh-CN" sz="2400">
                <a:ea typeface="宋体" panose="02010600030101010101" pitchFamily="2" charset="-122"/>
              </a:rPr>
              <a:t>link layer addressing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2D7A8DF-B27C-452A-B911-5E9DFA0162FA}"/>
              </a:ext>
            </a:extLst>
          </p:cNvPr>
          <p:cNvSpPr>
            <a:spLocks noGrp="1" noChangeArrowheads="1"/>
          </p:cNvSpPr>
          <p:nvPr>
            <p:ph type="title" idx="4294967295"/>
          </p:nvPr>
        </p:nvSpPr>
        <p:spPr>
          <a:xfrm>
            <a:off x="333375" y="77788"/>
            <a:ext cx="7772400" cy="1143000"/>
          </a:xfrm>
        </p:spPr>
        <p:txBody>
          <a:bodyPr/>
          <a:lstStyle/>
          <a:p>
            <a:pPr eaLnBrk="1" hangingPunct="1"/>
            <a:r>
              <a:rPr lang="en-US" altLang="zh-CN" sz="3600">
                <a:ea typeface="宋体" panose="02010600030101010101" pitchFamily="2" charset="-122"/>
              </a:rPr>
              <a:t>Keypoints and Difficulties</a:t>
            </a:r>
            <a:endParaRPr lang="en-US" altLang="zh-CN" sz="3600">
              <a:ea typeface="MS PGothic" panose="020B0600070205080204" pitchFamily="34" charset="-128"/>
            </a:endParaRPr>
          </a:p>
        </p:txBody>
      </p:sp>
      <p:sp>
        <p:nvSpPr>
          <p:cNvPr id="7171" name="Slide Number Placeholder 3">
            <a:extLst>
              <a:ext uri="{FF2B5EF4-FFF2-40B4-BE49-F238E27FC236}">
                <a16:creationId xmlns:a16="http://schemas.microsoft.com/office/drawing/2014/main" id="{182C0E12-8E01-4FC1-BFB8-0BA00E07A92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200">
                <a:latin typeface="Tahoma" panose="020B0604030504040204" pitchFamily="34" charset="0"/>
                <a:ea typeface="MS PGothic" panose="020B0600070205080204" pitchFamily="34" charset="-128"/>
                <a:cs typeface="Arial" panose="020B0604020202020204" pitchFamily="34" charset="0"/>
              </a:rPr>
              <a:t>3-</a:t>
            </a:r>
            <a:fld id="{CC77E158-901D-46BF-83DD-B6886BD2B38B}" type="slidenum">
              <a:rPr lang="en-US" altLang="zh-CN" sz="1200" smtClean="0">
                <a:latin typeface="Tahoma" panose="020B0604030504040204" pitchFamily="34" charset="0"/>
                <a:ea typeface="MS PGothic" panose="020B0600070205080204" pitchFamily="34" charset="-128"/>
                <a:cs typeface="Arial" panose="020B0604020202020204" pitchFamily="34" charset="0"/>
              </a:rPr>
              <a:pPr>
                <a:spcBef>
                  <a:spcPct val="0"/>
                </a:spcBef>
                <a:buClrTx/>
                <a:buSzTx/>
                <a:buFontTx/>
                <a:buNone/>
              </a:pPr>
              <a:t>2</a:t>
            </a:fld>
            <a:endParaRPr lang="en-US" altLang="zh-CN" sz="1200">
              <a:latin typeface="Tahoma" panose="020B0604030504040204" pitchFamily="34" charset="0"/>
              <a:ea typeface="MS PGothic" panose="020B0600070205080204" pitchFamily="34" charset="-128"/>
              <a:cs typeface="Arial" panose="020B0604020202020204" pitchFamily="34" charset="0"/>
            </a:endParaRPr>
          </a:p>
        </p:txBody>
      </p:sp>
      <p:sp>
        <p:nvSpPr>
          <p:cNvPr id="7" name="Rectangle 4">
            <a:extLst>
              <a:ext uri="{FF2B5EF4-FFF2-40B4-BE49-F238E27FC236}">
                <a16:creationId xmlns:a16="http://schemas.microsoft.com/office/drawing/2014/main" id="{E73ED067-E6F2-40A4-B399-6C308CF1F575}"/>
              </a:ext>
            </a:extLst>
          </p:cNvPr>
          <p:cNvSpPr txBox="1">
            <a:spLocks noChangeArrowheads="1"/>
          </p:cNvSpPr>
          <p:nvPr/>
        </p:nvSpPr>
        <p:spPr>
          <a:xfrm>
            <a:off x="547688" y="1362075"/>
            <a:ext cx="3573462" cy="4837113"/>
          </a:xfrm>
          <a:prstGeom prst="rect">
            <a:avLst/>
          </a:prstGeom>
        </p:spPr>
        <p:txBody>
          <a:bodyPr/>
          <a:lstStyle>
            <a:lvl1pPr marL="342900" indent="-342900" algn="l" rtl="0" eaLnBrk="0" fontAlgn="base" hangingPunct="0">
              <a:lnSpc>
                <a:spcPct val="85000"/>
              </a:lnSpc>
              <a:spcBef>
                <a:spcPct val="20000"/>
              </a:spcBef>
              <a:spcAft>
                <a:spcPct val="0"/>
              </a:spcAft>
              <a:buClr>
                <a:srgbClr val="000090"/>
              </a:buClr>
              <a:buSzPct val="100000"/>
              <a:buFont typeface="Wingdings" panose="05000000000000000000" pitchFamily="2" charset="2"/>
              <a:buChar char="§"/>
              <a:defRPr sz="2800">
                <a:solidFill>
                  <a:schemeClr val="tx1"/>
                </a:solidFill>
                <a:latin typeface="+mn-lt"/>
                <a:ea typeface="ＭＳ Ｐゴシック" charset="0"/>
                <a:cs typeface="+mn-cs"/>
              </a:defRPr>
            </a:lvl1pPr>
            <a:lvl2pPr marL="742950" indent="-285750" algn="l" rtl="0" eaLnBrk="0" fontAlgn="base" hangingPunct="0">
              <a:lnSpc>
                <a:spcPct val="85000"/>
              </a:lnSpc>
              <a:spcBef>
                <a:spcPct val="20000"/>
              </a:spcBef>
              <a:spcAft>
                <a:spcPct val="0"/>
              </a:spcAft>
              <a:buClr>
                <a:srgbClr val="000090"/>
              </a:buClr>
              <a:buFont typeface="Arial" panose="020B0604020202020204" pitchFamily="34" charset="0"/>
              <a:buChar char="•"/>
              <a:defRPr sz="2400">
                <a:solidFill>
                  <a:schemeClr val="tx1"/>
                </a:solidFill>
                <a:latin typeface="+mn-lt"/>
                <a:ea typeface="Arial" charset="0"/>
                <a:cs typeface="+mn-cs"/>
              </a:defRPr>
            </a:lvl2pPr>
            <a:lvl3pPr marL="11430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Comic Sans MS" pitchFamily="66" charset="0"/>
                <a:ea typeface="Arial" charset="0"/>
                <a:cs typeface="+mn-cs"/>
              </a:defRPr>
            </a:lvl3pPr>
            <a:lvl4pPr marL="16002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4pPr>
            <a:lvl5pPr marL="20574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5pPr>
            <a:lvl6pPr marL="2514600" indent="-228600" algn="l" rtl="0" fontAlgn="base">
              <a:spcBef>
                <a:spcPct val="20000"/>
              </a:spcBef>
              <a:spcAft>
                <a:spcPct val="0"/>
              </a:spcAft>
              <a:buChar char="»"/>
              <a:defRPr sz="2000">
                <a:solidFill>
                  <a:schemeClr val="tx1"/>
                </a:solidFill>
                <a:latin typeface="Times New Roman" pitchFamily="18" charset="0"/>
                <a:cs typeface="+mn-cs"/>
              </a:defRPr>
            </a:lvl6pPr>
            <a:lvl7pPr marL="2971800" indent="-228600" algn="l" rtl="0" fontAlgn="base">
              <a:spcBef>
                <a:spcPct val="20000"/>
              </a:spcBef>
              <a:spcAft>
                <a:spcPct val="0"/>
              </a:spcAft>
              <a:buChar char="»"/>
              <a:defRPr sz="2000">
                <a:solidFill>
                  <a:schemeClr val="tx1"/>
                </a:solidFill>
                <a:latin typeface="Times New Roman" pitchFamily="18" charset="0"/>
                <a:cs typeface="+mn-cs"/>
              </a:defRPr>
            </a:lvl7pPr>
            <a:lvl8pPr marL="3429000" indent="-228600" algn="l" rtl="0" fontAlgn="base">
              <a:spcBef>
                <a:spcPct val="20000"/>
              </a:spcBef>
              <a:spcAft>
                <a:spcPct val="0"/>
              </a:spcAft>
              <a:buChar char="»"/>
              <a:defRPr sz="2000">
                <a:solidFill>
                  <a:schemeClr val="tx1"/>
                </a:solidFill>
                <a:latin typeface="Times New Roman" pitchFamily="18" charset="0"/>
                <a:cs typeface="+mn-cs"/>
              </a:defRPr>
            </a:lvl8pPr>
            <a:lvl9pPr marL="3886200" indent="-228600" algn="l" rtl="0" fontAlgn="base">
              <a:spcBef>
                <a:spcPct val="20000"/>
              </a:spcBef>
              <a:spcAft>
                <a:spcPct val="0"/>
              </a:spcAft>
              <a:buChar char="»"/>
              <a:defRPr sz="2000">
                <a:solidFill>
                  <a:schemeClr val="tx1"/>
                </a:solidFill>
                <a:latin typeface="Times New Roman" pitchFamily="18" charset="0"/>
                <a:cs typeface="+mn-cs"/>
              </a:defRPr>
            </a:lvl9pPr>
          </a:lstStyle>
          <a:p>
            <a:pPr>
              <a:buFont typeface="Wingdings" panose="05000000000000000000" pitchFamily="2" charset="2"/>
              <a:buNone/>
              <a:defRPr/>
            </a:pPr>
            <a:r>
              <a:rPr lang="en-US" altLang="zh-CN" u="sng" kern="0" dirty="0" err="1">
                <a:solidFill>
                  <a:srgbClr val="FF0000"/>
                </a:solidFill>
                <a:ea typeface="宋体" panose="02010600030101010101" pitchFamily="2" charset="-122"/>
              </a:rPr>
              <a:t>Keypoints</a:t>
            </a:r>
            <a:r>
              <a:rPr lang="en-US" altLang="zh-CN" u="sng" kern="0" dirty="0">
                <a:solidFill>
                  <a:srgbClr val="FF0000"/>
                </a:solidFill>
                <a:ea typeface="宋体" panose="02010600030101010101" pitchFamily="2" charset="-122"/>
              </a:rPr>
              <a:t>:</a:t>
            </a:r>
            <a:endParaRPr lang="en-US" altLang="zh-CN" kern="0" dirty="0">
              <a:ea typeface="宋体" panose="02010600030101010101" pitchFamily="2" charset="-122"/>
            </a:endParaRPr>
          </a:p>
          <a:p>
            <a:pPr>
              <a:spcBef>
                <a:spcPts val="1200"/>
              </a:spcBef>
              <a:defRPr/>
            </a:pPr>
            <a:r>
              <a:rPr lang="en-US" altLang="zh-CN" sz="2400" dirty="0">
                <a:ea typeface="宋体" panose="02010600030101010101" pitchFamily="2" charset="-122"/>
              </a:rPr>
              <a:t>Four framing methods</a:t>
            </a:r>
          </a:p>
          <a:p>
            <a:pPr>
              <a:spcBef>
                <a:spcPts val="1200"/>
              </a:spcBef>
              <a:defRPr/>
            </a:pPr>
            <a:r>
              <a:rPr lang="en-US" altLang="zh-CN" sz="2400" dirty="0">
                <a:ea typeface="宋体" panose="02010600030101010101" pitchFamily="2" charset="-122"/>
              </a:rPr>
              <a:t>CRC</a:t>
            </a:r>
          </a:p>
          <a:p>
            <a:pPr>
              <a:spcBef>
                <a:spcPts val="1200"/>
              </a:spcBef>
              <a:defRPr/>
            </a:pPr>
            <a:r>
              <a:rPr lang="en-US" altLang="zh-CN" sz="2400" dirty="0">
                <a:ea typeface="宋体" panose="02010600030101010101" pitchFamily="2" charset="-122"/>
              </a:rPr>
              <a:t>reliable data transfer</a:t>
            </a:r>
          </a:p>
          <a:p>
            <a:pPr>
              <a:spcBef>
                <a:spcPts val="1200"/>
              </a:spcBef>
              <a:defRPr/>
            </a:pPr>
            <a:r>
              <a:rPr lang="en-US" altLang="zh-CN" sz="2400" dirty="0">
                <a:ea typeface="宋体" panose="02010600030101010101" pitchFamily="2" charset="-122"/>
              </a:rPr>
              <a:t>multiple access protocols</a:t>
            </a:r>
          </a:p>
          <a:p>
            <a:pPr>
              <a:spcBef>
                <a:spcPts val="1200"/>
              </a:spcBef>
              <a:defRPr/>
            </a:pPr>
            <a:r>
              <a:rPr lang="en-US" altLang="zh-CN" sz="2400" dirty="0">
                <a:ea typeface="宋体" panose="02010600030101010101" pitchFamily="2" charset="-122"/>
              </a:rPr>
              <a:t>link layer addressing</a:t>
            </a:r>
          </a:p>
          <a:p>
            <a:pPr>
              <a:buFont typeface="Wingdings" panose="05000000000000000000" pitchFamily="2" charset="2"/>
              <a:buNone/>
              <a:defRPr/>
            </a:pPr>
            <a:endParaRPr lang="en-US" altLang="zh-CN" u="sng" kern="0" dirty="0">
              <a:solidFill>
                <a:srgbClr val="FF0000"/>
              </a:solidFill>
              <a:ea typeface="宋体" panose="02010600030101010101" pitchFamily="2" charset="-122"/>
            </a:endParaRPr>
          </a:p>
        </p:txBody>
      </p:sp>
      <p:sp>
        <p:nvSpPr>
          <p:cNvPr id="8" name="Rectangle 4">
            <a:extLst>
              <a:ext uri="{FF2B5EF4-FFF2-40B4-BE49-F238E27FC236}">
                <a16:creationId xmlns:a16="http://schemas.microsoft.com/office/drawing/2014/main" id="{DA13BAAF-3A09-4E43-ADD2-95A3AED0D7AE}"/>
              </a:ext>
            </a:extLst>
          </p:cNvPr>
          <p:cNvSpPr txBox="1">
            <a:spLocks noChangeArrowheads="1"/>
          </p:cNvSpPr>
          <p:nvPr/>
        </p:nvSpPr>
        <p:spPr>
          <a:xfrm>
            <a:off x="4876800" y="1371600"/>
            <a:ext cx="3819525" cy="4648200"/>
          </a:xfrm>
          <a:prstGeom prst="rect">
            <a:avLst/>
          </a:prstGeom>
        </p:spPr>
        <p:txBody>
          <a:bodyPr/>
          <a:lstStyle>
            <a:lvl1pPr marL="342900" indent="-342900" algn="l" rtl="0" eaLnBrk="0" fontAlgn="base" hangingPunct="0">
              <a:spcBef>
                <a:spcPct val="20000"/>
              </a:spcBef>
              <a:spcAft>
                <a:spcPct val="0"/>
              </a:spcAft>
              <a:buClr>
                <a:schemeClr val="accent2"/>
              </a:buClr>
              <a:buSzPct val="85000"/>
              <a:buFont typeface="ZapfDingbats" pitchFamily="82" charset="2"/>
              <a:buChar char="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8" charset="0"/>
              </a:defRPr>
            </a:lvl9pPr>
          </a:lstStyle>
          <a:p>
            <a:pPr>
              <a:buFont typeface="ZapfDingbats" pitchFamily="82" charset="2"/>
              <a:buNone/>
              <a:defRPr/>
            </a:pPr>
            <a:r>
              <a:rPr lang="en-US" altLang="zh-CN" u="sng" kern="0" dirty="0">
                <a:solidFill>
                  <a:srgbClr val="FF0000"/>
                </a:solidFill>
                <a:ea typeface="宋体" panose="02010600030101010101" pitchFamily="2" charset="-122"/>
              </a:rPr>
              <a:t>Difficulties:</a:t>
            </a:r>
            <a:endParaRPr lang="en-US" altLang="zh-CN" kern="0" dirty="0">
              <a:ea typeface="宋体" panose="02010600030101010101" pitchFamily="2" charset="-122"/>
            </a:endParaRPr>
          </a:p>
          <a:p>
            <a:pPr>
              <a:defRPr/>
            </a:pPr>
            <a:r>
              <a:rPr lang="en-US" altLang="zh-CN" sz="2400" kern="0" dirty="0">
                <a:ea typeface="宋体" panose="02010600030101010101" pitchFamily="2" charset="-122"/>
              </a:rPr>
              <a:t>CRC</a:t>
            </a:r>
          </a:p>
          <a:p>
            <a:pPr>
              <a:defRPr/>
            </a:pPr>
            <a:r>
              <a:rPr lang="en-US" altLang="zh-CN" sz="2400" kern="0" dirty="0">
                <a:ea typeface="宋体" panose="02010600030101010101" pitchFamily="2" charset="-122"/>
              </a:rPr>
              <a:t>Flow control</a:t>
            </a:r>
          </a:p>
          <a:p>
            <a:pPr>
              <a:defRPr/>
            </a:pPr>
            <a:r>
              <a:rPr lang="en-US" altLang="zh-CN" sz="2400" kern="0" dirty="0">
                <a:ea typeface="宋体" panose="02010600030101010101" pitchFamily="2" charset="-122"/>
              </a:rPr>
              <a:t>Sliding-window protocol</a:t>
            </a:r>
          </a:p>
          <a:p>
            <a:pPr>
              <a:defRPr/>
            </a:pPr>
            <a:r>
              <a:rPr lang="en-US" altLang="zh-CN" sz="2400" kern="0" dirty="0">
                <a:ea typeface="宋体" panose="02010600030101010101" pitchFamily="2" charset="-122"/>
              </a:rPr>
              <a:t>CSMA/CD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52DED6C7-7E44-4F29-9C67-CD5076EB9677}"/>
              </a:ext>
            </a:extLst>
          </p:cNvPr>
          <p:cNvSpPr>
            <a:spLocks noGrp="1" noChangeArrowheads="1"/>
          </p:cNvSpPr>
          <p:nvPr>
            <p:ph type="title"/>
          </p:nvPr>
        </p:nvSpPr>
        <p:spPr>
          <a:xfrm>
            <a:off x="449263" y="200025"/>
            <a:ext cx="6308725" cy="876300"/>
          </a:xfrm>
        </p:spPr>
        <p:txBody>
          <a:bodyPr/>
          <a:lstStyle/>
          <a:p>
            <a:r>
              <a:rPr lang="en-US" altLang="zh-CN">
                <a:ea typeface="宋体" panose="02010600030101010101" pitchFamily="2" charset="-122"/>
              </a:rPr>
              <a:t>Link layer: Introduction</a:t>
            </a:r>
          </a:p>
        </p:txBody>
      </p:sp>
      <p:sp>
        <p:nvSpPr>
          <p:cNvPr id="8195" name="Rectangle 3">
            <a:extLst>
              <a:ext uri="{FF2B5EF4-FFF2-40B4-BE49-F238E27FC236}">
                <a16:creationId xmlns:a16="http://schemas.microsoft.com/office/drawing/2014/main" id="{6C07A552-768E-488F-89AB-C6697891C5D0}"/>
              </a:ext>
            </a:extLst>
          </p:cNvPr>
          <p:cNvSpPr>
            <a:spLocks noGrp="1" noChangeArrowheads="1"/>
          </p:cNvSpPr>
          <p:nvPr>
            <p:ph type="body" sz="half" idx="1"/>
          </p:nvPr>
        </p:nvSpPr>
        <p:spPr>
          <a:xfrm>
            <a:off x="422275" y="1146175"/>
            <a:ext cx="4267200" cy="3802063"/>
          </a:xfrm>
        </p:spPr>
        <p:txBody>
          <a:bodyPr/>
          <a:lstStyle/>
          <a:p>
            <a:pPr>
              <a:buFont typeface="Wingdings" panose="05000000000000000000" pitchFamily="2" charset="2"/>
              <a:buNone/>
            </a:pPr>
            <a:r>
              <a:rPr lang="en-US" altLang="zh-CN" i="1">
                <a:solidFill>
                  <a:srgbClr val="CC0000"/>
                </a:solidFill>
                <a:latin typeface="Gill Sans MT" panose="020B0502020104020203" pitchFamily="34" charset="0"/>
                <a:ea typeface="宋体" panose="02010600030101010101" pitchFamily="2" charset="-122"/>
              </a:rPr>
              <a:t>terminology:</a:t>
            </a:r>
          </a:p>
          <a:p>
            <a:r>
              <a:rPr lang="en-US" altLang="zh-CN" sz="2400">
                <a:latin typeface="Gill Sans MT" panose="020B0502020104020203" pitchFamily="34" charset="0"/>
                <a:ea typeface="宋体" panose="02010600030101010101" pitchFamily="2" charset="-122"/>
              </a:rPr>
              <a:t>hosts and routers: </a:t>
            </a:r>
            <a:r>
              <a:rPr lang="en-US" altLang="zh-CN" sz="2400">
                <a:solidFill>
                  <a:srgbClr val="CC0000"/>
                </a:solidFill>
                <a:latin typeface="Gill Sans MT" panose="020B0502020104020203" pitchFamily="34" charset="0"/>
                <a:ea typeface="宋体" panose="02010600030101010101" pitchFamily="2" charset="-122"/>
              </a:rPr>
              <a:t>nodes</a:t>
            </a:r>
          </a:p>
          <a:p>
            <a:r>
              <a:rPr lang="en-US" altLang="zh-CN" sz="2400">
                <a:latin typeface="Gill Sans MT" panose="020B0502020104020203" pitchFamily="34" charset="0"/>
                <a:ea typeface="宋体" panose="02010600030101010101" pitchFamily="2" charset="-122"/>
              </a:rPr>
              <a:t>communication channels that connect adjacent nodes along communication path: </a:t>
            </a:r>
            <a:r>
              <a:rPr lang="en-US" altLang="zh-CN" sz="2400">
                <a:solidFill>
                  <a:srgbClr val="CC0000"/>
                </a:solidFill>
                <a:latin typeface="Gill Sans MT" panose="020B0502020104020203" pitchFamily="34" charset="0"/>
                <a:ea typeface="宋体" panose="02010600030101010101" pitchFamily="2" charset="-122"/>
              </a:rPr>
              <a:t>links</a:t>
            </a:r>
          </a:p>
          <a:p>
            <a:pPr lvl="1"/>
            <a:r>
              <a:rPr lang="en-US" altLang="zh-CN">
                <a:latin typeface="Gill Sans MT" panose="020B0502020104020203" pitchFamily="34" charset="0"/>
                <a:ea typeface="宋体" panose="02010600030101010101" pitchFamily="2" charset="-122"/>
              </a:rPr>
              <a:t>wired links</a:t>
            </a:r>
          </a:p>
          <a:p>
            <a:pPr lvl="1"/>
            <a:r>
              <a:rPr lang="en-US" altLang="zh-CN">
                <a:latin typeface="Gill Sans MT" panose="020B0502020104020203" pitchFamily="34" charset="0"/>
                <a:ea typeface="宋体" panose="02010600030101010101" pitchFamily="2" charset="-122"/>
              </a:rPr>
              <a:t>wireless links</a:t>
            </a:r>
          </a:p>
          <a:p>
            <a:pPr lvl="1"/>
            <a:r>
              <a:rPr lang="en-US" altLang="zh-CN">
                <a:latin typeface="Gill Sans MT" panose="020B0502020104020203" pitchFamily="34" charset="0"/>
                <a:ea typeface="宋体" panose="02010600030101010101" pitchFamily="2" charset="-122"/>
              </a:rPr>
              <a:t>LANs</a:t>
            </a:r>
            <a:endParaRPr lang="en-US" altLang="zh-CN" b="1">
              <a:solidFill>
                <a:srgbClr val="FF0000"/>
              </a:solidFill>
              <a:latin typeface="Gill Sans MT" panose="020B0502020104020203" pitchFamily="34" charset="0"/>
              <a:ea typeface="宋体" panose="02010600030101010101" pitchFamily="2" charset="-122"/>
            </a:endParaRPr>
          </a:p>
          <a:p>
            <a:r>
              <a:rPr lang="en-US" altLang="zh-CN" sz="2400">
                <a:latin typeface="Gill Sans MT" panose="020B0502020104020203" pitchFamily="34" charset="0"/>
                <a:ea typeface="宋体" panose="02010600030101010101" pitchFamily="2" charset="-122"/>
              </a:rPr>
              <a:t>layer-2 packet: </a:t>
            </a:r>
            <a:r>
              <a:rPr lang="en-US" altLang="zh-CN" sz="2400">
                <a:solidFill>
                  <a:srgbClr val="CC0000"/>
                </a:solidFill>
                <a:latin typeface="Gill Sans MT" panose="020B0502020104020203" pitchFamily="34" charset="0"/>
                <a:ea typeface="宋体" panose="02010600030101010101" pitchFamily="2" charset="-122"/>
              </a:rPr>
              <a:t>frame,</a:t>
            </a:r>
            <a:r>
              <a:rPr lang="en-US" altLang="zh-CN" sz="2400" b="1">
                <a:solidFill>
                  <a:srgbClr val="FF0000"/>
                </a:solidFill>
                <a:latin typeface="Gill Sans MT" panose="020B0502020104020203" pitchFamily="34" charset="0"/>
                <a:ea typeface="宋体" panose="02010600030101010101" pitchFamily="2" charset="-122"/>
              </a:rPr>
              <a:t> </a:t>
            </a:r>
            <a:r>
              <a:rPr lang="en-US" altLang="zh-CN" sz="2400">
                <a:latin typeface="Gill Sans MT" panose="020B0502020104020203" pitchFamily="34" charset="0"/>
                <a:ea typeface="宋体" panose="02010600030101010101" pitchFamily="2" charset="-122"/>
              </a:rPr>
              <a:t>encapsulates datagram</a:t>
            </a:r>
          </a:p>
          <a:p>
            <a:pPr>
              <a:buFont typeface="Wingdings" panose="05000000000000000000" pitchFamily="2" charset="2"/>
              <a:buNone/>
            </a:pPr>
            <a:endParaRPr lang="en-US" altLang="zh-CN" sz="2400">
              <a:latin typeface="Gill Sans MT" panose="020B0502020104020203" pitchFamily="34" charset="0"/>
              <a:ea typeface="宋体" panose="02010600030101010101" pitchFamily="2" charset="-122"/>
            </a:endParaRPr>
          </a:p>
          <a:p>
            <a:endParaRPr lang="en-US" altLang="zh-CN" sz="2400">
              <a:latin typeface="Gill Sans MT" panose="020B0502020104020203" pitchFamily="34" charset="0"/>
              <a:ea typeface="宋体" panose="02010600030101010101" pitchFamily="2" charset="-122"/>
            </a:endParaRPr>
          </a:p>
        </p:txBody>
      </p:sp>
      <p:sp>
        <p:nvSpPr>
          <p:cNvPr id="8196" name="Text Box 467">
            <a:extLst>
              <a:ext uri="{FF2B5EF4-FFF2-40B4-BE49-F238E27FC236}">
                <a16:creationId xmlns:a16="http://schemas.microsoft.com/office/drawing/2014/main" id="{D968B5CD-07D3-45B1-9ACC-7AB9D23AD8D8}"/>
              </a:ext>
            </a:extLst>
          </p:cNvPr>
          <p:cNvSpPr txBox="1">
            <a:spLocks noChangeArrowheads="1"/>
          </p:cNvSpPr>
          <p:nvPr/>
        </p:nvSpPr>
        <p:spPr bwMode="auto">
          <a:xfrm>
            <a:off x="396875" y="5573713"/>
            <a:ext cx="4881563" cy="104457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85000"/>
              </a:lnSpc>
              <a:spcBef>
                <a:spcPct val="0"/>
              </a:spcBef>
              <a:buClrTx/>
              <a:buSzTx/>
              <a:buFontTx/>
              <a:buNone/>
            </a:pPr>
            <a:r>
              <a:rPr lang="en-US" altLang="zh-CN" sz="2400" i="1">
                <a:solidFill>
                  <a:srgbClr val="CC0000"/>
                </a:solidFill>
                <a:latin typeface="Gill Sans MT" panose="020B0502020104020203" pitchFamily="34" charset="0"/>
                <a:ea typeface="MS PGothic" panose="020B0600070205080204" pitchFamily="34" charset="-128"/>
              </a:rPr>
              <a:t>data-link layer</a:t>
            </a:r>
            <a:r>
              <a:rPr lang="en-US" altLang="zh-CN" sz="2400">
                <a:latin typeface="Gill Sans MT" panose="020B0502020104020203" pitchFamily="34" charset="0"/>
                <a:ea typeface="MS PGothic" panose="020B0600070205080204" pitchFamily="34" charset="-128"/>
              </a:rPr>
              <a:t> has responsibility of </a:t>
            </a:r>
          </a:p>
          <a:p>
            <a:pPr>
              <a:lnSpc>
                <a:spcPct val="85000"/>
              </a:lnSpc>
              <a:spcBef>
                <a:spcPct val="0"/>
              </a:spcBef>
              <a:buClrTx/>
              <a:buSzTx/>
              <a:buFontTx/>
              <a:buNone/>
            </a:pPr>
            <a:r>
              <a:rPr lang="en-US" altLang="zh-CN" sz="2400">
                <a:latin typeface="Gill Sans MT" panose="020B0502020104020203" pitchFamily="34" charset="0"/>
                <a:ea typeface="MS PGothic" panose="020B0600070205080204" pitchFamily="34" charset="-128"/>
              </a:rPr>
              <a:t>transferring datagram from one node </a:t>
            </a:r>
          </a:p>
          <a:p>
            <a:pPr>
              <a:lnSpc>
                <a:spcPct val="85000"/>
              </a:lnSpc>
              <a:spcBef>
                <a:spcPct val="0"/>
              </a:spcBef>
              <a:buClrTx/>
              <a:buSzTx/>
              <a:buFontTx/>
              <a:buNone/>
            </a:pPr>
            <a:r>
              <a:rPr lang="en-US" altLang="zh-CN" sz="2400">
                <a:latin typeface="Gill Sans MT" panose="020B0502020104020203" pitchFamily="34" charset="0"/>
                <a:ea typeface="MS PGothic" panose="020B0600070205080204" pitchFamily="34" charset="-128"/>
              </a:rPr>
              <a:t>to </a:t>
            </a:r>
            <a:r>
              <a:rPr lang="en-US" altLang="zh-CN" sz="2400" i="1">
                <a:solidFill>
                  <a:srgbClr val="CC0000"/>
                </a:solidFill>
                <a:latin typeface="Gill Sans MT" panose="020B0502020104020203" pitchFamily="34" charset="0"/>
                <a:ea typeface="MS PGothic" panose="020B0600070205080204" pitchFamily="34" charset="-128"/>
              </a:rPr>
              <a:t>physically adjacent</a:t>
            </a:r>
            <a:r>
              <a:rPr lang="en-US" altLang="zh-CN" sz="2400">
                <a:latin typeface="Gill Sans MT" panose="020B0502020104020203" pitchFamily="34" charset="0"/>
                <a:ea typeface="MS PGothic" panose="020B0600070205080204" pitchFamily="34" charset="-128"/>
              </a:rPr>
              <a:t> node over a link</a:t>
            </a:r>
            <a:endParaRPr lang="en-US" altLang="zh-CN" sz="1800">
              <a:latin typeface="Gill Sans MT" panose="020B0502020104020203" pitchFamily="34" charset="0"/>
              <a:ea typeface="MS PGothic" panose="020B0600070205080204" pitchFamily="34" charset="-128"/>
            </a:endParaRPr>
          </a:p>
        </p:txBody>
      </p:sp>
      <p:sp>
        <p:nvSpPr>
          <p:cNvPr id="8197" name="Freeform 415">
            <a:extLst>
              <a:ext uri="{FF2B5EF4-FFF2-40B4-BE49-F238E27FC236}">
                <a16:creationId xmlns:a16="http://schemas.microsoft.com/office/drawing/2014/main" id="{4E49F117-465C-4EE3-8E64-24F5D1BC3B0A}"/>
              </a:ext>
            </a:extLst>
          </p:cNvPr>
          <p:cNvSpPr>
            <a:spLocks/>
          </p:cNvSpPr>
          <p:nvPr/>
        </p:nvSpPr>
        <p:spPr bwMode="auto">
          <a:xfrm>
            <a:off x="7004050" y="3527425"/>
            <a:ext cx="1314450" cy="674688"/>
          </a:xfrm>
          <a:custGeom>
            <a:avLst/>
            <a:gdLst>
              <a:gd name="T0" fmla="*/ 2147483646 w 828"/>
              <a:gd name="T1" fmla="*/ 2147483646 h 425"/>
              <a:gd name="T2" fmla="*/ 2147483646 w 828"/>
              <a:gd name="T3" fmla="*/ 2147483646 h 425"/>
              <a:gd name="T4" fmla="*/ 2147483646 w 828"/>
              <a:gd name="T5" fmla="*/ 2147483646 h 425"/>
              <a:gd name="T6" fmla="*/ 2147483646 w 828"/>
              <a:gd name="T7" fmla="*/ 2147483646 h 425"/>
              <a:gd name="T8" fmla="*/ 2147483646 w 828"/>
              <a:gd name="T9" fmla="*/ 2147483646 h 425"/>
              <a:gd name="T10" fmla="*/ 2147483646 w 828"/>
              <a:gd name="T11" fmla="*/ 2147483646 h 425"/>
              <a:gd name="T12" fmla="*/ 2147483646 w 828"/>
              <a:gd name="T13" fmla="*/ 2147483646 h 425"/>
              <a:gd name="T14" fmla="*/ 2147483646 w 828"/>
              <a:gd name="T15" fmla="*/ 2147483646 h 425"/>
              <a:gd name="T16" fmla="*/ 2147483646 w 828"/>
              <a:gd name="T17" fmla="*/ 2147483646 h 425"/>
              <a:gd name="T18" fmla="*/ 2147483646 w 828"/>
              <a:gd name="T19" fmla="*/ 2147483646 h 425"/>
              <a:gd name="T20" fmla="*/ 2147483646 w 828"/>
              <a:gd name="T21" fmla="*/ 2147483646 h 425"/>
              <a:gd name="T22" fmla="*/ 2147483646 w 828"/>
              <a:gd name="T23" fmla="*/ 2147483646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8" name="Freeform 416">
            <a:extLst>
              <a:ext uri="{FF2B5EF4-FFF2-40B4-BE49-F238E27FC236}">
                <a16:creationId xmlns:a16="http://schemas.microsoft.com/office/drawing/2014/main" id="{312645D0-ADA3-4BF0-BFAB-0B7A6CC59835}"/>
              </a:ext>
            </a:extLst>
          </p:cNvPr>
          <p:cNvSpPr>
            <a:spLocks/>
          </p:cNvSpPr>
          <p:nvPr/>
        </p:nvSpPr>
        <p:spPr bwMode="auto">
          <a:xfrm>
            <a:off x="7023100" y="2017713"/>
            <a:ext cx="1730375" cy="1125537"/>
          </a:xfrm>
          <a:custGeom>
            <a:avLst/>
            <a:gdLst>
              <a:gd name="T0" fmla="*/ 2147483646 w 765"/>
              <a:gd name="T1" fmla="*/ 2147483646 h 459"/>
              <a:gd name="T2" fmla="*/ 2147483646 w 765"/>
              <a:gd name="T3" fmla="*/ 2147483646 h 459"/>
              <a:gd name="T4" fmla="*/ 2147483646 w 765"/>
              <a:gd name="T5" fmla="*/ 2147483646 h 459"/>
              <a:gd name="T6" fmla="*/ 2147483646 w 765"/>
              <a:gd name="T7" fmla="*/ 2147483646 h 459"/>
              <a:gd name="T8" fmla="*/ 2147483646 w 765"/>
              <a:gd name="T9" fmla="*/ 2147483646 h 459"/>
              <a:gd name="T10" fmla="*/ 2147483646 w 765"/>
              <a:gd name="T11" fmla="*/ 2147483646 h 459"/>
              <a:gd name="T12" fmla="*/ 2147483646 w 765"/>
              <a:gd name="T13" fmla="*/ 2147483646 h 459"/>
              <a:gd name="T14" fmla="*/ 2147483646 w 765"/>
              <a:gd name="T15" fmla="*/ 2147483646 h 459"/>
              <a:gd name="T16" fmla="*/ 2147483646 w 765"/>
              <a:gd name="T17" fmla="*/ 2147483646 h 459"/>
              <a:gd name="T18" fmla="*/ 2147483646 w 765"/>
              <a:gd name="T19" fmla="*/ 2147483646 h 459"/>
              <a:gd name="T20" fmla="*/ 2147483646 w 765"/>
              <a:gd name="T21" fmla="*/ 2147483646 h 459"/>
              <a:gd name="T22" fmla="*/ 2147483646 w 765"/>
              <a:gd name="T23" fmla="*/ 2147483646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9" name="Freeform 417">
            <a:extLst>
              <a:ext uri="{FF2B5EF4-FFF2-40B4-BE49-F238E27FC236}">
                <a16:creationId xmlns:a16="http://schemas.microsoft.com/office/drawing/2014/main" id="{D5895682-A613-414D-A201-621C99BFC209}"/>
              </a:ext>
            </a:extLst>
          </p:cNvPr>
          <p:cNvSpPr>
            <a:spLocks/>
          </p:cNvSpPr>
          <p:nvPr/>
        </p:nvSpPr>
        <p:spPr bwMode="auto">
          <a:xfrm>
            <a:off x="5202238" y="1709738"/>
            <a:ext cx="1736725" cy="1071562"/>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200" name="Group 418">
            <a:extLst>
              <a:ext uri="{FF2B5EF4-FFF2-40B4-BE49-F238E27FC236}">
                <a16:creationId xmlns:a16="http://schemas.microsoft.com/office/drawing/2014/main" id="{8BE76471-3931-4E61-8C9A-13513B955984}"/>
              </a:ext>
            </a:extLst>
          </p:cNvPr>
          <p:cNvGrpSpPr>
            <a:grpSpLocks/>
          </p:cNvGrpSpPr>
          <p:nvPr/>
        </p:nvGrpSpPr>
        <p:grpSpPr bwMode="auto">
          <a:xfrm>
            <a:off x="5278438" y="2974975"/>
            <a:ext cx="1458912" cy="933450"/>
            <a:chOff x="2889" y="1631"/>
            <a:chExt cx="980" cy="743"/>
          </a:xfrm>
        </p:grpSpPr>
        <p:sp>
          <p:nvSpPr>
            <p:cNvPr id="8641" name="Rectangle 419">
              <a:extLst>
                <a:ext uri="{FF2B5EF4-FFF2-40B4-BE49-F238E27FC236}">
                  <a16:creationId xmlns:a16="http://schemas.microsoft.com/office/drawing/2014/main" id="{BDB1CAC7-D430-4102-ADA1-22671C799B6C}"/>
                </a:ext>
              </a:extLst>
            </p:cNvPr>
            <p:cNvSpPr>
              <a:spLocks noChangeArrowheads="1"/>
            </p:cNvSpPr>
            <p:nvPr/>
          </p:nvSpPr>
          <p:spPr bwMode="auto">
            <a:xfrm>
              <a:off x="3046" y="1841"/>
              <a:ext cx="663" cy="533"/>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642" name="AutoShape 420">
              <a:extLst>
                <a:ext uri="{FF2B5EF4-FFF2-40B4-BE49-F238E27FC236}">
                  <a16:creationId xmlns:a16="http://schemas.microsoft.com/office/drawing/2014/main" id="{E816C9FA-CCAB-44A1-9DCC-1103102028A5}"/>
                </a:ext>
              </a:extLst>
            </p:cNvPr>
            <p:cNvSpPr>
              <a:spLocks noChangeArrowheads="1"/>
            </p:cNvSpPr>
            <p:nvPr/>
          </p:nvSpPr>
          <p:spPr bwMode="auto">
            <a:xfrm>
              <a:off x="2889" y="1631"/>
              <a:ext cx="980" cy="253"/>
            </a:xfrm>
            <a:prstGeom prst="triangle">
              <a:avLst>
                <a:gd name="adj" fmla="val 50000"/>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800">
                <a:solidFill>
                  <a:srgbClr val="00CCFF"/>
                </a:solidFill>
                <a:ea typeface="宋体" panose="02010600030101010101" pitchFamily="2" charset="-122"/>
              </a:endParaRPr>
            </a:p>
          </p:txBody>
        </p:sp>
      </p:grpSp>
      <p:sp>
        <p:nvSpPr>
          <p:cNvPr id="8201" name="Line 421">
            <a:extLst>
              <a:ext uri="{FF2B5EF4-FFF2-40B4-BE49-F238E27FC236}">
                <a16:creationId xmlns:a16="http://schemas.microsoft.com/office/drawing/2014/main" id="{0CE7F077-6840-47F3-862E-76EAC8885005}"/>
              </a:ext>
            </a:extLst>
          </p:cNvPr>
          <p:cNvSpPr>
            <a:spLocks noChangeShapeType="1"/>
          </p:cNvSpPr>
          <p:nvPr/>
        </p:nvSpPr>
        <p:spPr bwMode="auto">
          <a:xfrm>
            <a:off x="7396163" y="3813175"/>
            <a:ext cx="163512" cy="120650"/>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2" name="Line 422">
            <a:extLst>
              <a:ext uri="{FF2B5EF4-FFF2-40B4-BE49-F238E27FC236}">
                <a16:creationId xmlns:a16="http://schemas.microsoft.com/office/drawing/2014/main" id="{3D4B115A-AC86-488A-A8E1-02B3B663F957}"/>
              </a:ext>
            </a:extLst>
          </p:cNvPr>
          <p:cNvSpPr>
            <a:spLocks noChangeShapeType="1"/>
          </p:cNvSpPr>
          <p:nvPr/>
        </p:nvSpPr>
        <p:spPr bwMode="auto">
          <a:xfrm>
            <a:off x="7493000" y="3733800"/>
            <a:ext cx="279400" cy="0"/>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3" name="Line 423">
            <a:extLst>
              <a:ext uri="{FF2B5EF4-FFF2-40B4-BE49-F238E27FC236}">
                <a16:creationId xmlns:a16="http://schemas.microsoft.com/office/drawing/2014/main" id="{7B8C94FD-A17F-40B7-8B81-3331A88EA2A4}"/>
              </a:ext>
            </a:extLst>
          </p:cNvPr>
          <p:cNvSpPr>
            <a:spLocks noChangeShapeType="1"/>
          </p:cNvSpPr>
          <p:nvPr/>
        </p:nvSpPr>
        <p:spPr bwMode="auto">
          <a:xfrm flipV="1">
            <a:off x="7729538" y="3819525"/>
            <a:ext cx="134937" cy="104775"/>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4" name="Line 424">
            <a:extLst>
              <a:ext uri="{FF2B5EF4-FFF2-40B4-BE49-F238E27FC236}">
                <a16:creationId xmlns:a16="http://schemas.microsoft.com/office/drawing/2014/main" id="{9FFECD98-9395-40B9-928C-8139071D3E29}"/>
              </a:ext>
            </a:extLst>
          </p:cNvPr>
          <p:cNvSpPr>
            <a:spLocks noChangeShapeType="1"/>
          </p:cNvSpPr>
          <p:nvPr/>
        </p:nvSpPr>
        <p:spPr bwMode="auto">
          <a:xfrm>
            <a:off x="6427788" y="3740150"/>
            <a:ext cx="679450" cy="0"/>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5" name="Line 425">
            <a:extLst>
              <a:ext uri="{FF2B5EF4-FFF2-40B4-BE49-F238E27FC236}">
                <a16:creationId xmlns:a16="http://schemas.microsoft.com/office/drawing/2014/main" id="{43617407-D492-4E5A-8ABB-E8DD67422D18}"/>
              </a:ext>
            </a:extLst>
          </p:cNvPr>
          <p:cNvSpPr>
            <a:spLocks noChangeShapeType="1"/>
          </p:cNvSpPr>
          <p:nvPr/>
        </p:nvSpPr>
        <p:spPr bwMode="auto">
          <a:xfrm>
            <a:off x="6723063" y="2587625"/>
            <a:ext cx="509587" cy="3175"/>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6" name="Freeform 427">
            <a:extLst>
              <a:ext uri="{FF2B5EF4-FFF2-40B4-BE49-F238E27FC236}">
                <a16:creationId xmlns:a16="http://schemas.microsoft.com/office/drawing/2014/main" id="{33EC93EC-B094-460E-9CD5-EC809437F494}"/>
              </a:ext>
            </a:extLst>
          </p:cNvPr>
          <p:cNvSpPr>
            <a:spLocks/>
          </p:cNvSpPr>
          <p:nvPr/>
        </p:nvSpPr>
        <p:spPr bwMode="auto">
          <a:xfrm>
            <a:off x="5497513" y="4378325"/>
            <a:ext cx="3079750" cy="1665288"/>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07" name="Line 428">
            <a:extLst>
              <a:ext uri="{FF2B5EF4-FFF2-40B4-BE49-F238E27FC236}">
                <a16:creationId xmlns:a16="http://schemas.microsoft.com/office/drawing/2014/main" id="{C2544F62-1E3C-488A-A774-0A21F319AED3}"/>
              </a:ext>
            </a:extLst>
          </p:cNvPr>
          <p:cNvSpPr>
            <a:spLocks noChangeShapeType="1"/>
          </p:cNvSpPr>
          <p:nvPr/>
        </p:nvSpPr>
        <p:spPr bwMode="auto">
          <a:xfrm rot="-5400000">
            <a:off x="7845425" y="5159376"/>
            <a:ext cx="523875" cy="139700"/>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8" name="Line 429">
            <a:extLst>
              <a:ext uri="{FF2B5EF4-FFF2-40B4-BE49-F238E27FC236}">
                <a16:creationId xmlns:a16="http://schemas.microsoft.com/office/drawing/2014/main" id="{648F6605-393D-4C0B-811F-A0FE69964421}"/>
              </a:ext>
            </a:extLst>
          </p:cNvPr>
          <p:cNvSpPr>
            <a:spLocks noChangeShapeType="1"/>
          </p:cNvSpPr>
          <p:nvPr/>
        </p:nvSpPr>
        <p:spPr bwMode="auto">
          <a:xfrm rot="5400000" flipV="1">
            <a:off x="7991475" y="5440363"/>
            <a:ext cx="3175" cy="85725"/>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9" name="Line 430">
            <a:extLst>
              <a:ext uri="{FF2B5EF4-FFF2-40B4-BE49-F238E27FC236}">
                <a16:creationId xmlns:a16="http://schemas.microsoft.com/office/drawing/2014/main" id="{65D8B691-DFC9-4829-AC94-8621D586255D}"/>
              </a:ext>
            </a:extLst>
          </p:cNvPr>
          <p:cNvSpPr>
            <a:spLocks noChangeShapeType="1"/>
          </p:cNvSpPr>
          <p:nvPr/>
        </p:nvSpPr>
        <p:spPr bwMode="auto">
          <a:xfrm rot="16200000" flipH="1">
            <a:off x="8208169" y="5085557"/>
            <a:ext cx="7937" cy="184150"/>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0" name="Line 431">
            <a:extLst>
              <a:ext uri="{FF2B5EF4-FFF2-40B4-BE49-F238E27FC236}">
                <a16:creationId xmlns:a16="http://schemas.microsoft.com/office/drawing/2014/main" id="{7EDBC80C-71E9-40DA-8A88-608D1533FCE5}"/>
              </a:ext>
            </a:extLst>
          </p:cNvPr>
          <p:cNvSpPr>
            <a:spLocks noChangeShapeType="1"/>
          </p:cNvSpPr>
          <p:nvPr/>
        </p:nvSpPr>
        <p:spPr bwMode="auto">
          <a:xfrm>
            <a:off x="7358063" y="4697413"/>
            <a:ext cx="390525" cy="184150"/>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1" name="Line 432">
            <a:extLst>
              <a:ext uri="{FF2B5EF4-FFF2-40B4-BE49-F238E27FC236}">
                <a16:creationId xmlns:a16="http://schemas.microsoft.com/office/drawing/2014/main" id="{BA4A1D4F-6A16-431B-90DA-BF753F5B8E42}"/>
              </a:ext>
            </a:extLst>
          </p:cNvPr>
          <p:cNvSpPr>
            <a:spLocks noChangeShapeType="1"/>
          </p:cNvSpPr>
          <p:nvPr/>
        </p:nvSpPr>
        <p:spPr bwMode="auto">
          <a:xfrm flipV="1">
            <a:off x="6737350" y="4684713"/>
            <a:ext cx="322263" cy="198437"/>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2" name="Line 433">
            <a:extLst>
              <a:ext uri="{FF2B5EF4-FFF2-40B4-BE49-F238E27FC236}">
                <a16:creationId xmlns:a16="http://schemas.microsoft.com/office/drawing/2014/main" id="{493754E7-9F2A-497F-9B02-D3A2494D1CEE}"/>
              </a:ext>
            </a:extLst>
          </p:cNvPr>
          <p:cNvSpPr>
            <a:spLocks noChangeShapeType="1"/>
          </p:cNvSpPr>
          <p:nvPr/>
        </p:nvSpPr>
        <p:spPr bwMode="auto">
          <a:xfrm flipV="1">
            <a:off x="6780213" y="4976813"/>
            <a:ext cx="971550" cy="0"/>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3" name="Line 435">
            <a:extLst>
              <a:ext uri="{FF2B5EF4-FFF2-40B4-BE49-F238E27FC236}">
                <a16:creationId xmlns:a16="http://schemas.microsoft.com/office/drawing/2014/main" id="{A624BC7C-454C-4561-ACBA-DDC70CAA587D}"/>
              </a:ext>
            </a:extLst>
          </p:cNvPr>
          <p:cNvSpPr>
            <a:spLocks noChangeShapeType="1"/>
          </p:cNvSpPr>
          <p:nvPr/>
        </p:nvSpPr>
        <p:spPr bwMode="auto">
          <a:xfrm>
            <a:off x="6100763" y="4773613"/>
            <a:ext cx="263525" cy="85725"/>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4" name="Line 436">
            <a:extLst>
              <a:ext uri="{FF2B5EF4-FFF2-40B4-BE49-F238E27FC236}">
                <a16:creationId xmlns:a16="http://schemas.microsoft.com/office/drawing/2014/main" id="{CF568B5D-1535-4265-97F7-76DA2E5552F2}"/>
              </a:ext>
            </a:extLst>
          </p:cNvPr>
          <p:cNvSpPr>
            <a:spLocks noChangeShapeType="1"/>
          </p:cNvSpPr>
          <p:nvPr/>
        </p:nvSpPr>
        <p:spPr bwMode="auto">
          <a:xfrm flipV="1">
            <a:off x="5842000" y="4953000"/>
            <a:ext cx="549275" cy="157163"/>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5" name="Line 439">
            <a:extLst>
              <a:ext uri="{FF2B5EF4-FFF2-40B4-BE49-F238E27FC236}">
                <a16:creationId xmlns:a16="http://schemas.microsoft.com/office/drawing/2014/main" id="{927DF90F-3166-4271-AB0C-4DD15B82006F}"/>
              </a:ext>
            </a:extLst>
          </p:cNvPr>
          <p:cNvSpPr>
            <a:spLocks noChangeShapeType="1"/>
          </p:cNvSpPr>
          <p:nvPr/>
        </p:nvSpPr>
        <p:spPr bwMode="auto">
          <a:xfrm flipH="1">
            <a:off x="6278563" y="5070475"/>
            <a:ext cx="131762" cy="244475"/>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6" name="Line 440">
            <a:extLst>
              <a:ext uri="{FF2B5EF4-FFF2-40B4-BE49-F238E27FC236}">
                <a16:creationId xmlns:a16="http://schemas.microsoft.com/office/drawing/2014/main" id="{EE6B83F0-E51E-40C8-B42A-B199B0866617}"/>
              </a:ext>
            </a:extLst>
          </p:cNvPr>
          <p:cNvSpPr>
            <a:spLocks noChangeShapeType="1"/>
          </p:cNvSpPr>
          <p:nvPr/>
        </p:nvSpPr>
        <p:spPr bwMode="auto">
          <a:xfrm flipH="1" flipV="1">
            <a:off x="6594475" y="5008563"/>
            <a:ext cx="68263" cy="261937"/>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7" name="Line 441">
            <a:extLst>
              <a:ext uri="{FF2B5EF4-FFF2-40B4-BE49-F238E27FC236}">
                <a16:creationId xmlns:a16="http://schemas.microsoft.com/office/drawing/2014/main" id="{8CCF7F17-283A-4BE8-84FA-5BDB8F7D3403}"/>
              </a:ext>
            </a:extLst>
          </p:cNvPr>
          <p:cNvSpPr>
            <a:spLocks noChangeShapeType="1"/>
          </p:cNvSpPr>
          <p:nvPr/>
        </p:nvSpPr>
        <p:spPr bwMode="auto">
          <a:xfrm>
            <a:off x="6691313" y="5003800"/>
            <a:ext cx="555625" cy="319088"/>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8" name="Line 443">
            <a:extLst>
              <a:ext uri="{FF2B5EF4-FFF2-40B4-BE49-F238E27FC236}">
                <a16:creationId xmlns:a16="http://schemas.microsoft.com/office/drawing/2014/main" id="{5C8E5243-97C8-470A-B886-FBE0ADEAE06D}"/>
              </a:ext>
            </a:extLst>
          </p:cNvPr>
          <p:cNvSpPr>
            <a:spLocks noChangeShapeType="1"/>
          </p:cNvSpPr>
          <p:nvPr/>
        </p:nvSpPr>
        <p:spPr bwMode="auto">
          <a:xfrm>
            <a:off x="6281738" y="3522663"/>
            <a:ext cx="0" cy="131762"/>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9" name="Line 444">
            <a:extLst>
              <a:ext uri="{FF2B5EF4-FFF2-40B4-BE49-F238E27FC236}">
                <a16:creationId xmlns:a16="http://schemas.microsoft.com/office/drawing/2014/main" id="{1F36EE66-8E66-4488-9AB9-3C8736AAC6CE}"/>
              </a:ext>
            </a:extLst>
          </p:cNvPr>
          <p:cNvSpPr>
            <a:spLocks noChangeShapeType="1"/>
          </p:cNvSpPr>
          <p:nvPr/>
        </p:nvSpPr>
        <p:spPr bwMode="auto">
          <a:xfrm flipV="1">
            <a:off x="7577138" y="2492375"/>
            <a:ext cx="123825" cy="87313"/>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0" name="Line 445">
            <a:extLst>
              <a:ext uri="{FF2B5EF4-FFF2-40B4-BE49-F238E27FC236}">
                <a16:creationId xmlns:a16="http://schemas.microsoft.com/office/drawing/2014/main" id="{6BB67C92-4F75-45AB-B037-B7A0428C2923}"/>
              </a:ext>
            </a:extLst>
          </p:cNvPr>
          <p:cNvSpPr>
            <a:spLocks noChangeShapeType="1"/>
          </p:cNvSpPr>
          <p:nvPr/>
        </p:nvSpPr>
        <p:spPr bwMode="auto">
          <a:xfrm>
            <a:off x="7405688" y="2674938"/>
            <a:ext cx="0" cy="82550"/>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1" name="Line 446">
            <a:extLst>
              <a:ext uri="{FF2B5EF4-FFF2-40B4-BE49-F238E27FC236}">
                <a16:creationId xmlns:a16="http://schemas.microsoft.com/office/drawing/2014/main" id="{D4983B11-80F8-465F-BD24-7149FFFD3E83}"/>
              </a:ext>
            </a:extLst>
          </p:cNvPr>
          <p:cNvSpPr>
            <a:spLocks noChangeShapeType="1"/>
          </p:cNvSpPr>
          <p:nvPr/>
        </p:nvSpPr>
        <p:spPr bwMode="auto">
          <a:xfrm flipV="1">
            <a:off x="7577138" y="2562225"/>
            <a:ext cx="263525" cy="288925"/>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2" name="Line 447">
            <a:extLst>
              <a:ext uri="{FF2B5EF4-FFF2-40B4-BE49-F238E27FC236}">
                <a16:creationId xmlns:a16="http://schemas.microsoft.com/office/drawing/2014/main" id="{F1D6B657-C1D7-4337-9096-81BFE60D36CD}"/>
              </a:ext>
            </a:extLst>
          </p:cNvPr>
          <p:cNvSpPr>
            <a:spLocks noChangeShapeType="1"/>
          </p:cNvSpPr>
          <p:nvPr/>
        </p:nvSpPr>
        <p:spPr bwMode="auto">
          <a:xfrm>
            <a:off x="7942263" y="2560638"/>
            <a:ext cx="0" cy="196850"/>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3" name="Line 448">
            <a:extLst>
              <a:ext uri="{FF2B5EF4-FFF2-40B4-BE49-F238E27FC236}">
                <a16:creationId xmlns:a16="http://schemas.microsoft.com/office/drawing/2014/main" id="{5C76CBF3-EF03-4C68-ABA9-413DBF8D70D9}"/>
              </a:ext>
            </a:extLst>
          </p:cNvPr>
          <p:cNvSpPr>
            <a:spLocks noChangeShapeType="1"/>
          </p:cNvSpPr>
          <p:nvPr/>
        </p:nvSpPr>
        <p:spPr bwMode="auto">
          <a:xfrm>
            <a:off x="7596188" y="2867025"/>
            <a:ext cx="188912" cy="0"/>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4" name="Line 449">
            <a:extLst>
              <a:ext uri="{FF2B5EF4-FFF2-40B4-BE49-F238E27FC236}">
                <a16:creationId xmlns:a16="http://schemas.microsoft.com/office/drawing/2014/main" id="{6DD25AF3-A9FA-4024-86AE-DB4F7294F5F2}"/>
              </a:ext>
            </a:extLst>
          </p:cNvPr>
          <p:cNvSpPr>
            <a:spLocks noChangeShapeType="1"/>
          </p:cNvSpPr>
          <p:nvPr/>
        </p:nvSpPr>
        <p:spPr bwMode="auto">
          <a:xfrm flipV="1">
            <a:off x="5891213" y="3733800"/>
            <a:ext cx="168275" cy="3175"/>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5" name="Line 450">
            <a:extLst>
              <a:ext uri="{FF2B5EF4-FFF2-40B4-BE49-F238E27FC236}">
                <a16:creationId xmlns:a16="http://schemas.microsoft.com/office/drawing/2014/main" id="{03156C4F-A59C-433A-B95F-3620160FC246}"/>
              </a:ext>
            </a:extLst>
          </p:cNvPr>
          <p:cNvSpPr>
            <a:spLocks noChangeShapeType="1"/>
          </p:cNvSpPr>
          <p:nvPr/>
        </p:nvSpPr>
        <p:spPr bwMode="auto">
          <a:xfrm>
            <a:off x="8150225" y="2857500"/>
            <a:ext cx="177800" cy="0"/>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6" name="Line 451">
            <a:extLst>
              <a:ext uri="{FF2B5EF4-FFF2-40B4-BE49-F238E27FC236}">
                <a16:creationId xmlns:a16="http://schemas.microsoft.com/office/drawing/2014/main" id="{1B8224C1-017B-4DA1-9BD5-F4E141FA51C4}"/>
              </a:ext>
            </a:extLst>
          </p:cNvPr>
          <p:cNvSpPr>
            <a:spLocks noChangeShapeType="1"/>
          </p:cNvSpPr>
          <p:nvPr/>
        </p:nvSpPr>
        <p:spPr bwMode="auto">
          <a:xfrm flipH="1">
            <a:off x="7296150" y="2933700"/>
            <a:ext cx="98425" cy="704850"/>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7" name="Line 452">
            <a:extLst>
              <a:ext uri="{FF2B5EF4-FFF2-40B4-BE49-F238E27FC236}">
                <a16:creationId xmlns:a16="http://schemas.microsoft.com/office/drawing/2014/main" id="{014A1CD7-714B-4320-995F-CBAAF2264442}"/>
              </a:ext>
            </a:extLst>
          </p:cNvPr>
          <p:cNvSpPr>
            <a:spLocks noChangeShapeType="1"/>
          </p:cNvSpPr>
          <p:nvPr/>
        </p:nvSpPr>
        <p:spPr bwMode="auto">
          <a:xfrm flipH="1">
            <a:off x="7888288" y="2933700"/>
            <a:ext cx="111125" cy="727075"/>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8" name="Line 541">
            <a:extLst>
              <a:ext uri="{FF2B5EF4-FFF2-40B4-BE49-F238E27FC236}">
                <a16:creationId xmlns:a16="http://schemas.microsoft.com/office/drawing/2014/main" id="{2F582C0B-3B22-4554-B48C-FFEAB65B09CE}"/>
              </a:ext>
            </a:extLst>
          </p:cNvPr>
          <p:cNvSpPr>
            <a:spLocks noChangeShapeType="1"/>
          </p:cNvSpPr>
          <p:nvPr/>
        </p:nvSpPr>
        <p:spPr bwMode="auto">
          <a:xfrm flipV="1">
            <a:off x="7272338" y="4075113"/>
            <a:ext cx="227012" cy="436562"/>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229" name="Group 590">
            <a:extLst>
              <a:ext uri="{FF2B5EF4-FFF2-40B4-BE49-F238E27FC236}">
                <a16:creationId xmlns:a16="http://schemas.microsoft.com/office/drawing/2014/main" id="{E0AE1D1C-3AB7-41C8-B228-074814629FAB}"/>
              </a:ext>
            </a:extLst>
          </p:cNvPr>
          <p:cNvGrpSpPr>
            <a:grpSpLocks/>
          </p:cNvGrpSpPr>
          <p:nvPr/>
        </p:nvGrpSpPr>
        <p:grpSpPr bwMode="auto">
          <a:xfrm flipH="1">
            <a:off x="5775325" y="4533900"/>
            <a:ext cx="414338" cy="373063"/>
            <a:chOff x="2839" y="3501"/>
            <a:chExt cx="755" cy="803"/>
          </a:xfrm>
        </p:grpSpPr>
        <p:pic>
          <p:nvPicPr>
            <p:cNvPr id="8639" name="Picture 591" descr="desktop_computer_stylized_medium">
              <a:extLst>
                <a:ext uri="{FF2B5EF4-FFF2-40B4-BE49-F238E27FC236}">
                  <a16:creationId xmlns:a16="http://schemas.microsoft.com/office/drawing/2014/main" id="{73EECB1C-7293-4B12-9F6A-F8ECD0FF1B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40" name="Freeform 592">
              <a:extLst>
                <a:ext uri="{FF2B5EF4-FFF2-40B4-BE49-F238E27FC236}">
                  <a16:creationId xmlns:a16="http://schemas.microsoft.com/office/drawing/2014/main" id="{7E359D5C-56BD-4841-866A-363240503F8B}"/>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zh-CN" altLang="en-US"/>
            </a:p>
          </p:txBody>
        </p:sp>
      </p:grpSp>
      <p:grpSp>
        <p:nvGrpSpPr>
          <p:cNvPr id="8230" name="Group 593">
            <a:extLst>
              <a:ext uri="{FF2B5EF4-FFF2-40B4-BE49-F238E27FC236}">
                <a16:creationId xmlns:a16="http://schemas.microsoft.com/office/drawing/2014/main" id="{69F1E2BB-78D0-4BCB-820D-D92270C966D7}"/>
              </a:ext>
            </a:extLst>
          </p:cNvPr>
          <p:cNvGrpSpPr>
            <a:grpSpLocks/>
          </p:cNvGrpSpPr>
          <p:nvPr/>
        </p:nvGrpSpPr>
        <p:grpSpPr bwMode="auto">
          <a:xfrm flipH="1">
            <a:off x="5457825" y="4954588"/>
            <a:ext cx="482600" cy="406400"/>
            <a:chOff x="2839" y="3501"/>
            <a:chExt cx="755" cy="803"/>
          </a:xfrm>
        </p:grpSpPr>
        <p:pic>
          <p:nvPicPr>
            <p:cNvPr id="8637" name="Picture 594" descr="desktop_computer_stylized_medium">
              <a:extLst>
                <a:ext uri="{FF2B5EF4-FFF2-40B4-BE49-F238E27FC236}">
                  <a16:creationId xmlns:a16="http://schemas.microsoft.com/office/drawing/2014/main" id="{AB1FB2C1-94FB-4828-B31C-420B00D17E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38" name="Freeform 595">
              <a:extLst>
                <a:ext uri="{FF2B5EF4-FFF2-40B4-BE49-F238E27FC236}">
                  <a16:creationId xmlns:a16="http://schemas.microsoft.com/office/drawing/2014/main" id="{92469F5F-47B8-43AB-8DA2-BDBD30A021C2}"/>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zh-CN" altLang="en-US"/>
            </a:p>
          </p:txBody>
        </p:sp>
      </p:grpSp>
      <p:grpSp>
        <p:nvGrpSpPr>
          <p:cNvPr id="8231" name="Group 596">
            <a:extLst>
              <a:ext uri="{FF2B5EF4-FFF2-40B4-BE49-F238E27FC236}">
                <a16:creationId xmlns:a16="http://schemas.microsoft.com/office/drawing/2014/main" id="{50019B37-ACA9-4052-88AD-3BAE0F63EB3F}"/>
              </a:ext>
            </a:extLst>
          </p:cNvPr>
          <p:cNvGrpSpPr>
            <a:grpSpLocks/>
          </p:cNvGrpSpPr>
          <p:nvPr/>
        </p:nvGrpSpPr>
        <p:grpSpPr bwMode="auto">
          <a:xfrm flipH="1">
            <a:off x="5935663" y="5256213"/>
            <a:ext cx="427037" cy="349250"/>
            <a:chOff x="2839" y="3501"/>
            <a:chExt cx="755" cy="803"/>
          </a:xfrm>
        </p:grpSpPr>
        <p:pic>
          <p:nvPicPr>
            <p:cNvPr id="8635" name="Picture 597" descr="desktop_computer_stylized_medium">
              <a:extLst>
                <a:ext uri="{FF2B5EF4-FFF2-40B4-BE49-F238E27FC236}">
                  <a16:creationId xmlns:a16="http://schemas.microsoft.com/office/drawing/2014/main" id="{7A3E1518-03D6-4E54-A38A-E6EC048A2B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36" name="Freeform 598">
              <a:extLst>
                <a:ext uri="{FF2B5EF4-FFF2-40B4-BE49-F238E27FC236}">
                  <a16:creationId xmlns:a16="http://schemas.microsoft.com/office/drawing/2014/main" id="{57E043E3-A12C-450B-9398-89E40097E152}"/>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zh-CN" altLang="en-US"/>
            </a:p>
          </p:txBody>
        </p:sp>
      </p:grpSp>
      <p:grpSp>
        <p:nvGrpSpPr>
          <p:cNvPr id="8232" name="Group 599">
            <a:extLst>
              <a:ext uri="{FF2B5EF4-FFF2-40B4-BE49-F238E27FC236}">
                <a16:creationId xmlns:a16="http://schemas.microsoft.com/office/drawing/2014/main" id="{937BFAC2-4161-4E0B-BD54-4AEDB3DAD423}"/>
              </a:ext>
            </a:extLst>
          </p:cNvPr>
          <p:cNvGrpSpPr>
            <a:grpSpLocks/>
          </p:cNvGrpSpPr>
          <p:nvPr/>
        </p:nvGrpSpPr>
        <p:grpSpPr bwMode="auto">
          <a:xfrm>
            <a:off x="6550025" y="5238750"/>
            <a:ext cx="427038" cy="350838"/>
            <a:chOff x="2839" y="3501"/>
            <a:chExt cx="755" cy="803"/>
          </a:xfrm>
        </p:grpSpPr>
        <p:pic>
          <p:nvPicPr>
            <p:cNvPr id="8633" name="Picture 600" descr="desktop_computer_stylized_medium">
              <a:extLst>
                <a:ext uri="{FF2B5EF4-FFF2-40B4-BE49-F238E27FC236}">
                  <a16:creationId xmlns:a16="http://schemas.microsoft.com/office/drawing/2014/main" id="{2B2799FA-3E13-4379-ADF1-247D6DE89E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34" name="Freeform 601">
              <a:extLst>
                <a:ext uri="{FF2B5EF4-FFF2-40B4-BE49-F238E27FC236}">
                  <a16:creationId xmlns:a16="http://schemas.microsoft.com/office/drawing/2014/main" id="{B83F10B4-2148-411A-BE2D-7D5EB7204DB6}"/>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zh-CN" altLang="en-US"/>
            </a:p>
          </p:txBody>
        </p:sp>
      </p:grpSp>
      <p:pic>
        <p:nvPicPr>
          <p:cNvPr id="8233" name="Picture 603" descr="car_icon_small">
            <a:extLst>
              <a:ext uri="{FF2B5EF4-FFF2-40B4-BE49-F238E27FC236}">
                <a16:creationId xmlns:a16="http://schemas.microsoft.com/office/drawing/2014/main" id="{5AAFD129-14F5-45C6-B1EA-E99A55F5C5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62700" y="1803400"/>
            <a:ext cx="849313"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234" name="Group 652">
            <a:extLst>
              <a:ext uri="{FF2B5EF4-FFF2-40B4-BE49-F238E27FC236}">
                <a16:creationId xmlns:a16="http://schemas.microsoft.com/office/drawing/2014/main" id="{3B95CFDC-0B7E-4CF2-A280-811A31D25312}"/>
              </a:ext>
            </a:extLst>
          </p:cNvPr>
          <p:cNvGrpSpPr>
            <a:grpSpLocks/>
          </p:cNvGrpSpPr>
          <p:nvPr/>
        </p:nvGrpSpPr>
        <p:grpSpPr bwMode="auto">
          <a:xfrm>
            <a:off x="5613400" y="1546225"/>
            <a:ext cx="415925" cy="385763"/>
            <a:chOff x="2751" y="1851"/>
            <a:chExt cx="462" cy="478"/>
          </a:xfrm>
        </p:grpSpPr>
        <p:pic>
          <p:nvPicPr>
            <p:cNvPr id="8631" name="Picture 653" descr="iphone_stylized_small">
              <a:extLst>
                <a:ext uri="{FF2B5EF4-FFF2-40B4-BE49-F238E27FC236}">
                  <a16:creationId xmlns:a16="http://schemas.microsoft.com/office/drawing/2014/main" id="{ECBD415B-4B62-4E4F-94AB-DD56C19F31B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32" name="Picture 654" descr="antenna_radiation_stylized">
              <a:extLst>
                <a:ext uri="{FF2B5EF4-FFF2-40B4-BE49-F238E27FC236}">
                  <a16:creationId xmlns:a16="http://schemas.microsoft.com/office/drawing/2014/main" id="{800CBACA-2714-404E-AC3E-59B3C000150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235" name="Line 693">
            <a:extLst>
              <a:ext uri="{FF2B5EF4-FFF2-40B4-BE49-F238E27FC236}">
                <a16:creationId xmlns:a16="http://schemas.microsoft.com/office/drawing/2014/main" id="{3419A1FD-CE09-4128-813B-31BC206A93DB}"/>
              </a:ext>
            </a:extLst>
          </p:cNvPr>
          <p:cNvSpPr>
            <a:spLocks noChangeShapeType="1"/>
          </p:cNvSpPr>
          <p:nvPr/>
        </p:nvSpPr>
        <p:spPr bwMode="auto">
          <a:xfrm>
            <a:off x="8345488" y="2855913"/>
            <a:ext cx="304800" cy="0"/>
          </a:xfrm>
          <a:prstGeom prst="line">
            <a:avLst/>
          </a:prstGeom>
          <a:noFill/>
          <a:ln w="25400">
            <a:solidFill>
              <a:srgbClr val="CC0000"/>
            </a:solidFill>
            <a:prstDash val="sys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236" name="Group 776">
            <a:extLst>
              <a:ext uri="{FF2B5EF4-FFF2-40B4-BE49-F238E27FC236}">
                <a16:creationId xmlns:a16="http://schemas.microsoft.com/office/drawing/2014/main" id="{F11CC84D-736B-4003-A235-E496A997B23C}"/>
              </a:ext>
            </a:extLst>
          </p:cNvPr>
          <p:cNvGrpSpPr>
            <a:grpSpLocks/>
          </p:cNvGrpSpPr>
          <p:nvPr/>
        </p:nvGrpSpPr>
        <p:grpSpPr bwMode="auto">
          <a:xfrm>
            <a:off x="5611813" y="3500438"/>
            <a:ext cx="506412" cy="352425"/>
            <a:chOff x="2967" y="478"/>
            <a:chExt cx="788" cy="625"/>
          </a:xfrm>
        </p:grpSpPr>
        <p:pic>
          <p:nvPicPr>
            <p:cNvPr id="8629" name="Picture 777" descr="access_point_stylized_small">
              <a:extLst>
                <a:ext uri="{FF2B5EF4-FFF2-40B4-BE49-F238E27FC236}">
                  <a16:creationId xmlns:a16="http://schemas.microsoft.com/office/drawing/2014/main" id="{CE380207-316B-4194-BA1E-A259B454B7F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30" name="Picture 778" descr="antenna_radiation_stylized">
              <a:extLst>
                <a:ext uri="{FF2B5EF4-FFF2-40B4-BE49-F238E27FC236}">
                  <a16:creationId xmlns:a16="http://schemas.microsoft.com/office/drawing/2014/main" id="{8D38737F-27A1-4601-9E34-106B165EE6D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237" name="Group 779">
            <a:extLst>
              <a:ext uri="{FF2B5EF4-FFF2-40B4-BE49-F238E27FC236}">
                <a16:creationId xmlns:a16="http://schemas.microsoft.com/office/drawing/2014/main" id="{D9C810A6-EA24-4E63-A5D3-DBA6AE2E28FB}"/>
              </a:ext>
            </a:extLst>
          </p:cNvPr>
          <p:cNvGrpSpPr>
            <a:grpSpLocks/>
          </p:cNvGrpSpPr>
          <p:nvPr/>
        </p:nvGrpSpPr>
        <p:grpSpPr bwMode="auto">
          <a:xfrm>
            <a:off x="7132638" y="5003800"/>
            <a:ext cx="563562" cy="420688"/>
            <a:chOff x="2967" y="478"/>
            <a:chExt cx="788" cy="625"/>
          </a:xfrm>
        </p:grpSpPr>
        <p:pic>
          <p:nvPicPr>
            <p:cNvPr id="8627" name="Picture 780" descr="access_point_stylized_small">
              <a:extLst>
                <a:ext uri="{FF2B5EF4-FFF2-40B4-BE49-F238E27FC236}">
                  <a16:creationId xmlns:a16="http://schemas.microsoft.com/office/drawing/2014/main" id="{DD489EAE-B618-40F3-8663-26CA9D995B8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28" name="Picture 781" descr="antenna_radiation_stylized">
              <a:extLst>
                <a:ext uri="{FF2B5EF4-FFF2-40B4-BE49-F238E27FC236}">
                  <a16:creationId xmlns:a16="http://schemas.microsoft.com/office/drawing/2014/main" id="{4A499A5C-2BE7-42E0-B52F-B64CA5DC368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238" name="Group 523">
            <a:extLst>
              <a:ext uri="{FF2B5EF4-FFF2-40B4-BE49-F238E27FC236}">
                <a16:creationId xmlns:a16="http://schemas.microsoft.com/office/drawing/2014/main" id="{C0C2A905-A7D0-47FB-96B8-DC9244F5469F}"/>
              </a:ext>
            </a:extLst>
          </p:cNvPr>
          <p:cNvGrpSpPr>
            <a:grpSpLocks/>
          </p:cNvGrpSpPr>
          <p:nvPr/>
        </p:nvGrpSpPr>
        <p:grpSpPr bwMode="auto">
          <a:xfrm>
            <a:off x="5889625" y="1844675"/>
            <a:ext cx="457200" cy="733425"/>
            <a:chOff x="6061075" y="1844675"/>
            <a:chExt cx="457200" cy="733152"/>
          </a:xfrm>
        </p:grpSpPr>
        <p:sp>
          <p:nvSpPr>
            <p:cNvPr id="8607" name="Line 426">
              <a:extLst>
                <a:ext uri="{FF2B5EF4-FFF2-40B4-BE49-F238E27FC236}">
                  <a16:creationId xmlns:a16="http://schemas.microsoft.com/office/drawing/2014/main" id="{69C46252-F338-4B34-B9D3-77E7D9CB71F0}"/>
                </a:ext>
              </a:extLst>
            </p:cNvPr>
            <p:cNvSpPr>
              <a:spLocks noChangeShapeType="1"/>
            </p:cNvSpPr>
            <p:nvPr/>
          </p:nvSpPr>
          <p:spPr bwMode="auto">
            <a:xfrm>
              <a:off x="6289675" y="2403475"/>
              <a:ext cx="227964" cy="174352"/>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608" name="Group 782">
              <a:extLst>
                <a:ext uri="{FF2B5EF4-FFF2-40B4-BE49-F238E27FC236}">
                  <a16:creationId xmlns:a16="http://schemas.microsoft.com/office/drawing/2014/main" id="{2A80E8F7-F56D-49B3-B860-2EC01D75074B}"/>
                </a:ext>
              </a:extLst>
            </p:cNvPr>
            <p:cNvGrpSpPr>
              <a:grpSpLocks/>
            </p:cNvGrpSpPr>
            <p:nvPr/>
          </p:nvGrpSpPr>
          <p:grpSpPr bwMode="auto">
            <a:xfrm>
              <a:off x="6061075" y="1844675"/>
              <a:ext cx="457200" cy="631825"/>
              <a:chOff x="742" y="2409"/>
              <a:chExt cx="576" cy="881"/>
            </a:xfrm>
          </p:grpSpPr>
          <p:grpSp>
            <p:nvGrpSpPr>
              <p:cNvPr id="8609" name="Group 783">
                <a:extLst>
                  <a:ext uri="{FF2B5EF4-FFF2-40B4-BE49-F238E27FC236}">
                    <a16:creationId xmlns:a16="http://schemas.microsoft.com/office/drawing/2014/main" id="{A12315D4-5A8C-4ABB-8F13-3576C96F5C9A}"/>
                  </a:ext>
                </a:extLst>
              </p:cNvPr>
              <p:cNvGrpSpPr>
                <a:grpSpLocks/>
              </p:cNvGrpSpPr>
              <p:nvPr/>
            </p:nvGrpSpPr>
            <p:grpSpPr bwMode="auto">
              <a:xfrm>
                <a:off x="832" y="2643"/>
                <a:ext cx="376" cy="647"/>
                <a:chOff x="3130" y="3288"/>
                <a:chExt cx="410" cy="742"/>
              </a:xfrm>
            </p:grpSpPr>
            <p:sp>
              <p:nvSpPr>
                <p:cNvPr id="8612" name="Line 270">
                  <a:extLst>
                    <a:ext uri="{FF2B5EF4-FFF2-40B4-BE49-F238E27FC236}">
                      <a16:creationId xmlns:a16="http://schemas.microsoft.com/office/drawing/2014/main" id="{30C14082-6D8E-49E9-9F65-CB803674CAB6}"/>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613" name="Line 271">
                  <a:extLst>
                    <a:ext uri="{FF2B5EF4-FFF2-40B4-BE49-F238E27FC236}">
                      <a16:creationId xmlns:a16="http://schemas.microsoft.com/office/drawing/2014/main" id="{73964B2A-61AF-4F7D-BD02-55CDD99EDE96}"/>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614" name="Line 272">
                  <a:extLst>
                    <a:ext uri="{FF2B5EF4-FFF2-40B4-BE49-F238E27FC236}">
                      <a16:creationId xmlns:a16="http://schemas.microsoft.com/office/drawing/2014/main" id="{9ED739AD-697C-4A27-9E75-C1B00E860301}"/>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615" name="Line 273">
                  <a:extLst>
                    <a:ext uri="{FF2B5EF4-FFF2-40B4-BE49-F238E27FC236}">
                      <a16:creationId xmlns:a16="http://schemas.microsoft.com/office/drawing/2014/main" id="{42C55D68-D4DE-469E-87F7-226987BB4572}"/>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616" name="Line 274">
                  <a:extLst>
                    <a:ext uri="{FF2B5EF4-FFF2-40B4-BE49-F238E27FC236}">
                      <a16:creationId xmlns:a16="http://schemas.microsoft.com/office/drawing/2014/main" id="{9427A9A1-01E6-446D-96C6-42F608897A8B}"/>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617" name="Line 275">
                  <a:extLst>
                    <a:ext uri="{FF2B5EF4-FFF2-40B4-BE49-F238E27FC236}">
                      <a16:creationId xmlns:a16="http://schemas.microsoft.com/office/drawing/2014/main" id="{FDF59233-B862-42B7-9BAD-4EA56A845643}"/>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618" name="Line 276">
                  <a:extLst>
                    <a:ext uri="{FF2B5EF4-FFF2-40B4-BE49-F238E27FC236}">
                      <a16:creationId xmlns:a16="http://schemas.microsoft.com/office/drawing/2014/main" id="{508D35BC-C57A-40BC-9AB2-6A8FC39E8C47}"/>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619" name="Line 277">
                  <a:extLst>
                    <a:ext uri="{FF2B5EF4-FFF2-40B4-BE49-F238E27FC236}">
                      <a16:creationId xmlns:a16="http://schemas.microsoft.com/office/drawing/2014/main" id="{FD879ECC-0B87-427D-B851-4A1B3C61E81B}"/>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620" name="Line 278">
                  <a:extLst>
                    <a:ext uri="{FF2B5EF4-FFF2-40B4-BE49-F238E27FC236}">
                      <a16:creationId xmlns:a16="http://schemas.microsoft.com/office/drawing/2014/main" id="{45A420C2-A357-4C36-9FDA-D1592A678288}"/>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621" name="Line 279">
                  <a:extLst>
                    <a:ext uri="{FF2B5EF4-FFF2-40B4-BE49-F238E27FC236}">
                      <a16:creationId xmlns:a16="http://schemas.microsoft.com/office/drawing/2014/main" id="{66387BE4-70C0-43C8-9C8E-FD6C0A7ED91E}"/>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622" name="Line 280">
                  <a:extLst>
                    <a:ext uri="{FF2B5EF4-FFF2-40B4-BE49-F238E27FC236}">
                      <a16:creationId xmlns:a16="http://schemas.microsoft.com/office/drawing/2014/main" id="{345454AD-C546-471F-90DC-93BDA02A094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623" name="Line 281">
                  <a:extLst>
                    <a:ext uri="{FF2B5EF4-FFF2-40B4-BE49-F238E27FC236}">
                      <a16:creationId xmlns:a16="http://schemas.microsoft.com/office/drawing/2014/main" id="{34B3A2FB-FE84-4180-8775-7426D2E8A058}"/>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624" name="Line 282">
                  <a:extLst>
                    <a:ext uri="{FF2B5EF4-FFF2-40B4-BE49-F238E27FC236}">
                      <a16:creationId xmlns:a16="http://schemas.microsoft.com/office/drawing/2014/main" id="{396C42B6-EFA2-431A-AC9E-60DD498A263E}"/>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625" name="Line 283">
                  <a:extLst>
                    <a:ext uri="{FF2B5EF4-FFF2-40B4-BE49-F238E27FC236}">
                      <a16:creationId xmlns:a16="http://schemas.microsoft.com/office/drawing/2014/main" id="{4C019A6A-4E00-4BD2-A83B-72A911022877}"/>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8626" name="Line 284">
                  <a:extLst>
                    <a:ext uri="{FF2B5EF4-FFF2-40B4-BE49-F238E27FC236}">
                      <a16:creationId xmlns:a16="http://schemas.microsoft.com/office/drawing/2014/main" id="{E4373BD4-929F-4CD4-8222-818FE1301F99}"/>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pic>
            <p:nvPicPr>
              <p:cNvPr id="8610" name="Picture 799" descr="cell_tower_radiation copy">
                <a:extLst>
                  <a:ext uri="{FF2B5EF4-FFF2-40B4-BE49-F238E27FC236}">
                    <a16:creationId xmlns:a16="http://schemas.microsoft.com/office/drawing/2014/main" id="{392BC343-AF1C-43A4-8C51-FD292D5206A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2" y="2409"/>
                <a:ext cx="576"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11" name="Oval 800">
                <a:extLst>
                  <a:ext uri="{FF2B5EF4-FFF2-40B4-BE49-F238E27FC236}">
                    <a16:creationId xmlns:a16="http://schemas.microsoft.com/office/drawing/2014/main" id="{3F702A63-86E6-4EFF-8DED-76D71A48346B}"/>
                  </a:ext>
                </a:extLst>
              </p:cNvPr>
              <p:cNvSpPr>
                <a:spLocks noChangeArrowheads="1"/>
              </p:cNvSpPr>
              <p:nvPr/>
            </p:nvSpPr>
            <p:spPr bwMode="auto">
              <a:xfrm>
                <a:off x="986" y="2597"/>
                <a:ext cx="66" cy="69"/>
              </a:xfrm>
              <a:prstGeom prst="ellipse">
                <a:avLst/>
              </a:prstGeom>
              <a:solidFill>
                <a:schemeClr val="tx2"/>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grpSp>
      </p:grpSp>
      <p:grpSp>
        <p:nvGrpSpPr>
          <p:cNvPr id="8239" name="Group 950">
            <a:extLst>
              <a:ext uri="{FF2B5EF4-FFF2-40B4-BE49-F238E27FC236}">
                <a16:creationId xmlns:a16="http://schemas.microsoft.com/office/drawing/2014/main" id="{8234B40B-77B1-4D71-B5AA-34667AC7C3C5}"/>
              </a:ext>
            </a:extLst>
          </p:cNvPr>
          <p:cNvGrpSpPr>
            <a:grpSpLocks/>
          </p:cNvGrpSpPr>
          <p:nvPr/>
        </p:nvGrpSpPr>
        <p:grpSpPr bwMode="auto">
          <a:xfrm>
            <a:off x="8240713" y="5002213"/>
            <a:ext cx="227012" cy="481012"/>
            <a:chOff x="4140" y="429"/>
            <a:chExt cx="1425" cy="2396"/>
          </a:xfrm>
        </p:grpSpPr>
        <p:sp>
          <p:nvSpPr>
            <p:cNvPr id="8575" name="Freeform 951">
              <a:extLst>
                <a:ext uri="{FF2B5EF4-FFF2-40B4-BE49-F238E27FC236}">
                  <a16:creationId xmlns:a16="http://schemas.microsoft.com/office/drawing/2014/main" id="{77F1C2C7-B7FC-438F-85D2-7C8F98EC8A07}"/>
                </a:ext>
              </a:extLst>
            </p:cNvPr>
            <p:cNvSpPr>
              <a:spLocks/>
            </p:cNvSpPr>
            <p:nvPr/>
          </p:nvSpPr>
          <p:spPr bwMode="auto">
            <a:xfrm>
              <a:off x="5268" y="433"/>
              <a:ext cx="283" cy="2286"/>
            </a:xfrm>
            <a:custGeom>
              <a:avLst/>
              <a:gdLst>
                <a:gd name="T0" fmla="*/ 2 w 354"/>
                <a:gd name="T1" fmla="*/ 0 h 2742"/>
                <a:gd name="T2" fmla="*/ 3 w 354"/>
                <a:gd name="T3" fmla="*/ 8 h 2742"/>
                <a:gd name="T4" fmla="*/ 3 w 354"/>
                <a:gd name="T5" fmla="*/ 58 h 2742"/>
                <a:gd name="T6" fmla="*/ 0 w 354"/>
                <a:gd name="T7" fmla="*/ 60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76" name="Rectangle 952">
              <a:extLst>
                <a:ext uri="{FF2B5EF4-FFF2-40B4-BE49-F238E27FC236}">
                  <a16:creationId xmlns:a16="http://schemas.microsoft.com/office/drawing/2014/main" id="{6B638FB6-FD6B-4AA1-9ED8-BAA2249BB83B}"/>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577" name="Freeform 953">
              <a:extLst>
                <a:ext uri="{FF2B5EF4-FFF2-40B4-BE49-F238E27FC236}">
                  <a16:creationId xmlns:a16="http://schemas.microsoft.com/office/drawing/2014/main" id="{0FDE4731-9D51-48FA-8923-D7E5CB9D8296}"/>
                </a:ext>
              </a:extLst>
            </p:cNvPr>
            <p:cNvSpPr>
              <a:spLocks/>
            </p:cNvSpPr>
            <p:nvPr/>
          </p:nvSpPr>
          <p:spPr bwMode="auto">
            <a:xfrm>
              <a:off x="5321" y="570"/>
              <a:ext cx="169" cy="2115"/>
            </a:xfrm>
            <a:custGeom>
              <a:avLst/>
              <a:gdLst>
                <a:gd name="T0" fmla="*/ 2 w 211"/>
                <a:gd name="T1" fmla="*/ 0 h 2537"/>
                <a:gd name="T2" fmla="*/ 2 w 211"/>
                <a:gd name="T3" fmla="*/ 6 h 2537"/>
                <a:gd name="T4" fmla="*/ 2 w 211"/>
                <a:gd name="T5" fmla="*/ 54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78" name="Freeform 954">
              <a:extLst>
                <a:ext uri="{FF2B5EF4-FFF2-40B4-BE49-F238E27FC236}">
                  <a16:creationId xmlns:a16="http://schemas.microsoft.com/office/drawing/2014/main" id="{5569E842-F45B-4D24-BD9D-DA491A8049DD}"/>
                </a:ext>
              </a:extLst>
            </p:cNvPr>
            <p:cNvSpPr>
              <a:spLocks/>
            </p:cNvSpPr>
            <p:nvPr/>
          </p:nvSpPr>
          <p:spPr bwMode="auto">
            <a:xfrm>
              <a:off x="5284" y="1640"/>
              <a:ext cx="263" cy="189"/>
            </a:xfrm>
            <a:custGeom>
              <a:avLst/>
              <a:gdLst>
                <a:gd name="T0" fmla="*/ 2 w 328"/>
                <a:gd name="T1" fmla="*/ 0 h 226"/>
                <a:gd name="T2" fmla="*/ 3 w 328"/>
                <a:gd name="T3" fmla="*/ 3 h 226"/>
                <a:gd name="T4" fmla="*/ 3 w 328"/>
                <a:gd name="T5" fmla="*/ 6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79" name="Rectangle 955">
              <a:extLst>
                <a:ext uri="{FF2B5EF4-FFF2-40B4-BE49-F238E27FC236}">
                  <a16:creationId xmlns:a16="http://schemas.microsoft.com/office/drawing/2014/main" id="{5070C215-71E0-4253-8C9E-B4BF433601D5}"/>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grpSp>
          <p:nvGrpSpPr>
            <p:cNvPr id="8580" name="Group 956">
              <a:extLst>
                <a:ext uri="{FF2B5EF4-FFF2-40B4-BE49-F238E27FC236}">
                  <a16:creationId xmlns:a16="http://schemas.microsoft.com/office/drawing/2014/main" id="{47DC393F-2F06-4CE4-BCFF-6932E50F72ED}"/>
                </a:ext>
              </a:extLst>
            </p:cNvPr>
            <p:cNvGrpSpPr>
              <a:grpSpLocks/>
            </p:cNvGrpSpPr>
            <p:nvPr/>
          </p:nvGrpSpPr>
          <p:grpSpPr bwMode="auto">
            <a:xfrm>
              <a:off x="4749" y="668"/>
              <a:ext cx="581" cy="145"/>
              <a:chOff x="614" y="2568"/>
              <a:chExt cx="725" cy="139"/>
            </a:xfrm>
          </p:grpSpPr>
          <p:sp>
            <p:nvSpPr>
              <p:cNvPr id="8605" name="AutoShape 957">
                <a:extLst>
                  <a:ext uri="{FF2B5EF4-FFF2-40B4-BE49-F238E27FC236}">
                    <a16:creationId xmlns:a16="http://schemas.microsoft.com/office/drawing/2014/main" id="{02D7006C-CB82-42B0-A52B-A041CC048EB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606" name="AutoShape 958">
                <a:extLst>
                  <a:ext uri="{FF2B5EF4-FFF2-40B4-BE49-F238E27FC236}">
                    <a16:creationId xmlns:a16="http://schemas.microsoft.com/office/drawing/2014/main" id="{FD347A0A-F7BF-4F43-A7B5-EDA447BCB976}"/>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grpSp>
        <p:sp>
          <p:nvSpPr>
            <p:cNvPr id="8581" name="Rectangle 959">
              <a:extLst>
                <a:ext uri="{FF2B5EF4-FFF2-40B4-BE49-F238E27FC236}">
                  <a16:creationId xmlns:a16="http://schemas.microsoft.com/office/drawing/2014/main" id="{A20DBC16-C27E-418D-BE51-F5ED13A3EC53}"/>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grpSp>
          <p:nvGrpSpPr>
            <p:cNvPr id="8582" name="Group 960">
              <a:extLst>
                <a:ext uri="{FF2B5EF4-FFF2-40B4-BE49-F238E27FC236}">
                  <a16:creationId xmlns:a16="http://schemas.microsoft.com/office/drawing/2014/main" id="{0EEE9675-2CD6-4D6E-AA49-D0BC7E702C64}"/>
                </a:ext>
              </a:extLst>
            </p:cNvPr>
            <p:cNvGrpSpPr>
              <a:grpSpLocks/>
            </p:cNvGrpSpPr>
            <p:nvPr/>
          </p:nvGrpSpPr>
          <p:grpSpPr bwMode="auto">
            <a:xfrm>
              <a:off x="4747" y="994"/>
              <a:ext cx="581" cy="134"/>
              <a:chOff x="614" y="2568"/>
              <a:chExt cx="725" cy="139"/>
            </a:xfrm>
          </p:grpSpPr>
          <p:sp>
            <p:nvSpPr>
              <p:cNvPr id="8603" name="AutoShape 961">
                <a:extLst>
                  <a:ext uri="{FF2B5EF4-FFF2-40B4-BE49-F238E27FC236}">
                    <a16:creationId xmlns:a16="http://schemas.microsoft.com/office/drawing/2014/main" id="{EA0DD2A8-CFA1-4DA6-A2C1-183F1BA1F2F8}"/>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604" name="AutoShape 962">
                <a:extLst>
                  <a:ext uri="{FF2B5EF4-FFF2-40B4-BE49-F238E27FC236}">
                    <a16:creationId xmlns:a16="http://schemas.microsoft.com/office/drawing/2014/main" id="{86B67D5F-DC5F-4A44-A1D6-755D768DF000}"/>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grpSp>
        <p:sp>
          <p:nvSpPr>
            <p:cNvPr id="8583" name="Rectangle 963">
              <a:extLst>
                <a:ext uri="{FF2B5EF4-FFF2-40B4-BE49-F238E27FC236}">
                  <a16:creationId xmlns:a16="http://schemas.microsoft.com/office/drawing/2014/main" id="{6558F736-5452-4D60-8DA8-53E0F3471D05}"/>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584" name="Rectangle 964">
              <a:extLst>
                <a:ext uri="{FF2B5EF4-FFF2-40B4-BE49-F238E27FC236}">
                  <a16:creationId xmlns:a16="http://schemas.microsoft.com/office/drawing/2014/main" id="{FED3004F-896C-4B20-82A6-67C03D337CCD}"/>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grpSp>
          <p:nvGrpSpPr>
            <p:cNvPr id="8585" name="Group 965">
              <a:extLst>
                <a:ext uri="{FF2B5EF4-FFF2-40B4-BE49-F238E27FC236}">
                  <a16:creationId xmlns:a16="http://schemas.microsoft.com/office/drawing/2014/main" id="{7D0E0489-B41A-407B-A012-59EC39F6FBCB}"/>
                </a:ext>
              </a:extLst>
            </p:cNvPr>
            <p:cNvGrpSpPr>
              <a:grpSpLocks/>
            </p:cNvGrpSpPr>
            <p:nvPr/>
          </p:nvGrpSpPr>
          <p:grpSpPr bwMode="auto">
            <a:xfrm>
              <a:off x="4735" y="1627"/>
              <a:ext cx="582" cy="151"/>
              <a:chOff x="614" y="2568"/>
              <a:chExt cx="725" cy="139"/>
            </a:xfrm>
          </p:grpSpPr>
          <p:sp>
            <p:nvSpPr>
              <p:cNvPr id="8601" name="AutoShape 966">
                <a:extLst>
                  <a:ext uri="{FF2B5EF4-FFF2-40B4-BE49-F238E27FC236}">
                    <a16:creationId xmlns:a16="http://schemas.microsoft.com/office/drawing/2014/main" id="{02DEAB81-A64A-4654-80CE-FC8D65502B75}"/>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602" name="AutoShape 967">
                <a:extLst>
                  <a:ext uri="{FF2B5EF4-FFF2-40B4-BE49-F238E27FC236}">
                    <a16:creationId xmlns:a16="http://schemas.microsoft.com/office/drawing/2014/main" id="{367E8F26-4774-4070-ABA1-90FFA568908B}"/>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grpSp>
        <p:sp>
          <p:nvSpPr>
            <p:cNvPr id="8586" name="Freeform 968">
              <a:extLst>
                <a:ext uri="{FF2B5EF4-FFF2-40B4-BE49-F238E27FC236}">
                  <a16:creationId xmlns:a16="http://schemas.microsoft.com/office/drawing/2014/main" id="{6B427EEE-AE98-41BE-9A45-160D10EC9B53}"/>
                </a:ext>
              </a:extLst>
            </p:cNvPr>
            <p:cNvSpPr>
              <a:spLocks/>
            </p:cNvSpPr>
            <p:nvPr/>
          </p:nvSpPr>
          <p:spPr bwMode="auto">
            <a:xfrm>
              <a:off x="5288" y="1354"/>
              <a:ext cx="263" cy="188"/>
            </a:xfrm>
            <a:custGeom>
              <a:avLst/>
              <a:gdLst>
                <a:gd name="T0" fmla="*/ 2 w 328"/>
                <a:gd name="T1" fmla="*/ 0 h 226"/>
                <a:gd name="T2" fmla="*/ 3 w 328"/>
                <a:gd name="T3" fmla="*/ 2 h 226"/>
                <a:gd name="T4" fmla="*/ 3 w 328"/>
                <a:gd name="T5" fmla="*/ 5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587" name="Group 969">
              <a:extLst>
                <a:ext uri="{FF2B5EF4-FFF2-40B4-BE49-F238E27FC236}">
                  <a16:creationId xmlns:a16="http://schemas.microsoft.com/office/drawing/2014/main" id="{695B4C75-A5FE-4EAE-8928-702087687808}"/>
                </a:ext>
              </a:extLst>
            </p:cNvPr>
            <p:cNvGrpSpPr>
              <a:grpSpLocks/>
            </p:cNvGrpSpPr>
            <p:nvPr/>
          </p:nvGrpSpPr>
          <p:grpSpPr bwMode="auto">
            <a:xfrm>
              <a:off x="4739" y="1327"/>
              <a:ext cx="582" cy="139"/>
              <a:chOff x="614" y="2568"/>
              <a:chExt cx="725" cy="139"/>
            </a:xfrm>
          </p:grpSpPr>
          <p:sp>
            <p:nvSpPr>
              <p:cNvPr id="8599" name="AutoShape 970">
                <a:extLst>
                  <a:ext uri="{FF2B5EF4-FFF2-40B4-BE49-F238E27FC236}">
                    <a16:creationId xmlns:a16="http://schemas.microsoft.com/office/drawing/2014/main" id="{671C0B16-AEC8-4BBD-85A7-80703965809C}"/>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600" name="AutoShape 971">
                <a:extLst>
                  <a:ext uri="{FF2B5EF4-FFF2-40B4-BE49-F238E27FC236}">
                    <a16:creationId xmlns:a16="http://schemas.microsoft.com/office/drawing/2014/main" id="{640B5577-DEFD-41FF-8FF1-5BBBFB5EE51B}"/>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grpSp>
        <p:sp>
          <p:nvSpPr>
            <p:cNvPr id="8588" name="Rectangle 972">
              <a:extLst>
                <a:ext uri="{FF2B5EF4-FFF2-40B4-BE49-F238E27FC236}">
                  <a16:creationId xmlns:a16="http://schemas.microsoft.com/office/drawing/2014/main" id="{AB3A9FFD-608D-457A-9A2B-71ED0C14EC13}"/>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589" name="Freeform 973">
              <a:extLst>
                <a:ext uri="{FF2B5EF4-FFF2-40B4-BE49-F238E27FC236}">
                  <a16:creationId xmlns:a16="http://schemas.microsoft.com/office/drawing/2014/main" id="{F039EEDF-B349-463F-A88C-5846F3181519}"/>
                </a:ext>
              </a:extLst>
            </p:cNvPr>
            <p:cNvSpPr>
              <a:spLocks/>
            </p:cNvSpPr>
            <p:nvPr/>
          </p:nvSpPr>
          <p:spPr bwMode="auto">
            <a:xfrm>
              <a:off x="5312" y="1007"/>
              <a:ext cx="237" cy="213"/>
            </a:xfrm>
            <a:custGeom>
              <a:avLst/>
              <a:gdLst>
                <a:gd name="T0" fmla="*/ 2 w 296"/>
                <a:gd name="T1" fmla="*/ 0 h 256"/>
                <a:gd name="T2" fmla="*/ 3 w 296"/>
                <a:gd name="T3" fmla="*/ 2 h 256"/>
                <a:gd name="T4" fmla="*/ 3 w 296"/>
                <a:gd name="T5" fmla="*/ 5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90" name="Freeform 974">
              <a:extLst>
                <a:ext uri="{FF2B5EF4-FFF2-40B4-BE49-F238E27FC236}">
                  <a16:creationId xmlns:a16="http://schemas.microsoft.com/office/drawing/2014/main" id="{D1F1E14A-87DE-4D49-A7F1-CEF33B69CA19}"/>
                </a:ext>
              </a:extLst>
            </p:cNvPr>
            <p:cNvSpPr>
              <a:spLocks/>
            </p:cNvSpPr>
            <p:nvPr/>
          </p:nvSpPr>
          <p:spPr bwMode="auto">
            <a:xfrm>
              <a:off x="5315" y="680"/>
              <a:ext cx="244" cy="240"/>
            </a:xfrm>
            <a:custGeom>
              <a:avLst/>
              <a:gdLst>
                <a:gd name="T0" fmla="*/ 0 w 304"/>
                <a:gd name="T1" fmla="*/ 0 h 288"/>
                <a:gd name="T2" fmla="*/ 3 w 304"/>
                <a:gd name="T3" fmla="*/ 4 h 288"/>
                <a:gd name="T4" fmla="*/ 2 w 304"/>
                <a:gd name="T5" fmla="*/ 7 h 288"/>
                <a:gd name="T6" fmla="*/ 2 w 304"/>
                <a:gd name="T7" fmla="*/ 3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91" name="Oval 975">
              <a:extLst>
                <a:ext uri="{FF2B5EF4-FFF2-40B4-BE49-F238E27FC236}">
                  <a16:creationId xmlns:a16="http://schemas.microsoft.com/office/drawing/2014/main" id="{F298171E-F559-4A9A-A466-4873A7395A10}"/>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592" name="Freeform 976">
              <a:extLst>
                <a:ext uri="{FF2B5EF4-FFF2-40B4-BE49-F238E27FC236}">
                  <a16:creationId xmlns:a16="http://schemas.microsoft.com/office/drawing/2014/main" id="{5C35BF39-CC11-4066-9715-196C49A04AAE}"/>
                </a:ext>
              </a:extLst>
            </p:cNvPr>
            <p:cNvSpPr>
              <a:spLocks/>
            </p:cNvSpPr>
            <p:nvPr/>
          </p:nvSpPr>
          <p:spPr bwMode="auto">
            <a:xfrm>
              <a:off x="5302" y="2614"/>
              <a:ext cx="245" cy="200"/>
            </a:xfrm>
            <a:custGeom>
              <a:avLst/>
              <a:gdLst>
                <a:gd name="T0" fmla="*/ 0 w 306"/>
                <a:gd name="T1" fmla="*/ 3 h 240"/>
                <a:gd name="T2" fmla="*/ 2 w 306"/>
                <a:gd name="T3" fmla="*/ 6 h 240"/>
                <a:gd name="T4" fmla="*/ 3 w 306"/>
                <a:gd name="T5" fmla="*/ 3 h 240"/>
                <a:gd name="T6" fmla="*/ 3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93" name="AutoShape 977">
              <a:extLst>
                <a:ext uri="{FF2B5EF4-FFF2-40B4-BE49-F238E27FC236}">
                  <a16:creationId xmlns:a16="http://schemas.microsoft.com/office/drawing/2014/main" id="{80E4F882-0BD5-4F8D-AFC6-2930454EE117}"/>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594" name="AutoShape 978">
              <a:extLst>
                <a:ext uri="{FF2B5EF4-FFF2-40B4-BE49-F238E27FC236}">
                  <a16:creationId xmlns:a16="http://schemas.microsoft.com/office/drawing/2014/main" id="{65B7D8F8-BFA9-4B59-9530-0CF702D1D1CC}"/>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595" name="Oval 979">
              <a:extLst>
                <a:ext uri="{FF2B5EF4-FFF2-40B4-BE49-F238E27FC236}">
                  <a16:creationId xmlns:a16="http://schemas.microsoft.com/office/drawing/2014/main" id="{7C396CE8-62D8-411E-8755-BEB40BD9B204}"/>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596" name="Oval 980">
              <a:extLst>
                <a:ext uri="{FF2B5EF4-FFF2-40B4-BE49-F238E27FC236}">
                  <a16:creationId xmlns:a16="http://schemas.microsoft.com/office/drawing/2014/main" id="{68850CC1-7AE0-4CFE-8332-53E29020B6CF}"/>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en-US" altLang="zh-CN" sz="1800">
                <a:solidFill>
                  <a:srgbClr val="FF0000"/>
                </a:solidFill>
                <a:ea typeface="宋体" panose="02010600030101010101" pitchFamily="2" charset="-122"/>
              </a:endParaRPr>
            </a:p>
          </p:txBody>
        </p:sp>
        <p:sp>
          <p:nvSpPr>
            <p:cNvPr id="8597" name="Oval 981">
              <a:extLst>
                <a:ext uri="{FF2B5EF4-FFF2-40B4-BE49-F238E27FC236}">
                  <a16:creationId xmlns:a16="http://schemas.microsoft.com/office/drawing/2014/main" id="{3EE7FED9-762F-4566-A54C-02F79A96E4EC}"/>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598" name="Rectangle 982">
              <a:extLst>
                <a:ext uri="{FF2B5EF4-FFF2-40B4-BE49-F238E27FC236}">
                  <a16:creationId xmlns:a16="http://schemas.microsoft.com/office/drawing/2014/main" id="{9FD51C30-F7D6-4CBC-9704-B56303B6BF45}"/>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grpSp>
      <p:grpSp>
        <p:nvGrpSpPr>
          <p:cNvPr id="8240" name="Group 983">
            <a:extLst>
              <a:ext uri="{FF2B5EF4-FFF2-40B4-BE49-F238E27FC236}">
                <a16:creationId xmlns:a16="http://schemas.microsoft.com/office/drawing/2014/main" id="{BE944FB1-0A24-41AF-9DF8-BB8E5381BB9B}"/>
              </a:ext>
            </a:extLst>
          </p:cNvPr>
          <p:cNvGrpSpPr>
            <a:grpSpLocks/>
          </p:cNvGrpSpPr>
          <p:nvPr/>
        </p:nvGrpSpPr>
        <p:grpSpPr bwMode="auto">
          <a:xfrm>
            <a:off x="7924800" y="5303838"/>
            <a:ext cx="227013" cy="481012"/>
            <a:chOff x="4140" y="429"/>
            <a:chExt cx="1425" cy="2396"/>
          </a:xfrm>
        </p:grpSpPr>
        <p:sp>
          <p:nvSpPr>
            <p:cNvPr id="8543" name="Freeform 984">
              <a:extLst>
                <a:ext uri="{FF2B5EF4-FFF2-40B4-BE49-F238E27FC236}">
                  <a16:creationId xmlns:a16="http://schemas.microsoft.com/office/drawing/2014/main" id="{CE4ADBFD-8C1C-439E-9C9D-8B774013BF02}"/>
                </a:ext>
              </a:extLst>
            </p:cNvPr>
            <p:cNvSpPr>
              <a:spLocks/>
            </p:cNvSpPr>
            <p:nvPr/>
          </p:nvSpPr>
          <p:spPr bwMode="auto">
            <a:xfrm>
              <a:off x="5268" y="433"/>
              <a:ext cx="283" cy="2286"/>
            </a:xfrm>
            <a:custGeom>
              <a:avLst/>
              <a:gdLst>
                <a:gd name="T0" fmla="*/ 2 w 354"/>
                <a:gd name="T1" fmla="*/ 0 h 2742"/>
                <a:gd name="T2" fmla="*/ 3 w 354"/>
                <a:gd name="T3" fmla="*/ 8 h 2742"/>
                <a:gd name="T4" fmla="*/ 3 w 354"/>
                <a:gd name="T5" fmla="*/ 58 h 2742"/>
                <a:gd name="T6" fmla="*/ 0 w 354"/>
                <a:gd name="T7" fmla="*/ 60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44" name="Rectangle 985">
              <a:extLst>
                <a:ext uri="{FF2B5EF4-FFF2-40B4-BE49-F238E27FC236}">
                  <a16:creationId xmlns:a16="http://schemas.microsoft.com/office/drawing/2014/main" id="{B16F7B92-6231-4289-9355-29648E86C6BF}"/>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545" name="Freeform 986">
              <a:extLst>
                <a:ext uri="{FF2B5EF4-FFF2-40B4-BE49-F238E27FC236}">
                  <a16:creationId xmlns:a16="http://schemas.microsoft.com/office/drawing/2014/main" id="{0C762795-979F-4A74-AAFC-18B009ECFDBD}"/>
                </a:ext>
              </a:extLst>
            </p:cNvPr>
            <p:cNvSpPr>
              <a:spLocks/>
            </p:cNvSpPr>
            <p:nvPr/>
          </p:nvSpPr>
          <p:spPr bwMode="auto">
            <a:xfrm>
              <a:off x="5321" y="570"/>
              <a:ext cx="169" cy="2115"/>
            </a:xfrm>
            <a:custGeom>
              <a:avLst/>
              <a:gdLst>
                <a:gd name="T0" fmla="*/ 2 w 211"/>
                <a:gd name="T1" fmla="*/ 0 h 2537"/>
                <a:gd name="T2" fmla="*/ 2 w 211"/>
                <a:gd name="T3" fmla="*/ 6 h 2537"/>
                <a:gd name="T4" fmla="*/ 2 w 211"/>
                <a:gd name="T5" fmla="*/ 54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46" name="Freeform 987">
              <a:extLst>
                <a:ext uri="{FF2B5EF4-FFF2-40B4-BE49-F238E27FC236}">
                  <a16:creationId xmlns:a16="http://schemas.microsoft.com/office/drawing/2014/main" id="{24E5BD9A-766F-4516-B19C-04581C0DE345}"/>
                </a:ext>
              </a:extLst>
            </p:cNvPr>
            <p:cNvSpPr>
              <a:spLocks/>
            </p:cNvSpPr>
            <p:nvPr/>
          </p:nvSpPr>
          <p:spPr bwMode="auto">
            <a:xfrm>
              <a:off x="5284" y="1640"/>
              <a:ext cx="263" cy="189"/>
            </a:xfrm>
            <a:custGeom>
              <a:avLst/>
              <a:gdLst>
                <a:gd name="T0" fmla="*/ 2 w 328"/>
                <a:gd name="T1" fmla="*/ 0 h 226"/>
                <a:gd name="T2" fmla="*/ 3 w 328"/>
                <a:gd name="T3" fmla="*/ 3 h 226"/>
                <a:gd name="T4" fmla="*/ 3 w 328"/>
                <a:gd name="T5" fmla="*/ 6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47" name="Rectangle 988">
              <a:extLst>
                <a:ext uri="{FF2B5EF4-FFF2-40B4-BE49-F238E27FC236}">
                  <a16:creationId xmlns:a16="http://schemas.microsoft.com/office/drawing/2014/main" id="{8DE82098-2CBA-4F0A-B697-C3FD4D2F37E9}"/>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grpSp>
          <p:nvGrpSpPr>
            <p:cNvPr id="8548" name="Group 989">
              <a:extLst>
                <a:ext uri="{FF2B5EF4-FFF2-40B4-BE49-F238E27FC236}">
                  <a16:creationId xmlns:a16="http://schemas.microsoft.com/office/drawing/2014/main" id="{1C1C8F3E-866B-4D16-BA6A-193DE24521BE}"/>
                </a:ext>
              </a:extLst>
            </p:cNvPr>
            <p:cNvGrpSpPr>
              <a:grpSpLocks/>
            </p:cNvGrpSpPr>
            <p:nvPr/>
          </p:nvGrpSpPr>
          <p:grpSpPr bwMode="auto">
            <a:xfrm>
              <a:off x="4749" y="668"/>
              <a:ext cx="581" cy="145"/>
              <a:chOff x="614" y="2568"/>
              <a:chExt cx="725" cy="139"/>
            </a:xfrm>
          </p:grpSpPr>
          <p:sp>
            <p:nvSpPr>
              <p:cNvPr id="8573" name="AutoShape 990">
                <a:extLst>
                  <a:ext uri="{FF2B5EF4-FFF2-40B4-BE49-F238E27FC236}">
                    <a16:creationId xmlns:a16="http://schemas.microsoft.com/office/drawing/2014/main" id="{6F534C61-2F4F-4B9D-ADC6-EC2573A565A0}"/>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574" name="AutoShape 991">
                <a:extLst>
                  <a:ext uri="{FF2B5EF4-FFF2-40B4-BE49-F238E27FC236}">
                    <a16:creationId xmlns:a16="http://schemas.microsoft.com/office/drawing/2014/main" id="{E1BC15C3-A82E-4E2D-A664-B9540185FCE5}"/>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grpSp>
        <p:sp>
          <p:nvSpPr>
            <p:cNvPr id="8549" name="Rectangle 992">
              <a:extLst>
                <a:ext uri="{FF2B5EF4-FFF2-40B4-BE49-F238E27FC236}">
                  <a16:creationId xmlns:a16="http://schemas.microsoft.com/office/drawing/2014/main" id="{1487AE31-0E29-4ECD-A8BC-D0D30179E366}"/>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grpSp>
          <p:nvGrpSpPr>
            <p:cNvPr id="8550" name="Group 993">
              <a:extLst>
                <a:ext uri="{FF2B5EF4-FFF2-40B4-BE49-F238E27FC236}">
                  <a16:creationId xmlns:a16="http://schemas.microsoft.com/office/drawing/2014/main" id="{D07D83A0-E3FE-465C-8D67-958B360134E8}"/>
                </a:ext>
              </a:extLst>
            </p:cNvPr>
            <p:cNvGrpSpPr>
              <a:grpSpLocks/>
            </p:cNvGrpSpPr>
            <p:nvPr/>
          </p:nvGrpSpPr>
          <p:grpSpPr bwMode="auto">
            <a:xfrm>
              <a:off x="4747" y="994"/>
              <a:ext cx="581" cy="134"/>
              <a:chOff x="614" y="2568"/>
              <a:chExt cx="725" cy="139"/>
            </a:xfrm>
          </p:grpSpPr>
          <p:sp>
            <p:nvSpPr>
              <p:cNvPr id="8571" name="AutoShape 994">
                <a:extLst>
                  <a:ext uri="{FF2B5EF4-FFF2-40B4-BE49-F238E27FC236}">
                    <a16:creationId xmlns:a16="http://schemas.microsoft.com/office/drawing/2014/main" id="{D18F1B90-2E0E-4AD3-A3C5-9B19CBC299EB}"/>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572" name="AutoShape 995">
                <a:extLst>
                  <a:ext uri="{FF2B5EF4-FFF2-40B4-BE49-F238E27FC236}">
                    <a16:creationId xmlns:a16="http://schemas.microsoft.com/office/drawing/2014/main" id="{20474ADE-51F3-49B8-8464-B391944E1E7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grpSp>
        <p:sp>
          <p:nvSpPr>
            <p:cNvPr id="8551" name="Rectangle 996">
              <a:extLst>
                <a:ext uri="{FF2B5EF4-FFF2-40B4-BE49-F238E27FC236}">
                  <a16:creationId xmlns:a16="http://schemas.microsoft.com/office/drawing/2014/main" id="{9B7740A0-D085-46E0-A621-74836642D6A6}"/>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552" name="Rectangle 997">
              <a:extLst>
                <a:ext uri="{FF2B5EF4-FFF2-40B4-BE49-F238E27FC236}">
                  <a16:creationId xmlns:a16="http://schemas.microsoft.com/office/drawing/2014/main" id="{6E8B7F4E-8B7C-4681-AF18-DEA4B462A202}"/>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grpSp>
          <p:nvGrpSpPr>
            <p:cNvPr id="8553" name="Group 998">
              <a:extLst>
                <a:ext uri="{FF2B5EF4-FFF2-40B4-BE49-F238E27FC236}">
                  <a16:creationId xmlns:a16="http://schemas.microsoft.com/office/drawing/2014/main" id="{092BC70F-7CDA-4947-AFB7-32E543F20792}"/>
                </a:ext>
              </a:extLst>
            </p:cNvPr>
            <p:cNvGrpSpPr>
              <a:grpSpLocks/>
            </p:cNvGrpSpPr>
            <p:nvPr/>
          </p:nvGrpSpPr>
          <p:grpSpPr bwMode="auto">
            <a:xfrm>
              <a:off x="4735" y="1627"/>
              <a:ext cx="582" cy="151"/>
              <a:chOff x="614" y="2568"/>
              <a:chExt cx="725" cy="139"/>
            </a:xfrm>
          </p:grpSpPr>
          <p:sp>
            <p:nvSpPr>
              <p:cNvPr id="8569" name="AutoShape 999">
                <a:extLst>
                  <a:ext uri="{FF2B5EF4-FFF2-40B4-BE49-F238E27FC236}">
                    <a16:creationId xmlns:a16="http://schemas.microsoft.com/office/drawing/2014/main" id="{14BF619C-08E9-42A1-8B6D-20BD768204FB}"/>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570" name="AutoShape 1000">
                <a:extLst>
                  <a:ext uri="{FF2B5EF4-FFF2-40B4-BE49-F238E27FC236}">
                    <a16:creationId xmlns:a16="http://schemas.microsoft.com/office/drawing/2014/main" id="{8B549BD5-88D8-4B40-A234-747B8B9D2896}"/>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grpSp>
        <p:sp>
          <p:nvSpPr>
            <p:cNvPr id="8554" name="Freeform 1001">
              <a:extLst>
                <a:ext uri="{FF2B5EF4-FFF2-40B4-BE49-F238E27FC236}">
                  <a16:creationId xmlns:a16="http://schemas.microsoft.com/office/drawing/2014/main" id="{06F94E78-2B44-4380-949A-3DC75E567EFF}"/>
                </a:ext>
              </a:extLst>
            </p:cNvPr>
            <p:cNvSpPr>
              <a:spLocks/>
            </p:cNvSpPr>
            <p:nvPr/>
          </p:nvSpPr>
          <p:spPr bwMode="auto">
            <a:xfrm>
              <a:off x="5288" y="1354"/>
              <a:ext cx="263" cy="188"/>
            </a:xfrm>
            <a:custGeom>
              <a:avLst/>
              <a:gdLst>
                <a:gd name="T0" fmla="*/ 2 w 328"/>
                <a:gd name="T1" fmla="*/ 0 h 226"/>
                <a:gd name="T2" fmla="*/ 3 w 328"/>
                <a:gd name="T3" fmla="*/ 2 h 226"/>
                <a:gd name="T4" fmla="*/ 3 w 328"/>
                <a:gd name="T5" fmla="*/ 5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555" name="Group 1002">
              <a:extLst>
                <a:ext uri="{FF2B5EF4-FFF2-40B4-BE49-F238E27FC236}">
                  <a16:creationId xmlns:a16="http://schemas.microsoft.com/office/drawing/2014/main" id="{8A9CB5A0-AE54-41C4-9D5F-7D5944AF89E8}"/>
                </a:ext>
              </a:extLst>
            </p:cNvPr>
            <p:cNvGrpSpPr>
              <a:grpSpLocks/>
            </p:cNvGrpSpPr>
            <p:nvPr/>
          </p:nvGrpSpPr>
          <p:grpSpPr bwMode="auto">
            <a:xfrm>
              <a:off x="4739" y="1327"/>
              <a:ext cx="582" cy="139"/>
              <a:chOff x="614" y="2568"/>
              <a:chExt cx="725" cy="139"/>
            </a:xfrm>
          </p:grpSpPr>
          <p:sp>
            <p:nvSpPr>
              <p:cNvPr id="8567" name="AutoShape 1003">
                <a:extLst>
                  <a:ext uri="{FF2B5EF4-FFF2-40B4-BE49-F238E27FC236}">
                    <a16:creationId xmlns:a16="http://schemas.microsoft.com/office/drawing/2014/main" id="{1CD02535-2F0F-4BCF-ABA0-B3D5495CB602}"/>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568" name="AutoShape 1004">
                <a:extLst>
                  <a:ext uri="{FF2B5EF4-FFF2-40B4-BE49-F238E27FC236}">
                    <a16:creationId xmlns:a16="http://schemas.microsoft.com/office/drawing/2014/main" id="{671938C4-66F2-4DBC-962B-68800DF89BEA}"/>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grpSp>
        <p:sp>
          <p:nvSpPr>
            <p:cNvPr id="8556" name="Rectangle 1005">
              <a:extLst>
                <a:ext uri="{FF2B5EF4-FFF2-40B4-BE49-F238E27FC236}">
                  <a16:creationId xmlns:a16="http://schemas.microsoft.com/office/drawing/2014/main" id="{EB7285D7-9853-46B9-A3CE-664B3F54FB4A}"/>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557" name="Freeform 1006">
              <a:extLst>
                <a:ext uri="{FF2B5EF4-FFF2-40B4-BE49-F238E27FC236}">
                  <a16:creationId xmlns:a16="http://schemas.microsoft.com/office/drawing/2014/main" id="{63938FC5-626C-410D-B142-07DA5847A341}"/>
                </a:ext>
              </a:extLst>
            </p:cNvPr>
            <p:cNvSpPr>
              <a:spLocks/>
            </p:cNvSpPr>
            <p:nvPr/>
          </p:nvSpPr>
          <p:spPr bwMode="auto">
            <a:xfrm>
              <a:off x="5312" y="1007"/>
              <a:ext cx="237" cy="213"/>
            </a:xfrm>
            <a:custGeom>
              <a:avLst/>
              <a:gdLst>
                <a:gd name="T0" fmla="*/ 2 w 296"/>
                <a:gd name="T1" fmla="*/ 0 h 256"/>
                <a:gd name="T2" fmla="*/ 3 w 296"/>
                <a:gd name="T3" fmla="*/ 2 h 256"/>
                <a:gd name="T4" fmla="*/ 3 w 296"/>
                <a:gd name="T5" fmla="*/ 5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58" name="Freeform 1007">
              <a:extLst>
                <a:ext uri="{FF2B5EF4-FFF2-40B4-BE49-F238E27FC236}">
                  <a16:creationId xmlns:a16="http://schemas.microsoft.com/office/drawing/2014/main" id="{9CDF7761-A99F-49B1-8B32-B18A45844050}"/>
                </a:ext>
              </a:extLst>
            </p:cNvPr>
            <p:cNvSpPr>
              <a:spLocks/>
            </p:cNvSpPr>
            <p:nvPr/>
          </p:nvSpPr>
          <p:spPr bwMode="auto">
            <a:xfrm>
              <a:off x="5315" y="680"/>
              <a:ext cx="244" cy="240"/>
            </a:xfrm>
            <a:custGeom>
              <a:avLst/>
              <a:gdLst>
                <a:gd name="T0" fmla="*/ 0 w 304"/>
                <a:gd name="T1" fmla="*/ 0 h 288"/>
                <a:gd name="T2" fmla="*/ 3 w 304"/>
                <a:gd name="T3" fmla="*/ 4 h 288"/>
                <a:gd name="T4" fmla="*/ 2 w 304"/>
                <a:gd name="T5" fmla="*/ 7 h 288"/>
                <a:gd name="T6" fmla="*/ 2 w 304"/>
                <a:gd name="T7" fmla="*/ 3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59" name="Oval 1008">
              <a:extLst>
                <a:ext uri="{FF2B5EF4-FFF2-40B4-BE49-F238E27FC236}">
                  <a16:creationId xmlns:a16="http://schemas.microsoft.com/office/drawing/2014/main" id="{1B45C07F-ABAE-463A-AC1D-463338BE21C0}"/>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560" name="Freeform 1009">
              <a:extLst>
                <a:ext uri="{FF2B5EF4-FFF2-40B4-BE49-F238E27FC236}">
                  <a16:creationId xmlns:a16="http://schemas.microsoft.com/office/drawing/2014/main" id="{066EEE4D-9D5B-483E-A916-696221853A83}"/>
                </a:ext>
              </a:extLst>
            </p:cNvPr>
            <p:cNvSpPr>
              <a:spLocks/>
            </p:cNvSpPr>
            <p:nvPr/>
          </p:nvSpPr>
          <p:spPr bwMode="auto">
            <a:xfrm>
              <a:off x="5302" y="2614"/>
              <a:ext cx="245" cy="200"/>
            </a:xfrm>
            <a:custGeom>
              <a:avLst/>
              <a:gdLst>
                <a:gd name="T0" fmla="*/ 0 w 306"/>
                <a:gd name="T1" fmla="*/ 3 h 240"/>
                <a:gd name="T2" fmla="*/ 2 w 306"/>
                <a:gd name="T3" fmla="*/ 6 h 240"/>
                <a:gd name="T4" fmla="*/ 3 w 306"/>
                <a:gd name="T5" fmla="*/ 3 h 240"/>
                <a:gd name="T6" fmla="*/ 3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61" name="AutoShape 1010">
              <a:extLst>
                <a:ext uri="{FF2B5EF4-FFF2-40B4-BE49-F238E27FC236}">
                  <a16:creationId xmlns:a16="http://schemas.microsoft.com/office/drawing/2014/main" id="{E8BE8489-0E1B-4E8C-9F9F-AE307A0A1E83}"/>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562" name="AutoShape 1011">
              <a:extLst>
                <a:ext uri="{FF2B5EF4-FFF2-40B4-BE49-F238E27FC236}">
                  <a16:creationId xmlns:a16="http://schemas.microsoft.com/office/drawing/2014/main" id="{6E82AD34-5E91-41ED-B1FB-047581932EC8}"/>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563" name="Oval 1012">
              <a:extLst>
                <a:ext uri="{FF2B5EF4-FFF2-40B4-BE49-F238E27FC236}">
                  <a16:creationId xmlns:a16="http://schemas.microsoft.com/office/drawing/2014/main" id="{276CE395-4D9F-4DC7-93F8-9C3D079481A2}"/>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564" name="Oval 1013">
              <a:extLst>
                <a:ext uri="{FF2B5EF4-FFF2-40B4-BE49-F238E27FC236}">
                  <a16:creationId xmlns:a16="http://schemas.microsoft.com/office/drawing/2014/main" id="{FD03C98F-FD1B-462E-B60E-1F7E1493C60D}"/>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en-US" altLang="zh-CN" sz="1800">
                <a:solidFill>
                  <a:srgbClr val="FF0000"/>
                </a:solidFill>
                <a:ea typeface="宋体" panose="02010600030101010101" pitchFamily="2" charset="-122"/>
              </a:endParaRPr>
            </a:p>
          </p:txBody>
        </p:sp>
        <p:sp>
          <p:nvSpPr>
            <p:cNvPr id="8565" name="Oval 1014">
              <a:extLst>
                <a:ext uri="{FF2B5EF4-FFF2-40B4-BE49-F238E27FC236}">
                  <a16:creationId xmlns:a16="http://schemas.microsoft.com/office/drawing/2014/main" id="{F5778805-3F3B-42D7-AECD-F3C725E1278B}"/>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566" name="Rectangle 1015">
              <a:extLst>
                <a:ext uri="{FF2B5EF4-FFF2-40B4-BE49-F238E27FC236}">
                  <a16:creationId xmlns:a16="http://schemas.microsoft.com/office/drawing/2014/main" id="{1A94376B-4C43-4C54-A253-BC3B7D21B98B}"/>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grpSp>
      <p:pic>
        <p:nvPicPr>
          <p:cNvPr id="8241" name="Picture 1017" descr="antenna_stylized">
            <a:extLst>
              <a:ext uri="{FF2B5EF4-FFF2-40B4-BE49-F238E27FC236}">
                <a16:creationId xmlns:a16="http://schemas.microsoft.com/office/drawing/2014/main" id="{5255F768-64BE-4C6D-BF1C-D56E8FA4FD2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02250" y="2043113"/>
            <a:ext cx="530225" cy="2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42" name="Picture 1018" descr="laptop_keyboard">
            <a:extLst>
              <a:ext uri="{FF2B5EF4-FFF2-40B4-BE49-F238E27FC236}">
                <a16:creationId xmlns:a16="http://schemas.microsoft.com/office/drawing/2014/main" id="{408A47F7-0409-4C65-9B12-F56B0614902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rot="109064" flipH="1">
            <a:off x="5327650" y="2292350"/>
            <a:ext cx="4381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43" name="Freeform 1019">
            <a:extLst>
              <a:ext uri="{FF2B5EF4-FFF2-40B4-BE49-F238E27FC236}">
                <a16:creationId xmlns:a16="http://schemas.microsoft.com/office/drawing/2014/main" id="{D10CB191-7469-40CD-B0A9-57590C945D5D}"/>
              </a:ext>
            </a:extLst>
          </p:cNvPr>
          <p:cNvSpPr>
            <a:spLocks/>
          </p:cNvSpPr>
          <p:nvPr/>
        </p:nvSpPr>
        <p:spPr bwMode="auto">
          <a:xfrm>
            <a:off x="5472113" y="2136775"/>
            <a:ext cx="352425" cy="207963"/>
          </a:xfrm>
          <a:custGeom>
            <a:avLst/>
            <a:gdLst>
              <a:gd name="T0" fmla="*/ 2147483646 w 2982"/>
              <a:gd name="T1" fmla="*/ 0 h 2442"/>
              <a:gd name="T2" fmla="*/ 0 w 2982"/>
              <a:gd name="T3" fmla="*/ 2147483646 h 2442"/>
              <a:gd name="T4" fmla="*/ 2147483646 w 2982"/>
              <a:gd name="T5" fmla="*/ 2147483646 h 2442"/>
              <a:gd name="T6" fmla="*/ 2147483646 w 2982"/>
              <a:gd name="T7" fmla="*/ 2147483646 h 2442"/>
              <a:gd name="T8" fmla="*/ 2147483646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8244" name="Picture 1020" descr="screen">
            <a:extLst>
              <a:ext uri="{FF2B5EF4-FFF2-40B4-BE49-F238E27FC236}">
                <a16:creationId xmlns:a16="http://schemas.microsoft.com/office/drawing/2014/main" id="{61409298-245E-4941-A90E-B558080DFE2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489575" y="2141538"/>
            <a:ext cx="320675"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45" name="Freeform 1021">
            <a:extLst>
              <a:ext uri="{FF2B5EF4-FFF2-40B4-BE49-F238E27FC236}">
                <a16:creationId xmlns:a16="http://schemas.microsoft.com/office/drawing/2014/main" id="{756A4D95-B210-4769-8256-775633E3C17B}"/>
              </a:ext>
            </a:extLst>
          </p:cNvPr>
          <p:cNvSpPr>
            <a:spLocks/>
          </p:cNvSpPr>
          <p:nvPr/>
        </p:nvSpPr>
        <p:spPr bwMode="auto">
          <a:xfrm>
            <a:off x="5537200" y="2130425"/>
            <a:ext cx="298450" cy="39688"/>
          </a:xfrm>
          <a:custGeom>
            <a:avLst/>
            <a:gdLst>
              <a:gd name="T0" fmla="*/ 2147483646 w 2528"/>
              <a:gd name="T1" fmla="*/ 0 h 455"/>
              <a:gd name="T2" fmla="*/ 2147483646 w 2528"/>
              <a:gd name="T3" fmla="*/ 2147483646 h 455"/>
              <a:gd name="T4" fmla="*/ 2147483646 w 2528"/>
              <a:gd name="T5" fmla="*/ 2147483646 h 455"/>
              <a:gd name="T6" fmla="*/ 0 w 2528"/>
              <a:gd name="T7" fmla="*/ 2147483646 h 455"/>
              <a:gd name="T8" fmla="*/ 2147483646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6" name="Freeform 1022">
            <a:extLst>
              <a:ext uri="{FF2B5EF4-FFF2-40B4-BE49-F238E27FC236}">
                <a16:creationId xmlns:a16="http://schemas.microsoft.com/office/drawing/2014/main" id="{5470FB65-5AEB-4072-9013-8B9109C90A5E}"/>
              </a:ext>
            </a:extLst>
          </p:cNvPr>
          <p:cNvSpPr>
            <a:spLocks/>
          </p:cNvSpPr>
          <p:nvPr/>
        </p:nvSpPr>
        <p:spPr bwMode="auto">
          <a:xfrm>
            <a:off x="5470525" y="2130425"/>
            <a:ext cx="82550" cy="161925"/>
          </a:xfrm>
          <a:custGeom>
            <a:avLst/>
            <a:gdLst>
              <a:gd name="T0" fmla="*/ 2147483646 w 702"/>
              <a:gd name="T1" fmla="*/ 0 h 1893"/>
              <a:gd name="T2" fmla="*/ 0 w 702"/>
              <a:gd name="T3" fmla="*/ 2147483646 h 1893"/>
              <a:gd name="T4" fmla="*/ 2147483646 w 702"/>
              <a:gd name="T5" fmla="*/ 2147483646 h 1893"/>
              <a:gd name="T6" fmla="*/ 2147483646 w 702"/>
              <a:gd name="T7" fmla="*/ 2147483646 h 1893"/>
              <a:gd name="T8" fmla="*/ 214748364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7" name="Freeform 1023">
            <a:extLst>
              <a:ext uri="{FF2B5EF4-FFF2-40B4-BE49-F238E27FC236}">
                <a16:creationId xmlns:a16="http://schemas.microsoft.com/office/drawing/2014/main" id="{D523CBAC-1930-4B1E-B1F4-72A5E7D38864}"/>
              </a:ext>
            </a:extLst>
          </p:cNvPr>
          <p:cNvSpPr>
            <a:spLocks/>
          </p:cNvSpPr>
          <p:nvPr/>
        </p:nvSpPr>
        <p:spPr bwMode="auto">
          <a:xfrm>
            <a:off x="5743575" y="2159000"/>
            <a:ext cx="88900" cy="185738"/>
          </a:xfrm>
          <a:custGeom>
            <a:avLst/>
            <a:gdLst>
              <a:gd name="T0" fmla="*/ 2147483646 w 756"/>
              <a:gd name="T1" fmla="*/ 0 h 2184"/>
              <a:gd name="T2" fmla="*/ 2147483646 w 756"/>
              <a:gd name="T3" fmla="*/ 2147483646 h 2184"/>
              <a:gd name="T4" fmla="*/ 0 w 756"/>
              <a:gd name="T5" fmla="*/ 2147483646 h 2184"/>
              <a:gd name="T6" fmla="*/ 2147483646 w 756"/>
              <a:gd name="T7" fmla="*/ 2147483646 h 2184"/>
              <a:gd name="T8" fmla="*/ 2147483646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8" name="Freeform 1024">
            <a:extLst>
              <a:ext uri="{FF2B5EF4-FFF2-40B4-BE49-F238E27FC236}">
                <a16:creationId xmlns:a16="http://schemas.microsoft.com/office/drawing/2014/main" id="{070A1A7B-ED75-4468-8532-70F49C2DF91A}"/>
              </a:ext>
            </a:extLst>
          </p:cNvPr>
          <p:cNvSpPr>
            <a:spLocks/>
          </p:cNvSpPr>
          <p:nvPr/>
        </p:nvSpPr>
        <p:spPr bwMode="auto">
          <a:xfrm>
            <a:off x="5468938" y="2282825"/>
            <a:ext cx="327025" cy="63500"/>
          </a:xfrm>
          <a:custGeom>
            <a:avLst/>
            <a:gdLst>
              <a:gd name="T0" fmla="*/ 2147483646 w 2773"/>
              <a:gd name="T1" fmla="*/ 0 h 738"/>
              <a:gd name="T2" fmla="*/ 0 w 2773"/>
              <a:gd name="T3" fmla="*/ 2147483646 h 738"/>
              <a:gd name="T4" fmla="*/ 2147483646 w 2773"/>
              <a:gd name="T5" fmla="*/ 2147483646 h 738"/>
              <a:gd name="T6" fmla="*/ 2147483646 w 2773"/>
              <a:gd name="T7" fmla="*/ 2147483646 h 738"/>
              <a:gd name="T8" fmla="*/ 2147483646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9" name="Freeform 1025">
            <a:extLst>
              <a:ext uri="{FF2B5EF4-FFF2-40B4-BE49-F238E27FC236}">
                <a16:creationId xmlns:a16="http://schemas.microsoft.com/office/drawing/2014/main" id="{BD164BDA-20A3-4DC5-A57C-0FE5F3F5589D}"/>
              </a:ext>
            </a:extLst>
          </p:cNvPr>
          <p:cNvSpPr>
            <a:spLocks/>
          </p:cNvSpPr>
          <p:nvPr/>
        </p:nvSpPr>
        <p:spPr bwMode="auto">
          <a:xfrm>
            <a:off x="5753100" y="2160588"/>
            <a:ext cx="84138" cy="187325"/>
          </a:xfrm>
          <a:custGeom>
            <a:avLst/>
            <a:gdLst>
              <a:gd name="T0" fmla="*/ 2147483646 w 637"/>
              <a:gd name="T1" fmla="*/ 0 h 1659"/>
              <a:gd name="T2" fmla="*/ 2147483646 w 637"/>
              <a:gd name="T3" fmla="*/ 0 h 1659"/>
              <a:gd name="T4" fmla="*/ 2147483646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50" name="Freeform 1026">
            <a:extLst>
              <a:ext uri="{FF2B5EF4-FFF2-40B4-BE49-F238E27FC236}">
                <a16:creationId xmlns:a16="http://schemas.microsoft.com/office/drawing/2014/main" id="{2DA40999-31F8-4AC5-B93F-F6975EB202AD}"/>
              </a:ext>
            </a:extLst>
          </p:cNvPr>
          <p:cNvSpPr>
            <a:spLocks/>
          </p:cNvSpPr>
          <p:nvPr/>
        </p:nvSpPr>
        <p:spPr bwMode="auto">
          <a:xfrm>
            <a:off x="5468938" y="2292350"/>
            <a:ext cx="290512" cy="61913"/>
          </a:xfrm>
          <a:custGeom>
            <a:avLst/>
            <a:gdLst>
              <a:gd name="T0" fmla="*/ 0 w 2216"/>
              <a:gd name="T1" fmla="*/ 0 h 550"/>
              <a:gd name="T2" fmla="*/ 2147483646 w 2216"/>
              <a:gd name="T3" fmla="*/ 2147483646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251" name="Group 1027">
            <a:extLst>
              <a:ext uri="{FF2B5EF4-FFF2-40B4-BE49-F238E27FC236}">
                <a16:creationId xmlns:a16="http://schemas.microsoft.com/office/drawing/2014/main" id="{AE64ECB7-323E-4A7C-9D9F-C128261A1BF0}"/>
              </a:ext>
            </a:extLst>
          </p:cNvPr>
          <p:cNvGrpSpPr>
            <a:grpSpLocks/>
          </p:cNvGrpSpPr>
          <p:nvPr/>
        </p:nvGrpSpPr>
        <p:grpSpPr bwMode="auto">
          <a:xfrm>
            <a:off x="5464175" y="2357438"/>
            <a:ext cx="98425" cy="38100"/>
            <a:chOff x="1740" y="2642"/>
            <a:chExt cx="752" cy="327"/>
          </a:xfrm>
        </p:grpSpPr>
        <p:sp>
          <p:nvSpPr>
            <p:cNvPr id="8537" name="Freeform 1028">
              <a:extLst>
                <a:ext uri="{FF2B5EF4-FFF2-40B4-BE49-F238E27FC236}">
                  <a16:creationId xmlns:a16="http://schemas.microsoft.com/office/drawing/2014/main" id="{166B0AD2-32B3-4DB7-8BD2-375F12EE48E5}"/>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38" name="Freeform 1029">
              <a:extLst>
                <a:ext uri="{FF2B5EF4-FFF2-40B4-BE49-F238E27FC236}">
                  <a16:creationId xmlns:a16="http://schemas.microsoft.com/office/drawing/2014/main" id="{E3C9C353-FEEC-442F-B42C-3BA6D9C3EB1F}"/>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39" name="Freeform 1030">
              <a:extLst>
                <a:ext uri="{FF2B5EF4-FFF2-40B4-BE49-F238E27FC236}">
                  <a16:creationId xmlns:a16="http://schemas.microsoft.com/office/drawing/2014/main" id="{44CA2B24-CD30-4041-BE9E-9747A286205B}"/>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40" name="Freeform 1031">
              <a:extLst>
                <a:ext uri="{FF2B5EF4-FFF2-40B4-BE49-F238E27FC236}">
                  <a16:creationId xmlns:a16="http://schemas.microsoft.com/office/drawing/2014/main" id="{63294F30-F542-4B72-AF9B-D8D99AD10349}"/>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41" name="Freeform 1032">
              <a:extLst>
                <a:ext uri="{FF2B5EF4-FFF2-40B4-BE49-F238E27FC236}">
                  <a16:creationId xmlns:a16="http://schemas.microsoft.com/office/drawing/2014/main" id="{C9C0181D-D1EE-4A51-9D67-7A488E2DDD5D}"/>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42" name="Freeform 1033">
              <a:extLst>
                <a:ext uri="{FF2B5EF4-FFF2-40B4-BE49-F238E27FC236}">
                  <a16:creationId xmlns:a16="http://schemas.microsoft.com/office/drawing/2014/main" id="{19759667-6787-4C21-94DB-0C5A783D70EE}"/>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8252" name="Freeform 1034">
            <a:extLst>
              <a:ext uri="{FF2B5EF4-FFF2-40B4-BE49-F238E27FC236}">
                <a16:creationId xmlns:a16="http://schemas.microsoft.com/office/drawing/2014/main" id="{DECF2D8E-F9B9-446B-B59E-526E32602494}"/>
              </a:ext>
            </a:extLst>
          </p:cNvPr>
          <p:cNvSpPr>
            <a:spLocks/>
          </p:cNvSpPr>
          <p:nvPr/>
        </p:nvSpPr>
        <p:spPr bwMode="auto">
          <a:xfrm>
            <a:off x="5634038" y="2363788"/>
            <a:ext cx="119062" cy="80962"/>
          </a:xfrm>
          <a:custGeom>
            <a:avLst/>
            <a:gdLst>
              <a:gd name="T0" fmla="*/ 2147483646 w 990"/>
              <a:gd name="T1" fmla="*/ 2147483646 h 792"/>
              <a:gd name="T2" fmla="*/ 2147483646 w 990"/>
              <a:gd name="T3" fmla="*/ 0 h 792"/>
              <a:gd name="T4" fmla="*/ 2147483646 w 990"/>
              <a:gd name="T5" fmla="*/ 2147483646 h 792"/>
              <a:gd name="T6" fmla="*/ 0 w 990"/>
              <a:gd name="T7" fmla="*/ 2147483646 h 792"/>
              <a:gd name="T8" fmla="*/ 2147483646 w 990"/>
              <a:gd name="T9" fmla="*/ 214748364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53" name="Freeform 1035">
            <a:extLst>
              <a:ext uri="{FF2B5EF4-FFF2-40B4-BE49-F238E27FC236}">
                <a16:creationId xmlns:a16="http://schemas.microsoft.com/office/drawing/2014/main" id="{87C11FF8-0451-4F18-B23F-DBE2BC8EBBE0}"/>
              </a:ext>
            </a:extLst>
          </p:cNvPr>
          <p:cNvSpPr>
            <a:spLocks/>
          </p:cNvSpPr>
          <p:nvPr/>
        </p:nvSpPr>
        <p:spPr bwMode="auto">
          <a:xfrm>
            <a:off x="5327650" y="2370138"/>
            <a:ext cx="306388" cy="73025"/>
          </a:xfrm>
          <a:custGeom>
            <a:avLst/>
            <a:gdLst>
              <a:gd name="T0" fmla="*/ 2147483646 w 2532"/>
              <a:gd name="T1" fmla="*/ 0 h 723"/>
              <a:gd name="T2" fmla="*/ 2147483646 w 2532"/>
              <a:gd name="T3" fmla="*/ 0 h 723"/>
              <a:gd name="T4" fmla="*/ 2147483646 w 2532"/>
              <a:gd name="T5" fmla="*/ 2147483646 h 723"/>
              <a:gd name="T6" fmla="*/ 2147483646 w 2532"/>
              <a:gd name="T7" fmla="*/ 2147483646 h 723"/>
              <a:gd name="T8" fmla="*/ 0 w 2532"/>
              <a:gd name="T9" fmla="*/ 2147483646 h 723"/>
              <a:gd name="T10" fmla="*/ 214748364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54" name="Freeform 1036">
            <a:extLst>
              <a:ext uri="{FF2B5EF4-FFF2-40B4-BE49-F238E27FC236}">
                <a16:creationId xmlns:a16="http://schemas.microsoft.com/office/drawing/2014/main" id="{90DB34E2-6219-4907-B284-737667B7DED2}"/>
              </a:ext>
            </a:extLst>
          </p:cNvPr>
          <p:cNvSpPr>
            <a:spLocks/>
          </p:cNvSpPr>
          <p:nvPr/>
        </p:nvSpPr>
        <p:spPr bwMode="auto">
          <a:xfrm>
            <a:off x="5327650" y="2355850"/>
            <a:ext cx="4763" cy="15875"/>
          </a:xfrm>
          <a:custGeom>
            <a:avLst/>
            <a:gdLst>
              <a:gd name="T0" fmla="*/ 2147483646 w 26"/>
              <a:gd name="T1" fmla="*/ 2147483646 h 147"/>
              <a:gd name="T2" fmla="*/ 2147483646 w 26"/>
              <a:gd name="T3" fmla="*/ 2147483646 h 147"/>
              <a:gd name="T4" fmla="*/ 0 w 26"/>
              <a:gd name="T5" fmla="*/ 2147483646 h 147"/>
              <a:gd name="T6" fmla="*/ 2147483646 w 26"/>
              <a:gd name="T7" fmla="*/ 0 h 147"/>
              <a:gd name="T8" fmla="*/ 2147483646 w 26"/>
              <a:gd name="T9" fmla="*/ 2147483646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55" name="Freeform 1037">
            <a:extLst>
              <a:ext uri="{FF2B5EF4-FFF2-40B4-BE49-F238E27FC236}">
                <a16:creationId xmlns:a16="http://schemas.microsoft.com/office/drawing/2014/main" id="{6628D78C-8788-473E-91F1-C55F2D97180D}"/>
              </a:ext>
            </a:extLst>
          </p:cNvPr>
          <p:cNvSpPr>
            <a:spLocks/>
          </p:cNvSpPr>
          <p:nvPr/>
        </p:nvSpPr>
        <p:spPr bwMode="auto">
          <a:xfrm>
            <a:off x="5329238" y="2295525"/>
            <a:ext cx="141287" cy="61913"/>
          </a:xfrm>
          <a:custGeom>
            <a:avLst/>
            <a:gdLst>
              <a:gd name="T0" fmla="*/ 2147483646 w 1176"/>
              <a:gd name="T1" fmla="*/ 0 h 606"/>
              <a:gd name="T2" fmla="*/ 0 w 1176"/>
              <a:gd name="T3" fmla="*/ 2147483646 h 606"/>
              <a:gd name="T4" fmla="*/ 2147483646 w 1176"/>
              <a:gd name="T5" fmla="*/ 2147483646 h 606"/>
              <a:gd name="T6" fmla="*/ 2147483646 w 1176"/>
              <a:gd name="T7" fmla="*/ 2147483646 h 606"/>
              <a:gd name="T8" fmla="*/ 2147483646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56" name="Freeform 1038">
            <a:extLst>
              <a:ext uri="{FF2B5EF4-FFF2-40B4-BE49-F238E27FC236}">
                <a16:creationId xmlns:a16="http://schemas.microsoft.com/office/drawing/2014/main" id="{55D1D539-7431-40C7-BCE4-D603E10A71CF}"/>
              </a:ext>
            </a:extLst>
          </p:cNvPr>
          <p:cNvSpPr>
            <a:spLocks/>
          </p:cNvSpPr>
          <p:nvPr/>
        </p:nvSpPr>
        <p:spPr bwMode="auto">
          <a:xfrm>
            <a:off x="5338763" y="2359025"/>
            <a:ext cx="288925" cy="71438"/>
          </a:xfrm>
          <a:custGeom>
            <a:avLst/>
            <a:gdLst>
              <a:gd name="T0" fmla="*/ 2147483646 w 2532"/>
              <a:gd name="T1" fmla="*/ 0 h 723"/>
              <a:gd name="T2" fmla="*/ 2147483646 w 2532"/>
              <a:gd name="T3" fmla="*/ 0 h 723"/>
              <a:gd name="T4" fmla="*/ 2147483646 w 2532"/>
              <a:gd name="T5" fmla="*/ 2147483646 h 723"/>
              <a:gd name="T6" fmla="*/ 2147483646 w 2532"/>
              <a:gd name="T7" fmla="*/ 2147483646 h 723"/>
              <a:gd name="T8" fmla="*/ 0 w 2532"/>
              <a:gd name="T9" fmla="*/ 2147483646 h 723"/>
              <a:gd name="T10" fmla="*/ 214748364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57" name="Freeform 1039">
            <a:extLst>
              <a:ext uri="{FF2B5EF4-FFF2-40B4-BE49-F238E27FC236}">
                <a16:creationId xmlns:a16="http://schemas.microsoft.com/office/drawing/2014/main" id="{0F2CAB89-A6EC-459C-B8C1-C13CC869FE11}"/>
              </a:ext>
            </a:extLst>
          </p:cNvPr>
          <p:cNvSpPr>
            <a:spLocks/>
          </p:cNvSpPr>
          <p:nvPr/>
        </p:nvSpPr>
        <p:spPr bwMode="auto">
          <a:xfrm flipV="1">
            <a:off x="5627688" y="2354263"/>
            <a:ext cx="119062" cy="74612"/>
          </a:xfrm>
          <a:custGeom>
            <a:avLst/>
            <a:gdLst>
              <a:gd name="T0" fmla="*/ 0 w 2532"/>
              <a:gd name="T1" fmla="*/ 0 h 723"/>
              <a:gd name="T2" fmla="*/ 0 w 2532"/>
              <a:gd name="T3" fmla="*/ 0 h 723"/>
              <a:gd name="T4" fmla="*/ 0 w 2532"/>
              <a:gd name="T5" fmla="*/ 2147483646 h 723"/>
              <a:gd name="T6" fmla="*/ 0 w 2532"/>
              <a:gd name="T7" fmla="*/ 2147483646 h 723"/>
              <a:gd name="T8" fmla="*/ 0 w 2532"/>
              <a:gd name="T9" fmla="*/ 214748364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258" name="Group 1064">
            <a:extLst>
              <a:ext uri="{FF2B5EF4-FFF2-40B4-BE49-F238E27FC236}">
                <a16:creationId xmlns:a16="http://schemas.microsoft.com/office/drawing/2014/main" id="{E539026E-3B65-42C7-BC7E-8FE364D1231A}"/>
              </a:ext>
            </a:extLst>
          </p:cNvPr>
          <p:cNvGrpSpPr>
            <a:grpSpLocks/>
          </p:cNvGrpSpPr>
          <p:nvPr/>
        </p:nvGrpSpPr>
        <p:grpSpPr bwMode="auto">
          <a:xfrm>
            <a:off x="6872288" y="5486400"/>
            <a:ext cx="474662" cy="407988"/>
            <a:chOff x="877" y="1008"/>
            <a:chExt cx="2747" cy="2591"/>
          </a:xfrm>
        </p:grpSpPr>
        <p:pic>
          <p:nvPicPr>
            <p:cNvPr id="8514" name="Picture 1065" descr="antenna_stylized">
              <a:extLst>
                <a:ext uri="{FF2B5EF4-FFF2-40B4-BE49-F238E27FC236}">
                  <a16:creationId xmlns:a16="http://schemas.microsoft.com/office/drawing/2014/main" id="{B137FDC3-7F65-4A06-A715-6D55A5E31BC8}"/>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15" name="Picture 1066" descr="laptop_keyboard">
              <a:extLst>
                <a:ext uri="{FF2B5EF4-FFF2-40B4-BE49-F238E27FC236}">
                  <a16:creationId xmlns:a16="http://schemas.microsoft.com/office/drawing/2014/main" id="{0CFE6182-3C79-4CF7-8AC8-E799B08ADD29}"/>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16" name="Freeform 1067">
              <a:extLst>
                <a:ext uri="{FF2B5EF4-FFF2-40B4-BE49-F238E27FC236}">
                  <a16:creationId xmlns:a16="http://schemas.microsoft.com/office/drawing/2014/main" id="{3C12CD98-3BAB-4AB1-9F40-ABC0257136AB}"/>
                </a:ext>
              </a:extLst>
            </p:cNvPr>
            <p:cNvSpPr>
              <a:spLocks/>
            </p:cNvSpPr>
            <p:nvPr/>
          </p:nvSpPr>
          <p:spPr bwMode="auto">
            <a:xfrm>
              <a:off x="1753" y="1603"/>
              <a:ext cx="1807" cy="1322"/>
            </a:xfrm>
            <a:custGeom>
              <a:avLst/>
              <a:gdLst>
                <a:gd name="T0" fmla="*/ 1 w 2982"/>
                <a:gd name="T1" fmla="*/ 0 h 2442"/>
                <a:gd name="T2" fmla="*/ 0 w 2982"/>
                <a:gd name="T3" fmla="*/ 1 h 2442"/>
                <a:gd name="T4" fmla="*/ 1 w 2982"/>
                <a:gd name="T5" fmla="*/ 1 h 2442"/>
                <a:gd name="T6" fmla="*/ 1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8517" name="Picture 1068" descr="screen">
              <a:extLst>
                <a:ext uri="{FF2B5EF4-FFF2-40B4-BE49-F238E27FC236}">
                  <a16:creationId xmlns:a16="http://schemas.microsoft.com/office/drawing/2014/main" id="{4570EA81-F9EB-4737-AE09-A8AF42C764E5}"/>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18" name="Freeform 1069">
              <a:extLst>
                <a:ext uri="{FF2B5EF4-FFF2-40B4-BE49-F238E27FC236}">
                  <a16:creationId xmlns:a16="http://schemas.microsoft.com/office/drawing/2014/main" id="{55C47B9F-75D2-40AF-931C-73B8315AFE83}"/>
                </a:ext>
              </a:extLst>
            </p:cNvPr>
            <p:cNvSpPr>
              <a:spLocks/>
            </p:cNvSpPr>
            <p:nvPr/>
          </p:nvSpPr>
          <p:spPr bwMode="auto">
            <a:xfrm>
              <a:off x="2082" y="1564"/>
              <a:ext cx="1531" cy="246"/>
            </a:xfrm>
            <a:custGeom>
              <a:avLst/>
              <a:gdLst>
                <a:gd name="T0" fmla="*/ 1 w 2528"/>
                <a:gd name="T1" fmla="*/ 0 h 455"/>
                <a:gd name="T2" fmla="*/ 1 w 2528"/>
                <a:gd name="T3" fmla="*/ 1 h 455"/>
                <a:gd name="T4" fmla="*/ 1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19" name="Freeform 1070">
              <a:extLst>
                <a:ext uri="{FF2B5EF4-FFF2-40B4-BE49-F238E27FC236}">
                  <a16:creationId xmlns:a16="http://schemas.microsoft.com/office/drawing/2014/main" id="{6042D44F-479A-4921-B6B4-A4B0A5809DD1}"/>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20" name="Freeform 1071">
              <a:extLst>
                <a:ext uri="{FF2B5EF4-FFF2-40B4-BE49-F238E27FC236}">
                  <a16:creationId xmlns:a16="http://schemas.microsoft.com/office/drawing/2014/main" id="{BE7FED41-78C0-47E1-8E98-29BCE31DF05A}"/>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21" name="Freeform 1072">
              <a:extLst>
                <a:ext uri="{FF2B5EF4-FFF2-40B4-BE49-F238E27FC236}">
                  <a16:creationId xmlns:a16="http://schemas.microsoft.com/office/drawing/2014/main" id="{EB13E6DD-653D-45D9-AB43-E4F241C8153F}"/>
                </a:ext>
              </a:extLst>
            </p:cNvPr>
            <p:cNvSpPr>
              <a:spLocks/>
            </p:cNvSpPr>
            <p:nvPr/>
          </p:nvSpPr>
          <p:spPr bwMode="auto">
            <a:xfrm>
              <a:off x="1732" y="2534"/>
              <a:ext cx="1680" cy="399"/>
            </a:xfrm>
            <a:custGeom>
              <a:avLst/>
              <a:gdLst>
                <a:gd name="T0" fmla="*/ 1 w 2773"/>
                <a:gd name="T1" fmla="*/ 0 h 738"/>
                <a:gd name="T2" fmla="*/ 0 w 2773"/>
                <a:gd name="T3" fmla="*/ 1 h 738"/>
                <a:gd name="T4" fmla="*/ 1 w 2773"/>
                <a:gd name="T5" fmla="*/ 1 h 738"/>
                <a:gd name="T6" fmla="*/ 1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22" name="Freeform 1073">
              <a:extLst>
                <a:ext uri="{FF2B5EF4-FFF2-40B4-BE49-F238E27FC236}">
                  <a16:creationId xmlns:a16="http://schemas.microsoft.com/office/drawing/2014/main" id="{E14B1897-02E8-48B7-A961-4E8A37A2216A}"/>
                </a:ext>
              </a:extLst>
            </p:cNvPr>
            <p:cNvSpPr>
              <a:spLocks/>
            </p:cNvSpPr>
            <p:nvPr/>
          </p:nvSpPr>
          <p:spPr bwMode="auto">
            <a:xfrm>
              <a:off x="3195" y="1755"/>
              <a:ext cx="429" cy="1187"/>
            </a:xfrm>
            <a:custGeom>
              <a:avLst/>
              <a:gdLst>
                <a:gd name="T0" fmla="*/ 1 w 637"/>
                <a:gd name="T1" fmla="*/ 0 h 1659"/>
                <a:gd name="T2" fmla="*/ 1 w 637"/>
                <a:gd name="T3" fmla="*/ 0 h 1659"/>
                <a:gd name="T4" fmla="*/ 1 w 637"/>
                <a:gd name="T5" fmla="*/ 1 h 1659"/>
                <a:gd name="T6" fmla="*/ 0 w 637"/>
                <a:gd name="T7" fmla="*/ 1 h 1659"/>
                <a:gd name="T8" fmla="*/ 1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23" name="Freeform 1074">
              <a:extLst>
                <a:ext uri="{FF2B5EF4-FFF2-40B4-BE49-F238E27FC236}">
                  <a16:creationId xmlns:a16="http://schemas.microsoft.com/office/drawing/2014/main" id="{A0C8F721-BC61-418D-B18F-FB71DA132DC1}"/>
                </a:ext>
              </a:extLst>
            </p:cNvPr>
            <p:cNvSpPr>
              <a:spLocks/>
            </p:cNvSpPr>
            <p:nvPr/>
          </p:nvSpPr>
          <p:spPr bwMode="auto">
            <a:xfrm>
              <a:off x="1734" y="2587"/>
              <a:ext cx="1494" cy="394"/>
            </a:xfrm>
            <a:custGeom>
              <a:avLst/>
              <a:gdLst>
                <a:gd name="T0" fmla="*/ 0 w 2216"/>
                <a:gd name="T1" fmla="*/ 0 h 550"/>
                <a:gd name="T2" fmla="*/ 1 w 2216"/>
                <a:gd name="T3" fmla="*/ 1 h 550"/>
                <a:gd name="T4" fmla="*/ 1 w 2216"/>
                <a:gd name="T5" fmla="*/ 1 h 550"/>
                <a:gd name="T6" fmla="*/ 1 w 2216"/>
                <a:gd name="T7" fmla="*/ 1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524" name="Group 1075">
              <a:extLst>
                <a:ext uri="{FF2B5EF4-FFF2-40B4-BE49-F238E27FC236}">
                  <a16:creationId xmlns:a16="http://schemas.microsoft.com/office/drawing/2014/main" id="{9EE5ECDA-A2C6-4882-A55F-F3D55514BCF0}"/>
                </a:ext>
              </a:extLst>
            </p:cNvPr>
            <p:cNvGrpSpPr>
              <a:grpSpLocks/>
            </p:cNvGrpSpPr>
            <p:nvPr/>
          </p:nvGrpSpPr>
          <p:grpSpPr bwMode="auto">
            <a:xfrm>
              <a:off x="1709" y="3008"/>
              <a:ext cx="507" cy="234"/>
              <a:chOff x="1740" y="2642"/>
              <a:chExt cx="752" cy="327"/>
            </a:xfrm>
          </p:grpSpPr>
          <p:sp>
            <p:nvSpPr>
              <p:cNvPr id="8531" name="Freeform 1076">
                <a:extLst>
                  <a:ext uri="{FF2B5EF4-FFF2-40B4-BE49-F238E27FC236}">
                    <a16:creationId xmlns:a16="http://schemas.microsoft.com/office/drawing/2014/main" id="{D8FE806C-42EA-48B2-9113-49DD8CF674E0}"/>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32" name="Freeform 1077">
                <a:extLst>
                  <a:ext uri="{FF2B5EF4-FFF2-40B4-BE49-F238E27FC236}">
                    <a16:creationId xmlns:a16="http://schemas.microsoft.com/office/drawing/2014/main" id="{7D7FCB04-0D98-4B70-BF73-AC800A1C18B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33" name="Freeform 1078">
                <a:extLst>
                  <a:ext uri="{FF2B5EF4-FFF2-40B4-BE49-F238E27FC236}">
                    <a16:creationId xmlns:a16="http://schemas.microsoft.com/office/drawing/2014/main" id="{62E0A184-46DA-466E-9F24-11F6686F2BB0}"/>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34" name="Freeform 1079">
                <a:extLst>
                  <a:ext uri="{FF2B5EF4-FFF2-40B4-BE49-F238E27FC236}">
                    <a16:creationId xmlns:a16="http://schemas.microsoft.com/office/drawing/2014/main" id="{0C767FC5-48B6-4886-B52B-B0A72FCCD91C}"/>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35" name="Freeform 1080">
                <a:extLst>
                  <a:ext uri="{FF2B5EF4-FFF2-40B4-BE49-F238E27FC236}">
                    <a16:creationId xmlns:a16="http://schemas.microsoft.com/office/drawing/2014/main" id="{AD35828D-7989-42AA-A39F-25786E27D8BF}"/>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36" name="Freeform 1081">
                <a:extLst>
                  <a:ext uri="{FF2B5EF4-FFF2-40B4-BE49-F238E27FC236}">
                    <a16:creationId xmlns:a16="http://schemas.microsoft.com/office/drawing/2014/main" id="{8D08BE6E-965E-47FE-AAFB-D08AE94C9750}"/>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8525" name="Freeform 1082">
              <a:extLst>
                <a:ext uri="{FF2B5EF4-FFF2-40B4-BE49-F238E27FC236}">
                  <a16:creationId xmlns:a16="http://schemas.microsoft.com/office/drawing/2014/main" id="{BAD265B1-8B44-448F-8D3D-6C00162E4E20}"/>
                </a:ext>
              </a:extLst>
            </p:cNvPr>
            <p:cNvSpPr>
              <a:spLocks/>
            </p:cNvSpPr>
            <p:nvPr/>
          </p:nvSpPr>
          <p:spPr bwMode="auto">
            <a:xfrm>
              <a:off x="2577" y="3043"/>
              <a:ext cx="614" cy="514"/>
            </a:xfrm>
            <a:custGeom>
              <a:avLst/>
              <a:gdLst>
                <a:gd name="T0" fmla="*/ 1 w 990"/>
                <a:gd name="T1" fmla="*/ 1 h 792"/>
                <a:gd name="T2" fmla="*/ 1 w 990"/>
                <a:gd name="T3" fmla="*/ 0 h 792"/>
                <a:gd name="T4" fmla="*/ 1 w 990"/>
                <a:gd name="T5" fmla="*/ 1 h 792"/>
                <a:gd name="T6" fmla="*/ 0 w 990"/>
                <a:gd name="T7" fmla="*/ 1 h 792"/>
                <a:gd name="T8" fmla="*/ 1 w 990"/>
                <a:gd name="T9" fmla="*/ 1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26" name="Freeform 1083">
              <a:extLst>
                <a:ext uri="{FF2B5EF4-FFF2-40B4-BE49-F238E27FC236}">
                  <a16:creationId xmlns:a16="http://schemas.microsoft.com/office/drawing/2014/main" id="{4B13A13E-B685-4038-9749-D4B76734702B}"/>
                </a:ext>
              </a:extLst>
            </p:cNvPr>
            <p:cNvSpPr>
              <a:spLocks/>
            </p:cNvSpPr>
            <p:nvPr/>
          </p:nvSpPr>
          <p:spPr bwMode="auto">
            <a:xfrm>
              <a:off x="1010" y="3084"/>
              <a:ext cx="1571" cy="469"/>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27" name="Freeform 1084">
              <a:extLst>
                <a:ext uri="{FF2B5EF4-FFF2-40B4-BE49-F238E27FC236}">
                  <a16:creationId xmlns:a16="http://schemas.microsoft.com/office/drawing/2014/main" id="{7DF952FB-739A-48BB-A96C-5DFBFC3690A6}"/>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28" name="Freeform 1085">
              <a:extLst>
                <a:ext uri="{FF2B5EF4-FFF2-40B4-BE49-F238E27FC236}">
                  <a16:creationId xmlns:a16="http://schemas.microsoft.com/office/drawing/2014/main" id="{90BC58F0-C394-4C9A-90CC-B6826999123C}"/>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29" name="Freeform 1086">
              <a:extLst>
                <a:ext uri="{FF2B5EF4-FFF2-40B4-BE49-F238E27FC236}">
                  <a16:creationId xmlns:a16="http://schemas.microsoft.com/office/drawing/2014/main" id="{6EAC1127-F7E6-4D97-8308-369D01D0026E}"/>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30" name="Freeform 1087">
              <a:extLst>
                <a:ext uri="{FF2B5EF4-FFF2-40B4-BE49-F238E27FC236}">
                  <a16:creationId xmlns:a16="http://schemas.microsoft.com/office/drawing/2014/main" id="{411D4D9A-A352-4297-8697-2DE9BD167DF2}"/>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1 h 723"/>
                <a:gd name="T6" fmla="*/ 0 w 2532"/>
                <a:gd name="T7" fmla="*/ 1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pic>
        <p:nvPicPr>
          <p:cNvPr id="8259" name="Picture 1115" descr="antenna_stylized">
            <a:extLst>
              <a:ext uri="{FF2B5EF4-FFF2-40B4-BE49-F238E27FC236}">
                <a16:creationId xmlns:a16="http://schemas.microsoft.com/office/drawing/2014/main" id="{0C704100-4B53-4721-86F8-D677C194743F}"/>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497513" y="3105150"/>
            <a:ext cx="34766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60" name="Picture 1116" descr="laptop_keyboard">
            <a:extLst>
              <a:ext uri="{FF2B5EF4-FFF2-40B4-BE49-F238E27FC236}">
                <a16:creationId xmlns:a16="http://schemas.microsoft.com/office/drawing/2014/main" id="{64080D9D-DB70-4422-A7B7-E0A872F19E70}"/>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5513388" y="3292475"/>
            <a:ext cx="287337"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61" name="Freeform 1117">
            <a:extLst>
              <a:ext uri="{FF2B5EF4-FFF2-40B4-BE49-F238E27FC236}">
                <a16:creationId xmlns:a16="http://schemas.microsoft.com/office/drawing/2014/main" id="{DC9D286C-1BAC-4971-9F17-9F769183930F}"/>
              </a:ext>
            </a:extLst>
          </p:cNvPr>
          <p:cNvSpPr>
            <a:spLocks/>
          </p:cNvSpPr>
          <p:nvPr/>
        </p:nvSpPr>
        <p:spPr bwMode="auto">
          <a:xfrm>
            <a:off x="5608638" y="3176588"/>
            <a:ext cx="231775" cy="155575"/>
          </a:xfrm>
          <a:custGeom>
            <a:avLst/>
            <a:gdLst>
              <a:gd name="T0" fmla="*/ 2147483646 w 2982"/>
              <a:gd name="T1" fmla="*/ 0 h 2442"/>
              <a:gd name="T2" fmla="*/ 0 w 2982"/>
              <a:gd name="T3" fmla="*/ 2147483646 h 2442"/>
              <a:gd name="T4" fmla="*/ 2147483646 w 2982"/>
              <a:gd name="T5" fmla="*/ 2147483646 h 2442"/>
              <a:gd name="T6" fmla="*/ 2147483646 w 2982"/>
              <a:gd name="T7" fmla="*/ 2147483646 h 2442"/>
              <a:gd name="T8" fmla="*/ 2147483646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8262" name="Picture 1118" descr="screen">
            <a:extLst>
              <a:ext uri="{FF2B5EF4-FFF2-40B4-BE49-F238E27FC236}">
                <a16:creationId xmlns:a16="http://schemas.microsoft.com/office/drawing/2014/main" id="{18DA0AC1-C089-42FB-B2D1-8722ED1A1DF7}"/>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619750" y="3179763"/>
            <a:ext cx="209550" cy="141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63" name="Freeform 1119">
            <a:extLst>
              <a:ext uri="{FF2B5EF4-FFF2-40B4-BE49-F238E27FC236}">
                <a16:creationId xmlns:a16="http://schemas.microsoft.com/office/drawing/2014/main" id="{457ED20A-FE8F-4557-84EC-738D724CDA3F}"/>
              </a:ext>
            </a:extLst>
          </p:cNvPr>
          <p:cNvSpPr>
            <a:spLocks/>
          </p:cNvSpPr>
          <p:nvPr/>
        </p:nvSpPr>
        <p:spPr bwMode="auto">
          <a:xfrm>
            <a:off x="5651500" y="3171825"/>
            <a:ext cx="195263" cy="28575"/>
          </a:xfrm>
          <a:custGeom>
            <a:avLst/>
            <a:gdLst>
              <a:gd name="T0" fmla="*/ 2147483646 w 2528"/>
              <a:gd name="T1" fmla="*/ 0 h 455"/>
              <a:gd name="T2" fmla="*/ 2147483646 w 2528"/>
              <a:gd name="T3" fmla="*/ 2147483646 h 455"/>
              <a:gd name="T4" fmla="*/ 2147483646 w 2528"/>
              <a:gd name="T5" fmla="*/ 2147483646 h 455"/>
              <a:gd name="T6" fmla="*/ 0 w 2528"/>
              <a:gd name="T7" fmla="*/ 2147483646 h 455"/>
              <a:gd name="T8" fmla="*/ 2147483646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64" name="Freeform 1120">
            <a:extLst>
              <a:ext uri="{FF2B5EF4-FFF2-40B4-BE49-F238E27FC236}">
                <a16:creationId xmlns:a16="http://schemas.microsoft.com/office/drawing/2014/main" id="{EBD0F05F-A451-4DFA-AAF9-167928EE2DC7}"/>
              </a:ext>
            </a:extLst>
          </p:cNvPr>
          <p:cNvSpPr>
            <a:spLocks/>
          </p:cNvSpPr>
          <p:nvPr/>
        </p:nvSpPr>
        <p:spPr bwMode="auto">
          <a:xfrm>
            <a:off x="5607050" y="3170238"/>
            <a:ext cx="53975" cy="122237"/>
          </a:xfrm>
          <a:custGeom>
            <a:avLst/>
            <a:gdLst>
              <a:gd name="T0" fmla="*/ 2147483646 w 702"/>
              <a:gd name="T1" fmla="*/ 0 h 1893"/>
              <a:gd name="T2" fmla="*/ 0 w 702"/>
              <a:gd name="T3" fmla="*/ 2147483646 h 1893"/>
              <a:gd name="T4" fmla="*/ 2147483646 w 702"/>
              <a:gd name="T5" fmla="*/ 2147483646 h 1893"/>
              <a:gd name="T6" fmla="*/ 2147483646 w 702"/>
              <a:gd name="T7" fmla="*/ 2147483646 h 1893"/>
              <a:gd name="T8" fmla="*/ 214748364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65" name="Freeform 1121">
            <a:extLst>
              <a:ext uri="{FF2B5EF4-FFF2-40B4-BE49-F238E27FC236}">
                <a16:creationId xmlns:a16="http://schemas.microsoft.com/office/drawing/2014/main" id="{C6010478-B689-4CEF-BFBF-DFDA55B1109F}"/>
              </a:ext>
            </a:extLst>
          </p:cNvPr>
          <p:cNvSpPr>
            <a:spLocks/>
          </p:cNvSpPr>
          <p:nvPr/>
        </p:nvSpPr>
        <p:spPr bwMode="auto">
          <a:xfrm>
            <a:off x="5786438" y="3192463"/>
            <a:ext cx="58737" cy="139700"/>
          </a:xfrm>
          <a:custGeom>
            <a:avLst/>
            <a:gdLst>
              <a:gd name="T0" fmla="*/ 2147483646 w 756"/>
              <a:gd name="T1" fmla="*/ 0 h 2184"/>
              <a:gd name="T2" fmla="*/ 2147483646 w 756"/>
              <a:gd name="T3" fmla="*/ 2147483646 h 2184"/>
              <a:gd name="T4" fmla="*/ 0 w 756"/>
              <a:gd name="T5" fmla="*/ 2147483646 h 2184"/>
              <a:gd name="T6" fmla="*/ 2147483646 w 756"/>
              <a:gd name="T7" fmla="*/ 2147483646 h 2184"/>
              <a:gd name="T8" fmla="*/ 2147483646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66" name="Freeform 1122">
            <a:extLst>
              <a:ext uri="{FF2B5EF4-FFF2-40B4-BE49-F238E27FC236}">
                <a16:creationId xmlns:a16="http://schemas.microsoft.com/office/drawing/2014/main" id="{EF670FDD-349D-4373-A729-1DE9C5815E9F}"/>
              </a:ext>
            </a:extLst>
          </p:cNvPr>
          <p:cNvSpPr>
            <a:spLocks/>
          </p:cNvSpPr>
          <p:nvPr/>
        </p:nvSpPr>
        <p:spPr bwMode="auto">
          <a:xfrm>
            <a:off x="5605463" y="3286125"/>
            <a:ext cx="215900" cy="46038"/>
          </a:xfrm>
          <a:custGeom>
            <a:avLst/>
            <a:gdLst>
              <a:gd name="T0" fmla="*/ 2147483646 w 2773"/>
              <a:gd name="T1" fmla="*/ 0 h 738"/>
              <a:gd name="T2" fmla="*/ 0 w 2773"/>
              <a:gd name="T3" fmla="*/ 2147483646 h 738"/>
              <a:gd name="T4" fmla="*/ 2147483646 w 2773"/>
              <a:gd name="T5" fmla="*/ 2147483646 h 738"/>
              <a:gd name="T6" fmla="*/ 2147483646 w 2773"/>
              <a:gd name="T7" fmla="*/ 2147483646 h 738"/>
              <a:gd name="T8" fmla="*/ 2147483646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67" name="Freeform 1123">
            <a:extLst>
              <a:ext uri="{FF2B5EF4-FFF2-40B4-BE49-F238E27FC236}">
                <a16:creationId xmlns:a16="http://schemas.microsoft.com/office/drawing/2014/main" id="{48BCE8CD-1523-42A3-8E87-3CD24D162970}"/>
              </a:ext>
            </a:extLst>
          </p:cNvPr>
          <p:cNvSpPr>
            <a:spLocks/>
          </p:cNvSpPr>
          <p:nvPr/>
        </p:nvSpPr>
        <p:spPr bwMode="auto">
          <a:xfrm>
            <a:off x="5792788" y="3194050"/>
            <a:ext cx="55562" cy="139700"/>
          </a:xfrm>
          <a:custGeom>
            <a:avLst/>
            <a:gdLst>
              <a:gd name="T0" fmla="*/ 2147483646 w 637"/>
              <a:gd name="T1" fmla="*/ 0 h 1659"/>
              <a:gd name="T2" fmla="*/ 2147483646 w 637"/>
              <a:gd name="T3" fmla="*/ 0 h 1659"/>
              <a:gd name="T4" fmla="*/ 2147483646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68" name="Freeform 1124">
            <a:extLst>
              <a:ext uri="{FF2B5EF4-FFF2-40B4-BE49-F238E27FC236}">
                <a16:creationId xmlns:a16="http://schemas.microsoft.com/office/drawing/2014/main" id="{C90369D9-F23E-4AD2-BAA4-A5FB7F924C05}"/>
              </a:ext>
            </a:extLst>
          </p:cNvPr>
          <p:cNvSpPr>
            <a:spLocks/>
          </p:cNvSpPr>
          <p:nvPr/>
        </p:nvSpPr>
        <p:spPr bwMode="auto">
          <a:xfrm>
            <a:off x="5607050" y="3292475"/>
            <a:ext cx="190500" cy="46038"/>
          </a:xfrm>
          <a:custGeom>
            <a:avLst/>
            <a:gdLst>
              <a:gd name="T0" fmla="*/ 0 w 2216"/>
              <a:gd name="T1" fmla="*/ 0 h 550"/>
              <a:gd name="T2" fmla="*/ 2147483646 w 2216"/>
              <a:gd name="T3" fmla="*/ 2147483646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269" name="Group 1125">
            <a:extLst>
              <a:ext uri="{FF2B5EF4-FFF2-40B4-BE49-F238E27FC236}">
                <a16:creationId xmlns:a16="http://schemas.microsoft.com/office/drawing/2014/main" id="{B4EF1D9C-60DC-456C-AD74-0CF928DAF398}"/>
              </a:ext>
            </a:extLst>
          </p:cNvPr>
          <p:cNvGrpSpPr>
            <a:grpSpLocks/>
          </p:cNvGrpSpPr>
          <p:nvPr/>
        </p:nvGrpSpPr>
        <p:grpSpPr bwMode="auto">
          <a:xfrm>
            <a:off x="5603875" y="3341688"/>
            <a:ext cx="63500" cy="26987"/>
            <a:chOff x="1740" y="2642"/>
            <a:chExt cx="752" cy="327"/>
          </a:xfrm>
        </p:grpSpPr>
        <p:sp>
          <p:nvSpPr>
            <p:cNvPr id="8508" name="Freeform 1126">
              <a:extLst>
                <a:ext uri="{FF2B5EF4-FFF2-40B4-BE49-F238E27FC236}">
                  <a16:creationId xmlns:a16="http://schemas.microsoft.com/office/drawing/2014/main" id="{6A29040B-D16D-4B1C-9A88-5B2FBFCBC67E}"/>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09" name="Freeform 1127">
              <a:extLst>
                <a:ext uri="{FF2B5EF4-FFF2-40B4-BE49-F238E27FC236}">
                  <a16:creationId xmlns:a16="http://schemas.microsoft.com/office/drawing/2014/main" id="{C1D8E52C-8DFF-48A7-93DA-DF830375B170}"/>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10" name="Freeform 1128">
              <a:extLst>
                <a:ext uri="{FF2B5EF4-FFF2-40B4-BE49-F238E27FC236}">
                  <a16:creationId xmlns:a16="http://schemas.microsoft.com/office/drawing/2014/main" id="{9312340B-9E8C-49E7-9834-0A16CE139A8D}"/>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11" name="Freeform 1129">
              <a:extLst>
                <a:ext uri="{FF2B5EF4-FFF2-40B4-BE49-F238E27FC236}">
                  <a16:creationId xmlns:a16="http://schemas.microsoft.com/office/drawing/2014/main" id="{93759AAD-C838-4209-9218-7B1D45D601F9}"/>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12" name="Freeform 1130">
              <a:extLst>
                <a:ext uri="{FF2B5EF4-FFF2-40B4-BE49-F238E27FC236}">
                  <a16:creationId xmlns:a16="http://schemas.microsoft.com/office/drawing/2014/main" id="{0D81C3B5-6BF9-4D1E-96BB-5552A9134AA2}"/>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13" name="Freeform 1131">
              <a:extLst>
                <a:ext uri="{FF2B5EF4-FFF2-40B4-BE49-F238E27FC236}">
                  <a16:creationId xmlns:a16="http://schemas.microsoft.com/office/drawing/2014/main" id="{2DD7CBB6-33BC-4B13-86F5-28D35CBB56DE}"/>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8270" name="Freeform 1132">
            <a:extLst>
              <a:ext uri="{FF2B5EF4-FFF2-40B4-BE49-F238E27FC236}">
                <a16:creationId xmlns:a16="http://schemas.microsoft.com/office/drawing/2014/main" id="{81DDFDDE-1C33-4B3E-9F77-3275E1038AE3}"/>
              </a:ext>
            </a:extLst>
          </p:cNvPr>
          <p:cNvSpPr>
            <a:spLocks/>
          </p:cNvSpPr>
          <p:nvPr/>
        </p:nvSpPr>
        <p:spPr bwMode="auto">
          <a:xfrm>
            <a:off x="5713413" y="3344863"/>
            <a:ext cx="79375" cy="61912"/>
          </a:xfrm>
          <a:custGeom>
            <a:avLst/>
            <a:gdLst>
              <a:gd name="T0" fmla="*/ 2147483646 w 990"/>
              <a:gd name="T1" fmla="*/ 2147483646 h 792"/>
              <a:gd name="T2" fmla="*/ 2147483646 w 990"/>
              <a:gd name="T3" fmla="*/ 0 h 792"/>
              <a:gd name="T4" fmla="*/ 2147483646 w 990"/>
              <a:gd name="T5" fmla="*/ 2147483646 h 792"/>
              <a:gd name="T6" fmla="*/ 0 w 990"/>
              <a:gd name="T7" fmla="*/ 2147483646 h 792"/>
              <a:gd name="T8" fmla="*/ 2147483646 w 990"/>
              <a:gd name="T9" fmla="*/ 214748364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71" name="Freeform 1133">
            <a:extLst>
              <a:ext uri="{FF2B5EF4-FFF2-40B4-BE49-F238E27FC236}">
                <a16:creationId xmlns:a16="http://schemas.microsoft.com/office/drawing/2014/main" id="{95C7C8C4-2A4F-4422-A942-F17B3A9E31C3}"/>
              </a:ext>
            </a:extLst>
          </p:cNvPr>
          <p:cNvSpPr>
            <a:spLocks/>
          </p:cNvSpPr>
          <p:nvPr/>
        </p:nvSpPr>
        <p:spPr bwMode="auto">
          <a:xfrm>
            <a:off x="5513388" y="3351213"/>
            <a:ext cx="201612" cy="53975"/>
          </a:xfrm>
          <a:custGeom>
            <a:avLst/>
            <a:gdLst>
              <a:gd name="T0" fmla="*/ 2147483646 w 2532"/>
              <a:gd name="T1" fmla="*/ 0 h 723"/>
              <a:gd name="T2" fmla="*/ 2147483646 w 2532"/>
              <a:gd name="T3" fmla="*/ 0 h 723"/>
              <a:gd name="T4" fmla="*/ 2147483646 w 2532"/>
              <a:gd name="T5" fmla="*/ 2147483646 h 723"/>
              <a:gd name="T6" fmla="*/ 2147483646 w 2532"/>
              <a:gd name="T7" fmla="*/ 2147483646 h 723"/>
              <a:gd name="T8" fmla="*/ 0 w 2532"/>
              <a:gd name="T9" fmla="*/ 2147483646 h 723"/>
              <a:gd name="T10" fmla="*/ 214748364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72" name="Freeform 1134">
            <a:extLst>
              <a:ext uri="{FF2B5EF4-FFF2-40B4-BE49-F238E27FC236}">
                <a16:creationId xmlns:a16="http://schemas.microsoft.com/office/drawing/2014/main" id="{FF5F21AE-9875-4758-8501-0CFD32B6D796}"/>
              </a:ext>
            </a:extLst>
          </p:cNvPr>
          <p:cNvSpPr>
            <a:spLocks/>
          </p:cNvSpPr>
          <p:nvPr/>
        </p:nvSpPr>
        <p:spPr bwMode="auto">
          <a:xfrm>
            <a:off x="5513388" y="3340100"/>
            <a:ext cx="3175" cy="11113"/>
          </a:xfrm>
          <a:custGeom>
            <a:avLst/>
            <a:gdLst>
              <a:gd name="T0" fmla="*/ 2147483646 w 26"/>
              <a:gd name="T1" fmla="*/ 2147483646 h 147"/>
              <a:gd name="T2" fmla="*/ 2147483646 w 26"/>
              <a:gd name="T3" fmla="*/ 2147483646 h 147"/>
              <a:gd name="T4" fmla="*/ 0 w 26"/>
              <a:gd name="T5" fmla="*/ 2147483646 h 147"/>
              <a:gd name="T6" fmla="*/ 2147483646 w 26"/>
              <a:gd name="T7" fmla="*/ 0 h 147"/>
              <a:gd name="T8" fmla="*/ 2147483646 w 26"/>
              <a:gd name="T9" fmla="*/ 2147483646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73" name="Freeform 1135">
            <a:extLst>
              <a:ext uri="{FF2B5EF4-FFF2-40B4-BE49-F238E27FC236}">
                <a16:creationId xmlns:a16="http://schemas.microsoft.com/office/drawing/2014/main" id="{963F6FC0-5B87-4130-9976-94B19071BF3E}"/>
              </a:ext>
            </a:extLst>
          </p:cNvPr>
          <p:cNvSpPr>
            <a:spLocks/>
          </p:cNvSpPr>
          <p:nvPr/>
        </p:nvSpPr>
        <p:spPr bwMode="auto">
          <a:xfrm>
            <a:off x="5514975" y="3294063"/>
            <a:ext cx="92075" cy="47625"/>
          </a:xfrm>
          <a:custGeom>
            <a:avLst/>
            <a:gdLst>
              <a:gd name="T0" fmla="*/ 2147483646 w 1176"/>
              <a:gd name="T1" fmla="*/ 0 h 606"/>
              <a:gd name="T2" fmla="*/ 0 w 1176"/>
              <a:gd name="T3" fmla="*/ 2147483646 h 606"/>
              <a:gd name="T4" fmla="*/ 2147483646 w 1176"/>
              <a:gd name="T5" fmla="*/ 2147483646 h 606"/>
              <a:gd name="T6" fmla="*/ 2147483646 w 1176"/>
              <a:gd name="T7" fmla="*/ 2147483646 h 606"/>
              <a:gd name="T8" fmla="*/ 2147483646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74" name="Freeform 1136">
            <a:extLst>
              <a:ext uri="{FF2B5EF4-FFF2-40B4-BE49-F238E27FC236}">
                <a16:creationId xmlns:a16="http://schemas.microsoft.com/office/drawing/2014/main" id="{3405578B-43E2-4316-BFC9-0F4AF7F22867}"/>
              </a:ext>
            </a:extLst>
          </p:cNvPr>
          <p:cNvSpPr>
            <a:spLocks/>
          </p:cNvSpPr>
          <p:nvPr/>
        </p:nvSpPr>
        <p:spPr bwMode="auto">
          <a:xfrm>
            <a:off x="5519738" y="3343275"/>
            <a:ext cx="190500" cy="52388"/>
          </a:xfrm>
          <a:custGeom>
            <a:avLst/>
            <a:gdLst>
              <a:gd name="T0" fmla="*/ 2147483646 w 2532"/>
              <a:gd name="T1" fmla="*/ 0 h 723"/>
              <a:gd name="T2" fmla="*/ 2147483646 w 2532"/>
              <a:gd name="T3" fmla="*/ 0 h 723"/>
              <a:gd name="T4" fmla="*/ 2147483646 w 2532"/>
              <a:gd name="T5" fmla="*/ 2147483646 h 723"/>
              <a:gd name="T6" fmla="*/ 2147483646 w 2532"/>
              <a:gd name="T7" fmla="*/ 2147483646 h 723"/>
              <a:gd name="T8" fmla="*/ 0 w 2532"/>
              <a:gd name="T9" fmla="*/ 2147483646 h 723"/>
              <a:gd name="T10" fmla="*/ 214748364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75" name="Freeform 1137">
            <a:extLst>
              <a:ext uri="{FF2B5EF4-FFF2-40B4-BE49-F238E27FC236}">
                <a16:creationId xmlns:a16="http://schemas.microsoft.com/office/drawing/2014/main" id="{893C1A65-0A1D-46F3-A314-97DCBF6F61EB}"/>
              </a:ext>
            </a:extLst>
          </p:cNvPr>
          <p:cNvSpPr>
            <a:spLocks/>
          </p:cNvSpPr>
          <p:nvPr/>
        </p:nvSpPr>
        <p:spPr bwMode="auto">
          <a:xfrm flipV="1">
            <a:off x="5710238" y="3338513"/>
            <a:ext cx="77787" cy="55562"/>
          </a:xfrm>
          <a:custGeom>
            <a:avLst/>
            <a:gdLst>
              <a:gd name="T0" fmla="*/ 0 w 2532"/>
              <a:gd name="T1" fmla="*/ 0 h 723"/>
              <a:gd name="T2" fmla="*/ 0 w 2532"/>
              <a:gd name="T3" fmla="*/ 0 h 723"/>
              <a:gd name="T4" fmla="*/ 0 w 2532"/>
              <a:gd name="T5" fmla="*/ 2147483646 h 723"/>
              <a:gd name="T6" fmla="*/ 0 w 2532"/>
              <a:gd name="T7" fmla="*/ 2147483646 h 723"/>
              <a:gd name="T8" fmla="*/ 0 w 2532"/>
              <a:gd name="T9" fmla="*/ 214748364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276" name="Group 1139">
            <a:extLst>
              <a:ext uri="{FF2B5EF4-FFF2-40B4-BE49-F238E27FC236}">
                <a16:creationId xmlns:a16="http://schemas.microsoft.com/office/drawing/2014/main" id="{31C3DEC7-548B-4E58-94C0-7E317E2FB761}"/>
              </a:ext>
            </a:extLst>
          </p:cNvPr>
          <p:cNvGrpSpPr>
            <a:grpSpLocks/>
          </p:cNvGrpSpPr>
          <p:nvPr/>
        </p:nvGrpSpPr>
        <p:grpSpPr bwMode="auto">
          <a:xfrm flipH="1">
            <a:off x="5995988" y="3254375"/>
            <a:ext cx="358775" cy="341313"/>
            <a:chOff x="2839" y="3501"/>
            <a:chExt cx="755" cy="803"/>
          </a:xfrm>
        </p:grpSpPr>
        <p:pic>
          <p:nvPicPr>
            <p:cNvPr id="8506" name="Picture 1140" descr="desktop_computer_stylized_medium">
              <a:extLst>
                <a:ext uri="{FF2B5EF4-FFF2-40B4-BE49-F238E27FC236}">
                  <a16:creationId xmlns:a16="http://schemas.microsoft.com/office/drawing/2014/main" id="{69F3BE4D-CF86-4398-A5F9-E1C97E7914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07" name="Freeform 1141">
              <a:extLst>
                <a:ext uri="{FF2B5EF4-FFF2-40B4-BE49-F238E27FC236}">
                  <a16:creationId xmlns:a16="http://schemas.microsoft.com/office/drawing/2014/main" id="{9349B45A-00C1-456F-BB98-ACCC1865780A}"/>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lstStyle/>
            <a:p>
              <a:endParaRPr lang="zh-CN" altLang="en-US"/>
            </a:p>
          </p:txBody>
        </p:sp>
      </p:grpSp>
      <p:grpSp>
        <p:nvGrpSpPr>
          <p:cNvPr id="8277" name="Group 1142">
            <a:extLst>
              <a:ext uri="{FF2B5EF4-FFF2-40B4-BE49-F238E27FC236}">
                <a16:creationId xmlns:a16="http://schemas.microsoft.com/office/drawing/2014/main" id="{9037BE58-787B-4D7C-8D5F-BAA219698CD9}"/>
              </a:ext>
            </a:extLst>
          </p:cNvPr>
          <p:cNvGrpSpPr>
            <a:grpSpLocks/>
          </p:cNvGrpSpPr>
          <p:nvPr/>
        </p:nvGrpSpPr>
        <p:grpSpPr bwMode="auto">
          <a:xfrm>
            <a:off x="7307263" y="5422900"/>
            <a:ext cx="474662" cy="407988"/>
            <a:chOff x="877" y="1008"/>
            <a:chExt cx="2747" cy="2591"/>
          </a:xfrm>
        </p:grpSpPr>
        <p:pic>
          <p:nvPicPr>
            <p:cNvPr id="8483" name="Picture 1143" descr="antenna_stylized">
              <a:extLst>
                <a:ext uri="{FF2B5EF4-FFF2-40B4-BE49-F238E27FC236}">
                  <a16:creationId xmlns:a16="http://schemas.microsoft.com/office/drawing/2014/main" id="{57BF3014-F9F4-4DD3-A26B-51F2BB6264D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84" name="Picture 1144" descr="laptop_keyboard">
              <a:extLst>
                <a:ext uri="{FF2B5EF4-FFF2-40B4-BE49-F238E27FC236}">
                  <a16:creationId xmlns:a16="http://schemas.microsoft.com/office/drawing/2014/main" id="{2A17F817-27FC-4256-A89D-7F49C12D83A1}"/>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85" name="Freeform 1145">
              <a:extLst>
                <a:ext uri="{FF2B5EF4-FFF2-40B4-BE49-F238E27FC236}">
                  <a16:creationId xmlns:a16="http://schemas.microsoft.com/office/drawing/2014/main" id="{7F19E303-C7EA-447C-B78F-2299E251F697}"/>
                </a:ext>
              </a:extLst>
            </p:cNvPr>
            <p:cNvSpPr>
              <a:spLocks/>
            </p:cNvSpPr>
            <p:nvPr/>
          </p:nvSpPr>
          <p:spPr bwMode="auto">
            <a:xfrm>
              <a:off x="1753" y="1603"/>
              <a:ext cx="1807" cy="1322"/>
            </a:xfrm>
            <a:custGeom>
              <a:avLst/>
              <a:gdLst>
                <a:gd name="T0" fmla="*/ 1 w 2982"/>
                <a:gd name="T1" fmla="*/ 0 h 2442"/>
                <a:gd name="T2" fmla="*/ 0 w 2982"/>
                <a:gd name="T3" fmla="*/ 1 h 2442"/>
                <a:gd name="T4" fmla="*/ 1 w 2982"/>
                <a:gd name="T5" fmla="*/ 1 h 2442"/>
                <a:gd name="T6" fmla="*/ 1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8486" name="Picture 1146" descr="screen">
              <a:extLst>
                <a:ext uri="{FF2B5EF4-FFF2-40B4-BE49-F238E27FC236}">
                  <a16:creationId xmlns:a16="http://schemas.microsoft.com/office/drawing/2014/main" id="{F124645E-2B22-4120-996A-748FA73302E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87" name="Freeform 1147">
              <a:extLst>
                <a:ext uri="{FF2B5EF4-FFF2-40B4-BE49-F238E27FC236}">
                  <a16:creationId xmlns:a16="http://schemas.microsoft.com/office/drawing/2014/main" id="{A720549F-AE47-48DC-A690-718D51459C64}"/>
                </a:ext>
              </a:extLst>
            </p:cNvPr>
            <p:cNvSpPr>
              <a:spLocks/>
            </p:cNvSpPr>
            <p:nvPr/>
          </p:nvSpPr>
          <p:spPr bwMode="auto">
            <a:xfrm>
              <a:off x="2082" y="1564"/>
              <a:ext cx="1531" cy="246"/>
            </a:xfrm>
            <a:custGeom>
              <a:avLst/>
              <a:gdLst>
                <a:gd name="T0" fmla="*/ 1 w 2528"/>
                <a:gd name="T1" fmla="*/ 0 h 455"/>
                <a:gd name="T2" fmla="*/ 1 w 2528"/>
                <a:gd name="T3" fmla="*/ 1 h 455"/>
                <a:gd name="T4" fmla="*/ 1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88" name="Freeform 1148">
              <a:extLst>
                <a:ext uri="{FF2B5EF4-FFF2-40B4-BE49-F238E27FC236}">
                  <a16:creationId xmlns:a16="http://schemas.microsoft.com/office/drawing/2014/main" id="{C71DCBD1-D709-4026-BE55-4978D2D5B67C}"/>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89" name="Freeform 1149">
              <a:extLst>
                <a:ext uri="{FF2B5EF4-FFF2-40B4-BE49-F238E27FC236}">
                  <a16:creationId xmlns:a16="http://schemas.microsoft.com/office/drawing/2014/main" id="{D27ECD99-175D-4A54-A4D1-82FBE5E048E0}"/>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90" name="Freeform 1150">
              <a:extLst>
                <a:ext uri="{FF2B5EF4-FFF2-40B4-BE49-F238E27FC236}">
                  <a16:creationId xmlns:a16="http://schemas.microsoft.com/office/drawing/2014/main" id="{D70C6D8F-C6C5-4B45-9C1D-79968DDAE293}"/>
                </a:ext>
              </a:extLst>
            </p:cNvPr>
            <p:cNvSpPr>
              <a:spLocks/>
            </p:cNvSpPr>
            <p:nvPr/>
          </p:nvSpPr>
          <p:spPr bwMode="auto">
            <a:xfrm>
              <a:off x="1732" y="2534"/>
              <a:ext cx="1680" cy="399"/>
            </a:xfrm>
            <a:custGeom>
              <a:avLst/>
              <a:gdLst>
                <a:gd name="T0" fmla="*/ 1 w 2773"/>
                <a:gd name="T1" fmla="*/ 0 h 738"/>
                <a:gd name="T2" fmla="*/ 0 w 2773"/>
                <a:gd name="T3" fmla="*/ 1 h 738"/>
                <a:gd name="T4" fmla="*/ 1 w 2773"/>
                <a:gd name="T5" fmla="*/ 1 h 738"/>
                <a:gd name="T6" fmla="*/ 1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91" name="Freeform 1151">
              <a:extLst>
                <a:ext uri="{FF2B5EF4-FFF2-40B4-BE49-F238E27FC236}">
                  <a16:creationId xmlns:a16="http://schemas.microsoft.com/office/drawing/2014/main" id="{AEB4D82F-42C8-43CF-AB08-3366C9F14646}"/>
                </a:ext>
              </a:extLst>
            </p:cNvPr>
            <p:cNvSpPr>
              <a:spLocks/>
            </p:cNvSpPr>
            <p:nvPr/>
          </p:nvSpPr>
          <p:spPr bwMode="auto">
            <a:xfrm>
              <a:off x="3195" y="1755"/>
              <a:ext cx="429" cy="1187"/>
            </a:xfrm>
            <a:custGeom>
              <a:avLst/>
              <a:gdLst>
                <a:gd name="T0" fmla="*/ 1 w 637"/>
                <a:gd name="T1" fmla="*/ 0 h 1659"/>
                <a:gd name="T2" fmla="*/ 1 w 637"/>
                <a:gd name="T3" fmla="*/ 0 h 1659"/>
                <a:gd name="T4" fmla="*/ 1 w 637"/>
                <a:gd name="T5" fmla="*/ 1 h 1659"/>
                <a:gd name="T6" fmla="*/ 0 w 637"/>
                <a:gd name="T7" fmla="*/ 1 h 1659"/>
                <a:gd name="T8" fmla="*/ 1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92" name="Freeform 1152">
              <a:extLst>
                <a:ext uri="{FF2B5EF4-FFF2-40B4-BE49-F238E27FC236}">
                  <a16:creationId xmlns:a16="http://schemas.microsoft.com/office/drawing/2014/main" id="{E42AD5A3-400A-411D-8497-61CF07E61955}"/>
                </a:ext>
              </a:extLst>
            </p:cNvPr>
            <p:cNvSpPr>
              <a:spLocks/>
            </p:cNvSpPr>
            <p:nvPr/>
          </p:nvSpPr>
          <p:spPr bwMode="auto">
            <a:xfrm>
              <a:off x="1734" y="2587"/>
              <a:ext cx="1494" cy="394"/>
            </a:xfrm>
            <a:custGeom>
              <a:avLst/>
              <a:gdLst>
                <a:gd name="T0" fmla="*/ 0 w 2216"/>
                <a:gd name="T1" fmla="*/ 0 h 550"/>
                <a:gd name="T2" fmla="*/ 1 w 2216"/>
                <a:gd name="T3" fmla="*/ 1 h 550"/>
                <a:gd name="T4" fmla="*/ 1 w 2216"/>
                <a:gd name="T5" fmla="*/ 1 h 550"/>
                <a:gd name="T6" fmla="*/ 1 w 2216"/>
                <a:gd name="T7" fmla="*/ 1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493" name="Group 1153">
              <a:extLst>
                <a:ext uri="{FF2B5EF4-FFF2-40B4-BE49-F238E27FC236}">
                  <a16:creationId xmlns:a16="http://schemas.microsoft.com/office/drawing/2014/main" id="{B2F737C4-774F-46A4-926E-4066CD2F6F38}"/>
                </a:ext>
              </a:extLst>
            </p:cNvPr>
            <p:cNvGrpSpPr>
              <a:grpSpLocks/>
            </p:cNvGrpSpPr>
            <p:nvPr/>
          </p:nvGrpSpPr>
          <p:grpSpPr bwMode="auto">
            <a:xfrm>
              <a:off x="1709" y="3008"/>
              <a:ext cx="507" cy="234"/>
              <a:chOff x="1740" y="2642"/>
              <a:chExt cx="752" cy="327"/>
            </a:xfrm>
          </p:grpSpPr>
          <p:sp>
            <p:nvSpPr>
              <p:cNvPr id="8500" name="Freeform 1154">
                <a:extLst>
                  <a:ext uri="{FF2B5EF4-FFF2-40B4-BE49-F238E27FC236}">
                    <a16:creationId xmlns:a16="http://schemas.microsoft.com/office/drawing/2014/main" id="{1DCF9F5F-2556-42B4-944C-11B85398A9C4}"/>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01" name="Freeform 1155">
                <a:extLst>
                  <a:ext uri="{FF2B5EF4-FFF2-40B4-BE49-F238E27FC236}">
                    <a16:creationId xmlns:a16="http://schemas.microsoft.com/office/drawing/2014/main" id="{9A4E1F2A-DB71-41DA-8C00-056642D53EC7}"/>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02" name="Freeform 1156">
                <a:extLst>
                  <a:ext uri="{FF2B5EF4-FFF2-40B4-BE49-F238E27FC236}">
                    <a16:creationId xmlns:a16="http://schemas.microsoft.com/office/drawing/2014/main" id="{20276187-54B4-44ED-82F6-244BD71585AB}"/>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03" name="Freeform 1157">
                <a:extLst>
                  <a:ext uri="{FF2B5EF4-FFF2-40B4-BE49-F238E27FC236}">
                    <a16:creationId xmlns:a16="http://schemas.microsoft.com/office/drawing/2014/main" id="{398D2111-78B2-4515-840F-DD321B9E5301}"/>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04" name="Freeform 1158">
                <a:extLst>
                  <a:ext uri="{FF2B5EF4-FFF2-40B4-BE49-F238E27FC236}">
                    <a16:creationId xmlns:a16="http://schemas.microsoft.com/office/drawing/2014/main" id="{F60BE62A-D78B-4F86-A86D-D050FCCCB529}"/>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05" name="Freeform 1159">
                <a:extLst>
                  <a:ext uri="{FF2B5EF4-FFF2-40B4-BE49-F238E27FC236}">
                    <a16:creationId xmlns:a16="http://schemas.microsoft.com/office/drawing/2014/main" id="{CACA918C-A59D-42F0-B8ED-D2D01117A584}"/>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8494" name="Freeform 1160">
              <a:extLst>
                <a:ext uri="{FF2B5EF4-FFF2-40B4-BE49-F238E27FC236}">
                  <a16:creationId xmlns:a16="http://schemas.microsoft.com/office/drawing/2014/main" id="{142E5381-2A32-41A5-BEBD-BA9CA2815FC5}"/>
                </a:ext>
              </a:extLst>
            </p:cNvPr>
            <p:cNvSpPr>
              <a:spLocks/>
            </p:cNvSpPr>
            <p:nvPr/>
          </p:nvSpPr>
          <p:spPr bwMode="auto">
            <a:xfrm>
              <a:off x="2577" y="3043"/>
              <a:ext cx="614" cy="514"/>
            </a:xfrm>
            <a:custGeom>
              <a:avLst/>
              <a:gdLst>
                <a:gd name="T0" fmla="*/ 1 w 990"/>
                <a:gd name="T1" fmla="*/ 1 h 792"/>
                <a:gd name="T2" fmla="*/ 1 w 990"/>
                <a:gd name="T3" fmla="*/ 0 h 792"/>
                <a:gd name="T4" fmla="*/ 1 w 990"/>
                <a:gd name="T5" fmla="*/ 1 h 792"/>
                <a:gd name="T6" fmla="*/ 0 w 990"/>
                <a:gd name="T7" fmla="*/ 1 h 792"/>
                <a:gd name="T8" fmla="*/ 1 w 990"/>
                <a:gd name="T9" fmla="*/ 1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95" name="Freeform 1161">
              <a:extLst>
                <a:ext uri="{FF2B5EF4-FFF2-40B4-BE49-F238E27FC236}">
                  <a16:creationId xmlns:a16="http://schemas.microsoft.com/office/drawing/2014/main" id="{D4828980-6C10-4624-A2F8-D644FBF9EBC6}"/>
                </a:ext>
              </a:extLst>
            </p:cNvPr>
            <p:cNvSpPr>
              <a:spLocks/>
            </p:cNvSpPr>
            <p:nvPr/>
          </p:nvSpPr>
          <p:spPr bwMode="auto">
            <a:xfrm>
              <a:off x="1010" y="3084"/>
              <a:ext cx="1571" cy="469"/>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96" name="Freeform 1162">
              <a:extLst>
                <a:ext uri="{FF2B5EF4-FFF2-40B4-BE49-F238E27FC236}">
                  <a16:creationId xmlns:a16="http://schemas.microsoft.com/office/drawing/2014/main" id="{7B8A8CF2-4765-4C69-BB69-A7F5DE787369}"/>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97" name="Freeform 1163">
              <a:extLst>
                <a:ext uri="{FF2B5EF4-FFF2-40B4-BE49-F238E27FC236}">
                  <a16:creationId xmlns:a16="http://schemas.microsoft.com/office/drawing/2014/main" id="{33115C7E-2B39-498C-8135-D5CBD0091514}"/>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98" name="Freeform 1164">
              <a:extLst>
                <a:ext uri="{FF2B5EF4-FFF2-40B4-BE49-F238E27FC236}">
                  <a16:creationId xmlns:a16="http://schemas.microsoft.com/office/drawing/2014/main" id="{AF8F2E20-6E1D-4B43-B91F-E3F4F05CAE65}"/>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99" name="Freeform 1165">
              <a:extLst>
                <a:ext uri="{FF2B5EF4-FFF2-40B4-BE49-F238E27FC236}">
                  <a16:creationId xmlns:a16="http://schemas.microsoft.com/office/drawing/2014/main" id="{D7B1DEBC-1BFF-47D2-A99B-D8AC88828356}"/>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1 h 723"/>
                <a:gd name="T6" fmla="*/ 0 w 2532"/>
                <a:gd name="T7" fmla="*/ 1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pic>
        <p:nvPicPr>
          <p:cNvPr id="8278" name="Picture 568" descr="light2.png">
            <a:extLst>
              <a:ext uri="{FF2B5EF4-FFF2-40B4-BE49-F238E27FC236}">
                <a16:creationId xmlns:a16="http://schemas.microsoft.com/office/drawing/2014/main" id="{0A241FDE-E74F-4B39-B1C8-BE2E2D6DE627}"/>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694488" y="2078038"/>
            <a:ext cx="9366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79" name="Picture 1017" descr="antenna_stylized">
            <a:extLst>
              <a:ext uri="{FF2B5EF4-FFF2-40B4-BE49-F238E27FC236}">
                <a16:creationId xmlns:a16="http://schemas.microsoft.com/office/drawing/2014/main" id="{5916C71D-5B47-428E-B9BF-9CF34AFD081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00813" y="2006600"/>
            <a:ext cx="530225" cy="22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80" name="Picture 1017" descr="antenna_stylized">
            <a:extLst>
              <a:ext uri="{FF2B5EF4-FFF2-40B4-BE49-F238E27FC236}">
                <a16:creationId xmlns:a16="http://schemas.microsoft.com/office/drawing/2014/main" id="{38A1A720-8B71-4DCD-AA8E-81B6B7FBCFE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73838" y="1746250"/>
            <a:ext cx="531812" cy="22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81" name="Picture 571" descr="fridge2.png">
            <a:extLst>
              <a:ext uri="{FF2B5EF4-FFF2-40B4-BE49-F238E27FC236}">
                <a16:creationId xmlns:a16="http://schemas.microsoft.com/office/drawing/2014/main" id="{6956765B-1673-4F8B-A988-BB3618C18F95}"/>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907088" y="3071813"/>
            <a:ext cx="1889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82" name="Picture 1115" descr="antenna_stylized">
            <a:extLst>
              <a:ext uri="{FF2B5EF4-FFF2-40B4-BE49-F238E27FC236}">
                <a16:creationId xmlns:a16="http://schemas.microsoft.com/office/drawing/2014/main" id="{C61D8274-6237-4DD3-962C-7A9B5E9E2E8D}"/>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807075" y="3011488"/>
            <a:ext cx="347663"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283" name="Group 850">
            <a:extLst>
              <a:ext uri="{FF2B5EF4-FFF2-40B4-BE49-F238E27FC236}">
                <a16:creationId xmlns:a16="http://schemas.microsoft.com/office/drawing/2014/main" id="{4F8ED582-13D8-4505-83FC-0AA6D26C13EA}"/>
              </a:ext>
            </a:extLst>
          </p:cNvPr>
          <p:cNvGrpSpPr>
            <a:grpSpLocks/>
          </p:cNvGrpSpPr>
          <p:nvPr/>
        </p:nvGrpSpPr>
        <p:grpSpPr bwMode="auto">
          <a:xfrm>
            <a:off x="5607050" y="1538288"/>
            <a:ext cx="449263" cy="96837"/>
            <a:chOff x="2199" y="955"/>
            <a:chExt cx="2547" cy="506"/>
          </a:xfrm>
        </p:grpSpPr>
        <p:sp>
          <p:nvSpPr>
            <p:cNvPr id="8477" name="Freeform 851">
              <a:extLst>
                <a:ext uri="{FF2B5EF4-FFF2-40B4-BE49-F238E27FC236}">
                  <a16:creationId xmlns:a16="http://schemas.microsoft.com/office/drawing/2014/main" id="{D2903664-2185-47CE-A08C-98FA22EF38EB}"/>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78" name="Freeform 852">
              <a:extLst>
                <a:ext uri="{FF2B5EF4-FFF2-40B4-BE49-F238E27FC236}">
                  <a16:creationId xmlns:a16="http://schemas.microsoft.com/office/drawing/2014/main" id="{14752970-E50A-418E-AB52-F1FD171E84E8}"/>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79" name="Freeform 853">
              <a:extLst>
                <a:ext uri="{FF2B5EF4-FFF2-40B4-BE49-F238E27FC236}">
                  <a16:creationId xmlns:a16="http://schemas.microsoft.com/office/drawing/2014/main" id="{190B659E-6BC6-4B5D-A053-04EADC2CAB97}"/>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80" name="Freeform 854">
              <a:extLst>
                <a:ext uri="{FF2B5EF4-FFF2-40B4-BE49-F238E27FC236}">
                  <a16:creationId xmlns:a16="http://schemas.microsoft.com/office/drawing/2014/main" id="{25F9B339-0381-4696-ABD8-EF5226552037}"/>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81" name="Freeform 855">
              <a:extLst>
                <a:ext uri="{FF2B5EF4-FFF2-40B4-BE49-F238E27FC236}">
                  <a16:creationId xmlns:a16="http://schemas.microsoft.com/office/drawing/2014/main" id="{9FC2AC9E-F998-4879-A28B-94DAF5452C37}"/>
                </a:ext>
              </a:extLst>
            </p:cNvPr>
            <p:cNvSpPr>
              <a:spLocks/>
            </p:cNvSpPr>
            <p:nvPr/>
          </p:nvSpPr>
          <p:spPr bwMode="auto">
            <a:xfrm>
              <a:off x="3646" y="997"/>
              <a:ext cx="660" cy="336"/>
            </a:xfrm>
            <a:custGeom>
              <a:avLst/>
              <a:gdLst>
                <a:gd name="T0" fmla="*/ 463 w 646"/>
                <a:gd name="T1" fmla="*/ 1466 h 300"/>
                <a:gd name="T2" fmla="*/ 659 w 646"/>
                <a:gd name="T3" fmla="*/ 1238 h 300"/>
                <a:gd name="T4" fmla="*/ 819 w 646"/>
                <a:gd name="T5" fmla="*/ 934 h 300"/>
                <a:gd name="T6" fmla="*/ 846 w 646"/>
                <a:gd name="T7" fmla="*/ 523 h 300"/>
                <a:gd name="T8" fmla="*/ 620 w 646"/>
                <a:gd name="T9" fmla="*/ 293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82" name="Freeform 856">
              <a:extLst>
                <a:ext uri="{FF2B5EF4-FFF2-40B4-BE49-F238E27FC236}">
                  <a16:creationId xmlns:a16="http://schemas.microsoft.com/office/drawing/2014/main" id="{A013F07C-C974-495C-B9D2-55AFDC8B0335}"/>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284" name="Group 850">
            <a:extLst>
              <a:ext uri="{FF2B5EF4-FFF2-40B4-BE49-F238E27FC236}">
                <a16:creationId xmlns:a16="http://schemas.microsoft.com/office/drawing/2014/main" id="{62DC649B-74BD-46CC-80A9-D06088439D3C}"/>
              </a:ext>
            </a:extLst>
          </p:cNvPr>
          <p:cNvGrpSpPr>
            <a:grpSpLocks/>
          </p:cNvGrpSpPr>
          <p:nvPr/>
        </p:nvGrpSpPr>
        <p:grpSpPr bwMode="auto">
          <a:xfrm>
            <a:off x="5276850" y="2033588"/>
            <a:ext cx="447675" cy="96837"/>
            <a:chOff x="2199" y="955"/>
            <a:chExt cx="2547" cy="506"/>
          </a:xfrm>
        </p:grpSpPr>
        <p:sp>
          <p:nvSpPr>
            <p:cNvPr id="8471" name="Freeform 851">
              <a:extLst>
                <a:ext uri="{FF2B5EF4-FFF2-40B4-BE49-F238E27FC236}">
                  <a16:creationId xmlns:a16="http://schemas.microsoft.com/office/drawing/2014/main" id="{761B7210-758C-4736-ACC8-EBC728A6D50A}"/>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72" name="Freeform 852">
              <a:extLst>
                <a:ext uri="{FF2B5EF4-FFF2-40B4-BE49-F238E27FC236}">
                  <a16:creationId xmlns:a16="http://schemas.microsoft.com/office/drawing/2014/main" id="{1BBEB22B-B473-4483-AAD8-2A3C685E1084}"/>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73" name="Freeform 853">
              <a:extLst>
                <a:ext uri="{FF2B5EF4-FFF2-40B4-BE49-F238E27FC236}">
                  <a16:creationId xmlns:a16="http://schemas.microsoft.com/office/drawing/2014/main" id="{33E6FC74-3E06-4948-922A-508A3977D660}"/>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74" name="Freeform 854">
              <a:extLst>
                <a:ext uri="{FF2B5EF4-FFF2-40B4-BE49-F238E27FC236}">
                  <a16:creationId xmlns:a16="http://schemas.microsoft.com/office/drawing/2014/main" id="{E827A32F-7A0E-4769-9362-3E192DBCE632}"/>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75" name="Freeform 855">
              <a:extLst>
                <a:ext uri="{FF2B5EF4-FFF2-40B4-BE49-F238E27FC236}">
                  <a16:creationId xmlns:a16="http://schemas.microsoft.com/office/drawing/2014/main" id="{A139FDFF-1559-4AFD-9F93-34EB505552EC}"/>
                </a:ext>
              </a:extLst>
            </p:cNvPr>
            <p:cNvSpPr>
              <a:spLocks/>
            </p:cNvSpPr>
            <p:nvPr/>
          </p:nvSpPr>
          <p:spPr bwMode="auto">
            <a:xfrm>
              <a:off x="3646" y="997"/>
              <a:ext cx="660" cy="336"/>
            </a:xfrm>
            <a:custGeom>
              <a:avLst/>
              <a:gdLst>
                <a:gd name="T0" fmla="*/ 463 w 646"/>
                <a:gd name="T1" fmla="*/ 1466 h 300"/>
                <a:gd name="T2" fmla="*/ 659 w 646"/>
                <a:gd name="T3" fmla="*/ 1238 h 300"/>
                <a:gd name="T4" fmla="*/ 819 w 646"/>
                <a:gd name="T5" fmla="*/ 934 h 300"/>
                <a:gd name="T6" fmla="*/ 846 w 646"/>
                <a:gd name="T7" fmla="*/ 523 h 300"/>
                <a:gd name="T8" fmla="*/ 620 w 646"/>
                <a:gd name="T9" fmla="*/ 293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76" name="Freeform 856">
              <a:extLst>
                <a:ext uri="{FF2B5EF4-FFF2-40B4-BE49-F238E27FC236}">
                  <a16:creationId xmlns:a16="http://schemas.microsoft.com/office/drawing/2014/main" id="{AA55AF8E-66BB-4B91-B09B-E59E04EA2602}"/>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285" name="Group 850">
            <a:extLst>
              <a:ext uri="{FF2B5EF4-FFF2-40B4-BE49-F238E27FC236}">
                <a16:creationId xmlns:a16="http://schemas.microsoft.com/office/drawing/2014/main" id="{216D8EDF-7F72-429E-8B2B-DCBABEAA84CC}"/>
              </a:ext>
            </a:extLst>
          </p:cNvPr>
          <p:cNvGrpSpPr>
            <a:grpSpLocks/>
          </p:cNvGrpSpPr>
          <p:nvPr/>
        </p:nvGrpSpPr>
        <p:grpSpPr bwMode="auto">
          <a:xfrm>
            <a:off x="6494463" y="2008188"/>
            <a:ext cx="428625" cy="76200"/>
            <a:chOff x="2199" y="955"/>
            <a:chExt cx="2547" cy="506"/>
          </a:xfrm>
        </p:grpSpPr>
        <p:sp>
          <p:nvSpPr>
            <p:cNvPr id="8465" name="Freeform 851">
              <a:extLst>
                <a:ext uri="{FF2B5EF4-FFF2-40B4-BE49-F238E27FC236}">
                  <a16:creationId xmlns:a16="http://schemas.microsoft.com/office/drawing/2014/main" id="{F6601A09-F1AC-41AB-BEC8-9EFCDFE371F7}"/>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66" name="Freeform 852">
              <a:extLst>
                <a:ext uri="{FF2B5EF4-FFF2-40B4-BE49-F238E27FC236}">
                  <a16:creationId xmlns:a16="http://schemas.microsoft.com/office/drawing/2014/main" id="{8C0E2DB6-CE23-4E16-A9AF-AD50E1FE311F}"/>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67" name="Freeform 853">
              <a:extLst>
                <a:ext uri="{FF2B5EF4-FFF2-40B4-BE49-F238E27FC236}">
                  <a16:creationId xmlns:a16="http://schemas.microsoft.com/office/drawing/2014/main" id="{7F8AD287-8CA1-4ACB-AED2-4B5BE8666046}"/>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68" name="Freeform 854">
              <a:extLst>
                <a:ext uri="{FF2B5EF4-FFF2-40B4-BE49-F238E27FC236}">
                  <a16:creationId xmlns:a16="http://schemas.microsoft.com/office/drawing/2014/main" id="{D6CC8FCC-769F-4F6E-9DD4-2075C7FEB032}"/>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69" name="Freeform 855">
              <a:extLst>
                <a:ext uri="{FF2B5EF4-FFF2-40B4-BE49-F238E27FC236}">
                  <a16:creationId xmlns:a16="http://schemas.microsoft.com/office/drawing/2014/main" id="{113B1582-4F38-4F7A-8A97-821FFC156E37}"/>
                </a:ext>
              </a:extLst>
            </p:cNvPr>
            <p:cNvSpPr>
              <a:spLocks/>
            </p:cNvSpPr>
            <p:nvPr/>
          </p:nvSpPr>
          <p:spPr bwMode="auto">
            <a:xfrm>
              <a:off x="3646" y="997"/>
              <a:ext cx="660" cy="336"/>
            </a:xfrm>
            <a:custGeom>
              <a:avLst/>
              <a:gdLst>
                <a:gd name="T0" fmla="*/ 463 w 646"/>
                <a:gd name="T1" fmla="*/ 1466 h 300"/>
                <a:gd name="T2" fmla="*/ 659 w 646"/>
                <a:gd name="T3" fmla="*/ 1238 h 300"/>
                <a:gd name="T4" fmla="*/ 819 w 646"/>
                <a:gd name="T5" fmla="*/ 934 h 300"/>
                <a:gd name="T6" fmla="*/ 846 w 646"/>
                <a:gd name="T7" fmla="*/ 523 h 300"/>
                <a:gd name="T8" fmla="*/ 620 w 646"/>
                <a:gd name="T9" fmla="*/ 293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70" name="Freeform 856">
              <a:extLst>
                <a:ext uri="{FF2B5EF4-FFF2-40B4-BE49-F238E27FC236}">
                  <a16:creationId xmlns:a16="http://schemas.microsoft.com/office/drawing/2014/main" id="{67028CAA-AEFD-4CDA-8BAD-8AFDC67AB881}"/>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286" name="Group 850">
            <a:extLst>
              <a:ext uri="{FF2B5EF4-FFF2-40B4-BE49-F238E27FC236}">
                <a16:creationId xmlns:a16="http://schemas.microsoft.com/office/drawing/2014/main" id="{40AF7357-3986-4E77-BF22-99D46D062FC5}"/>
              </a:ext>
            </a:extLst>
          </p:cNvPr>
          <p:cNvGrpSpPr>
            <a:grpSpLocks/>
          </p:cNvGrpSpPr>
          <p:nvPr/>
        </p:nvGrpSpPr>
        <p:grpSpPr bwMode="auto">
          <a:xfrm>
            <a:off x="6557963" y="1746250"/>
            <a:ext cx="428625" cy="76200"/>
            <a:chOff x="2199" y="955"/>
            <a:chExt cx="2547" cy="506"/>
          </a:xfrm>
        </p:grpSpPr>
        <p:sp>
          <p:nvSpPr>
            <p:cNvPr id="8459" name="Freeform 851">
              <a:extLst>
                <a:ext uri="{FF2B5EF4-FFF2-40B4-BE49-F238E27FC236}">
                  <a16:creationId xmlns:a16="http://schemas.microsoft.com/office/drawing/2014/main" id="{4D835224-5A32-421F-B842-932B9239E434}"/>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60" name="Freeform 852">
              <a:extLst>
                <a:ext uri="{FF2B5EF4-FFF2-40B4-BE49-F238E27FC236}">
                  <a16:creationId xmlns:a16="http://schemas.microsoft.com/office/drawing/2014/main" id="{5FAEFEE4-111C-4D36-85D3-0DD9B4B311AD}"/>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61" name="Freeform 853">
              <a:extLst>
                <a:ext uri="{FF2B5EF4-FFF2-40B4-BE49-F238E27FC236}">
                  <a16:creationId xmlns:a16="http://schemas.microsoft.com/office/drawing/2014/main" id="{40CE3E23-CAB5-44D9-90B8-83C2BF9ED158}"/>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62" name="Freeform 854">
              <a:extLst>
                <a:ext uri="{FF2B5EF4-FFF2-40B4-BE49-F238E27FC236}">
                  <a16:creationId xmlns:a16="http://schemas.microsoft.com/office/drawing/2014/main" id="{3A743D9F-8746-468A-B392-096BE766B704}"/>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63" name="Freeform 855">
              <a:extLst>
                <a:ext uri="{FF2B5EF4-FFF2-40B4-BE49-F238E27FC236}">
                  <a16:creationId xmlns:a16="http://schemas.microsoft.com/office/drawing/2014/main" id="{BF92A9AD-062E-49C5-96DD-CCE2395B3332}"/>
                </a:ext>
              </a:extLst>
            </p:cNvPr>
            <p:cNvSpPr>
              <a:spLocks/>
            </p:cNvSpPr>
            <p:nvPr/>
          </p:nvSpPr>
          <p:spPr bwMode="auto">
            <a:xfrm>
              <a:off x="3646" y="997"/>
              <a:ext cx="660" cy="336"/>
            </a:xfrm>
            <a:custGeom>
              <a:avLst/>
              <a:gdLst>
                <a:gd name="T0" fmla="*/ 463 w 646"/>
                <a:gd name="T1" fmla="*/ 1466 h 300"/>
                <a:gd name="T2" fmla="*/ 659 w 646"/>
                <a:gd name="T3" fmla="*/ 1238 h 300"/>
                <a:gd name="T4" fmla="*/ 819 w 646"/>
                <a:gd name="T5" fmla="*/ 934 h 300"/>
                <a:gd name="T6" fmla="*/ 846 w 646"/>
                <a:gd name="T7" fmla="*/ 523 h 300"/>
                <a:gd name="T8" fmla="*/ 620 w 646"/>
                <a:gd name="T9" fmla="*/ 293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64" name="Freeform 856">
              <a:extLst>
                <a:ext uri="{FF2B5EF4-FFF2-40B4-BE49-F238E27FC236}">
                  <a16:creationId xmlns:a16="http://schemas.microsoft.com/office/drawing/2014/main" id="{76BF8CB3-16AD-425A-833C-BB2FF33AC553}"/>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287" name="Group 850">
            <a:extLst>
              <a:ext uri="{FF2B5EF4-FFF2-40B4-BE49-F238E27FC236}">
                <a16:creationId xmlns:a16="http://schemas.microsoft.com/office/drawing/2014/main" id="{0B2A0523-5171-4864-BED1-01E624402EC4}"/>
              </a:ext>
            </a:extLst>
          </p:cNvPr>
          <p:cNvGrpSpPr>
            <a:grpSpLocks/>
          </p:cNvGrpSpPr>
          <p:nvPr/>
        </p:nvGrpSpPr>
        <p:grpSpPr bwMode="auto">
          <a:xfrm>
            <a:off x="5756275" y="2979738"/>
            <a:ext cx="376238" cy="76200"/>
            <a:chOff x="2199" y="955"/>
            <a:chExt cx="2547" cy="506"/>
          </a:xfrm>
        </p:grpSpPr>
        <p:sp>
          <p:nvSpPr>
            <p:cNvPr id="8453" name="Freeform 851">
              <a:extLst>
                <a:ext uri="{FF2B5EF4-FFF2-40B4-BE49-F238E27FC236}">
                  <a16:creationId xmlns:a16="http://schemas.microsoft.com/office/drawing/2014/main" id="{A24D2727-3B45-4360-8AF6-C9B845144EFE}"/>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54" name="Freeform 852">
              <a:extLst>
                <a:ext uri="{FF2B5EF4-FFF2-40B4-BE49-F238E27FC236}">
                  <a16:creationId xmlns:a16="http://schemas.microsoft.com/office/drawing/2014/main" id="{6E90FDAF-5372-4DB1-8163-04E7A042770D}"/>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55" name="Freeform 853">
              <a:extLst>
                <a:ext uri="{FF2B5EF4-FFF2-40B4-BE49-F238E27FC236}">
                  <a16:creationId xmlns:a16="http://schemas.microsoft.com/office/drawing/2014/main" id="{B0D6A6D3-9004-4FE5-A376-BFEEDE1D25F6}"/>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56" name="Freeform 854">
              <a:extLst>
                <a:ext uri="{FF2B5EF4-FFF2-40B4-BE49-F238E27FC236}">
                  <a16:creationId xmlns:a16="http://schemas.microsoft.com/office/drawing/2014/main" id="{6EFFE3B9-6200-4704-81AF-B6F736041695}"/>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57" name="Freeform 855">
              <a:extLst>
                <a:ext uri="{FF2B5EF4-FFF2-40B4-BE49-F238E27FC236}">
                  <a16:creationId xmlns:a16="http://schemas.microsoft.com/office/drawing/2014/main" id="{4DA9F35B-84E1-4F72-BD67-7F0DD5339AB7}"/>
                </a:ext>
              </a:extLst>
            </p:cNvPr>
            <p:cNvSpPr>
              <a:spLocks/>
            </p:cNvSpPr>
            <p:nvPr/>
          </p:nvSpPr>
          <p:spPr bwMode="auto">
            <a:xfrm>
              <a:off x="3646" y="997"/>
              <a:ext cx="660" cy="336"/>
            </a:xfrm>
            <a:custGeom>
              <a:avLst/>
              <a:gdLst>
                <a:gd name="T0" fmla="*/ 463 w 646"/>
                <a:gd name="T1" fmla="*/ 1466 h 300"/>
                <a:gd name="T2" fmla="*/ 659 w 646"/>
                <a:gd name="T3" fmla="*/ 1238 h 300"/>
                <a:gd name="T4" fmla="*/ 819 w 646"/>
                <a:gd name="T5" fmla="*/ 934 h 300"/>
                <a:gd name="T6" fmla="*/ 846 w 646"/>
                <a:gd name="T7" fmla="*/ 523 h 300"/>
                <a:gd name="T8" fmla="*/ 620 w 646"/>
                <a:gd name="T9" fmla="*/ 293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58" name="Freeform 856">
              <a:extLst>
                <a:ext uri="{FF2B5EF4-FFF2-40B4-BE49-F238E27FC236}">
                  <a16:creationId xmlns:a16="http://schemas.microsoft.com/office/drawing/2014/main" id="{0E7894DB-2C4B-43E5-879A-18DBD0BBC7EF}"/>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288" name="Group 850">
            <a:extLst>
              <a:ext uri="{FF2B5EF4-FFF2-40B4-BE49-F238E27FC236}">
                <a16:creationId xmlns:a16="http://schemas.microsoft.com/office/drawing/2014/main" id="{766C6F13-5BA5-4557-84CF-E94E39506DAF}"/>
              </a:ext>
            </a:extLst>
          </p:cNvPr>
          <p:cNvGrpSpPr>
            <a:grpSpLocks/>
          </p:cNvGrpSpPr>
          <p:nvPr/>
        </p:nvGrpSpPr>
        <p:grpSpPr bwMode="auto">
          <a:xfrm>
            <a:off x="5457825" y="3094038"/>
            <a:ext cx="374650" cy="69850"/>
            <a:chOff x="2199" y="955"/>
            <a:chExt cx="2547" cy="506"/>
          </a:xfrm>
        </p:grpSpPr>
        <p:sp>
          <p:nvSpPr>
            <p:cNvPr id="8447" name="Freeform 851">
              <a:extLst>
                <a:ext uri="{FF2B5EF4-FFF2-40B4-BE49-F238E27FC236}">
                  <a16:creationId xmlns:a16="http://schemas.microsoft.com/office/drawing/2014/main" id="{EC6D4B3B-12FB-4A6A-938B-ACB8181AA8CA}"/>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48" name="Freeform 852">
              <a:extLst>
                <a:ext uri="{FF2B5EF4-FFF2-40B4-BE49-F238E27FC236}">
                  <a16:creationId xmlns:a16="http://schemas.microsoft.com/office/drawing/2014/main" id="{7433EE67-823E-4AA1-8C94-E1B5A48E2FE7}"/>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49" name="Freeform 853">
              <a:extLst>
                <a:ext uri="{FF2B5EF4-FFF2-40B4-BE49-F238E27FC236}">
                  <a16:creationId xmlns:a16="http://schemas.microsoft.com/office/drawing/2014/main" id="{F11504F4-0C4B-48B0-B854-59559C35D6CE}"/>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50" name="Freeform 854">
              <a:extLst>
                <a:ext uri="{FF2B5EF4-FFF2-40B4-BE49-F238E27FC236}">
                  <a16:creationId xmlns:a16="http://schemas.microsoft.com/office/drawing/2014/main" id="{CA277827-ADAF-4A08-8F3A-8C7055440910}"/>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51" name="Freeform 855">
              <a:extLst>
                <a:ext uri="{FF2B5EF4-FFF2-40B4-BE49-F238E27FC236}">
                  <a16:creationId xmlns:a16="http://schemas.microsoft.com/office/drawing/2014/main" id="{CF66D247-CF30-4689-9B68-BA563242B651}"/>
                </a:ext>
              </a:extLst>
            </p:cNvPr>
            <p:cNvSpPr>
              <a:spLocks/>
            </p:cNvSpPr>
            <p:nvPr/>
          </p:nvSpPr>
          <p:spPr bwMode="auto">
            <a:xfrm>
              <a:off x="3646" y="997"/>
              <a:ext cx="660" cy="336"/>
            </a:xfrm>
            <a:custGeom>
              <a:avLst/>
              <a:gdLst>
                <a:gd name="T0" fmla="*/ 463 w 646"/>
                <a:gd name="T1" fmla="*/ 1466 h 300"/>
                <a:gd name="T2" fmla="*/ 659 w 646"/>
                <a:gd name="T3" fmla="*/ 1238 h 300"/>
                <a:gd name="T4" fmla="*/ 819 w 646"/>
                <a:gd name="T5" fmla="*/ 934 h 300"/>
                <a:gd name="T6" fmla="*/ 846 w 646"/>
                <a:gd name="T7" fmla="*/ 523 h 300"/>
                <a:gd name="T8" fmla="*/ 620 w 646"/>
                <a:gd name="T9" fmla="*/ 293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52" name="Freeform 856">
              <a:extLst>
                <a:ext uri="{FF2B5EF4-FFF2-40B4-BE49-F238E27FC236}">
                  <a16:creationId xmlns:a16="http://schemas.microsoft.com/office/drawing/2014/main" id="{6694D5CC-78E6-4BE2-B51C-C5CEB9D8813F}"/>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289" name="Group 850">
            <a:extLst>
              <a:ext uri="{FF2B5EF4-FFF2-40B4-BE49-F238E27FC236}">
                <a16:creationId xmlns:a16="http://schemas.microsoft.com/office/drawing/2014/main" id="{F795DB9E-4A8B-4E42-A5DE-2BC82C0C219F}"/>
              </a:ext>
            </a:extLst>
          </p:cNvPr>
          <p:cNvGrpSpPr>
            <a:grpSpLocks/>
          </p:cNvGrpSpPr>
          <p:nvPr/>
        </p:nvGrpSpPr>
        <p:grpSpPr bwMode="auto">
          <a:xfrm>
            <a:off x="5616575" y="3506788"/>
            <a:ext cx="496888" cy="96837"/>
            <a:chOff x="2199" y="955"/>
            <a:chExt cx="2547" cy="506"/>
          </a:xfrm>
        </p:grpSpPr>
        <p:sp>
          <p:nvSpPr>
            <p:cNvPr id="8441" name="Freeform 851">
              <a:extLst>
                <a:ext uri="{FF2B5EF4-FFF2-40B4-BE49-F238E27FC236}">
                  <a16:creationId xmlns:a16="http://schemas.microsoft.com/office/drawing/2014/main" id="{4D8067B2-0532-4D27-B898-39312D8B5E04}"/>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42" name="Freeform 852">
              <a:extLst>
                <a:ext uri="{FF2B5EF4-FFF2-40B4-BE49-F238E27FC236}">
                  <a16:creationId xmlns:a16="http://schemas.microsoft.com/office/drawing/2014/main" id="{D5A1813A-299D-4CEC-B8CC-770D03374699}"/>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43" name="Freeform 853">
              <a:extLst>
                <a:ext uri="{FF2B5EF4-FFF2-40B4-BE49-F238E27FC236}">
                  <a16:creationId xmlns:a16="http://schemas.microsoft.com/office/drawing/2014/main" id="{CCC08AC2-7D2F-43A2-9522-43ED5D58E262}"/>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44" name="Freeform 854">
              <a:extLst>
                <a:ext uri="{FF2B5EF4-FFF2-40B4-BE49-F238E27FC236}">
                  <a16:creationId xmlns:a16="http://schemas.microsoft.com/office/drawing/2014/main" id="{783F90FC-9E04-4148-A09F-E14AD70B8AA1}"/>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45" name="Freeform 855">
              <a:extLst>
                <a:ext uri="{FF2B5EF4-FFF2-40B4-BE49-F238E27FC236}">
                  <a16:creationId xmlns:a16="http://schemas.microsoft.com/office/drawing/2014/main" id="{B0ADC48C-6DEC-4473-BCFE-8694F6522D29}"/>
                </a:ext>
              </a:extLst>
            </p:cNvPr>
            <p:cNvSpPr>
              <a:spLocks/>
            </p:cNvSpPr>
            <p:nvPr/>
          </p:nvSpPr>
          <p:spPr bwMode="auto">
            <a:xfrm>
              <a:off x="3646" y="997"/>
              <a:ext cx="660" cy="336"/>
            </a:xfrm>
            <a:custGeom>
              <a:avLst/>
              <a:gdLst>
                <a:gd name="T0" fmla="*/ 463 w 646"/>
                <a:gd name="T1" fmla="*/ 1466 h 300"/>
                <a:gd name="T2" fmla="*/ 659 w 646"/>
                <a:gd name="T3" fmla="*/ 1238 h 300"/>
                <a:gd name="T4" fmla="*/ 819 w 646"/>
                <a:gd name="T5" fmla="*/ 934 h 300"/>
                <a:gd name="T6" fmla="*/ 846 w 646"/>
                <a:gd name="T7" fmla="*/ 523 h 300"/>
                <a:gd name="T8" fmla="*/ 620 w 646"/>
                <a:gd name="T9" fmla="*/ 293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46" name="Freeform 856">
              <a:extLst>
                <a:ext uri="{FF2B5EF4-FFF2-40B4-BE49-F238E27FC236}">
                  <a16:creationId xmlns:a16="http://schemas.microsoft.com/office/drawing/2014/main" id="{5869207E-8608-40AF-BE0B-7BAD970F2E56}"/>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290" name="Group 850">
            <a:extLst>
              <a:ext uri="{FF2B5EF4-FFF2-40B4-BE49-F238E27FC236}">
                <a16:creationId xmlns:a16="http://schemas.microsoft.com/office/drawing/2014/main" id="{E75330EA-97C1-44E3-B88C-7BB05AB235C3}"/>
              </a:ext>
            </a:extLst>
          </p:cNvPr>
          <p:cNvGrpSpPr>
            <a:grpSpLocks/>
          </p:cNvGrpSpPr>
          <p:nvPr/>
        </p:nvGrpSpPr>
        <p:grpSpPr bwMode="auto">
          <a:xfrm>
            <a:off x="7154863" y="5005388"/>
            <a:ext cx="534987" cy="131762"/>
            <a:chOff x="2199" y="955"/>
            <a:chExt cx="2547" cy="506"/>
          </a:xfrm>
        </p:grpSpPr>
        <p:sp>
          <p:nvSpPr>
            <p:cNvPr id="8435" name="Freeform 851">
              <a:extLst>
                <a:ext uri="{FF2B5EF4-FFF2-40B4-BE49-F238E27FC236}">
                  <a16:creationId xmlns:a16="http://schemas.microsoft.com/office/drawing/2014/main" id="{F33D4776-159A-4B1D-ADAE-99344985A0EA}"/>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36" name="Freeform 852">
              <a:extLst>
                <a:ext uri="{FF2B5EF4-FFF2-40B4-BE49-F238E27FC236}">
                  <a16:creationId xmlns:a16="http://schemas.microsoft.com/office/drawing/2014/main" id="{F0884D96-A965-4CB4-91C8-2B137DA7D7A4}"/>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37" name="Freeform 853">
              <a:extLst>
                <a:ext uri="{FF2B5EF4-FFF2-40B4-BE49-F238E27FC236}">
                  <a16:creationId xmlns:a16="http://schemas.microsoft.com/office/drawing/2014/main" id="{0D9AD3B7-C945-486A-8324-8B6EBAA9588F}"/>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38" name="Freeform 854">
              <a:extLst>
                <a:ext uri="{FF2B5EF4-FFF2-40B4-BE49-F238E27FC236}">
                  <a16:creationId xmlns:a16="http://schemas.microsoft.com/office/drawing/2014/main" id="{55A87017-B44F-4281-ACA2-E72A7933CC6D}"/>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39" name="Freeform 855">
              <a:extLst>
                <a:ext uri="{FF2B5EF4-FFF2-40B4-BE49-F238E27FC236}">
                  <a16:creationId xmlns:a16="http://schemas.microsoft.com/office/drawing/2014/main" id="{31BE6B10-0CFC-408D-8B27-708EB60A2E44}"/>
                </a:ext>
              </a:extLst>
            </p:cNvPr>
            <p:cNvSpPr>
              <a:spLocks/>
            </p:cNvSpPr>
            <p:nvPr/>
          </p:nvSpPr>
          <p:spPr bwMode="auto">
            <a:xfrm>
              <a:off x="3646" y="997"/>
              <a:ext cx="660" cy="336"/>
            </a:xfrm>
            <a:custGeom>
              <a:avLst/>
              <a:gdLst>
                <a:gd name="T0" fmla="*/ 463 w 646"/>
                <a:gd name="T1" fmla="*/ 1466 h 300"/>
                <a:gd name="T2" fmla="*/ 659 w 646"/>
                <a:gd name="T3" fmla="*/ 1238 h 300"/>
                <a:gd name="T4" fmla="*/ 819 w 646"/>
                <a:gd name="T5" fmla="*/ 934 h 300"/>
                <a:gd name="T6" fmla="*/ 846 w 646"/>
                <a:gd name="T7" fmla="*/ 523 h 300"/>
                <a:gd name="T8" fmla="*/ 620 w 646"/>
                <a:gd name="T9" fmla="*/ 293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40" name="Freeform 856">
              <a:extLst>
                <a:ext uri="{FF2B5EF4-FFF2-40B4-BE49-F238E27FC236}">
                  <a16:creationId xmlns:a16="http://schemas.microsoft.com/office/drawing/2014/main" id="{EEC88761-9F9F-4B1F-83D0-1D724909FE48}"/>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291" name="Group 850">
            <a:extLst>
              <a:ext uri="{FF2B5EF4-FFF2-40B4-BE49-F238E27FC236}">
                <a16:creationId xmlns:a16="http://schemas.microsoft.com/office/drawing/2014/main" id="{90F7098C-435A-4B25-B9B3-5A252D9AB41E}"/>
              </a:ext>
            </a:extLst>
          </p:cNvPr>
          <p:cNvGrpSpPr>
            <a:grpSpLocks/>
          </p:cNvGrpSpPr>
          <p:nvPr/>
        </p:nvGrpSpPr>
        <p:grpSpPr bwMode="auto">
          <a:xfrm>
            <a:off x="7299325" y="5413375"/>
            <a:ext cx="407988" cy="92075"/>
            <a:chOff x="2199" y="955"/>
            <a:chExt cx="2547" cy="506"/>
          </a:xfrm>
        </p:grpSpPr>
        <p:sp>
          <p:nvSpPr>
            <p:cNvPr id="8429" name="Freeform 851">
              <a:extLst>
                <a:ext uri="{FF2B5EF4-FFF2-40B4-BE49-F238E27FC236}">
                  <a16:creationId xmlns:a16="http://schemas.microsoft.com/office/drawing/2014/main" id="{0A8E230B-DC01-473C-B20D-2F10F31C1ECD}"/>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30" name="Freeform 852">
              <a:extLst>
                <a:ext uri="{FF2B5EF4-FFF2-40B4-BE49-F238E27FC236}">
                  <a16:creationId xmlns:a16="http://schemas.microsoft.com/office/drawing/2014/main" id="{0A71201E-52E5-48B4-97A6-0E00B23C7172}"/>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31" name="Freeform 853">
              <a:extLst>
                <a:ext uri="{FF2B5EF4-FFF2-40B4-BE49-F238E27FC236}">
                  <a16:creationId xmlns:a16="http://schemas.microsoft.com/office/drawing/2014/main" id="{A64789A4-E6C4-4DE4-941D-46A015D6E8F8}"/>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32" name="Freeform 854">
              <a:extLst>
                <a:ext uri="{FF2B5EF4-FFF2-40B4-BE49-F238E27FC236}">
                  <a16:creationId xmlns:a16="http://schemas.microsoft.com/office/drawing/2014/main" id="{039740E6-E738-413E-AA8D-CDCCFD422E2D}"/>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33" name="Freeform 855">
              <a:extLst>
                <a:ext uri="{FF2B5EF4-FFF2-40B4-BE49-F238E27FC236}">
                  <a16:creationId xmlns:a16="http://schemas.microsoft.com/office/drawing/2014/main" id="{C82BEB19-D85F-4C8C-B2EE-984B8F1072F8}"/>
                </a:ext>
              </a:extLst>
            </p:cNvPr>
            <p:cNvSpPr>
              <a:spLocks/>
            </p:cNvSpPr>
            <p:nvPr/>
          </p:nvSpPr>
          <p:spPr bwMode="auto">
            <a:xfrm>
              <a:off x="3646" y="997"/>
              <a:ext cx="660" cy="336"/>
            </a:xfrm>
            <a:custGeom>
              <a:avLst/>
              <a:gdLst>
                <a:gd name="T0" fmla="*/ 463 w 646"/>
                <a:gd name="T1" fmla="*/ 1466 h 300"/>
                <a:gd name="T2" fmla="*/ 659 w 646"/>
                <a:gd name="T3" fmla="*/ 1238 h 300"/>
                <a:gd name="T4" fmla="*/ 819 w 646"/>
                <a:gd name="T5" fmla="*/ 934 h 300"/>
                <a:gd name="T6" fmla="*/ 846 w 646"/>
                <a:gd name="T7" fmla="*/ 523 h 300"/>
                <a:gd name="T8" fmla="*/ 620 w 646"/>
                <a:gd name="T9" fmla="*/ 293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34" name="Freeform 856">
              <a:extLst>
                <a:ext uri="{FF2B5EF4-FFF2-40B4-BE49-F238E27FC236}">
                  <a16:creationId xmlns:a16="http://schemas.microsoft.com/office/drawing/2014/main" id="{B6813D4E-5216-4948-AAAD-2569A2407235}"/>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292" name="Group 850">
            <a:extLst>
              <a:ext uri="{FF2B5EF4-FFF2-40B4-BE49-F238E27FC236}">
                <a16:creationId xmlns:a16="http://schemas.microsoft.com/office/drawing/2014/main" id="{664747C5-1B81-417C-B0C0-C4544FA5FE8C}"/>
              </a:ext>
            </a:extLst>
          </p:cNvPr>
          <p:cNvGrpSpPr>
            <a:grpSpLocks/>
          </p:cNvGrpSpPr>
          <p:nvPr/>
        </p:nvGrpSpPr>
        <p:grpSpPr bwMode="auto">
          <a:xfrm>
            <a:off x="6881813" y="5484813"/>
            <a:ext cx="407987" cy="92075"/>
            <a:chOff x="2199" y="955"/>
            <a:chExt cx="2547" cy="506"/>
          </a:xfrm>
        </p:grpSpPr>
        <p:sp>
          <p:nvSpPr>
            <p:cNvPr id="8423" name="Freeform 851">
              <a:extLst>
                <a:ext uri="{FF2B5EF4-FFF2-40B4-BE49-F238E27FC236}">
                  <a16:creationId xmlns:a16="http://schemas.microsoft.com/office/drawing/2014/main" id="{CC9D399E-B71F-4B36-948A-CEBC0368AFC0}"/>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24" name="Freeform 852">
              <a:extLst>
                <a:ext uri="{FF2B5EF4-FFF2-40B4-BE49-F238E27FC236}">
                  <a16:creationId xmlns:a16="http://schemas.microsoft.com/office/drawing/2014/main" id="{5CB9BA72-0FBD-41D8-BDA7-91F275B7CBF2}"/>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25" name="Freeform 853">
              <a:extLst>
                <a:ext uri="{FF2B5EF4-FFF2-40B4-BE49-F238E27FC236}">
                  <a16:creationId xmlns:a16="http://schemas.microsoft.com/office/drawing/2014/main" id="{F54E2642-E897-4779-93FF-134EA87822D3}"/>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26" name="Freeform 854">
              <a:extLst>
                <a:ext uri="{FF2B5EF4-FFF2-40B4-BE49-F238E27FC236}">
                  <a16:creationId xmlns:a16="http://schemas.microsoft.com/office/drawing/2014/main" id="{DB7E9AE6-5870-4DCA-910A-659A8D716498}"/>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27" name="Freeform 855">
              <a:extLst>
                <a:ext uri="{FF2B5EF4-FFF2-40B4-BE49-F238E27FC236}">
                  <a16:creationId xmlns:a16="http://schemas.microsoft.com/office/drawing/2014/main" id="{77B0A35B-1269-4176-9BFC-AD28660CC739}"/>
                </a:ext>
              </a:extLst>
            </p:cNvPr>
            <p:cNvSpPr>
              <a:spLocks/>
            </p:cNvSpPr>
            <p:nvPr/>
          </p:nvSpPr>
          <p:spPr bwMode="auto">
            <a:xfrm>
              <a:off x="3646" y="997"/>
              <a:ext cx="660" cy="336"/>
            </a:xfrm>
            <a:custGeom>
              <a:avLst/>
              <a:gdLst>
                <a:gd name="T0" fmla="*/ 463 w 646"/>
                <a:gd name="T1" fmla="*/ 1466 h 300"/>
                <a:gd name="T2" fmla="*/ 659 w 646"/>
                <a:gd name="T3" fmla="*/ 1238 h 300"/>
                <a:gd name="T4" fmla="*/ 819 w 646"/>
                <a:gd name="T5" fmla="*/ 934 h 300"/>
                <a:gd name="T6" fmla="*/ 846 w 646"/>
                <a:gd name="T7" fmla="*/ 523 h 300"/>
                <a:gd name="T8" fmla="*/ 620 w 646"/>
                <a:gd name="T9" fmla="*/ 293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428" name="Freeform 856">
              <a:extLst>
                <a:ext uri="{FF2B5EF4-FFF2-40B4-BE49-F238E27FC236}">
                  <a16:creationId xmlns:a16="http://schemas.microsoft.com/office/drawing/2014/main" id="{2B9E835F-6DEF-4CEF-99EF-48B39C0C8323}"/>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9050"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8293" name="Group 817">
            <a:extLst>
              <a:ext uri="{FF2B5EF4-FFF2-40B4-BE49-F238E27FC236}">
                <a16:creationId xmlns:a16="http://schemas.microsoft.com/office/drawing/2014/main" id="{67EDEE77-5924-4785-9F69-41B8C48BA21D}"/>
              </a:ext>
            </a:extLst>
          </p:cNvPr>
          <p:cNvGrpSpPr>
            <a:grpSpLocks/>
          </p:cNvGrpSpPr>
          <p:nvPr/>
        </p:nvGrpSpPr>
        <p:grpSpPr bwMode="auto">
          <a:xfrm>
            <a:off x="5864225" y="1738313"/>
            <a:ext cx="517525" cy="508000"/>
            <a:chOff x="2920" y="1424"/>
            <a:chExt cx="326" cy="320"/>
          </a:xfrm>
        </p:grpSpPr>
        <p:sp>
          <p:nvSpPr>
            <p:cNvPr id="8415" name="Oval 818">
              <a:extLst>
                <a:ext uri="{FF2B5EF4-FFF2-40B4-BE49-F238E27FC236}">
                  <a16:creationId xmlns:a16="http://schemas.microsoft.com/office/drawing/2014/main" id="{BD05DAFD-CFAD-4D6C-A9FE-2629FB9D1BEB}"/>
                </a:ext>
              </a:extLst>
            </p:cNvPr>
            <p:cNvSpPr>
              <a:spLocks noChangeArrowheads="1"/>
            </p:cNvSpPr>
            <p:nvPr/>
          </p:nvSpPr>
          <p:spPr bwMode="auto">
            <a:xfrm>
              <a:off x="2920" y="1445"/>
              <a:ext cx="326" cy="289"/>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grpSp>
          <p:nvGrpSpPr>
            <p:cNvPr id="8416" name="Group 819">
              <a:extLst>
                <a:ext uri="{FF2B5EF4-FFF2-40B4-BE49-F238E27FC236}">
                  <a16:creationId xmlns:a16="http://schemas.microsoft.com/office/drawing/2014/main" id="{A00E6F22-4872-462A-B010-5CD6C2B52666}"/>
                </a:ext>
              </a:extLst>
            </p:cNvPr>
            <p:cNvGrpSpPr>
              <a:grpSpLocks/>
            </p:cNvGrpSpPr>
            <p:nvPr/>
          </p:nvGrpSpPr>
          <p:grpSpPr bwMode="auto">
            <a:xfrm>
              <a:off x="2949" y="1424"/>
              <a:ext cx="265" cy="280"/>
              <a:chOff x="2949" y="1424"/>
              <a:chExt cx="265" cy="280"/>
            </a:xfrm>
          </p:grpSpPr>
          <p:sp>
            <p:nvSpPr>
              <p:cNvPr id="8418" name="Oval 820">
                <a:extLst>
                  <a:ext uri="{FF2B5EF4-FFF2-40B4-BE49-F238E27FC236}">
                    <a16:creationId xmlns:a16="http://schemas.microsoft.com/office/drawing/2014/main" id="{02A393DF-AA5E-4AAC-9997-AC04494BA43E}"/>
                  </a:ext>
                </a:extLst>
              </p:cNvPr>
              <p:cNvSpPr>
                <a:spLocks noChangeArrowheads="1"/>
              </p:cNvSpPr>
              <p:nvPr/>
            </p:nvSpPr>
            <p:spPr bwMode="auto">
              <a:xfrm>
                <a:off x="3030" y="1545"/>
                <a:ext cx="107" cy="92"/>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419" name="Oval 821">
                <a:extLst>
                  <a:ext uri="{FF2B5EF4-FFF2-40B4-BE49-F238E27FC236}">
                    <a16:creationId xmlns:a16="http://schemas.microsoft.com/office/drawing/2014/main" id="{A283C69B-1C27-4B40-B5F9-E6EC20B78EA0}"/>
                  </a:ext>
                </a:extLst>
              </p:cNvPr>
              <p:cNvSpPr>
                <a:spLocks noChangeArrowheads="1"/>
              </p:cNvSpPr>
              <p:nvPr/>
            </p:nvSpPr>
            <p:spPr bwMode="auto">
              <a:xfrm>
                <a:off x="3006" y="1525"/>
                <a:ext cx="154" cy="131"/>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420" name="Oval 822">
                <a:extLst>
                  <a:ext uri="{FF2B5EF4-FFF2-40B4-BE49-F238E27FC236}">
                    <a16:creationId xmlns:a16="http://schemas.microsoft.com/office/drawing/2014/main" id="{4B7492F8-6C64-4A2B-90B0-EDD104D7AACD}"/>
                  </a:ext>
                </a:extLst>
              </p:cNvPr>
              <p:cNvSpPr>
                <a:spLocks noChangeArrowheads="1"/>
              </p:cNvSpPr>
              <p:nvPr/>
            </p:nvSpPr>
            <p:spPr bwMode="auto">
              <a:xfrm>
                <a:off x="2983" y="1501"/>
                <a:ext cx="203" cy="179"/>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421" name="Oval 823">
                <a:extLst>
                  <a:ext uri="{FF2B5EF4-FFF2-40B4-BE49-F238E27FC236}">
                    <a16:creationId xmlns:a16="http://schemas.microsoft.com/office/drawing/2014/main" id="{4D67B1D7-F77E-4903-B4E0-4D6E95B08733}"/>
                  </a:ext>
                </a:extLst>
              </p:cNvPr>
              <p:cNvSpPr>
                <a:spLocks noChangeArrowheads="1"/>
              </p:cNvSpPr>
              <p:nvPr/>
            </p:nvSpPr>
            <p:spPr bwMode="auto">
              <a:xfrm>
                <a:off x="2949" y="1476"/>
                <a:ext cx="265" cy="228"/>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zh-CN" sz="1800">
                  <a:ea typeface="宋体" panose="02010600030101010101" pitchFamily="2" charset="-122"/>
                </a:endParaRPr>
              </a:p>
            </p:txBody>
          </p:sp>
          <p:sp>
            <p:nvSpPr>
              <p:cNvPr id="8422" name="Freeform 824">
                <a:extLst>
                  <a:ext uri="{FF2B5EF4-FFF2-40B4-BE49-F238E27FC236}">
                    <a16:creationId xmlns:a16="http://schemas.microsoft.com/office/drawing/2014/main" id="{42D730ED-0EA7-4A5C-9076-21AEADBE51DF}"/>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8417" name="Freeform 825">
              <a:extLst>
                <a:ext uri="{FF2B5EF4-FFF2-40B4-BE49-F238E27FC236}">
                  <a16:creationId xmlns:a16="http://schemas.microsoft.com/office/drawing/2014/main" id="{C2772B5B-4D2C-43A7-93B4-753F2F617770}"/>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66CCFF"/>
            </a:solidFill>
            <a:ln>
              <a:noFill/>
            </a:ln>
            <a:extLst>
              <a:ext uri="{91240B29-F687-4F45-9708-019B960494DF}">
                <a14:hiddenLine xmlns:a14="http://schemas.microsoft.com/office/drawing/2010/main" w="19050" cmpd="sng">
                  <a:solidFill>
                    <a:srgbClr val="000000"/>
                  </a:solidFill>
                  <a:round/>
                  <a:headEnd/>
                  <a:tailEnd/>
                </a14:hiddenLine>
              </a:ext>
            </a:extLst>
          </p:spPr>
          <p:txBody>
            <a:bodyPr/>
            <a:lstStyle/>
            <a:p>
              <a:endParaRPr lang="zh-CN" altLang="en-US"/>
            </a:p>
          </p:txBody>
        </p:sp>
      </p:grpSp>
      <p:grpSp>
        <p:nvGrpSpPr>
          <p:cNvPr id="8294" name="Group 347">
            <a:extLst>
              <a:ext uri="{FF2B5EF4-FFF2-40B4-BE49-F238E27FC236}">
                <a16:creationId xmlns:a16="http://schemas.microsoft.com/office/drawing/2014/main" id="{A616184F-4BB4-4151-9C77-6987ECFCDEB4}"/>
              </a:ext>
            </a:extLst>
          </p:cNvPr>
          <p:cNvGrpSpPr>
            <a:grpSpLocks/>
          </p:cNvGrpSpPr>
          <p:nvPr/>
        </p:nvGrpSpPr>
        <p:grpSpPr bwMode="auto">
          <a:xfrm>
            <a:off x="6326188" y="2476500"/>
            <a:ext cx="417512" cy="206375"/>
            <a:chOff x="1871277" y="1576300"/>
            <a:chExt cx="1128371" cy="437861"/>
          </a:xfrm>
        </p:grpSpPr>
        <p:sp>
          <p:nvSpPr>
            <p:cNvPr id="892" name="Oval 891">
              <a:extLst>
                <a:ext uri="{FF2B5EF4-FFF2-40B4-BE49-F238E27FC236}">
                  <a16:creationId xmlns:a16="http://schemas.microsoft.com/office/drawing/2014/main" id="{DACE2580-D181-4E4C-A284-77F27C6E9820}"/>
                </a:ext>
              </a:extLst>
            </p:cNvPr>
            <p:cNvSpPr/>
            <p:nvPr/>
          </p:nvSpPr>
          <p:spPr bwMode="auto">
            <a:xfrm flipV="1">
              <a:off x="1875566" y="1694187"/>
              <a:ext cx="1124082" cy="319974"/>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893" name="Rectangle 892">
              <a:extLst>
                <a:ext uri="{FF2B5EF4-FFF2-40B4-BE49-F238E27FC236}">
                  <a16:creationId xmlns:a16="http://schemas.microsoft.com/office/drawing/2014/main" id="{BB5B1FAA-4834-4240-9766-AA144B3EBC5F}"/>
                </a:ext>
              </a:extLst>
            </p:cNvPr>
            <p:cNvSpPr/>
            <p:nvPr/>
          </p:nvSpPr>
          <p:spPr bwMode="auto">
            <a:xfrm>
              <a:off x="1871277" y="1737972"/>
              <a:ext cx="1128371" cy="117887"/>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894" name="Oval 893">
              <a:extLst>
                <a:ext uri="{FF2B5EF4-FFF2-40B4-BE49-F238E27FC236}">
                  <a16:creationId xmlns:a16="http://schemas.microsoft.com/office/drawing/2014/main" id="{409B6BB1-6B70-4B6D-B567-071113C71747}"/>
                </a:ext>
              </a:extLst>
            </p:cNvPr>
            <p:cNvSpPr/>
            <p:nvPr/>
          </p:nvSpPr>
          <p:spPr bwMode="auto">
            <a:xfrm flipV="1">
              <a:off x="1871277" y="1576300"/>
              <a:ext cx="1124082" cy="319976"/>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895" name="Freeform 894">
              <a:extLst>
                <a:ext uri="{FF2B5EF4-FFF2-40B4-BE49-F238E27FC236}">
                  <a16:creationId xmlns:a16="http://schemas.microsoft.com/office/drawing/2014/main" id="{2F141719-FEB6-4201-AFDA-074CFF29BF04}"/>
                </a:ext>
              </a:extLst>
            </p:cNvPr>
            <p:cNvSpPr/>
            <p:nvPr/>
          </p:nvSpPr>
          <p:spPr bwMode="auto">
            <a:xfrm>
              <a:off x="2158732" y="1673978"/>
              <a:ext cx="549170" cy="161672"/>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96" name="Freeform 895">
              <a:extLst>
                <a:ext uri="{FF2B5EF4-FFF2-40B4-BE49-F238E27FC236}">
                  <a16:creationId xmlns:a16="http://schemas.microsoft.com/office/drawing/2014/main" id="{3A3494C0-37A7-4520-8F22-EBF25648A31A}"/>
                </a:ext>
              </a:extLst>
            </p:cNvPr>
            <p:cNvSpPr/>
            <p:nvPr/>
          </p:nvSpPr>
          <p:spPr bwMode="auto">
            <a:xfrm>
              <a:off x="2102958" y="1633560"/>
              <a:ext cx="660720" cy="111148"/>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97" name="Freeform 896">
              <a:extLst>
                <a:ext uri="{FF2B5EF4-FFF2-40B4-BE49-F238E27FC236}">
                  <a16:creationId xmlns:a16="http://schemas.microsoft.com/office/drawing/2014/main" id="{0169B5E7-537C-4F7D-A72E-FA11C7DBA00C}"/>
                </a:ext>
              </a:extLst>
            </p:cNvPr>
            <p:cNvSpPr/>
            <p:nvPr/>
          </p:nvSpPr>
          <p:spPr bwMode="auto">
            <a:xfrm>
              <a:off x="2536286" y="1727868"/>
              <a:ext cx="244554" cy="97676"/>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898" name="Freeform 897">
              <a:extLst>
                <a:ext uri="{FF2B5EF4-FFF2-40B4-BE49-F238E27FC236}">
                  <a16:creationId xmlns:a16="http://schemas.microsoft.com/office/drawing/2014/main" id="{9E568723-E9AC-441F-8A9D-1489CA03B02F}"/>
                </a:ext>
              </a:extLst>
            </p:cNvPr>
            <p:cNvSpPr/>
            <p:nvPr/>
          </p:nvSpPr>
          <p:spPr bwMode="auto">
            <a:xfrm>
              <a:off x="2090085" y="1731235"/>
              <a:ext cx="240262" cy="94309"/>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cxnSp>
          <p:nvCxnSpPr>
            <p:cNvPr id="899" name="Straight Connector 898">
              <a:extLst>
                <a:ext uri="{FF2B5EF4-FFF2-40B4-BE49-F238E27FC236}">
                  <a16:creationId xmlns:a16="http://schemas.microsoft.com/office/drawing/2014/main" id="{08266389-FD77-4D5F-924D-95D2F2CC8C39}"/>
                </a:ext>
              </a:extLst>
            </p:cNvPr>
            <p:cNvCxnSpPr>
              <a:endCxn id="894" idx="2"/>
            </p:cNvCxnSpPr>
            <p:nvPr/>
          </p:nvCxnSpPr>
          <p:spPr bwMode="auto">
            <a:xfrm flipH="1" flipV="1">
              <a:off x="1871277" y="1737972"/>
              <a:ext cx="4289" cy="121254"/>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900" name="Straight Connector 899">
              <a:extLst>
                <a:ext uri="{FF2B5EF4-FFF2-40B4-BE49-F238E27FC236}">
                  <a16:creationId xmlns:a16="http://schemas.microsoft.com/office/drawing/2014/main" id="{12BE2E3E-1CBC-47CF-8DEA-45EB517309F9}"/>
                </a:ext>
              </a:extLst>
            </p:cNvPr>
            <p:cNvCxnSpPr/>
            <p:nvPr/>
          </p:nvCxnSpPr>
          <p:spPr bwMode="auto">
            <a:xfrm flipH="1" flipV="1">
              <a:off x="2995359" y="1734605"/>
              <a:ext cx="4289" cy="124621"/>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8295" name="Group 347">
            <a:extLst>
              <a:ext uri="{FF2B5EF4-FFF2-40B4-BE49-F238E27FC236}">
                <a16:creationId xmlns:a16="http://schemas.microsoft.com/office/drawing/2014/main" id="{22DA759E-0187-4ADB-84AD-45B7E46FB8CE}"/>
              </a:ext>
            </a:extLst>
          </p:cNvPr>
          <p:cNvGrpSpPr>
            <a:grpSpLocks/>
          </p:cNvGrpSpPr>
          <p:nvPr/>
        </p:nvGrpSpPr>
        <p:grpSpPr bwMode="auto">
          <a:xfrm>
            <a:off x="7177088" y="2476500"/>
            <a:ext cx="417512" cy="206375"/>
            <a:chOff x="1871277" y="1576300"/>
            <a:chExt cx="1128371" cy="437861"/>
          </a:xfrm>
        </p:grpSpPr>
        <p:sp>
          <p:nvSpPr>
            <p:cNvPr id="902" name="Oval 901">
              <a:extLst>
                <a:ext uri="{FF2B5EF4-FFF2-40B4-BE49-F238E27FC236}">
                  <a16:creationId xmlns:a16="http://schemas.microsoft.com/office/drawing/2014/main" id="{4209CC12-D6D5-44E9-8546-69C90A2A06BF}"/>
                </a:ext>
              </a:extLst>
            </p:cNvPr>
            <p:cNvSpPr/>
            <p:nvPr/>
          </p:nvSpPr>
          <p:spPr bwMode="auto">
            <a:xfrm flipV="1">
              <a:off x="1875566" y="1694187"/>
              <a:ext cx="1124082" cy="319974"/>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03" name="Rectangle 902">
              <a:extLst>
                <a:ext uri="{FF2B5EF4-FFF2-40B4-BE49-F238E27FC236}">
                  <a16:creationId xmlns:a16="http://schemas.microsoft.com/office/drawing/2014/main" id="{7A5C3DA9-D932-4069-BCF6-95565B0CF57F}"/>
                </a:ext>
              </a:extLst>
            </p:cNvPr>
            <p:cNvSpPr/>
            <p:nvPr/>
          </p:nvSpPr>
          <p:spPr bwMode="auto">
            <a:xfrm>
              <a:off x="1871277" y="1737972"/>
              <a:ext cx="1128371" cy="117887"/>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04" name="Oval 903">
              <a:extLst>
                <a:ext uri="{FF2B5EF4-FFF2-40B4-BE49-F238E27FC236}">
                  <a16:creationId xmlns:a16="http://schemas.microsoft.com/office/drawing/2014/main" id="{C0599F34-9B9A-4F91-A299-69941C6882BD}"/>
                </a:ext>
              </a:extLst>
            </p:cNvPr>
            <p:cNvSpPr/>
            <p:nvPr/>
          </p:nvSpPr>
          <p:spPr bwMode="auto">
            <a:xfrm flipV="1">
              <a:off x="1871277" y="1576300"/>
              <a:ext cx="1124082" cy="319976"/>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05" name="Freeform 904">
              <a:extLst>
                <a:ext uri="{FF2B5EF4-FFF2-40B4-BE49-F238E27FC236}">
                  <a16:creationId xmlns:a16="http://schemas.microsoft.com/office/drawing/2014/main" id="{5AC76DFF-67BB-4C98-9E69-DFCDFF1F9E68}"/>
                </a:ext>
              </a:extLst>
            </p:cNvPr>
            <p:cNvSpPr/>
            <p:nvPr/>
          </p:nvSpPr>
          <p:spPr bwMode="auto">
            <a:xfrm>
              <a:off x="2158732" y="1673978"/>
              <a:ext cx="549170" cy="161672"/>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06" name="Freeform 905">
              <a:extLst>
                <a:ext uri="{FF2B5EF4-FFF2-40B4-BE49-F238E27FC236}">
                  <a16:creationId xmlns:a16="http://schemas.microsoft.com/office/drawing/2014/main" id="{AC6EBA96-D0BE-4908-87B2-1D04A4B4329F}"/>
                </a:ext>
              </a:extLst>
            </p:cNvPr>
            <p:cNvSpPr/>
            <p:nvPr/>
          </p:nvSpPr>
          <p:spPr bwMode="auto">
            <a:xfrm>
              <a:off x="2102958" y="1633560"/>
              <a:ext cx="660720" cy="111148"/>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07" name="Freeform 906">
              <a:extLst>
                <a:ext uri="{FF2B5EF4-FFF2-40B4-BE49-F238E27FC236}">
                  <a16:creationId xmlns:a16="http://schemas.microsoft.com/office/drawing/2014/main" id="{E7AAC001-94B1-4159-A6EA-E4064FEC3103}"/>
                </a:ext>
              </a:extLst>
            </p:cNvPr>
            <p:cNvSpPr/>
            <p:nvPr/>
          </p:nvSpPr>
          <p:spPr bwMode="auto">
            <a:xfrm>
              <a:off x="2536286" y="1727868"/>
              <a:ext cx="244554" cy="97676"/>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08" name="Freeform 907">
              <a:extLst>
                <a:ext uri="{FF2B5EF4-FFF2-40B4-BE49-F238E27FC236}">
                  <a16:creationId xmlns:a16="http://schemas.microsoft.com/office/drawing/2014/main" id="{A303B683-E469-4081-AD02-0D492D052B82}"/>
                </a:ext>
              </a:extLst>
            </p:cNvPr>
            <p:cNvSpPr/>
            <p:nvPr/>
          </p:nvSpPr>
          <p:spPr bwMode="auto">
            <a:xfrm>
              <a:off x="2090085" y="1731235"/>
              <a:ext cx="240262" cy="94309"/>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cxnSp>
          <p:nvCxnSpPr>
            <p:cNvPr id="909" name="Straight Connector 908">
              <a:extLst>
                <a:ext uri="{FF2B5EF4-FFF2-40B4-BE49-F238E27FC236}">
                  <a16:creationId xmlns:a16="http://schemas.microsoft.com/office/drawing/2014/main" id="{2700C0E6-2A58-415C-8008-DE05D6EE51C8}"/>
                </a:ext>
              </a:extLst>
            </p:cNvPr>
            <p:cNvCxnSpPr>
              <a:endCxn id="904" idx="2"/>
            </p:cNvCxnSpPr>
            <p:nvPr/>
          </p:nvCxnSpPr>
          <p:spPr bwMode="auto">
            <a:xfrm flipH="1" flipV="1">
              <a:off x="1871277" y="1737972"/>
              <a:ext cx="4289" cy="121254"/>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910" name="Straight Connector 909">
              <a:extLst>
                <a:ext uri="{FF2B5EF4-FFF2-40B4-BE49-F238E27FC236}">
                  <a16:creationId xmlns:a16="http://schemas.microsoft.com/office/drawing/2014/main" id="{008CFF6E-AE50-4050-B02C-B26C43E25ADD}"/>
                </a:ext>
              </a:extLst>
            </p:cNvPr>
            <p:cNvCxnSpPr/>
            <p:nvPr/>
          </p:nvCxnSpPr>
          <p:spPr bwMode="auto">
            <a:xfrm flipH="1" flipV="1">
              <a:off x="2995359" y="1734605"/>
              <a:ext cx="4289" cy="124621"/>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8296" name="Group 347">
            <a:extLst>
              <a:ext uri="{FF2B5EF4-FFF2-40B4-BE49-F238E27FC236}">
                <a16:creationId xmlns:a16="http://schemas.microsoft.com/office/drawing/2014/main" id="{BAEA7A95-A426-42C8-B769-706D8F8ED670}"/>
              </a:ext>
            </a:extLst>
          </p:cNvPr>
          <p:cNvGrpSpPr>
            <a:grpSpLocks/>
          </p:cNvGrpSpPr>
          <p:nvPr/>
        </p:nvGrpSpPr>
        <p:grpSpPr bwMode="auto">
          <a:xfrm>
            <a:off x="7686675" y="2398713"/>
            <a:ext cx="417513" cy="206375"/>
            <a:chOff x="1871277" y="1576300"/>
            <a:chExt cx="1128371" cy="437861"/>
          </a:xfrm>
        </p:grpSpPr>
        <p:sp>
          <p:nvSpPr>
            <p:cNvPr id="912" name="Oval 911">
              <a:extLst>
                <a:ext uri="{FF2B5EF4-FFF2-40B4-BE49-F238E27FC236}">
                  <a16:creationId xmlns:a16="http://schemas.microsoft.com/office/drawing/2014/main" id="{64AC0316-D196-4F50-A1AD-C23F24036AD2}"/>
                </a:ext>
              </a:extLst>
            </p:cNvPr>
            <p:cNvSpPr/>
            <p:nvPr/>
          </p:nvSpPr>
          <p:spPr bwMode="auto">
            <a:xfrm flipV="1">
              <a:off x="1875569" y="1694185"/>
              <a:ext cx="1124079" cy="31997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13" name="Rectangle 912">
              <a:extLst>
                <a:ext uri="{FF2B5EF4-FFF2-40B4-BE49-F238E27FC236}">
                  <a16:creationId xmlns:a16="http://schemas.microsoft.com/office/drawing/2014/main" id="{DAE1526A-A398-4217-B9CB-96FF581236E3}"/>
                </a:ext>
              </a:extLst>
            </p:cNvPr>
            <p:cNvSpPr/>
            <p:nvPr/>
          </p:nvSpPr>
          <p:spPr bwMode="auto">
            <a:xfrm>
              <a:off x="1871277" y="1737972"/>
              <a:ext cx="1128371" cy="11788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14" name="Oval 913">
              <a:extLst>
                <a:ext uri="{FF2B5EF4-FFF2-40B4-BE49-F238E27FC236}">
                  <a16:creationId xmlns:a16="http://schemas.microsoft.com/office/drawing/2014/main" id="{471F2D49-D36E-4530-9913-AAE2C6AA1C99}"/>
                </a:ext>
              </a:extLst>
            </p:cNvPr>
            <p:cNvSpPr/>
            <p:nvPr/>
          </p:nvSpPr>
          <p:spPr bwMode="auto">
            <a:xfrm flipV="1">
              <a:off x="1871277" y="1576300"/>
              <a:ext cx="1124079" cy="319974"/>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15" name="Freeform 914">
              <a:extLst>
                <a:ext uri="{FF2B5EF4-FFF2-40B4-BE49-F238E27FC236}">
                  <a16:creationId xmlns:a16="http://schemas.microsoft.com/office/drawing/2014/main" id="{080A0B89-C209-4380-9AE6-3A4D31C3CA70}"/>
                </a:ext>
              </a:extLst>
            </p:cNvPr>
            <p:cNvSpPr/>
            <p:nvPr/>
          </p:nvSpPr>
          <p:spPr bwMode="auto">
            <a:xfrm>
              <a:off x="2158734" y="1673976"/>
              <a:ext cx="549168" cy="161672"/>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16" name="Freeform 915">
              <a:extLst>
                <a:ext uri="{FF2B5EF4-FFF2-40B4-BE49-F238E27FC236}">
                  <a16:creationId xmlns:a16="http://schemas.microsoft.com/office/drawing/2014/main" id="{3A62AE8B-2F6F-49EE-B9D3-B1307F31A1CB}"/>
                </a:ext>
              </a:extLst>
            </p:cNvPr>
            <p:cNvSpPr/>
            <p:nvPr/>
          </p:nvSpPr>
          <p:spPr bwMode="auto">
            <a:xfrm>
              <a:off x="2102957" y="1633558"/>
              <a:ext cx="660718" cy="111150"/>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17" name="Freeform 916">
              <a:extLst>
                <a:ext uri="{FF2B5EF4-FFF2-40B4-BE49-F238E27FC236}">
                  <a16:creationId xmlns:a16="http://schemas.microsoft.com/office/drawing/2014/main" id="{0D3D83BF-29E0-454A-8077-0FDC7EBFEDF1}"/>
                </a:ext>
              </a:extLst>
            </p:cNvPr>
            <p:cNvSpPr/>
            <p:nvPr/>
          </p:nvSpPr>
          <p:spPr bwMode="auto">
            <a:xfrm>
              <a:off x="2536287" y="1727866"/>
              <a:ext cx="244550" cy="9767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18" name="Freeform 917">
              <a:extLst>
                <a:ext uri="{FF2B5EF4-FFF2-40B4-BE49-F238E27FC236}">
                  <a16:creationId xmlns:a16="http://schemas.microsoft.com/office/drawing/2014/main" id="{0B94618F-BE3C-45CD-8D5E-1579CCF2926E}"/>
                </a:ext>
              </a:extLst>
            </p:cNvPr>
            <p:cNvSpPr/>
            <p:nvPr/>
          </p:nvSpPr>
          <p:spPr bwMode="auto">
            <a:xfrm>
              <a:off x="2090088" y="1731235"/>
              <a:ext cx="240261" cy="94309"/>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cxnSp>
          <p:nvCxnSpPr>
            <p:cNvPr id="919" name="Straight Connector 918">
              <a:extLst>
                <a:ext uri="{FF2B5EF4-FFF2-40B4-BE49-F238E27FC236}">
                  <a16:creationId xmlns:a16="http://schemas.microsoft.com/office/drawing/2014/main" id="{D068D13F-052B-4183-AA10-39C2B487A63A}"/>
                </a:ext>
              </a:extLst>
            </p:cNvPr>
            <p:cNvCxnSpPr>
              <a:endCxn id="914" idx="2"/>
            </p:cNvCxnSpPr>
            <p:nvPr/>
          </p:nvCxnSpPr>
          <p:spPr bwMode="auto">
            <a:xfrm flipH="1" flipV="1">
              <a:off x="1871277" y="1737972"/>
              <a:ext cx="4292" cy="121254"/>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920" name="Straight Connector 919">
              <a:extLst>
                <a:ext uri="{FF2B5EF4-FFF2-40B4-BE49-F238E27FC236}">
                  <a16:creationId xmlns:a16="http://schemas.microsoft.com/office/drawing/2014/main" id="{0FB9A8DC-3D9C-4009-8F43-F85370E9913F}"/>
                </a:ext>
              </a:extLst>
            </p:cNvPr>
            <p:cNvCxnSpPr/>
            <p:nvPr/>
          </p:nvCxnSpPr>
          <p:spPr bwMode="auto">
            <a:xfrm flipH="1" flipV="1">
              <a:off x="2995356" y="1734603"/>
              <a:ext cx="4292" cy="12462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8297" name="Group 347">
            <a:extLst>
              <a:ext uri="{FF2B5EF4-FFF2-40B4-BE49-F238E27FC236}">
                <a16:creationId xmlns:a16="http://schemas.microsoft.com/office/drawing/2014/main" id="{170DB0D3-E3C0-4F6D-BEE5-F97BA28438FA}"/>
              </a:ext>
            </a:extLst>
          </p:cNvPr>
          <p:cNvGrpSpPr>
            <a:grpSpLocks/>
          </p:cNvGrpSpPr>
          <p:nvPr/>
        </p:nvGrpSpPr>
        <p:grpSpPr bwMode="auto">
          <a:xfrm>
            <a:off x="7751763" y="2760663"/>
            <a:ext cx="417512" cy="206375"/>
            <a:chOff x="1871277" y="1576300"/>
            <a:chExt cx="1128371" cy="437861"/>
          </a:xfrm>
        </p:grpSpPr>
        <p:sp>
          <p:nvSpPr>
            <p:cNvPr id="922" name="Oval 921">
              <a:extLst>
                <a:ext uri="{FF2B5EF4-FFF2-40B4-BE49-F238E27FC236}">
                  <a16:creationId xmlns:a16="http://schemas.microsoft.com/office/drawing/2014/main" id="{51BCE66D-08AB-4198-909E-FFC2F68F6A9F}"/>
                </a:ext>
              </a:extLst>
            </p:cNvPr>
            <p:cNvSpPr/>
            <p:nvPr/>
          </p:nvSpPr>
          <p:spPr bwMode="auto">
            <a:xfrm flipV="1">
              <a:off x="1875566" y="1694185"/>
              <a:ext cx="1124082" cy="31997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23" name="Rectangle 922">
              <a:extLst>
                <a:ext uri="{FF2B5EF4-FFF2-40B4-BE49-F238E27FC236}">
                  <a16:creationId xmlns:a16="http://schemas.microsoft.com/office/drawing/2014/main" id="{8ECE6414-1932-4C0F-94F7-E3543219973B}"/>
                </a:ext>
              </a:extLst>
            </p:cNvPr>
            <p:cNvSpPr/>
            <p:nvPr/>
          </p:nvSpPr>
          <p:spPr bwMode="auto">
            <a:xfrm>
              <a:off x="1871277" y="1737972"/>
              <a:ext cx="1128371" cy="11788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24" name="Oval 923">
              <a:extLst>
                <a:ext uri="{FF2B5EF4-FFF2-40B4-BE49-F238E27FC236}">
                  <a16:creationId xmlns:a16="http://schemas.microsoft.com/office/drawing/2014/main" id="{5EC08E90-7E3A-4546-B070-D70223DD1A3D}"/>
                </a:ext>
              </a:extLst>
            </p:cNvPr>
            <p:cNvSpPr/>
            <p:nvPr/>
          </p:nvSpPr>
          <p:spPr bwMode="auto">
            <a:xfrm flipV="1">
              <a:off x="1871277" y="1576300"/>
              <a:ext cx="1124082" cy="319974"/>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25" name="Freeform 924">
              <a:extLst>
                <a:ext uri="{FF2B5EF4-FFF2-40B4-BE49-F238E27FC236}">
                  <a16:creationId xmlns:a16="http://schemas.microsoft.com/office/drawing/2014/main" id="{6C7A1D23-DA86-4381-97AF-AE57D9E4F041}"/>
                </a:ext>
              </a:extLst>
            </p:cNvPr>
            <p:cNvSpPr/>
            <p:nvPr/>
          </p:nvSpPr>
          <p:spPr bwMode="auto">
            <a:xfrm>
              <a:off x="2158732" y="1673976"/>
              <a:ext cx="549170" cy="161672"/>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26" name="Freeform 925">
              <a:extLst>
                <a:ext uri="{FF2B5EF4-FFF2-40B4-BE49-F238E27FC236}">
                  <a16:creationId xmlns:a16="http://schemas.microsoft.com/office/drawing/2014/main" id="{C3DFFC1D-3D38-49F1-98ED-06F00425E6F1}"/>
                </a:ext>
              </a:extLst>
            </p:cNvPr>
            <p:cNvSpPr/>
            <p:nvPr/>
          </p:nvSpPr>
          <p:spPr bwMode="auto">
            <a:xfrm>
              <a:off x="2102958" y="1633558"/>
              <a:ext cx="660720" cy="111150"/>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27" name="Freeform 926">
              <a:extLst>
                <a:ext uri="{FF2B5EF4-FFF2-40B4-BE49-F238E27FC236}">
                  <a16:creationId xmlns:a16="http://schemas.microsoft.com/office/drawing/2014/main" id="{9EF84757-9AD7-45FA-9842-ACE04E38EBDE}"/>
                </a:ext>
              </a:extLst>
            </p:cNvPr>
            <p:cNvSpPr/>
            <p:nvPr/>
          </p:nvSpPr>
          <p:spPr bwMode="auto">
            <a:xfrm>
              <a:off x="2536286" y="1727866"/>
              <a:ext cx="244554" cy="9767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28" name="Freeform 927">
              <a:extLst>
                <a:ext uri="{FF2B5EF4-FFF2-40B4-BE49-F238E27FC236}">
                  <a16:creationId xmlns:a16="http://schemas.microsoft.com/office/drawing/2014/main" id="{B5ADDCC1-0913-452A-A670-0BDB58192CE8}"/>
                </a:ext>
              </a:extLst>
            </p:cNvPr>
            <p:cNvSpPr/>
            <p:nvPr/>
          </p:nvSpPr>
          <p:spPr bwMode="auto">
            <a:xfrm>
              <a:off x="2090085" y="1731235"/>
              <a:ext cx="240262" cy="94309"/>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cxnSp>
          <p:nvCxnSpPr>
            <p:cNvPr id="929" name="Straight Connector 928">
              <a:extLst>
                <a:ext uri="{FF2B5EF4-FFF2-40B4-BE49-F238E27FC236}">
                  <a16:creationId xmlns:a16="http://schemas.microsoft.com/office/drawing/2014/main" id="{17AEF789-831A-43A2-805A-4862B51843E6}"/>
                </a:ext>
              </a:extLst>
            </p:cNvPr>
            <p:cNvCxnSpPr>
              <a:endCxn id="924" idx="2"/>
            </p:cNvCxnSpPr>
            <p:nvPr/>
          </p:nvCxnSpPr>
          <p:spPr bwMode="auto">
            <a:xfrm flipH="1" flipV="1">
              <a:off x="1871277" y="1737972"/>
              <a:ext cx="4289" cy="121254"/>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930" name="Straight Connector 929">
              <a:extLst>
                <a:ext uri="{FF2B5EF4-FFF2-40B4-BE49-F238E27FC236}">
                  <a16:creationId xmlns:a16="http://schemas.microsoft.com/office/drawing/2014/main" id="{8E084551-D029-4460-9FC0-A0F080E25A21}"/>
                </a:ext>
              </a:extLst>
            </p:cNvPr>
            <p:cNvCxnSpPr/>
            <p:nvPr/>
          </p:nvCxnSpPr>
          <p:spPr bwMode="auto">
            <a:xfrm flipH="1" flipV="1">
              <a:off x="2995359" y="1734603"/>
              <a:ext cx="4289" cy="12462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8298" name="Group 347">
            <a:extLst>
              <a:ext uri="{FF2B5EF4-FFF2-40B4-BE49-F238E27FC236}">
                <a16:creationId xmlns:a16="http://schemas.microsoft.com/office/drawing/2014/main" id="{5CBFA9B5-B8DD-48BF-8B06-FB8AF5BEA9FE}"/>
              </a:ext>
            </a:extLst>
          </p:cNvPr>
          <p:cNvGrpSpPr>
            <a:grpSpLocks/>
          </p:cNvGrpSpPr>
          <p:nvPr/>
        </p:nvGrpSpPr>
        <p:grpSpPr bwMode="auto">
          <a:xfrm>
            <a:off x="7200900" y="2760663"/>
            <a:ext cx="417513" cy="204787"/>
            <a:chOff x="1871277" y="1576300"/>
            <a:chExt cx="1128371" cy="437861"/>
          </a:xfrm>
        </p:grpSpPr>
        <p:sp>
          <p:nvSpPr>
            <p:cNvPr id="932" name="Oval 931">
              <a:extLst>
                <a:ext uri="{FF2B5EF4-FFF2-40B4-BE49-F238E27FC236}">
                  <a16:creationId xmlns:a16="http://schemas.microsoft.com/office/drawing/2014/main" id="{1C825AE1-3688-41D4-B122-5082538339CB}"/>
                </a:ext>
              </a:extLst>
            </p:cNvPr>
            <p:cNvSpPr/>
            <p:nvPr/>
          </p:nvSpPr>
          <p:spPr bwMode="auto">
            <a:xfrm flipV="1">
              <a:off x="1875569" y="1695099"/>
              <a:ext cx="1124079" cy="319062"/>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33" name="Rectangle 932">
              <a:extLst>
                <a:ext uri="{FF2B5EF4-FFF2-40B4-BE49-F238E27FC236}">
                  <a16:creationId xmlns:a16="http://schemas.microsoft.com/office/drawing/2014/main" id="{F79A5EA9-5834-474B-B436-2C30AB3C6B16}"/>
                </a:ext>
              </a:extLst>
            </p:cNvPr>
            <p:cNvSpPr/>
            <p:nvPr/>
          </p:nvSpPr>
          <p:spPr bwMode="auto">
            <a:xfrm>
              <a:off x="1871277" y="1739225"/>
              <a:ext cx="1128371" cy="115406"/>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34" name="Oval 933">
              <a:extLst>
                <a:ext uri="{FF2B5EF4-FFF2-40B4-BE49-F238E27FC236}">
                  <a16:creationId xmlns:a16="http://schemas.microsoft.com/office/drawing/2014/main" id="{26AED446-BDD2-42E1-A8DE-B87A07AD952C}"/>
                </a:ext>
              </a:extLst>
            </p:cNvPr>
            <p:cNvSpPr/>
            <p:nvPr/>
          </p:nvSpPr>
          <p:spPr bwMode="auto">
            <a:xfrm flipV="1">
              <a:off x="1871277" y="1576300"/>
              <a:ext cx="1124079" cy="319062"/>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35" name="Freeform 934">
              <a:extLst>
                <a:ext uri="{FF2B5EF4-FFF2-40B4-BE49-F238E27FC236}">
                  <a16:creationId xmlns:a16="http://schemas.microsoft.com/office/drawing/2014/main" id="{7F176549-A30A-4D76-B9A6-5D12600579DF}"/>
                </a:ext>
              </a:extLst>
            </p:cNvPr>
            <p:cNvSpPr/>
            <p:nvPr/>
          </p:nvSpPr>
          <p:spPr bwMode="auto">
            <a:xfrm>
              <a:off x="2158734" y="1674733"/>
              <a:ext cx="549168" cy="159532"/>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36" name="Freeform 935">
              <a:extLst>
                <a:ext uri="{FF2B5EF4-FFF2-40B4-BE49-F238E27FC236}">
                  <a16:creationId xmlns:a16="http://schemas.microsoft.com/office/drawing/2014/main" id="{4458F9C6-C277-47E2-9043-BAE8C653C264}"/>
                </a:ext>
              </a:extLst>
            </p:cNvPr>
            <p:cNvSpPr/>
            <p:nvPr/>
          </p:nvSpPr>
          <p:spPr bwMode="auto">
            <a:xfrm>
              <a:off x="2102957" y="1634002"/>
              <a:ext cx="660718" cy="112012"/>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37" name="Freeform 936">
              <a:extLst>
                <a:ext uri="{FF2B5EF4-FFF2-40B4-BE49-F238E27FC236}">
                  <a16:creationId xmlns:a16="http://schemas.microsoft.com/office/drawing/2014/main" id="{D0280504-6EFF-4755-BF74-92D623A1A5BB}"/>
                </a:ext>
              </a:extLst>
            </p:cNvPr>
            <p:cNvSpPr/>
            <p:nvPr/>
          </p:nvSpPr>
          <p:spPr bwMode="auto">
            <a:xfrm>
              <a:off x="2536287" y="1729042"/>
              <a:ext cx="244550" cy="95040"/>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38" name="Freeform 937">
              <a:extLst>
                <a:ext uri="{FF2B5EF4-FFF2-40B4-BE49-F238E27FC236}">
                  <a16:creationId xmlns:a16="http://schemas.microsoft.com/office/drawing/2014/main" id="{198D4E89-4222-4C54-B6E5-AC1A6DD82FF4}"/>
                </a:ext>
              </a:extLst>
            </p:cNvPr>
            <p:cNvSpPr/>
            <p:nvPr/>
          </p:nvSpPr>
          <p:spPr bwMode="auto">
            <a:xfrm>
              <a:off x="2090088" y="1729042"/>
              <a:ext cx="240261" cy="98435"/>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cxnSp>
          <p:nvCxnSpPr>
            <p:cNvPr id="939" name="Straight Connector 938">
              <a:extLst>
                <a:ext uri="{FF2B5EF4-FFF2-40B4-BE49-F238E27FC236}">
                  <a16:creationId xmlns:a16="http://schemas.microsoft.com/office/drawing/2014/main" id="{8B9AA123-76E0-45F1-BF54-8E7A7E97703C}"/>
                </a:ext>
              </a:extLst>
            </p:cNvPr>
            <p:cNvCxnSpPr>
              <a:endCxn id="934" idx="2"/>
            </p:cNvCxnSpPr>
            <p:nvPr/>
          </p:nvCxnSpPr>
          <p:spPr bwMode="auto">
            <a:xfrm flipH="1" flipV="1">
              <a:off x="1871277" y="1735830"/>
              <a:ext cx="4292" cy="125589"/>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940" name="Straight Connector 939">
              <a:extLst>
                <a:ext uri="{FF2B5EF4-FFF2-40B4-BE49-F238E27FC236}">
                  <a16:creationId xmlns:a16="http://schemas.microsoft.com/office/drawing/2014/main" id="{5888180B-1EB9-44C7-A7A0-2B4340AEAC02}"/>
                </a:ext>
              </a:extLst>
            </p:cNvPr>
            <p:cNvCxnSpPr/>
            <p:nvPr/>
          </p:nvCxnSpPr>
          <p:spPr bwMode="auto">
            <a:xfrm flipH="1" flipV="1">
              <a:off x="2995356" y="1735830"/>
              <a:ext cx="4292" cy="122194"/>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8299" name="Group 347">
            <a:extLst>
              <a:ext uri="{FF2B5EF4-FFF2-40B4-BE49-F238E27FC236}">
                <a16:creationId xmlns:a16="http://schemas.microsoft.com/office/drawing/2014/main" id="{717F5E68-E5AB-42F6-88FA-64CBC6A5C122}"/>
              </a:ext>
            </a:extLst>
          </p:cNvPr>
          <p:cNvGrpSpPr>
            <a:grpSpLocks/>
          </p:cNvGrpSpPr>
          <p:nvPr/>
        </p:nvGrpSpPr>
        <p:grpSpPr bwMode="auto">
          <a:xfrm>
            <a:off x="7083425" y="3627438"/>
            <a:ext cx="417513" cy="204787"/>
            <a:chOff x="1871277" y="1576300"/>
            <a:chExt cx="1128371" cy="437861"/>
          </a:xfrm>
        </p:grpSpPr>
        <p:sp>
          <p:nvSpPr>
            <p:cNvPr id="942" name="Oval 941">
              <a:extLst>
                <a:ext uri="{FF2B5EF4-FFF2-40B4-BE49-F238E27FC236}">
                  <a16:creationId xmlns:a16="http://schemas.microsoft.com/office/drawing/2014/main" id="{3F5DD97D-DEE3-482C-B80D-1CB28EB23F3F}"/>
                </a:ext>
              </a:extLst>
            </p:cNvPr>
            <p:cNvSpPr/>
            <p:nvPr/>
          </p:nvSpPr>
          <p:spPr bwMode="auto">
            <a:xfrm flipV="1">
              <a:off x="1875569" y="1695099"/>
              <a:ext cx="1124079" cy="319062"/>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43" name="Rectangle 942">
              <a:extLst>
                <a:ext uri="{FF2B5EF4-FFF2-40B4-BE49-F238E27FC236}">
                  <a16:creationId xmlns:a16="http://schemas.microsoft.com/office/drawing/2014/main" id="{4BD03EF9-7BE4-4BC9-8E04-043625349BCA}"/>
                </a:ext>
              </a:extLst>
            </p:cNvPr>
            <p:cNvSpPr/>
            <p:nvPr/>
          </p:nvSpPr>
          <p:spPr bwMode="auto">
            <a:xfrm>
              <a:off x="1871277" y="1739225"/>
              <a:ext cx="1128371" cy="115406"/>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44" name="Oval 943">
              <a:extLst>
                <a:ext uri="{FF2B5EF4-FFF2-40B4-BE49-F238E27FC236}">
                  <a16:creationId xmlns:a16="http://schemas.microsoft.com/office/drawing/2014/main" id="{D96E8AE3-E8D1-4B5B-8C4D-C29A5F0F9BEE}"/>
                </a:ext>
              </a:extLst>
            </p:cNvPr>
            <p:cNvSpPr/>
            <p:nvPr/>
          </p:nvSpPr>
          <p:spPr bwMode="auto">
            <a:xfrm flipV="1">
              <a:off x="1871277" y="1576300"/>
              <a:ext cx="1124079" cy="319062"/>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45" name="Freeform 944">
              <a:extLst>
                <a:ext uri="{FF2B5EF4-FFF2-40B4-BE49-F238E27FC236}">
                  <a16:creationId xmlns:a16="http://schemas.microsoft.com/office/drawing/2014/main" id="{39BA386A-847D-433E-BFFF-0A53FB1F7976}"/>
                </a:ext>
              </a:extLst>
            </p:cNvPr>
            <p:cNvSpPr/>
            <p:nvPr/>
          </p:nvSpPr>
          <p:spPr bwMode="auto">
            <a:xfrm>
              <a:off x="2158734" y="1674733"/>
              <a:ext cx="549168" cy="159532"/>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46" name="Freeform 945">
              <a:extLst>
                <a:ext uri="{FF2B5EF4-FFF2-40B4-BE49-F238E27FC236}">
                  <a16:creationId xmlns:a16="http://schemas.microsoft.com/office/drawing/2014/main" id="{261FECF1-CD60-46ED-AD2A-712A26A1796F}"/>
                </a:ext>
              </a:extLst>
            </p:cNvPr>
            <p:cNvSpPr/>
            <p:nvPr/>
          </p:nvSpPr>
          <p:spPr bwMode="auto">
            <a:xfrm>
              <a:off x="2102957" y="1634002"/>
              <a:ext cx="660718" cy="112012"/>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47" name="Freeform 946">
              <a:extLst>
                <a:ext uri="{FF2B5EF4-FFF2-40B4-BE49-F238E27FC236}">
                  <a16:creationId xmlns:a16="http://schemas.microsoft.com/office/drawing/2014/main" id="{7838D64D-06F2-4F80-A6A7-E64A7CD913E8}"/>
                </a:ext>
              </a:extLst>
            </p:cNvPr>
            <p:cNvSpPr/>
            <p:nvPr/>
          </p:nvSpPr>
          <p:spPr bwMode="auto">
            <a:xfrm>
              <a:off x="2536287" y="1729042"/>
              <a:ext cx="244550" cy="95040"/>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48" name="Freeform 947">
              <a:extLst>
                <a:ext uri="{FF2B5EF4-FFF2-40B4-BE49-F238E27FC236}">
                  <a16:creationId xmlns:a16="http://schemas.microsoft.com/office/drawing/2014/main" id="{CFCD413B-BF65-4B54-9331-9AC40302C12D}"/>
                </a:ext>
              </a:extLst>
            </p:cNvPr>
            <p:cNvSpPr/>
            <p:nvPr/>
          </p:nvSpPr>
          <p:spPr bwMode="auto">
            <a:xfrm>
              <a:off x="2090088" y="1729042"/>
              <a:ext cx="240261" cy="98435"/>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cxnSp>
          <p:nvCxnSpPr>
            <p:cNvPr id="949" name="Straight Connector 948">
              <a:extLst>
                <a:ext uri="{FF2B5EF4-FFF2-40B4-BE49-F238E27FC236}">
                  <a16:creationId xmlns:a16="http://schemas.microsoft.com/office/drawing/2014/main" id="{AE5B2916-628D-4E6A-ACFD-3593FE48DC9C}"/>
                </a:ext>
              </a:extLst>
            </p:cNvPr>
            <p:cNvCxnSpPr>
              <a:endCxn id="944" idx="2"/>
            </p:cNvCxnSpPr>
            <p:nvPr/>
          </p:nvCxnSpPr>
          <p:spPr bwMode="auto">
            <a:xfrm flipH="1" flipV="1">
              <a:off x="1871277" y="1735830"/>
              <a:ext cx="4292" cy="125589"/>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950" name="Straight Connector 949">
              <a:extLst>
                <a:ext uri="{FF2B5EF4-FFF2-40B4-BE49-F238E27FC236}">
                  <a16:creationId xmlns:a16="http://schemas.microsoft.com/office/drawing/2014/main" id="{95BAD20D-4C54-43D4-8BEF-7725082B9196}"/>
                </a:ext>
              </a:extLst>
            </p:cNvPr>
            <p:cNvCxnSpPr/>
            <p:nvPr/>
          </p:nvCxnSpPr>
          <p:spPr bwMode="auto">
            <a:xfrm flipH="1" flipV="1">
              <a:off x="2995356" y="1735830"/>
              <a:ext cx="4292" cy="122194"/>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8300" name="Group 347">
            <a:extLst>
              <a:ext uri="{FF2B5EF4-FFF2-40B4-BE49-F238E27FC236}">
                <a16:creationId xmlns:a16="http://schemas.microsoft.com/office/drawing/2014/main" id="{B3E3C75F-354B-405F-8180-276B1525DB5A}"/>
              </a:ext>
            </a:extLst>
          </p:cNvPr>
          <p:cNvGrpSpPr>
            <a:grpSpLocks/>
          </p:cNvGrpSpPr>
          <p:nvPr/>
        </p:nvGrpSpPr>
        <p:grpSpPr bwMode="auto">
          <a:xfrm>
            <a:off x="7424738" y="3897313"/>
            <a:ext cx="417512" cy="204787"/>
            <a:chOff x="1871277" y="1576300"/>
            <a:chExt cx="1128371" cy="437861"/>
          </a:xfrm>
        </p:grpSpPr>
        <p:sp>
          <p:nvSpPr>
            <p:cNvPr id="952" name="Oval 951">
              <a:extLst>
                <a:ext uri="{FF2B5EF4-FFF2-40B4-BE49-F238E27FC236}">
                  <a16:creationId xmlns:a16="http://schemas.microsoft.com/office/drawing/2014/main" id="{AB2F7F5E-93A2-413B-B888-9F40CD03F626}"/>
                </a:ext>
              </a:extLst>
            </p:cNvPr>
            <p:cNvSpPr/>
            <p:nvPr/>
          </p:nvSpPr>
          <p:spPr bwMode="auto">
            <a:xfrm flipV="1">
              <a:off x="1875566" y="1695099"/>
              <a:ext cx="1124082" cy="319062"/>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53" name="Rectangle 952">
              <a:extLst>
                <a:ext uri="{FF2B5EF4-FFF2-40B4-BE49-F238E27FC236}">
                  <a16:creationId xmlns:a16="http://schemas.microsoft.com/office/drawing/2014/main" id="{FBC07E0A-31D8-481B-BF65-A4A702223B4A}"/>
                </a:ext>
              </a:extLst>
            </p:cNvPr>
            <p:cNvSpPr/>
            <p:nvPr/>
          </p:nvSpPr>
          <p:spPr bwMode="auto">
            <a:xfrm>
              <a:off x="1871277" y="1739225"/>
              <a:ext cx="1128371" cy="115406"/>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54" name="Oval 953">
              <a:extLst>
                <a:ext uri="{FF2B5EF4-FFF2-40B4-BE49-F238E27FC236}">
                  <a16:creationId xmlns:a16="http://schemas.microsoft.com/office/drawing/2014/main" id="{9FF63C94-D423-471F-8D3B-79FD2EB2F65D}"/>
                </a:ext>
              </a:extLst>
            </p:cNvPr>
            <p:cNvSpPr/>
            <p:nvPr/>
          </p:nvSpPr>
          <p:spPr bwMode="auto">
            <a:xfrm flipV="1">
              <a:off x="1871277" y="1576300"/>
              <a:ext cx="1124082" cy="319062"/>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55" name="Freeform 954">
              <a:extLst>
                <a:ext uri="{FF2B5EF4-FFF2-40B4-BE49-F238E27FC236}">
                  <a16:creationId xmlns:a16="http://schemas.microsoft.com/office/drawing/2014/main" id="{F48E1507-3352-4CEB-9C57-5608E110D510}"/>
                </a:ext>
              </a:extLst>
            </p:cNvPr>
            <p:cNvSpPr/>
            <p:nvPr/>
          </p:nvSpPr>
          <p:spPr bwMode="auto">
            <a:xfrm>
              <a:off x="2158732" y="1674733"/>
              <a:ext cx="549170" cy="159532"/>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56" name="Freeform 955">
              <a:extLst>
                <a:ext uri="{FF2B5EF4-FFF2-40B4-BE49-F238E27FC236}">
                  <a16:creationId xmlns:a16="http://schemas.microsoft.com/office/drawing/2014/main" id="{3F9CB2F2-C600-40B6-B62E-4FA374210F68}"/>
                </a:ext>
              </a:extLst>
            </p:cNvPr>
            <p:cNvSpPr/>
            <p:nvPr/>
          </p:nvSpPr>
          <p:spPr bwMode="auto">
            <a:xfrm>
              <a:off x="2102958" y="1634002"/>
              <a:ext cx="660720" cy="112012"/>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57" name="Freeform 956">
              <a:extLst>
                <a:ext uri="{FF2B5EF4-FFF2-40B4-BE49-F238E27FC236}">
                  <a16:creationId xmlns:a16="http://schemas.microsoft.com/office/drawing/2014/main" id="{17E72163-0141-48FD-8772-401181FC32A9}"/>
                </a:ext>
              </a:extLst>
            </p:cNvPr>
            <p:cNvSpPr/>
            <p:nvPr/>
          </p:nvSpPr>
          <p:spPr bwMode="auto">
            <a:xfrm>
              <a:off x="2536286" y="1729042"/>
              <a:ext cx="244554" cy="95040"/>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58" name="Freeform 957">
              <a:extLst>
                <a:ext uri="{FF2B5EF4-FFF2-40B4-BE49-F238E27FC236}">
                  <a16:creationId xmlns:a16="http://schemas.microsoft.com/office/drawing/2014/main" id="{4FF332E3-6D47-456D-B11C-EBD020D37C5E}"/>
                </a:ext>
              </a:extLst>
            </p:cNvPr>
            <p:cNvSpPr/>
            <p:nvPr/>
          </p:nvSpPr>
          <p:spPr bwMode="auto">
            <a:xfrm>
              <a:off x="2090085" y="1729042"/>
              <a:ext cx="240262" cy="98435"/>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cxnSp>
          <p:nvCxnSpPr>
            <p:cNvPr id="959" name="Straight Connector 958">
              <a:extLst>
                <a:ext uri="{FF2B5EF4-FFF2-40B4-BE49-F238E27FC236}">
                  <a16:creationId xmlns:a16="http://schemas.microsoft.com/office/drawing/2014/main" id="{F0581195-55EF-4323-B7D5-455F1A3EF988}"/>
                </a:ext>
              </a:extLst>
            </p:cNvPr>
            <p:cNvCxnSpPr>
              <a:endCxn id="954" idx="2"/>
            </p:cNvCxnSpPr>
            <p:nvPr/>
          </p:nvCxnSpPr>
          <p:spPr bwMode="auto">
            <a:xfrm flipH="1" flipV="1">
              <a:off x="1871277" y="1735830"/>
              <a:ext cx="4289" cy="125589"/>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960" name="Straight Connector 959">
              <a:extLst>
                <a:ext uri="{FF2B5EF4-FFF2-40B4-BE49-F238E27FC236}">
                  <a16:creationId xmlns:a16="http://schemas.microsoft.com/office/drawing/2014/main" id="{CF76B775-7612-4EF5-ADB7-2D18E9ED7AAD}"/>
                </a:ext>
              </a:extLst>
            </p:cNvPr>
            <p:cNvCxnSpPr/>
            <p:nvPr/>
          </p:nvCxnSpPr>
          <p:spPr bwMode="auto">
            <a:xfrm flipH="1" flipV="1">
              <a:off x="2995359" y="1735830"/>
              <a:ext cx="4289" cy="122194"/>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8301" name="Group 347">
            <a:extLst>
              <a:ext uri="{FF2B5EF4-FFF2-40B4-BE49-F238E27FC236}">
                <a16:creationId xmlns:a16="http://schemas.microsoft.com/office/drawing/2014/main" id="{50CE0888-87FB-4ACC-A466-CC0958FAE68A}"/>
              </a:ext>
            </a:extLst>
          </p:cNvPr>
          <p:cNvGrpSpPr>
            <a:grpSpLocks/>
          </p:cNvGrpSpPr>
          <p:nvPr/>
        </p:nvGrpSpPr>
        <p:grpSpPr bwMode="auto">
          <a:xfrm>
            <a:off x="7740650" y="3636963"/>
            <a:ext cx="415925" cy="204787"/>
            <a:chOff x="1871277" y="1576300"/>
            <a:chExt cx="1128371" cy="437861"/>
          </a:xfrm>
        </p:grpSpPr>
        <p:sp>
          <p:nvSpPr>
            <p:cNvPr id="962" name="Oval 961">
              <a:extLst>
                <a:ext uri="{FF2B5EF4-FFF2-40B4-BE49-F238E27FC236}">
                  <a16:creationId xmlns:a16="http://schemas.microsoft.com/office/drawing/2014/main" id="{7E27FB83-1F12-493E-91C5-FFE4032D0451}"/>
                </a:ext>
              </a:extLst>
            </p:cNvPr>
            <p:cNvSpPr/>
            <p:nvPr/>
          </p:nvSpPr>
          <p:spPr bwMode="auto">
            <a:xfrm flipV="1">
              <a:off x="1875585" y="1695099"/>
              <a:ext cx="1124063" cy="319062"/>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63" name="Rectangle 962">
              <a:extLst>
                <a:ext uri="{FF2B5EF4-FFF2-40B4-BE49-F238E27FC236}">
                  <a16:creationId xmlns:a16="http://schemas.microsoft.com/office/drawing/2014/main" id="{067EB6A8-7625-4BD8-ABA6-F45210E68435}"/>
                </a:ext>
              </a:extLst>
            </p:cNvPr>
            <p:cNvSpPr/>
            <p:nvPr/>
          </p:nvSpPr>
          <p:spPr bwMode="auto">
            <a:xfrm>
              <a:off x="1871277" y="1739225"/>
              <a:ext cx="1128371" cy="115406"/>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64" name="Oval 963">
              <a:extLst>
                <a:ext uri="{FF2B5EF4-FFF2-40B4-BE49-F238E27FC236}">
                  <a16:creationId xmlns:a16="http://schemas.microsoft.com/office/drawing/2014/main" id="{BD138276-7754-4111-8405-C9BD986C1789}"/>
                </a:ext>
              </a:extLst>
            </p:cNvPr>
            <p:cNvSpPr/>
            <p:nvPr/>
          </p:nvSpPr>
          <p:spPr bwMode="auto">
            <a:xfrm flipV="1">
              <a:off x="1871277" y="1576300"/>
              <a:ext cx="1124066" cy="319062"/>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65" name="Freeform 964">
              <a:extLst>
                <a:ext uri="{FF2B5EF4-FFF2-40B4-BE49-F238E27FC236}">
                  <a16:creationId xmlns:a16="http://schemas.microsoft.com/office/drawing/2014/main" id="{CAD003CA-1285-4D96-9124-77C88BB64454}"/>
                </a:ext>
              </a:extLst>
            </p:cNvPr>
            <p:cNvSpPr/>
            <p:nvPr/>
          </p:nvSpPr>
          <p:spPr bwMode="auto">
            <a:xfrm>
              <a:off x="2159831" y="1674733"/>
              <a:ext cx="546957" cy="159532"/>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66" name="Freeform 965">
              <a:extLst>
                <a:ext uri="{FF2B5EF4-FFF2-40B4-BE49-F238E27FC236}">
                  <a16:creationId xmlns:a16="http://schemas.microsoft.com/office/drawing/2014/main" id="{4D6EBCEB-6CE3-4CCC-879B-132B5F44CC53}"/>
                </a:ext>
              </a:extLst>
            </p:cNvPr>
            <p:cNvSpPr/>
            <p:nvPr/>
          </p:nvSpPr>
          <p:spPr bwMode="auto">
            <a:xfrm>
              <a:off x="2103842" y="1634002"/>
              <a:ext cx="663241" cy="112012"/>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67" name="Freeform 966">
              <a:extLst>
                <a:ext uri="{FF2B5EF4-FFF2-40B4-BE49-F238E27FC236}">
                  <a16:creationId xmlns:a16="http://schemas.microsoft.com/office/drawing/2014/main" id="{4894E3CE-F986-4534-A0A2-05E7E2FC1857}"/>
                </a:ext>
              </a:extLst>
            </p:cNvPr>
            <p:cNvSpPr/>
            <p:nvPr/>
          </p:nvSpPr>
          <p:spPr bwMode="auto">
            <a:xfrm>
              <a:off x="2538826" y="1729042"/>
              <a:ext cx="241179" cy="95040"/>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68" name="Freeform 967">
              <a:extLst>
                <a:ext uri="{FF2B5EF4-FFF2-40B4-BE49-F238E27FC236}">
                  <a16:creationId xmlns:a16="http://schemas.microsoft.com/office/drawing/2014/main" id="{0EB861BA-C71C-46E2-93B2-1D5EDDFDD17A}"/>
                </a:ext>
              </a:extLst>
            </p:cNvPr>
            <p:cNvSpPr/>
            <p:nvPr/>
          </p:nvSpPr>
          <p:spPr bwMode="auto">
            <a:xfrm>
              <a:off x="2090923" y="1729042"/>
              <a:ext cx="241179" cy="98435"/>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cxnSp>
          <p:nvCxnSpPr>
            <p:cNvPr id="969" name="Straight Connector 968">
              <a:extLst>
                <a:ext uri="{FF2B5EF4-FFF2-40B4-BE49-F238E27FC236}">
                  <a16:creationId xmlns:a16="http://schemas.microsoft.com/office/drawing/2014/main" id="{4575F511-ED4F-475D-870B-9A5BCAF27622}"/>
                </a:ext>
              </a:extLst>
            </p:cNvPr>
            <p:cNvCxnSpPr>
              <a:endCxn id="964" idx="2"/>
            </p:cNvCxnSpPr>
            <p:nvPr/>
          </p:nvCxnSpPr>
          <p:spPr bwMode="auto">
            <a:xfrm flipH="1" flipV="1">
              <a:off x="1871277" y="1735830"/>
              <a:ext cx="4308" cy="125589"/>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970" name="Straight Connector 969">
              <a:extLst>
                <a:ext uri="{FF2B5EF4-FFF2-40B4-BE49-F238E27FC236}">
                  <a16:creationId xmlns:a16="http://schemas.microsoft.com/office/drawing/2014/main" id="{014B8AE1-EB60-4F17-BF69-B7131DAA6A93}"/>
                </a:ext>
              </a:extLst>
            </p:cNvPr>
            <p:cNvCxnSpPr/>
            <p:nvPr/>
          </p:nvCxnSpPr>
          <p:spPr bwMode="auto">
            <a:xfrm flipH="1" flipV="1">
              <a:off x="2995343" y="1735830"/>
              <a:ext cx="4305" cy="122194"/>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8302" name="Group 347">
            <a:extLst>
              <a:ext uri="{FF2B5EF4-FFF2-40B4-BE49-F238E27FC236}">
                <a16:creationId xmlns:a16="http://schemas.microsoft.com/office/drawing/2014/main" id="{25A570A7-AB3F-48AF-9DC6-446D78F2F186}"/>
              </a:ext>
            </a:extLst>
          </p:cNvPr>
          <p:cNvGrpSpPr>
            <a:grpSpLocks/>
          </p:cNvGrpSpPr>
          <p:nvPr/>
        </p:nvGrpSpPr>
        <p:grpSpPr bwMode="auto">
          <a:xfrm>
            <a:off x="6056313" y="3657600"/>
            <a:ext cx="376237" cy="168275"/>
            <a:chOff x="1871277" y="1576300"/>
            <a:chExt cx="1128371" cy="437861"/>
          </a:xfrm>
        </p:grpSpPr>
        <p:sp>
          <p:nvSpPr>
            <p:cNvPr id="972" name="Oval 971">
              <a:extLst>
                <a:ext uri="{FF2B5EF4-FFF2-40B4-BE49-F238E27FC236}">
                  <a16:creationId xmlns:a16="http://schemas.microsoft.com/office/drawing/2014/main" id="{AD38271B-15FD-44B1-8645-75C1B3EE3F7E}"/>
                </a:ext>
              </a:extLst>
            </p:cNvPr>
            <p:cNvSpPr/>
            <p:nvPr/>
          </p:nvSpPr>
          <p:spPr bwMode="auto">
            <a:xfrm flipV="1">
              <a:off x="1876037" y="1696093"/>
              <a:ext cx="1123611" cy="318068"/>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73" name="Rectangle 972">
              <a:extLst>
                <a:ext uri="{FF2B5EF4-FFF2-40B4-BE49-F238E27FC236}">
                  <a16:creationId xmlns:a16="http://schemas.microsoft.com/office/drawing/2014/main" id="{624E121B-74A2-4EEB-95F0-F3329F0A3403}"/>
                </a:ext>
              </a:extLst>
            </p:cNvPr>
            <p:cNvSpPr/>
            <p:nvPr/>
          </p:nvSpPr>
          <p:spPr bwMode="auto">
            <a:xfrm>
              <a:off x="1871277" y="1741531"/>
              <a:ext cx="1128371" cy="115661"/>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74" name="Oval 973">
              <a:extLst>
                <a:ext uri="{FF2B5EF4-FFF2-40B4-BE49-F238E27FC236}">
                  <a16:creationId xmlns:a16="http://schemas.microsoft.com/office/drawing/2014/main" id="{55CA0DFA-CE30-4517-A68F-EBFA7EE367C8}"/>
                </a:ext>
              </a:extLst>
            </p:cNvPr>
            <p:cNvSpPr/>
            <p:nvPr/>
          </p:nvSpPr>
          <p:spPr bwMode="auto">
            <a:xfrm flipV="1">
              <a:off x="1871277" y="1576300"/>
              <a:ext cx="1123611" cy="318070"/>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75" name="Freeform 974">
              <a:extLst>
                <a:ext uri="{FF2B5EF4-FFF2-40B4-BE49-F238E27FC236}">
                  <a16:creationId xmlns:a16="http://schemas.microsoft.com/office/drawing/2014/main" id="{60EE0CE6-7610-4B26-8D13-CBF94E6C951D}"/>
                </a:ext>
              </a:extLst>
            </p:cNvPr>
            <p:cNvSpPr/>
            <p:nvPr/>
          </p:nvSpPr>
          <p:spPr bwMode="auto">
            <a:xfrm>
              <a:off x="2161700" y="1671309"/>
              <a:ext cx="547524" cy="161099"/>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76" name="Freeform 975">
              <a:extLst>
                <a:ext uri="{FF2B5EF4-FFF2-40B4-BE49-F238E27FC236}">
                  <a16:creationId xmlns:a16="http://schemas.microsoft.com/office/drawing/2014/main" id="{A4548917-E3A2-4F07-A800-5A11C8FE083B}"/>
                </a:ext>
              </a:extLst>
            </p:cNvPr>
            <p:cNvSpPr/>
            <p:nvPr/>
          </p:nvSpPr>
          <p:spPr bwMode="auto">
            <a:xfrm>
              <a:off x="2104568" y="1634131"/>
              <a:ext cx="661790" cy="111532"/>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77" name="Freeform 976">
              <a:extLst>
                <a:ext uri="{FF2B5EF4-FFF2-40B4-BE49-F238E27FC236}">
                  <a16:creationId xmlns:a16="http://schemas.microsoft.com/office/drawing/2014/main" id="{D54A994F-DC89-45B6-877D-8EE00B599CB8}"/>
                </a:ext>
              </a:extLst>
            </p:cNvPr>
            <p:cNvSpPr/>
            <p:nvPr/>
          </p:nvSpPr>
          <p:spPr bwMode="auto">
            <a:xfrm>
              <a:off x="2537826" y="1729140"/>
              <a:ext cx="242813" cy="95006"/>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78" name="Freeform 977">
              <a:extLst>
                <a:ext uri="{FF2B5EF4-FFF2-40B4-BE49-F238E27FC236}">
                  <a16:creationId xmlns:a16="http://schemas.microsoft.com/office/drawing/2014/main" id="{376BA638-7E00-40B2-8346-8F9498BD922A}"/>
                </a:ext>
              </a:extLst>
            </p:cNvPr>
            <p:cNvSpPr/>
            <p:nvPr/>
          </p:nvSpPr>
          <p:spPr bwMode="auto">
            <a:xfrm>
              <a:off x="2090286" y="1729140"/>
              <a:ext cx="242813" cy="99138"/>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cxnSp>
          <p:nvCxnSpPr>
            <p:cNvPr id="979" name="Straight Connector 978">
              <a:extLst>
                <a:ext uri="{FF2B5EF4-FFF2-40B4-BE49-F238E27FC236}">
                  <a16:creationId xmlns:a16="http://schemas.microsoft.com/office/drawing/2014/main" id="{1B67198B-4E98-43F5-98D1-579FDAF149C8}"/>
                </a:ext>
              </a:extLst>
            </p:cNvPr>
            <p:cNvCxnSpPr>
              <a:endCxn id="974" idx="2"/>
            </p:cNvCxnSpPr>
            <p:nvPr/>
          </p:nvCxnSpPr>
          <p:spPr bwMode="auto">
            <a:xfrm flipH="1" flipV="1">
              <a:off x="1871277" y="1737401"/>
              <a:ext cx="4760" cy="12392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980" name="Straight Connector 979">
              <a:extLst>
                <a:ext uri="{FF2B5EF4-FFF2-40B4-BE49-F238E27FC236}">
                  <a16:creationId xmlns:a16="http://schemas.microsoft.com/office/drawing/2014/main" id="{995E4677-BD8F-4473-B010-47628D8E8A51}"/>
                </a:ext>
              </a:extLst>
            </p:cNvPr>
            <p:cNvCxnSpPr/>
            <p:nvPr/>
          </p:nvCxnSpPr>
          <p:spPr bwMode="auto">
            <a:xfrm flipH="1" flipV="1">
              <a:off x="2994888" y="1733269"/>
              <a:ext cx="4760" cy="12392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8303" name="Group 347">
            <a:extLst>
              <a:ext uri="{FF2B5EF4-FFF2-40B4-BE49-F238E27FC236}">
                <a16:creationId xmlns:a16="http://schemas.microsoft.com/office/drawing/2014/main" id="{774A1405-B1C4-46F9-BC83-0BB1D9E48A45}"/>
              </a:ext>
            </a:extLst>
          </p:cNvPr>
          <p:cNvGrpSpPr>
            <a:grpSpLocks/>
          </p:cNvGrpSpPr>
          <p:nvPr/>
        </p:nvGrpSpPr>
        <p:grpSpPr bwMode="auto">
          <a:xfrm>
            <a:off x="6970713" y="4492625"/>
            <a:ext cx="522287" cy="260350"/>
            <a:chOff x="1871277" y="1576300"/>
            <a:chExt cx="1128371" cy="437861"/>
          </a:xfrm>
        </p:grpSpPr>
        <p:sp>
          <p:nvSpPr>
            <p:cNvPr id="982" name="Oval 981">
              <a:extLst>
                <a:ext uri="{FF2B5EF4-FFF2-40B4-BE49-F238E27FC236}">
                  <a16:creationId xmlns:a16="http://schemas.microsoft.com/office/drawing/2014/main" id="{448AD0A5-BE09-404F-ACA9-E1AEE511F017}"/>
                </a:ext>
              </a:extLst>
            </p:cNvPr>
            <p:cNvSpPr/>
            <p:nvPr/>
          </p:nvSpPr>
          <p:spPr bwMode="auto">
            <a:xfrm flipV="1">
              <a:off x="1874706" y="1693775"/>
              <a:ext cx="1124942" cy="32038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83" name="Rectangle 982">
              <a:extLst>
                <a:ext uri="{FF2B5EF4-FFF2-40B4-BE49-F238E27FC236}">
                  <a16:creationId xmlns:a16="http://schemas.microsoft.com/office/drawing/2014/main" id="{85A84BFE-CDC2-4DC2-B199-08A5D4953012}"/>
                </a:ext>
              </a:extLst>
            </p:cNvPr>
            <p:cNvSpPr/>
            <p:nvPr/>
          </p:nvSpPr>
          <p:spPr bwMode="auto">
            <a:xfrm>
              <a:off x="1871277" y="1739164"/>
              <a:ext cx="1128371" cy="11747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84" name="Oval 983">
              <a:extLst>
                <a:ext uri="{FF2B5EF4-FFF2-40B4-BE49-F238E27FC236}">
                  <a16:creationId xmlns:a16="http://schemas.microsoft.com/office/drawing/2014/main" id="{EB6BB4C5-E2C3-4F7C-A763-F538EAB68053}"/>
                </a:ext>
              </a:extLst>
            </p:cNvPr>
            <p:cNvSpPr/>
            <p:nvPr/>
          </p:nvSpPr>
          <p:spPr bwMode="auto">
            <a:xfrm flipV="1">
              <a:off x="1871277" y="1576300"/>
              <a:ext cx="1124942" cy="320386"/>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85" name="Freeform 984">
              <a:extLst>
                <a:ext uri="{FF2B5EF4-FFF2-40B4-BE49-F238E27FC236}">
                  <a16:creationId xmlns:a16="http://schemas.microsoft.com/office/drawing/2014/main" id="{6D1FAC56-2AB3-4E98-A07F-85FA82C8DE0C}"/>
                </a:ext>
              </a:extLst>
            </p:cNvPr>
            <p:cNvSpPr/>
            <p:nvPr/>
          </p:nvSpPr>
          <p:spPr bwMode="auto">
            <a:xfrm>
              <a:off x="2159372" y="1672416"/>
              <a:ext cx="548752" cy="16286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86" name="Freeform 985">
              <a:extLst>
                <a:ext uri="{FF2B5EF4-FFF2-40B4-BE49-F238E27FC236}">
                  <a16:creationId xmlns:a16="http://schemas.microsoft.com/office/drawing/2014/main" id="{8C1A6C78-6592-4838-8013-FA8EE926F061}"/>
                </a:ext>
              </a:extLst>
            </p:cNvPr>
            <p:cNvSpPr/>
            <p:nvPr/>
          </p:nvSpPr>
          <p:spPr bwMode="auto">
            <a:xfrm>
              <a:off x="2101066" y="1632368"/>
              <a:ext cx="665362" cy="112135"/>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87" name="Freeform 986">
              <a:extLst>
                <a:ext uri="{FF2B5EF4-FFF2-40B4-BE49-F238E27FC236}">
                  <a16:creationId xmlns:a16="http://schemas.microsoft.com/office/drawing/2014/main" id="{BEE0F4ED-AB49-428D-923D-2A5D1048D5BD}"/>
                </a:ext>
              </a:extLst>
            </p:cNvPr>
            <p:cNvSpPr/>
            <p:nvPr/>
          </p:nvSpPr>
          <p:spPr bwMode="auto">
            <a:xfrm>
              <a:off x="2536639" y="1728484"/>
              <a:ext cx="243508" cy="96116"/>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88" name="Freeform 987">
              <a:extLst>
                <a:ext uri="{FF2B5EF4-FFF2-40B4-BE49-F238E27FC236}">
                  <a16:creationId xmlns:a16="http://schemas.microsoft.com/office/drawing/2014/main" id="{51D3E402-4DBE-4020-898D-42BEDC2696F9}"/>
                </a:ext>
              </a:extLst>
            </p:cNvPr>
            <p:cNvSpPr/>
            <p:nvPr/>
          </p:nvSpPr>
          <p:spPr bwMode="auto">
            <a:xfrm>
              <a:off x="2090778" y="1731153"/>
              <a:ext cx="240079" cy="96116"/>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cxnSp>
          <p:nvCxnSpPr>
            <p:cNvPr id="989" name="Straight Connector 988">
              <a:extLst>
                <a:ext uri="{FF2B5EF4-FFF2-40B4-BE49-F238E27FC236}">
                  <a16:creationId xmlns:a16="http://schemas.microsoft.com/office/drawing/2014/main" id="{E2738222-CCC0-4E3D-870F-278DFC9DBFFF}"/>
                </a:ext>
              </a:extLst>
            </p:cNvPr>
            <p:cNvCxnSpPr>
              <a:endCxn id="984" idx="2"/>
            </p:cNvCxnSpPr>
            <p:nvPr/>
          </p:nvCxnSpPr>
          <p:spPr bwMode="auto">
            <a:xfrm flipH="1" flipV="1">
              <a:off x="1871277" y="1736493"/>
              <a:ext cx="3429" cy="122815"/>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990" name="Straight Connector 989">
              <a:extLst>
                <a:ext uri="{FF2B5EF4-FFF2-40B4-BE49-F238E27FC236}">
                  <a16:creationId xmlns:a16="http://schemas.microsoft.com/office/drawing/2014/main" id="{307F2EFF-8050-4F19-A7C4-DAD221065E1C}"/>
                </a:ext>
              </a:extLst>
            </p:cNvPr>
            <p:cNvCxnSpPr/>
            <p:nvPr/>
          </p:nvCxnSpPr>
          <p:spPr bwMode="auto">
            <a:xfrm flipH="1" flipV="1">
              <a:off x="2996219" y="1733824"/>
              <a:ext cx="3429" cy="122815"/>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8304" name="Group 347">
            <a:extLst>
              <a:ext uri="{FF2B5EF4-FFF2-40B4-BE49-F238E27FC236}">
                <a16:creationId xmlns:a16="http://schemas.microsoft.com/office/drawing/2014/main" id="{906B5E7A-D528-49A1-BE4F-E28F0C688C74}"/>
              </a:ext>
            </a:extLst>
          </p:cNvPr>
          <p:cNvGrpSpPr>
            <a:grpSpLocks/>
          </p:cNvGrpSpPr>
          <p:nvPr/>
        </p:nvGrpSpPr>
        <p:grpSpPr bwMode="auto">
          <a:xfrm>
            <a:off x="6261100" y="4819650"/>
            <a:ext cx="522288" cy="260350"/>
            <a:chOff x="1871277" y="1576300"/>
            <a:chExt cx="1128371" cy="437861"/>
          </a:xfrm>
        </p:grpSpPr>
        <p:sp>
          <p:nvSpPr>
            <p:cNvPr id="992" name="Oval 991">
              <a:extLst>
                <a:ext uri="{FF2B5EF4-FFF2-40B4-BE49-F238E27FC236}">
                  <a16:creationId xmlns:a16="http://schemas.microsoft.com/office/drawing/2014/main" id="{E5007F5B-BB3A-4B96-B29F-D41C4F1957E3}"/>
                </a:ext>
              </a:extLst>
            </p:cNvPr>
            <p:cNvSpPr/>
            <p:nvPr/>
          </p:nvSpPr>
          <p:spPr bwMode="auto">
            <a:xfrm flipV="1">
              <a:off x="1874708" y="1693775"/>
              <a:ext cx="1124940" cy="32038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93" name="Rectangle 992">
              <a:extLst>
                <a:ext uri="{FF2B5EF4-FFF2-40B4-BE49-F238E27FC236}">
                  <a16:creationId xmlns:a16="http://schemas.microsoft.com/office/drawing/2014/main" id="{9DE7D3D7-7DE1-4C8A-90B5-D7B1A88E1C25}"/>
                </a:ext>
              </a:extLst>
            </p:cNvPr>
            <p:cNvSpPr/>
            <p:nvPr/>
          </p:nvSpPr>
          <p:spPr bwMode="auto">
            <a:xfrm>
              <a:off x="1871277" y="1739164"/>
              <a:ext cx="1128371" cy="11747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94" name="Oval 993">
              <a:extLst>
                <a:ext uri="{FF2B5EF4-FFF2-40B4-BE49-F238E27FC236}">
                  <a16:creationId xmlns:a16="http://schemas.microsoft.com/office/drawing/2014/main" id="{D7CC476A-D8CC-4885-B0EF-0EA542794FCC}"/>
                </a:ext>
              </a:extLst>
            </p:cNvPr>
            <p:cNvSpPr/>
            <p:nvPr/>
          </p:nvSpPr>
          <p:spPr bwMode="auto">
            <a:xfrm flipV="1">
              <a:off x="1871277" y="1576300"/>
              <a:ext cx="1124940" cy="320386"/>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995" name="Freeform 994">
              <a:extLst>
                <a:ext uri="{FF2B5EF4-FFF2-40B4-BE49-F238E27FC236}">
                  <a16:creationId xmlns:a16="http://schemas.microsoft.com/office/drawing/2014/main" id="{6CD93CBD-A4D9-4CFF-8BBF-9DB7DAE89722}"/>
                </a:ext>
              </a:extLst>
            </p:cNvPr>
            <p:cNvSpPr/>
            <p:nvPr/>
          </p:nvSpPr>
          <p:spPr bwMode="auto">
            <a:xfrm>
              <a:off x="2159371" y="1672416"/>
              <a:ext cx="548751" cy="16286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96" name="Freeform 995">
              <a:extLst>
                <a:ext uri="{FF2B5EF4-FFF2-40B4-BE49-F238E27FC236}">
                  <a16:creationId xmlns:a16="http://schemas.microsoft.com/office/drawing/2014/main" id="{20FB0AE7-1640-485E-ACC0-3034339A5C8B}"/>
                </a:ext>
              </a:extLst>
            </p:cNvPr>
            <p:cNvSpPr/>
            <p:nvPr/>
          </p:nvSpPr>
          <p:spPr bwMode="auto">
            <a:xfrm>
              <a:off x="2101068" y="1632368"/>
              <a:ext cx="665361" cy="112135"/>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97" name="Freeform 996">
              <a:extLst>
                <a:ext uri="{FF2B5EF4-FFF2-40B4-BE49-F238E27FC236}">
                  <a16:creationId xmlns:a16="http://schemas.microsoft.com/office/drawing/2014/main" id="{88B07B68-F12F-4EEC-B89C-B174714A4DCA}"/>
                </a:ext>
              </a:extLst>
            </p:cNvPr>
            <p:cNvSpPr/>
            <p:nvPr/>
          </p:nvSpPr>
          <p:spPr bwMode="auto">
            <a:xfrm>
              <a:off x="2536638" y="1728484"/>
              <a:ext cx="243509" cy="96116"/>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998" name="Freeform 997">
              <a:extLst>
                <a:ext uri="{FF2B5EF4-FFF2-40B4-BE49-F238E27FC236}">
                  <a16:creationId xmlns:a16="http://schemas.microsoft.com/office/drawing/2014/main" id="{9EAF2C71-4EFD-4EB8-ACC1-0A4D16CE8DE4}"/>
                </a:ext>
              </a:extLst>
            </p:cNvPr>
            <p:cNvSpPr/>
            <p:nvPr/>
          </p:nvSpPr>
          <p:spPr bwMode="auto">
            <a:xfrm>
              <a:off x="2090778" y="1731153"/>
              <a:ext cx="240079" cy="96116"/>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cxnSp>
          <p:nvCxnSpPr>
            <p:cNvPr id="999" name="Straight Connector 998">
              <a:extLst>
                <a:ext uri="{FF2B5EF4-FFF2-40B4-BE49-F238E27FC236}">
                  <a16:creationId xmlns:a16="http://schemas.microsoft.com/office/drawing/2014/main" id="{BB12AEED-A975-4FBD-92DE-4839D663E2EC}"/>
                </a:ext>
              </a:extLst>
            </p:cNvPr>
            <p:cNvCxnSpPr>
              <a:endCxn id="994" idx="2"/>
            </p:cNvCxnSpPr>
            <p:nvPr/>
          </p:nvCxnSpPr>
          <p:spPr bwMode="auto">
            <a:xfrm flipH="1" flipV="1">
              <a:off x="1871277" y="1736493"/>
              <a:ext cx="3431" cy="122815"/>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000" name="Straight Connector 999">
              <a:extLst>
                <a:ext uri="{FF2B5EF4-FFF2-40B4-BE49-F238E27FC236}">
                  <a16:creationId xmlns:a16="http://schemas.microsoft.com/office/drawing/2014/main" id="{9A355B38-34FF-4ACC-A947-3F6223005DF1}"/>
                </a:ext>
              </a:extLst>
            </p:cNvPr>
            <p:cNvCxnSpPr/>
            <p:nvPr/>
          </p:nvCxnSpPr>
          <p:spPr bwMode="auto">
            <a:xfrm flipH="1" flipV="1">
              <a:off x="2996217" y="1733824"/>
              <a:ext cx="3431" cy="122815"/>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8305" name="Group 347">
            <a:extLst>
              <a:ext uri="{FF2B5EF4-FFF2-40B4-BE49-F238E27FC236}">
                <a16:creationId xmlns:a16="http://schemas.microsoft.com/office/drawing/2014/main" id="{D0B315D7-F042-4B0A-BFD2-E798E47A0B9B}"/>
              </a:ext>
            </a:extLst>
          </p:cNvPr>
          <p:cNvGrpSpPr>
            <a:grpSpLocks/>
          </p:cNvGrpSpPr>
          <p:nvPr/>
        </p:nvGrpSpPr>
        <p:grpSpPr bwMode="auto">
          <a:xfrm>
            <a:off x="7693025" y="4813300"/>
            <a:ext cx="522288" cy="260350"/>
            <a:chOff x="1871277" y="1576300"/>
            <a:chExt cx="1128371" cy="437861"/>
          </a:xfrm>
        </p:grpSpPr>
        <p:sp>
          <p:nvSpPr>
            <p:cNvPr id="1002" name="Oval 1001">
              <a:extLst>
                <a:ext uri="{FF2B5EF4-FFF2-40B4-BE49-F238E27FC236}">
                  <a16:creationId xmlns:a16="http://schemas.microsoft.com/office/drawing/2014/main" id="{0F6C6371-7C5A-4FEF-8A17-2EEE67D310E9}"/>
                </a:ext>
              </a:extLst>
            </p:cNvPr>
            <p:cNvSpPr/>
            <p:nvPr/>
          </p:nvSpPr>
          <p:spPr bwMode="auto">
            <a:xfrm flipV="1">
              <a:off x="1874708" y="1693775"/>
              <a:ext cx="1124940" cy="32038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1003" name="Rectangle 1002">
              <a:extLst>
                <a:ext uri="{FF2B5EF4-FFF2-40B4-BE49-F238E27FC236}">
                  <a16:creationId xmlns:a16="http://schemas.microsoft.com/office/drawing/2014/main" id="{4A17C807-4E5A-4FC4-B229-1FE7F767A6AD}"/>
                </a:ext>
              </a:extLst>
            </p:cNvPr>
            <p:cNvSpPr/>
            <p:nvPr/>
          </p:nvSpPr>
          <p:spPr bwMode="auto">
            <a:xfrm>
              <a:off x="1871277" y="1739164"/>
              <a:ext cx="1128371" cy="11747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1004" name="Oval 1003">
              <a:extLst>
                <a:ext uri="{FF2B5EF4-FFF2-40B4-BE49-F238E27FC236}">
                  <a16:creationId xmlns:a16="http://schemas.microsoft.com/office/drawing/2014/main" id="{5A40B40C-5AD1-4884-B331-7CD2DFD85F73}"/>
                </a:ext>
              </a:extLst>
            </p:cNvPr>
            <p:cNvSpPr/>
            <p:nvPr/>
          </p:nvSpPr>
          <p:spPr bwMode="auto">
            <a:xfrm flipV="1">
              <a:off x="1871277" y="1576300"/>
              <a:ext cx="1124940" cy="320386"/>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omic Sans MS" panose="030F0702030302020204" pitchFamily="66" charset="0"/>
                </a:defRPr>
              </a:lvl1pPr>
              <a:lvl2pPr marL="742950" indent="-285750">
                <a:defRPr>
                  <a:solidFill>
                    <a:schemeClr val="tx1"/>
                  </a:solidFill>
                  <a:latin typeface="Comic Sans MS" panose="030F0702030302020204" pitchFamily="66" charset="0"/>
                </a:defRPr>
              </a:lvl2pPr>
              <a:lvl3pPr marL="1143000" indent="-228600">
                <a:defRPr>
                  <a:solidFill>
                    <a:schemeClr val="tx1"/>
                  </a:solidFill>
                  <a:latin typeface="Comic Sans MS" panose="030F0702030302020204" pitchFamily="66" charset="0"/>
                </a:defRPr>
              </a:lvl3pPr>
              <a:lvl4pPr marL="1600200" indent="-228600">
                <a:defRPr>
                  <a:solidFill>
                    <a:schemeClr val="tx1"/>
                  </a:solidFill>
                  <a:latin typeface="Comic Sans MS" panose="030F0702030302020204" pitchFamily="66" charset="0"/>
                </a:defRPr>
              </a:lvl4pPr>
              <a:lvl5pPr marL="2057400" indent="-228600">
                <a:defRPr>
                  <a:solidFill>
                    <a:schemeClr val="tx1"/>
                  </a:solidFill>
                  <a:latin typeface="Comic Sans MS" panose="030F0702030302020204" pitchFamily="66" charset="0"/>
                </a:defRPr>
              </a:lvl5pPr>
              <a:lvl6pPr marL="2514600" indent="-228600" eaLnBrk="0" fontAlgn="base" hangingPunct="0">
                <a:spcBef>
                  <a:spcPct val="0"/>
                </a:spcBef>
                <a:spcAft>
                  <a:spcPct val="0"/>
                </a:spcAft>
                <a:defRPr>
                  <a:solidFill>
                    <a:schemeClr val="tx1"/>
                  </a:solidFill>
                  <a:latin typeface="Comic Sans MS" panose="030F0702030302020204" pitchFamily="66" charset="0"/>
                </a:defRPr>
              </a:lvl6pPr>
              <a:lvl7pPr marL="2971800" indent="-228600" eaLnBrk="0" fontAlgn="base" hangingPunct="0">
                <a:spcBef>
                  <a:spcPct val="0"/>
                </a:spcBef>
                <a:spcAft>
                  <a:spcPct val="0"/>
                </a:spcAft>
                <a:defRPr>
                  <a:solidFill>
                    <a:schemeClr val="tx1"/>
                  </a:solidFill>
                  <a:latin typeface="Comic Sans MS" panose="030F0702030302020204" pitchFamily="66" charset="0"/>
                </a:defRPr>
              </a:lvl7pPr>
              <a:lvl8pPr marL="3429000" indent="-228600" eaLnBrk="0" fontAlgn="base" hangingPunct="0">
                <a:spcBef>
                  <a:spcPct val="0"/>
                </a:spcBef>
                <a:spcAft>
                  <a:spcPct val="0"/>
                </a:spcAft>
                <a:defRPr>
                  <a:solidFill>
                    <a:schemeClr val="tx1"/>
                  </a:solidFill>
                  <a:latin typeface="Comic Sans MS" panose="030F0702030302020204" pitchFamily="66" charset="0"/>
                </a:defRPr>
              </a:lvl8pPr>
              <a:lvl9pPr marL="3886200" indent="-228600" eaLnBrk="0" fontAlgn="base" hangingPunct="0">
                <a:spcBef>
                  <a:spcPct val="0"/>
                </a:spcBef>
                <a:spcAft>
                  <a:spcPct val="0"/>
                </a:spcAft>
                <a:defRPr>
                  <a:solidFill>
                    <a:schemeClr val="tx1"/>
                  </a:solidFill>
                  <a:latin typeface="Comic Sans MS" panose="030F0702030302020204" pitchFamily="66" charset="0"/>
                </a:defRPr>
              </a:lvl9pPr>
            </a:lstStyle>
            <a:p>
              <a:pPr algn="ctr">
                <a:defRPr/>
              </a:pPr>
              <a:endParaRPr lang="en-US" altLang="zh-CN">
                <a:solidFill>
                  <a:srgbClr val="FFFFFF"/>
                </a:solidFill>
                <a:ea typeface="宋体" panose="02010600030101010101" pitchFamily="2" charset="-122"/>
              </a:endParaRPr>
            </a:p>
          </p:txBody>
        </p:sp>
        <p:sp>
          <p:nvSpPr>
            <p:cNvPr id="1005" name="Freeform 1004">
              <a:extLst>
                <a:ext uri="{FF2B5EF4-FFF2-40B4-BE49-F238E27FC236}">
                  <a16:creationId xmlns:a16="http://schemas.microsoft.com/office/drawing/2014/main" id="{074F02B8-B9C6-46BD-B882-1FA16ED15DD8}"/>
                </a:ext>
              </a:extLst>
            </p:cNvPr>
            <p:cNvSpPr/>
            <p:nvPr/>
          </p:nvSpPr>
          <p:spPr bwMode="auto">
            <a:xfrm>
              <a:off x="2159371" y="1672416"/>
              <a:ext cx="548751" cy="16286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006" name="Freeform 1005">
              <a:extLst>
                <a:ext uri="{FF2B5EF4-FFF2-40B4-BE49-F238E27FC236}">
                  <a16:creationId xmlns:a16="http://schemas.microsoft.com/office/drawing/2014/main" id="{1236104C-7299-4943-AD8F-8F7BC09EAE09}"/>
                </a:ext>
              </a:extLst>
            </p:cNvPr>
            <p:cNvSpPr/>
            <p:nvPr/>
          </p:nvSpPr>
          <p:spPr bwMode="auto">
            <a:xfrm>
              <a:off x="2101068" y="1632368"/>
              <a:ext cx="665361" cy="112135"/>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007" name="Freeform 1006">
              <a:extLst>
                <a:ext uri="{FF2B5EF4-FFF2-40B4-BE49-F238E27FC236}">
                  <a16:creationId xmlns:a16="http://schemas.microsoft.com/office/drawing/2014/main" id="{13C50D3A-CAB1-4C79-AB8A-1DECCF90A3A3}"/>
                </a:ext>
              </a:extLst>
            </p:cNvPr>
            <p:cNvSpPr/>
            <p:nvPr/>
          </p:nvSpPr>
          <p:spPr bwMode="auto">
            <a:xfrm>
              <a:off x="2536638" y="1728484"/>
              <a:ext cx="243509" cy="96116"/>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008" name="Freeform 1007">
              <a:extLst>
                <a:ext uri="{FF2B5EF4-FFF2-40B4-BE49-F238E27FC236}">
                  <a16:creationId xmlns:a16="http://schemas.microsoft.com/office/drawing/2014/main" id="{C9373F87-E750-4176-A150-92D0F0CFF815}"/>
                </a:ext>
              </a:extLst>
            </p:cNvPr>
            <p:cNvSpPr/>
            <p:nvPr/>
          </p:nvSpPr>
          <p:spPr bwMode="auto">
            <a:xfrm>
              <a:off x="2090778" y="1731153"/>
              <a:ext cx="240079" cy="96116"/>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cxnSp>
          <p:nvCxnSpPr>
            <p:cNvPr id="1009" name="Straight Connector 1008">
              <a:extLst>
                <a:ext uri="{FF2B5EF4-FFF2-40B4-BE49-F238E27FC236}">
                  <a16:creationId xmlns:a16="http://schemas.microsoft.com/office/drawing/2014/main" id="{5B5B2A5C-45C7-4E09-A0B9-1D53DDE328DA}"/>
                </a:ext>
              </a:extLst>
            </p:cNvPr>
            <p:cNvCxnSpPr>
              <a:endCxn id="1004" idx="2"/>
            </p:cNvCxnSpPr>
            <p:nvPr/>
          </p:nvCxnSpPr>
          <p:spPr bwMode="auto">
            <a:xfrm flipH="1" flipV="1">
              <a:off x="1871277" y="1736493"/>
              <a:ext cx="3431" cy="122815"/>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010" name="Straight Connector 1009">
              <a:extLst>
                <a:ext uri="{FF2B5EF4-FFF2-40B4-BE49-F238E27FC236}">
                  <a16:creationId xmlns:a16="http://schemas.microsoft.com/office/drawing/2014/main" id="{84D49414-444D-4446-9AAA-095D2D780648}"/>
                </a:ext>
              </a:extLst>
            </p:cNvPr>
            <p:cNvCxnSpPr/>
            <p:nvPr/>
          </p:nvCxnSpPr>
          <p:spPr bwMode="auto">
            <a:xfrm flipH="1" flipV="1">
              <a:off x="2996217" y="1733824"/>
              <a:ext cx="3431" cy="122815"/>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sp>
        <p:nvSpPr>
          <p:cNvPr id="8306" name="灯片编号占位符 6">
            <a:extLst>
              <a:ext uri="{FF2B5EF4-FFF2-40B4-BE49-F238E27FC236}">
                <a16:creationId xmlns:a16="http://schemas.microsoft.com/office/drawing/2014/main" id="{4BB79831-4A8F-455D-896D-4BCCE984006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C4F89344-574C-4130-BD39-E8AFEF3AADB1}" type="slidenum">
              <a:rPr lang="en-US" altLang="zh-CN" sz="1400" smtClean="0">
                <a:latin typeface="Times New Roman" panose="02020603050405020304" pitchFamily="18" charset="0"/>
              </a:rPr>
              <a:pPr>
                <a:spcBef>
                  <a:spcPct val="0"/>
                </a:spcBef>
                <a:buClrTx/>
                <a:buSzTx/>
                <a:buFontTx/>
                <a:buNone/>
              </a:pPr>
              <a:t>3</a:t>
            </a:fld>
            <a:endParaRPr lang="en-US" altLang="zh-CN" sz="1400">
              <a:latin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CA762EFF-DE2C-4786-86CC-7F3CFD214EBD}"/>
              </a:ext>
            </a:extLst>
          </p:cNvPr>
          <p:cNvSpPr>
            <a:spLocks noGrp="1" noChangeArrowheads="1"/>
          </p:cNvSpPr>
          <p:nvPr>
            <p:ph type="title"/>
          </p:nvPr>
        </p:nvSpPr>
        <p:spPr>
          <a:xfrm>
            <a:off x="423863" y="244475"/>
            <a:ext cx="7772400" cy="898525"/>
          </a:xfrm>
        </p:spPr>
        <p:txBody>
          <a:bodyPr/>
          <a:lstStyle/>
          <a:p>
            <a:r>
              <a:rPr lang="en-US" altLang="zh-CN">
                <a:ea typeface="宋体" panose="02010600030101010101" pitchFamily="2" charset="-122"/>
              </a:rPr>
              <a:t>Link layer: context</a:t>
            </a:r>
          </a:p>
        </p:txBody>
      </p:sp>
      <p:sp>
        <p:nvSpPr>
          <p:cNvPr id="10243" name="Rectangle 3">
            <a:extLst>
              <a:ext uri="{FF2B5EF4-FFF2-40B4-BE49-F238E27FC236}">
                <a16:creationId xmlns:a16="http://schemas.microsoft.com/office/drawing/2014/main" id="{66E0C496-0A67-44AE-AFC9-613144A46EA9}"/>
              </a:ext>
            </a:extLst>
          </p:cNvPr>
          <p:cNvSpPr>
            <a:spLocks noGrp="1" noChangeArrowheads="1"/>
          </p:cNvSpPr>
          <p:nvPr>
            <p:ph type="body" sz="half" idx="1"/>
          </p:nvPr>
        </p:nvSpPr>
        <p:spPr>
          <a:xfrm>
            <a:off x="322263" y="1547813"/>
            <a:ext cx="4151312" cy="4648200"/>
          </a:xfrm>
        </p:spPr>
        <p:txBody>
          <a:bodyPr/>
          <a:lstStyle/>
          <a:p>
            <a:r>
              <a:rPr lang="en-US" altLang="zh-CN" sz="2400">
                <a:latin typeface="Gill Sans MT" panose="020B0502020104020203" pitchFamily="34" charset="0"/>
                <a:ea typeface="宋体" panose="02010600030101010101" pitchFamily="2" charset="-122"/>
              </a:rPr>
              <a:t>datagram transferred by different link protocols over different links:</a:t>
            </a:r>
          </a:p>
          <a:p>
            <a:pPr lvl="1"/>
            <a:r>
              <a:rPr lang="en-US" altLang="zh-CN">
                <a:latin typeface="Gill Sans MT" panose="020B0502020104020203" pitchFamily="34" charset="0"/>
                <a:ea typeface="宋体" panose="02010600030101010101" pitchFamily="2" charset="-122"/>
              </a:rPr>
              <a:t>e.g., Ethernet on first link, frame relay on intermediate links, 802.11 on last link</a:t>
            </a:r>
          </a:p>
          <a:p>
            <a:r>
              <a:rPr lang="en-US" altLang="zh-CN" sz="2400">
                <a:latin typeface="Gill Sans MT" panose="020B0502020104020203" pitchFamily="34" charset="0"/>
                <a:ea typeface="宋体" panose="02010600030101010101" pitchFamily="2" charset="-122"/>
              </a:rPr>
              <a:t>each  link protocol provides different services</a:t>
            </a:r>
          </a:p>
          <a:p>
            <a:pPr lvl="1"/>
            <a:r>
              <a:rPr lang="en-US" altLang="zh-CN">
                <a:latin typeface="Gill Sans MT" panose="020B0502020104020203" pitchFamily="34" charset="0"/>
                <a:ea typeface="宋体" panose="02010600030101010101" pitchFamily="2" charset="-122"/>
              </a:rPr>
              <a:t>e.g., may or may not provide rdt over link</a:t>
            </a:r>
          </a:p>
        </p:txBody>
      </p:sp>
      <p:sp>
        <p:nvSpPr>
          <p:cNvPr id="10244" name="Rectangle 4">
            <a:extLst>
              <a:ext uri="{FF2B5EF4-FFF2-40B4-BE49-F238E27FC236}">
                <a16:creationId xmlns:a16="http://schemas.microsoft.com/office/drawing/2014/main" id="{1B6077D5-A441-4D15-925D-5A0E58904E0E}"/>
              </a:ext>
            </a:extLst>
          </p:cNvPr>
          <p:cNvSpPr>
            <a:spLocks noGrp="1" noChangeArrowheads="1"/>
          </p:cNvSpPr>
          <p:nvPr>
            <p:ph type="body" sz="half" idx="2"/>
          </p:nvPr>
        </p:nvSpPr>
        <p:spPr>
          <a:xfrm>
            <a:off x="4618038" y="1479550"/>
            <a:ext cx="4187825" cy="4648200"/>
          </a:xfrm>
          <a:solidFill>
            <a:schemeClr val="bg1"/>
          </a:solidFill>
        </p:spPr>
        <p:txBody>
          <a:bodyPr/>
          <a:lstStyle/>
          <a:p>
            <a:pPr>
              <a:buFont typeface="Wingdings" panose="05000000000000000000" pitchFamily="2" charset="2"/>
              <a:buNone/>
            </a:pPr>
            <a:r>
              <a:rPr lang="en-US" altLang="zh-CN" i="1">
                <a:solidFill>
                  <a:srgbClr val="CC0000"/>
                </a:solidFill>
                <a:latin typeface="Gill Sans MT" panose="020B0502020104020203" pitchFamily="34" charset="0"/>
                <a:ea typeface="宋体" panose="02010600030101010101" pitchFamily="2" charset="-122"/>
              </a:rPr>
              <a:t>transportation analogy:</a:t>
            </a:r>
          </a:p>
          <a:p>
            <a:r>
              <a:rPr lang="en-US" altLang="zh-CN" sz="2000">
                <a:latin typeface="Gill Sans MT" panose="020B0502020104020203" pitchFamily="34" charset="0"/>
                <a:ea typeface="宋体" panose="02010600030101010101" pitchFamily="2" charset="-122"/>
              </a:rPr>
              <a:t>trip from Princeton to Lausanne</a:t>
            </a:r>
          </a:p>
          <a:p>
            <a:pPr lvl="1"/>
            <a:r>
              <a:rPr lang="en-US" altLang="zh-CN" sz="2000">
                <a:latin typeface="Gill Sans MT" panose="020B0502020104020203" pitchFamily="34" charset="0"/>
                <a:ea typeface="宋体" panose="02010600030101010101" pitchFamily="2" charset="-122"/>
              </a:rPr>
              <a:t>car: Princeton to JFK</a:t>
            </a:r>
          </a:p>
          <a:p>
            <a:pPr lvl="1"/>
            <a:r>
              <a:rPr lang="en-US" altLang="zh-CN" sz="2000">
                <a:latin typeface="Gill Sans MT" panose="020B0502020104020203" pitchFamily="34" charset="0"/>
                <a:ea typeface="宋体" panose="02010600030101010101" pitchFamily="2" charset="-122"/>
              </a:rPr>
              <a:t>plane: JFK to Geneva</a:t>
            </a:r>
          </a:p>
          <a:p>
            <a:pPr lvl="1"/>
            <a:r>
              <a:rPr lang="en-US" altLang="zh-CN" sz="2000">
                <a:latin typeface="Gill Sans MT" panose="020B0502020104020203" pitchFamily="34" charset="0"/>
                <a:ea typeface="宋体" panose="02010600030101010101" pitchFamily="2" charset="-122"/>
              </a:rPr>
              <a:t>train: Geneva to Lausanne</a:t>
            </a:r>
          </a:p>
          <a:p>
            <a:r>
              <a:rPr lang="en-US" altLang="zh-CN" sz="2400">
                <a:latin typeface="Gill Sans MT" panose="020B0502020104020203" pitchFamily="34" charset="0"/>
                <a:ea typeface="宋体" panose="02010600030101010101" pitchFamily="2" charset="-122"/>
              </a:rPr>
              <a:t>tourist = </a:t>
            </a:r>
            <a:r>
              <a:rPr lang="en-US" altLang="zh-CN" sz="2400">
                <a:solidFill>
                  <a:srgbClr val="CC0000"/>
                </a:solidFill>
                <a:latin typeface="Gill Sans MT" panose="020B0502020104020203" pitchFamily="34" charset="0"/>
                <a:ea typeface="宋体" panose="02010600030101010101" pitchFamily="2" charset="-122"/>
              </a:rPr>
              <a:t>datagram</a:t>
            </a:r>
          </a:p>
          <a:p>
            <a:r>
              <a:rPr lang="en-US" altLang="zh-CN" sz="2400">
                <a:latin typeface="Gill Sans MT" panose="020B0502020104020203" pitchFamily="34" charset="0"/>
                <a:ea typeface="宋体" panose="02010600030101010101" pitchFamily="2" charset="-122"/>
              </a:rPr>
              <a:t>transport segment = </a:t>
            </a:r>
            <a:r>
              <a:rPr lang="en-US" altLang="zh-CN" sz="2400">
                <a:solidFill>
                  <a:srgbClr val="CC0000"/>
                </a:solidFill>
                <a:latin typeface="Gill Sans MT" panose="020B0502020104020203" pitchFamily="34" charset="0"/>
                <a:ea typeface="宋体" panose="02010600030101010101" pitchFamily="2" charset="-122"/>
              </a:rPr>
              <a:t>communication link</a:t>
            </a:r>
          </a:p>
          <a:p>
            <a:r>
              <a:rPr lang="en-US" altLang="zh-CN" sz="2400">
                <a:latin typeface="Gill Sans MT" panose="020B0502020104020203" pitchFamily="34" charset="0"/>
                <a:ea typeface="宋体" panose="02010600030101010101" pitchFamily="2" charset="-122"/>
              </a:rPr>
              <a:t>transportation mode = </a:t>
            </a:r>
            <a:r>
              <a:rPr lang="en-US" altLang="zh-CN" sz="2400">
                <a:solidFill>
                  <a:srgbClr val="CC0000"/>
                </a:solidFill>
                <a:latin typeface="Gill Sans MT" panose="020B0502020104020203" pitchFamily="34" charset="0"/>
                <a:ea typeface="宋体" panose="02010600030101010101" pitchFamily="2" charset="-122"/>
              </a:rPr>
              <a:t>link layer protocol</a:t>
            </a:r>
          </a:p>
          <a:p>
            <a:r>
              <a:rPr lang="en-US" altLang="zh-CN" sz="2400">
                <a:latin typeface="Gill Sans MT" panose="020B0502020104020203" pitchFamily="34" charset="0"/>
                <a:ea typeface="宋体" panose="02010600030101010101" pitchFamily="2" charset="-122"/>
              </a:rPr>
              <a:t>travel agent = </a:t>
            </a:r>
            <a:r>
              <a:rPr lang="en-US" altLang="zh-CN" sz="2400">
                <a:solidFill>
                  <a:srgbClr val="CC0000"/>
                </a:solidFill>
                <a:latin typeface="Gill Sans MT" panose="020B0502020104020203" pitchFamily="34" charset="0"/>
                <a:ea typeface="宋体" panose="02010600030101010101" pitchFamily="2" charset="-122"/>
              </a:rPr>
              <a:t>routing algorithm</a:t>
            </a:r>
          </a:p>
          <a:p>
            <a:pPr lvl="1"/>
            <a:endParaRPr lang="en-US" altLang="zh-CN" sz="2000">
              <a:solidFill>
                <a:srgbClr val="CC0000"/>
              </a:solidFill>
              <a:latin typeface="Gill Sans MT" panose="020B0502020104020203" pitchFamily="34" charset="0"/>
              <a:ea typeface="宋体" panose="02010600030101010101" pitchFamily="2" charset="-122"/>
            </a:endParaRPr>
          </a:p>
        </p:txBody>
      </p:sp>
      <p:sp>
        <p:nvSpPr>
          <p:cNvPr id="10245" name="灯片编号占位符 6">
            <a:extLst>
              <a:ext uri="{FF2B5EF4-FFF2-40B4-BE49-F238E27FC236}">
                <a16:creationId xmlns:a16="http://schemas.microsoft.com/office/drawing/2014/main" id="{83C8AAF2-D996-411A-A237-6CFC6DB2CBA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BCC3E642-5D25-4F9A-A65D-F1400EF92AF4}" type="slidenum">
              <a:rPr lang="en-US" altLang="zh-CN" sz="1400" smtClean="0">
                <a:latin typeface="Times New Roman" panose="02020603050405020304" pitchFamily="18" charset="0"/>
              </a:rPr>
              <a:pPr>
                <a:spcBef>
                  <a:spcPct val="0"/>
                </a:spcBef>
                <a:buClrTx/>
                <a:buSzTx/>
                <a:buFontTx/>
                <a:buNone/>
              </a:pPr>
              <a:t>4</a:t>
            </a:fld>
            <a:endParaRPr lang="en-US" altLang="zh-CN" sz="1400">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a:extLst>
              <a:ext uri="{FF2B5EF4-FFF2-40B4-BE49-F238E27FC236}">
                <a16:creationId xmlns:a16="http://schemas.microsoft.com/office/drawing/2014/main" id="{19604138-1608-42A9-81B8-8550F4DA73B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BB4AADA6-A97B-4E86-87F0-7EE77F40CB0F}" type="slidenum">
              <a:rPr lang="en-US" altLang="zh-CN" sz="1400" smtClean="0">
                <a:latin typeface="Times New Roman" panose="02020603050405020304" pitchFamily="18" charset="0"/>
              </a:rPr>
              <a:pPr>
                <a:spcBef>
                  <a:spcPct val="0"/>
                </a:spcBef>
                <a:buClrTx/>
                <a:buSzTx/>
                <a:buFontTx/>
                <a:buNone/>
              </a:pPr>
              <a:t>5</a:t>
            </a:fld>
            <a:endParaRPr lang="en-US" altLang="zh-CN" sz="1400">
              <a:latin typeface="Times New Roman" panose="02020603050405020304" pitchFamily="18" charset="0"/>
            </a:endParaRPr>
          </a:p>
        </p:txBody>
      </p:sp>
      <p:sp>
        <p:nvSpPr>
          <p:cNvPr id="12291" name="Rectangle 2">
            <a:extLst>
              <a:ext uri="{FF2B5EF4-FFF2-40B4-BE49-F238E27FC236}">
                <a16:creationId xmlns:a16="http://schemas.microsoft.com/office/drawing/2014/main" id="{E48F879D-AC18-4B18-B32A-CB58FAEA49CF}"/>
              </a:ext>
            </a:extLst>
          </p:cNvPr>
          <p:cNvSpPr>
            <a:spLocks noGrp="1" noChangeArrowheads="1"/>
          </p:cNvSpPr>
          <p:nvPr>
            <p:ph type="title"/>
          </p:nvPr>
        </p:nvSpPr>
        <p:spPr/>
        <p:txBody>
          <a:bodyPr/>
          <a:lstStyle/>
          <a:p>
            <a:r>
              <a:rPr lang="en-US" altLang="zh-CN" sz="3600">
                <a:ea typeface="宋体" panose="02010600030101010101" pitchFamily="2" charset="-122"/>
              </a:rPr>
              <a:t>Link Layer: setting the context</a:t>
            </a:r>
            <a:endParaRPr lang="en-US" altLang="zh-CN" b="1">
              <a:ea typeface="宋体" panose="02010600030101010101" pitchFamily="2" charset="-122"/>
            </a:endParaRPr>
          </a:p>
        </p:txBody>
      </p:sp>
      <p:pic>
        <p:nvPicPr>
          <p:cNvPr id="12292" name="Picture 3" descr="D:\temp\linkintr.gif">
            <a:extLst>
              <a:ext uri="{FF2B5EF4-FFF2-40B4-BE49-F238E27FC236}">
                <a16:creationId xmlns:a16="http://schemas.microsoft.com/office/drawing/2014/main" id="{D48AB5BE-BB64-4EFF-8E14-9A8AF73FCE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752600"/>
            <a:ext cx="7394575" cy="372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a:extLst>
              <a:ext uri="{FF2B5EF4-FFF2-40B4-BE49-F238E27FC236}">
                <a16:creationId xmlns:a16="http://schemas.microsoft.com/office/drawing/2014/main" id="{7228253D-DD30-40FB-9EB7-51B6747B6C5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EE75263F-719A-4EBD-91A8-4869024CC4AB}" type="slidenum">
              <a:rPr lang="en-US" altLang="zh-CN" sz="1400" smtClean="0">
                <a:latin typeface="Times New Roman" panose="02020603050405020304" pitchFamily="18" charset="0"/>
              </a:rPr>
              <a:pPr>
                <a:spcBef>
                  <a:spcPct val="0"/>
                </a:spcBef>
                <a:buClrTx/>
                <a:buSzTx/>
                <a:buFontTx/>
                <a:buNone/>
              </a:pPr>
              <a:t>6</a:t>
            </a:fld>
            <a:endParaRPr lang="en-US" altLang="zh-CN" sz="1400">
              <a:latin typeface="Times New Roman" panose="02020603050405020304" pitchFamily="18" charset="0"/>
            </a:endParaRPr>
          </a:p>
        </p:txBody>
      </p:sp>
      <p:sp>
        <p:nvSpPr>
          <p:cNvPr id="14339" name="Rectangle 2">
            <a:extLst>
              <a:ext uri="{FF2B5EF4-FFF2-40B4-BE49-F238E27FC236}">
                <a16:creationId xmlns:a16="http://schemas.microsoft.com/office/drawing/2014/main" id="{B4FC86A3-9090-40DC-B5E2-3473D0E851B9}"/>
              </a:ext>
            </a:extLst>
          </p:cNvPr>
          <p:cNvSpPr>
            <a:spLocks noGrp="1" noChangeArrowheads="1"/>
          </p:cNvSpPr>
          <p:nvPr>
            <p:ph type="title"/>
          </p:nvPr>
        </p:nvSpPr>
        <p:spPr>
          <a:xfrm>
            <a:off x="546100" y="279400"/>
            <a:ext cx="7772400" cy="1143000"/>
          </a:xfrm>
        </p:spPr>
        <p:txBody>
          <a:bodyPr/>
          <a:lstStyle/>
          <a:p>
            <a:r>
              <a:rPr lang="en-US" altLang="zh-CN" sz="3600">
                <a:ea typeface="宋体" panose="02010600030101010101" pitchFamily="2" charset="-122"/>
              </a:rPr>
              <a:t>Link Layer: setting the context</a:t>
            </a:r>
            <a:endParaRPr lang="en-US" altLang="zh-CN">
              <a:ea typeface="宋体" panose="02010600030101010101" pitchFamily="2" charset="-122"/>
            </a:endParaRPr>
          </a:p>
        </p:txBody>
      </p:sp>
      <p:sp>
        <p:nvSpPr>
          <p:cNvPr id="14340" name="Rectangle 3">
            <a:extLst>
              <a:ext uri="{FF2B5EF4-FFF2-40B4-BE49-F238E27FC236}">
                <a16:creationId xmlns:a16="http://schemas.microsoft.com/office/drawing/2014/main" id="{5FD655C8-32F6-4404-A636-936CF60604BA}"/>
              </a:ext>
            </a:extLst>
          </p:cNvPr>
          <p:cNvSpPr>
            <a:spLocks noGrp="1" noChangeArrowheads="1"/>
          </p:cNvSpPr>
          <p:nvPr>
            <p:ph type="body" idx="1"/>
          </p:nvPr>
        </p:nvSpPr>
        <p:spPr>
          <a:xfrm>
            <a:off x="679450" y="1408113"/>
            <a:ext cx="7772400" cy="914400"/>
          </a:xfrm>
        </p:spPr>
        <p:txBody>
          <a:bodyPr/>
          <a:lstStyle/>
          <a:p>
            <a:r>
              <a:rPr lang="en-US" altLang="zh-CN" sz="2400">
                <a:ea typeface="宋体" panose="02010600030101010101" pitchFamily="2" charset="-122"/>
              </a:rPr>
              <a:t>two </a:t>
            </a:r>
            <a:r>
              <a:rPr lang="en-US" altLang="zh-CN" sz="2400" i="1">
                <a:solidFill>
                  <a:srgbClr val="FF0000"/>
                </a:solidFill>
                <a:ea typeface="宋体" panose="02010600030101010101" pitchFamily="2" charset="-122"/>
              </a:rPr>
              <a:t>physically connected</a:t>
            </a:r>
            <a:r>
              <a:rPr lang="en-US" altLang="zh-CN" sz="2400">
                <a:ea typeface="宋体" panose="02010600030101010101" pitchFamily="2" charset="-122"/>
              </a:rPr>
              <a:t> devices:</a:t>
            </a:r>
          </a:p>
          <a:p>
            <a:pPr lvl="1"/>
            <a:r>
              <a:rPr lang="en-US" altLang="zh-CN" sz="2000">
                <a:ea typeface="宋体" panose="02010600030101010101" pitchFamily="2" charset="-122"/>
              </a:rPr>
              <a:t>host-router, router-router, host-host</a:t>
            </a:r>
          </a:p>
          <a:p>
            <a:r>
              <a:rPr lang="en-US" altLang="zh-CN" sz="2400">
                <a:ea typeface="宋体" panose="02010600030101010101" pitchFamily="2" charset="-122"/>
              </a:rPr>
              <a:t>unit of data: </a:t>
            </a:r>
            <a:r>
              <a:rPr lang="en-US" altLang="zh-CN" sz="2400" i="1">
                <a:solidFill>
                  <a:srgbClr val="FF0000"/>
                </a:solidFill>
                <a:ea typeface="宋体" panose="02010600030101010101" pitchFamily="2" charset="-122"/>
              </a:rPr>
              <a:t>frame</a:t>
            </a:r>
            <a:endParaRPr lang="en-US" altLang="zh-CN">
              <a:ea typeface="宋体" panose="02010600030101010101" pitchFamily="2" charset="-122"/>
            </a:endParaRPr>
          </a:p>
        </p:txBody>
      </p:sp>
      <p:grpSp>
        <p:nvGrpSpPr>
          <p:cNvPr id="14341" name="Group 4">
            <a:extLst>
              <a:ext uri="{FF2B5EF4-FFF2-40B4-BE49-F238E27FC236}">
                <a16:creationId xmlns:a16="http://schemas.microsoft.com/office/drawing/2014/main" id="{A8B6BB8D-3C15-4992-9C01-6C86BE958F78}"/>
              </a:ext>
            </a:extLst>
          </p:cNvPr>
          <p:cNvGrpSpPr>
            <a:grpSpLocks/>
          </p:cNvGrpSpPr>
          <p:nvPr/>
        </p:nvGrpSpPr>
        <p:grpSpPr bwMode="auto">
          <a:xfrm>
            <a:off x="2085975" y="3635375"/>
            <a:ext cx="1744663" cy="2017713"/>
            <a:chOff x="1835" y="2837"/>
            <a:chExt cx="1099" cy="1271"/>
          </a:xfrm>
        </p:grpSpPr>
        <p:grpSp>
          <p:nvGrpSpPr>
            <p:cNvPr id="14419" name="Group 5">
              <a:extLst>
                <a:ext uri="{FF2B5EF4-FFF2-40B4-BE49-F238E27FC236}">
                  <a16:creationId xmlns:a16="http://schemas.microsoft.com/office/drawing/2014/main" id="{ED4C47D0-D354-40A8-9691-A63F43956B83}"/>
                </a:ext>
              </a:extLst>
            </p:cNvPr>
            <p:cNvGrpSpPr>
              <a:grpSpLocks/>
            </p:cNvGrpSpPr>
            <p:nvPr/>
          </p:nvGrpSpPr>
          <p:grpSpPr bwMode="auto">
            <a:xfrm>
              <a:off x="1842" y="2837"/>
              <a:ext cx="1092" cy="1266"/>
              <a:chOff x="1842" y="2837"/>
              <a:chExt cx="834" cy="942"/>
            </a:xfrm>
          </p:grpSpPr>
          <p:sp>
            <p:nvSpPr>
              <p:cNvPr id="14421" name="Rectangle 6">
                <a:extLst>
                  <a:ext uri="{FF2B5EF4-FFF2-40B4-BE49-F238E27FC236}">
                    <a16:creationId xmlns:a16="http://schemas.microsoft.com/office/drawing/2014/main" id="{ECCA3932-F065-44BF-934B-A86DE7FD70C5}"/>
                  </a:ext>
                </a:extLst>
              </p:cNvPr>
              <p:cNvSpPr>
                <a:spLocks noChangeArrowheads="1"/>
              </p:cNvSpPr>
              <p:nvPr/>
            </p:nvSpPr>
            <p:spPr bwMode="auto">
              <a:xfrm>
                <a:off x="1878" y="2837"/>
                <a:ext cx="798" cy="90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4422" name="Rectangle 7">
                <a:extLst>
                  <a:ext uri="{FF2B5EF4-FFF2-40B4-BE49-F238E27FC236}">
                    <a16:creationId xmlns:a16="http://schemas.microsoft.com/office/drawing/2014/main" id="{2A18EC23-25E1-44EA-A15B-8240691B9094}"/>
                  </a:ext>
                </a:extLst>
              </p:cNvPr>
              <p:cNvSpPr>
                <a:spLocks noChangeArrowheads="1"/>
              </p:cNvSpPr>
              <p:nvPr/>
            </p:nvSpPr>
            <p:spPr bwMode="auto">
              <a:xfrm>
                <a:off x="1848" y="2876"/>
                <a:ext cx="798" cy="903"/>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4423" name="Line 8">
                <a:extLst>
                  <a:ext uri="{FF2B5EF4-FFF2-40B4-BE49-F238E27FC236}">
                    <a16:creationId xmlns:a16="http://schemas.microsoft.com/office/drawing/2014/main" id="{F974B58F-B97F-467B-B993-F9353CC47B19}"/>
                  </a:ext>
                </a:extLst>
              </p:cNvPr>
              <p:cNvSpPr>
                <a:spLocks noChangeShapeType="1"/>
              </p:cNvSpPr>
              <p:nvPr/>
            </p:nvSpPr>
            <p:spPr bwMode="auto">
              <a:xfrm flipV="1">
                <a:off x="1845" y="3077"/>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24" name="Line 9">
                <a:extLst>
                  <a:ext uri="{FF2B5EF4-FFF2-40B4-BE49-F238E27FC236}">
                    <a16:creationId xmlns:a16="http://schemas.microsoft.com/office/drawing/2014/main" id="{FB89BE5A-F5D5-41AE-8F26-06F45662C769}"/>
                  </a:ext>
                </a:extLst>
              </p:cNvPr>
              <p:cNvSpPr>
                <a:spLocks noChangeShapeType="1"/>
              </p:cNvSpPr>
              <p:nvPr/>
            </p:nvSpPr>
            <p:spPr bwMode="auto">
              <a:xfrm flipV="1">
                <a:off x="1857" y="3257"/>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25" name="Line 10">
                <a:extLst>
                  <a:ext uri="{FF2B5EF4-FFF2-40B4-BE49-F238E27FC236}">
                    <a16:creationId xmlns:a16="http://schemas.microsoft.com/office/drawing/2014/main" id="{805B726D-536F-4EA0-B79E-1B7B13FFF371}"/>
                  </a:ext>
                </a:extLst>
              </p:cNvPr>
              <p:cNvSpPr>
                <a:spLocks noChangeShapeType="1"/>
              </p:cNvSpPr>
              <p:nvPr/>
            </p:nvSpPr>
            <p:spPr bwMode="auto">
              <a:xfrm flipV="1">
                <a:off x="1857" y="3419"/>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26" name="Line 11">
                <a:extLst>
                  <a:ext uri="{FF2B5EF4-FFF2-40B4-BE49-F238E27FC236}">
                    <a16:creationId xmlns:a16="http://schemas.microsoft.com/office/drawing/2014/main" id="{CDBEE763-0257-4E8B-8431-1E2991C245F4}"/>
                  </a:ext>
                </a:extLst>
              </p:cNvPr>
              <p:cNvSpPr>
                <a:spLocks noChangeShapeType="1"/>
              </p:cNvSpPr>
              <p:nvPr/>
            </p:nvSpPr>
            <p:spPr bwMode="auto">
              <a:xfrm flipV="1">
                <a:off x="1842" y="3596"/>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420" name="Text Box 12">
              <a:extLst>
                <a:ext uri="{FF2B5EF4-FFF2-40B4-BE49-F238E27FC236}">
                  <a16:creationId xmlns:a16="http://schemas.microsoft.com/office/drawing/2014/main" id="{755EA2EF-0EEE-465E-AA30-DD25FF5D6AD1}"/>
                </a:ext>
              </a:extLst>
            </p:cNvPr>
            <p:cNvSpPr txBox="1">
              <a:spLocks noChangeArrowheads="1"/>
            </p:cNvSpPr>
            <p:nvPr/>
          </p:nvSpPr>
          <p:spPr bwMode="auto">
            <a:xfrm>
              <a:off x="1835" y="2900"/>
              <a:ext cx="1070" cy="1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400">
                  <a:ea typeface="宋体" panose="02010600030101010101" pitchFamily="2" charset="-122"/>
                </a:rPr>
                <a:t>application</a:t>
              </a:r>
            </a:p>
            <a:p>
              <a:pPr algn="ctr">
                <a:spcBef>
                  <a:spcPct val="0"/>
                </a:spcBef>
                <a:buClrTx/>
                <a:buSzTx/>
                <a:buFontTx/>
                <a:buNone/>
              </a:pPr>
              <a:r>
                <a:rPr lang="en-US" altLang="zh-CN" sz="2400">
                  <a:ea typeface="宋体" panose="02010600030101010101" pitchFamily="2" charset="-122"/>
                </a:rPr>
                <a:t>transport</a:t>
              </a:r>
            </a:p>
            <a:p>
              <a:pPr algn="ctr">
                <a:spcBef>
                  <a:spcPct val="0"/>
                </a:spcBef>
                <a:buClrTx/>
                <a:buSzTx/>
                <a:buFontTx/>
                <a:buNone/>
              </a:pPr>
              <a:r>
                <a:rPr lang="en-US" altLang="zh-CN" sz="2400">
                  <a:ea typeface="宋体" panose="02010600030101010101" pitchFamily="2" charset="-122"/>
                </a:rPr>
                <a:t>network</a:t>
              </a:r>
            </a:p>
            <a:p>
              <a:pPr algn="ctr">
                <a:spcBef>
                  <a:spcPct val="0"/>
                </a:spcBef>
                <a:buClrTx/>
                <a:buSzTx/>
                <a:buFontTx/>
                <a:buNone/>
              </a:pPr>
              <a:r>
                <a:rPr lang="en-US" altLang="zh-CN" sz="2400">
                  <a:ea typeface="宋体" panose="02010600030101010101" pitchFamily="2" charset="-122"/>
                </a:rPr>
                <a:t>link</a:t>
              </a:r>
            </a:p>
            <a:p>
              <a:pPr algn="ctr">
                <a:spcBef>
                  <a:spcPct val="0"/>
                </a:spcBef>
                <a:buClrTx/>
                <a:buSzTx/>
                <a:buFontTx/>
                <a:buNone/>
              </a:pPr>
              <a:r>
                <a:rPr lang="en-US" altLang="zh-CN" sz="2400">
                  <a:ea typeface="宋体" panose="02010600030101010101" pitchFamily="2" charset="-122"/>
                </a:rPr>
                <a:t>physical</a:t>
              </a:r>
            </a:p>
          </p:txBody>
        </p:sp>
      </p:grpSp>
      <p:sp>
        <p:nvSpPr>
          <p:cNvPr id="14342" name="Rectangle 15">
            <a:extLst>
              <a:ext uri="{FF2B5EF4-FFF2-40B4-BE49-F238E27FC236}">
                <a16:creationId xmlns:a16="http://schemas.microsoft.com/office/drawing/2014/main" id="{3129145A-433C-4D1C-8B1D-0D7A8FC84500}"/>
              </a:ext>
            </a:extLst>
          </p:cNvPr>
          <p:cNvSpPr>
            <a:spLocks noChangeArrowheads="1"/>
          </p:cNvSpPr>
          <p:nvPr/>
        </p:nvSpPr>
        <p:spPr bwMode="auto">
          <a:xfrm>
            <a:off x="5510213" y="4405313"/>
            <a:ext cx="1658937" cy="113823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4343" name="Rectangle 16">
            <a:extLst>
              <a:ext uri="{FF2B5EF4-FFF2-40B4-BE49-F238E27FC236}">
                <a16:creationId xmlns:a16="http://schemas.microsoft.com/office/drawing/2014/main" id="{CC87063B-5861-4E3B-8C86-F7FD36FBFB28}"/>
              </a:ext>
            </a:extLst>
          </p:cNvPr>
          <p:cNvSpPr>
            <a:spLocks noChangeArrowheads="1"/>
          </p:cNvSpPr>
          <p:nvPr/>
        </p:nvSpPr>
        <p:spPr bwMode="auto">
          <a:xfrm>
            <a:off x="5448300" y="4511675"/>
            <a:ext cx="1658938" cy="1114425"/>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4344" name="Line 19">
            <a:extLst>
              <a:ext uri="{FF2B5EF4-FFF2-40B4-BE49-F238E27FC236}">
                <a16:creationId xmlns:a16="http://schemas.microsoft.com/office/drawing/2014/main" id="{D439D0CA-B472-4F10-A655-A0E5F8B795E0}"/>
              </a:ext>
            </a:extLst>
          </p:cNvPr>
          <p:cNvSpPr>
            <a:spLocks noChangeShapeType="1"/>
          </p:cNvSpPr>
          <p:nvPr/>
        </p:nvSpPr>
        <p:spPr bwMode="auto">
          <a:xfrm flipV="1">
            <a:off x="5467350" y="4857750"/>
            <a:ext cx="1639888" cy="63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5" name="Line 20">
            <a:extLst>
              <a:ext uri="{FF2B5EF4-FFF2-40B4-BE49-F238E27FC236}">
                <a16:creationId xmlns:a16="http://schemas.microsoft.com/office/drawing/2014/main" id="{FBDEE98F-00D0-42ED-918D-B6F209606A03}"/>
              </a:ext>
            </a:extLst>
          </p:cNvPr>
          <p:cNvSpPr>
            <a:spLocks noChangeShapeType="1"/>
          </p:cNvSpPr>
          <p:nvPr/>
        </p:nvSpPr>
        <p:spPr bwMode="auto">
          <a:xfrm flipV="1">
            <a:off x="5435600" y="5235575"/>
            <a:ext cx="1639888" cy="63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6" name="Text Box 21">
            <a:extLst>
              <a:ext uri="{FF2B5EF4-FFF2-40B4-BE49-F238E27FC236}">
                <a16:creationId xmlns:a16="http://schemas.microsoft.com/office/drawing/2014/main" id="{BD8DC431-EDAB-4A79-9691-F0A790B3014E}"/>
              </a:ext>
            </a:extLst>
          </p:cNvPr>
          <p:cNvSpPr txBox="1">
            <a:spLocks noChangeArrowheads="1"/>
          </p:cNvSpPr>
          <p:nvPr/>
        </p:nvSpPr>
        <p:spPr bwMode="auto">
          <a:xfrm>
            <a:off x="5638800" y="3694113"/>
            <a:ext cx="13335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2400">
              <a:ea typeface="宋体" panose="02010600030101010101" pitchFamily="2" charset="-122"/>
            </a:endParaRPr>
          </a:p>
          <a:p>
            <a:pPr algn="ctr">
              <a:spcBef>
                <a:spcPct val="0"/>
              </a:spcBef>
              <a:buClrTx/>
              <a:buSzTx/>
              <a:buFontTx/>
              <a:buNone/>
            </a:pPr>
            <a:endParaRPr lang="zh-CN" altLang="en-US" sz="2400">
              <a:ea typeface="宋体" panose="02010600030101010101" pitchFamily="2" charset="-122"/>
            </a:endParaRPr>
          </a:p>
          <a:p>
            <a:pPr algn="ctr">
              <a:spcBef>
                <a:spcPct val="0"/>
              </a:spcBef>
              <a:buClrTx/>
              <a:buSzTx/>
              <a:buFontTx/>
              <a:buNone/>
            </a:pPr>
            <a:r>
              <a:rPr lang="en-US" altLang="zh-CN" sz="2400">
                <a:ea typeface="宋体" panose="02010600030101010101" pitchFamily="2" charset="-122"/>
              </a:rPr>
              <a:t>network</a:t>
            </a:r>
          </a:p>
          <a:p>
            <a:pPr algn="ctr">
              <a:spcBef>
                <a:spcPct val="0"/>
              </a:spcBef>
              <a:buClrTx/>
              <a:buSzTx/>
              <a:buFontTx/>
              <a:buNone/>
            </a:pPr>
            <a:r>
              <a:rPr lang="en-US" altLang="zh-CN" sz="2400">
                <a:ea typeface="宋体" panose="02010600030101010101" pitchFamily="2" charset="-122"/>
              </a:rPr>
              <a:t>link</a:t>
            </a:r>
          </a:p>
          <a:p>
            <a:pPr algn="ctr">
              <a:spcBef>
                <a:spcPct val="0"/>
              </a:spcBef>
              <a:buClrTx/>
              <a:buSzTx/>
              <a:buFontTx/>
              <a:buNone/>
            </a:pPr>
            <a:r>
              <a:rPr lang="en-US" altLang="zh-CN" sz="2400">
                <a:ea typeface="宋体" panose="02010600030101010101" pitchFamily="2" charset="-122"/>
              </a:rPr>
              <a:t>physical</a:t>
            </a:r>
          </a:p>
        </p:txBody>
      </p:sp>
      <p:grpSp>
        <p:nvGrpSpPr>
          <p:cNvPr id="14347" name="Group 25">
            <a:extLst>
              <a:ext uri="{FF2B5EF4-FFF2-40B4-BE49-F238E27FC236}">
                <a16:creationId xmlns:a16="http://schemas.microsoft.com/office/drawing/2014/main" id="{702EEC11-535C-4DFD-80BF-76F3A457BE4D}"/>
              </a:ext>
            </a:extLst>
          </p:cNvPr>
          <p:cNvGrpSpPr>
            <a:grpSpLocks/>
          </p:cNvGrpSpPr>
          <p:nvPr/>
        </p:nvGrpSpPr>
        <p:grpSpPr bwMode="auto">
          <a:xfrm>
            <a:off x="369888" y="3770313"/>
            <a:ext cx="1668462" cy="1552575"/>
            <a:chOff x="230" y="2352"/>
            <a:chExt cx="1051" cy="978"/>
          </a:xfrm>
        </p:grpSpPr>
        <p:sp>
          <p:nvSpPr>
            <p:cNvPr id="14390" name="Rectangle 26">
              <a:extLst>
                <a:ext uri="{FF2B5EF4-FFF2-40B4-BE49-F238E27FC236}">
                  <a16:creationId xmlns:a16="http://schemas.microsoft.com/office/drawing/2014/main" id="{4594C93A-92B4-40BF-AF57-C3AB078A51C7}"/>
                </a:ext>
              </a:extLst>
            </p:cNvPr>
            <p:cNvSpPr>
              <a:spLocks noChangeArrowheads="1"/>
            </p:cNvSpPr>
            <p:nvPr/>
          </p:nvSpPr>
          <p:spPr bwMode="auto">
            <a:xfrm>
              <a:off x="892" y="2352"/>
              <a:ext cx="37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M</a:t>
              </a:r>
              <a:endParaRPr lang="en-US" altLang="zh-CN" sz="2400">
                <a:latin typeface="Times New Roman" panose="02020603050405020304" pitchFamily="18" charset="0"/>
                <a:ea typeface="宋体" panose="02010600030101010101" pitchFamily="2" charset="-122"/>
              </a:endParaRPr>
            </a:p>
          </p:txBody>
        </p:sp>
        <p:sp>
          <p:nvSpPr>
            <p:cNvPr id="14391" name="Rectangle 27">
              <a:extLst>
                <a:ext uri="{FF2B5EF4-FFF2-40B4-BE49-F238E27FC236}">
                  <a16:creationId xmlns:a16="http://schemas.microsoft.com/office/drawing/2014/main" id="{F6C3A126-B530-4E73-AB4B-28BA88027CB3}"/>
                </a:ext>
              </a:extLst>
            </p:cNvPr>
            <p:cNvSpPr>
              <a:spLocks noChangeArrowheads="1"/>
            </p:cNvSpPr>
            <p:nvPr/>
          </p:nvSpPr>
          <p:spPr bwMode="auto">
            <a:xfrm>
              <a:off x="892" y="2610"/>
              <a:ext cx="37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M</a:t>
              </a:r>
              <a:endParaRPr lang="en-US" altLang="zh-CN" sz="2400">
                <a:latin typeface="Times New Roman" panose="02020603050405020304" pitchFamily="18" charset="0"/>
                <a:ea typeface="宋体" panose="02010600030101010101" pitchFamily="2" charset="-122"/>
              </a:endParaRPr>
            </a:p>
          </p:txBody>
        </p:sp>
        <p:sp>
          <p:nvSpPr>
            <p:cNvPr id="14392" name="Rectangle 28">
              <a:extLst>
                <a:ext uri="{FF2B5EF4-FFF2-40B4-BE49-F238E27FC236}">
                  <a16:creationId xmlns:a16="http://schemas.microsoft.com/office/drawing/2014/main" id="{2DEFCB26-CBC1-4FD0-B215-25B55AA9E19E}"/>
                </a:ext>
              </a:extLst>
            </p:cNvPr>
            <p:cNvSpPr>
              <a:spLocks noChangeArrowheads="1"/>
            </p:cNvSpPr>
            <p:nvPr/>
          </p:nvSpPr>
          <p:spPr bwMode="auto">
            <a:xfrm>
              <a:off x="903" y="2852"/>
              <a:ext cx="37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M</a:t>
              </a:r>
              <a:endParaRPr lang="en-US" altLang="zh-CN" sz="2400">
                <a:latin typeface="Times New Roman" panose="02020603050405020304" pitchFamily="18" charset="0"/>
                <a:ea typeface="宋体" panose="02010600030101010101" pitchFamily="2" charset="-122"/>
              </a:endParaRPr>
            </a:p>
          </p:txBody>
        </p:sp>
        <p:sp>
          <p:nvSpPr>
            <p:cNvPr id="14393" name="Rectangle 29">
              <a:extLst>
                <a:ext uri="{FF2B5EF4-FFF2-40B4-BE49-F238E27FC236}">
                  <a16:creationId xmlns:a16="http://schemas.microsoft.com/office/drawing/2014/main" id="{939B1483-09B1-4A9C-8560-7C996AF85704}"/>
                </a:ext>
              </a:extLst>
            </p:cNvPr>
            <p:cNvSpPr>
              <a:spLocks noChangeArrowheads="1"/>
            </p:cNvSpPr>
            <p:nvPr/>
          </p:nvSpPr>
          <p:spPr bwMode="auto">
            <a:xfrm>
              <a:off x="903" y="3092"/>
              <a:ext cx="37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M</a:t>
              </a:r>
              <a:endParaRPr lang="en-US" altLang="zh-CN" sz="2400">
                <a:latin typeface="Times New Roman" panose="02020603050405020304" pitchFamily="18" charset="0"/>
                <a:ea typeface="宋体" panose="02010600030101010101" pitchFamily="2" charset="-122"/>
              </a:endParaRPr>
            </a:p>
          </p:txBody>
        </p:sp>
        <p:grpSp>
          <p:nvGrpSpPr>
            <p:cNvPr id="14394" name="Group 30">
              <a:extLst>
                <a:ext uri="{FF2B5EF4-FFF2-40B4-BE49-F238E27FC236}">
                  <a16:creationId xmlns:a16="http://schemas.microsoft.com/office/drawing/2014/main" id="{10661F14-0B2B-4556-9926-354077414408}"/>
                </a:ext>
              </a:extLst>
            </p:cNvPr>
            <p:cNvGrpSpPr>
              <a:grpSpLocks/>
            </p:cNvGrpSpPr>
            <p:nvPr/>
          </p:nvGrpSpPr>
          <p:grpSpPr bwMode="auto">
            <a:xfrm>
              <a:off x="633" y="2592"/>
              <a:ext cx="307" cy="256"/>
              <a:chOff x="215" y="2368"/>
              <a:chExt cx="307" cy="256"/>
            </a:xfrm>
          </p:grpSpPr>
          <p:sp>
            <p:nvSpPr>
              <p:cNvPr id="14416" name="Rectangle 31">
                <a:extLst>
                  <a:ext uri="{FF2B5EF4-FFF2-40B4-BE49-F238E27FC236}">
                    <a16:creationId xmlns:a16="http://schemas.microsoft.com/office/drawing/2014/main" id="{24DDC4A4-D79D-418C-9CDE-3AE501661E09}"/>
                  </a:ext>
                </a:extLst>
              </p:cNvPr>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2400">
                  <a:latin typeface="Times New Roman" panose="02020603050405020304" pitchFamily="18" charset="0"/>
                  <a:ea typeface="宋体" panose="02010600030101010101" pitchFamily="2" charset="-122"/>
                </a:endParaRPr>
              </a:p>
            </p:txBody>
          </p:sp>
          <p:sp>
            <p:nvSpPr>
              <p:cNvPr id="14417" name="Rectangle 32">
                <a:extLst>
                  <a:ext uri="{FF2B5EF4-FFF2-40B4-BE49-F238E27FC236}">
                    <a16:creationId xmlns:a16="http://schemas.microsoft.com/office/drawing/2014/main" id="{7D4455ED-9F34-4A9F-AD5D-B96BDAC3D2A4}"/>
                  </a:ext>
                </a:extLst>
              </p:cNvPr>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H</a:t>
                </a:r>
              </a:p>
            </p:txBody>
          </p:sp>
          <p:sp>
            <p:nvSpPr>
              <p:cNvPr id="14418" name="Text Box 33">
                <a:extLst>
                  <a:ext uri="{FF2B5EF4-FFF2-40B4-BE49-F238E27FC236}">
                    <a16:creationId xmlns:a16="http://schemas.microsoft.com/office/drawing/2014/main" id="{A34C887B-F387-407E-B220-48C99ECC500C}"/>
                  </a:ext>
                </a:extLst>
              </p:cNvPr>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grpSp>
        <p:grpSp>
          <p:nvGrpSpPr>
            <p:cNvPr id="14395" name="Group 34">
              <a:extLst>
                <a:ext uri="{FF2B5EF4-FFF2-40B4-BE49-F238E27FC236}">
                  <a16:creationId xmlns:a16="http://schemas.microsoft.com/office/drawing/2014/main" id="{27FD58A5-9ECA-412E-9032-B3124EA8FB12}"/>
                </a:ext>
              </a:extLst>
            </p:cNvPr>
            <p:cNvGrpSpPr>
              <a:grpSpLocks/>
            </p:cNvGrpSpPr>
            <p:nvPr/>
          </p:nvGrpSpPr>
          <p:grpSpPr bwMode="auto">
            <a:xfrm>
              <a:off x="646" y="2834"/>
              <a:ext cx="307" cy="256"/>
              <a:chOff x="215" y="2368"/>
              <a:chExt cx="307" cy="256"/>
            </a:xfrm>
          </p:grpSpPr>
          <p:sp>
            <p:nvSpPr>
              <p:cNvPr id="14413" name="Rectangle 35">
                <a:extLst>
                  <a:ext uri="{FF2B5EF4-FFF2-40B4-BE49-F238E27FC236}">
                    <a16:creationId xmlns:a16="http://schemas.microsoft.com/office/drawing/2014/main" id="{C4255E5D-20B3-4D63-823E-8F9CAA3FE752}"/>
                  </a:ext>
                </a:extLst>
              </p:cNvPr>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2400">
                  <a:latin typeface="Times New Roman" panose="02020603050405020304" pitchFamily="18" charset="0"/>
                  <a:ea typeface="宋体" panose="02010600030101010101" pitchFamily="2" charset="-122"/>
                </a:endParaRPr>
              </a:p>
            </p:txBody>
          </p:sp>
          <p:sp>
            <p:nvSpPr>
              <p:cNvPr id="14414" name="Rectangle 36">
                <a:extLst>
                  <a:ext uri="{FF2B5EF4-FFF2-40B4-BE49-F238E27FC236}">
                    <a16:creationId xmlns:a16="http://schemas.microsoft.com/office/drawing/2014/main" id="{86FFAAAB-D377-4DE9-B1A1-F05AB10B599F}"/>
                  </a:ext>
                </a:extLst>
              </p:cNvPr>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H</a:t>
                </a:r>
              </a:p>
            </p:txBody>
          </p:sp>
          <p:sp>
            <p:nvSpPr>
              <p:cNvPr id="14415" name="Text Box 37">
                <a:extLst>
                  <a:ext uri="{FF2B5EF4-FFF2-40B4-BE49-F238E27FC236}">
                    <a16:creationId xmlns:a16="http://schemas.microsoft.com/office/drawing/2014/main" id="{D8ABB2F7-0DB4-4723-963E-FA983817733D}"/>
                  </a:ext>
                </a:extLst>
              </p:cNvPr>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grpSp>
        <p:grpSp>
          <p:nvGrpSpPr>
            <p:cNvPr id="14396" name="Group 38">
              <a:extLst>
                <a:ext uri="{FF2B5EF4-FFF2-40B4-BE49-F238E27FC236}">
                  <a16:creationId xmlns:a16="http://schemas.microsoft.com/office/drawing/2014/main" id="{A36B6539-9DF6-4B5B-A9B9-EE9B5394D222}"/>
                </a:ext>
              </a:extLst>
            </p:cNvPr>
            <p:cNvGrpSpPr>
              <a:grpSpLocks/>
            </p:cNvGrpSpPr>
            <p:nvPr/>
          </p:nvGrpSpPr>
          <p:grpSpPr bwMode="auto">
            <a:xfrm>
              <a:off x="440" y="2834"/>
              <a:ext cx="307" cy="256"/>
              <a:chOff x="215" y="2368"/>
              <a:chExt cx="307" cy="256"/>
            </a:xfrm>
          </p:grpSpPr>
          <p:sp>
            <p:nvSpPr>
              <p:cNvPr id="14410" name="Rectangle 39">
                <a:extLst>
                  <a:ext uri="{FF2B5EF4-FFF2-40B4-BE49-F238E27FC236}">
                    <a16:creationId xmlns:a16="http://schemas.microsoft.com/office/drawing/2014/main" id="{3B81CBA5-F3B9-4F25-B46C-8D34346F1C60}"/>
                  </a:ext>
                </a:extLst>
              </p:cNvPr>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2400">
                  <a:latin typeface="Times New Roman" panose="02020603050405020304" pitchFamily="18" charset="0"/>
                  <a:ea typeface="宋体" panose="02010600030101010101" pitchFamily="2" charset="-122"/>
                </a:endParaRPr>
              </a:p>
            </p:txBody>
          </p:sp>
          <p:sp>
            <p:nvSpPr>
              <p:cNvPr id="14411" name="Rectangle 40">
                <a:extLst>
                  <a:ext uri="{FF2B5EF4-FFF2-40B4-BE49-F238E27FC236}">
                    <a16:creationId xmlns:a16="http://schemas.microsoft.com/office/drawing/2014/main" id="{0754D51D-F00F-4E94-B53A-279C7F6C06E7}"/>
                  </a:ext>
                </a:extLst>
              </p:cNvPr>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H</a:t>
                </a:r>
              </a:p>
            </p:txBody>
          </p:sp>
          <p:sp>
            <p:nvSpPr>
              <p:cNvPr id="14412" name="Text Box 41">
                <a:extLst>
                  <a:ext uri="{FF2B5EF4-FFF2-40B4-BE49-F238E27FC236}">
                    <a16:creationId xmlns:a16="http://schemas.microsoft.com/office/drawing/2014/main" id="{844EF4CB-7E03-405C-AB85-D943317B02C8}"/>
                  </a:ext>
                </a:extLst>
              </p:cNvPr>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n</a:t>
                </a:r>
                <a:endParaRPr lang="en-US" altLang="zh-CN" sz="2400">
                  <a:latin typeface="Times New Roman" panose="02020603050405020304" pitchFamily="18" charset="0"/>
                  <a:ea typeface="宋体" panose="02010600030101010101" pitchFamily="2" charset="-122"/>
                </a:endParaRPr>
              </a:p>
            </p:txBody>
          </p:sp>
        </p:grpSp>
        <p:grpSp>
          <p:nvGrpSpPr>
            <p:cNvPr id="14397" name="Group 42">
              <a:extLst>
                <a:ext uri="{FF2B5EF4-FFF2-40B4-BE49-F238E27FC236}">
                  <a16:creationId xmlns:a16="http://schemas.microsoft.com/office/drawing/2014/main" id="{07958DE6-EA32-4054-9B2A-2A86041FD7C9}"/>
                </a:ext>
              </a:extLst>
            </p:cNvPr>
            <p:cNvGrpSpPr>
              <a:grpSpLocks/>
            </p:cNvGrpSpPr>
            <p:nvPr/>
          </p:nvGrpSpPr>
          <p:grpSpPr bwMode="auto">
            <a:xfrm>
              <a:off x="440" y="3073"/>
              <a:ext cx="513" cy="256"/>
              <a:chOff x="440" y="2834"/>
              <a:chExt cx="513" cy="256"/>
            </a:xfrm>
          </p:grpSpPr>
          <p:grpSp>
            <p:nvGrpSpPr>
              <p:cNvPr id="14402" name="Group 43">
                <a:extLst>
                  <a:ext uri="{FF2B5EF4-FFF2-40B4-BE49-F238E27FC236}">
                    <a16:creationId xmlns:a16="http://schemas.microsoft.com/office/drawing/2014/main" id="{BB864495-FDA2-4C7B-84CE-A21D40041A7C}"/>
                  </a:ext>
                </a:extLst>
              </p:cNvPr>
              <p:cNvGrpSpPr>
                <a:grpSpLocks/>
              </p:cNvGrpSpPr>
              <p:nvPr/>
            </p:nvGrpSpPr>
            <p:grpSpPr bwMode="auto">
              <a:xfrm>
                <a:off x="646" y="2834"/>
                <a:ext cx="307" cy="256"/>
                <a:chOff x="215" y="2368"/>
                <a:chExt cx="307" cy="256"/>
              </a:xfrm>
            </p:grpSpPr>
            <p:sp>
              <p:nvSpPr>
                <p:cNvPr id="14407" name="Rectangle 44">
                  <a:extLst>
                    <a:ext uri="{FF2B5EF4-FFF2-40B4-BE49-F238E27FC236}">
                      <a16:creationId xmlns:a16="http://schemas.microsoft.com/office/drawing/2014/main" id="{FD73E641-458B-44AC-BA96-FD7BEB34036A}"/>
                    </a:ext>
                  </a:extLst>
                </p:cNvPr>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2400">
                    <a:latin typeface="Times New Roman" panose="02020603050405020304" pitchFamily="18" charset="0"/>
                    <a:ea typeface="宋体" panose="02010600030101010101" pitchFamily="2" charset="-122"/>
                  </a:endParaRPr>
                </a:p>
              </p:txBody>
            </p:sp>
            <p:sp>
              <p:nvSpPr>
                <p:cNvPr id="14408" name="Rectangle 45">
                  <a:extLst>
                    <a:ext uri="{FF2B5EF4-FFF2-40B4-BE49-F238E27FC236}">
                      <a16:creationId xmlns:a16="http://schemas.microsoft.com/office/drawing/2014/main" id="{AC8A46C3-3AA3-48E1-A571-F7F25AF1AD66}"/>
                    </a:ext>
                  </a:extLst>
                </p:cNvPr>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H</a:t>
                  </a:r>
                </a:p>
              </p:txBody>
            </p:sp>
            <p:sp>
              <p:nvSpPr>
                <p:cNvPr id="14409" name="Text Box 46">
                  <a:extLst>
                    <a:ext uri="{FF2B5EF4-FFF2-40B4-BE49-F238E27FC236}">
                      <a16:creationId xmlns:a16="http://schemas.microsoft.com/office/drawing/2014/main" id="{00D4D44E-343D-43C8-92E4-E8363E8E7C2D}"/>
                    </a:ext>
                  </a:extLst>
                </p:cNvPr>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grpSp>
          <p:grpSp>
            <p:nvGrpSpPr>
              <p:cNvPr id="14403" name="Group 47">
                <a:extLst>
                  <a:ext uri="{FF2B5EF4-FFF2-40B4-BE49-F238E27FC236}">
                    <a16:creationId xmlns:a16="http://schemas.microsoft.com/office/drawing/2014/main" id="{8A019875-CB8F-49E0-B9AF-843298C37D80}"/>
                  </a:ext>
                </a:extLst>
              </p:cNvPr>
              <p:cNvGrpSpPr>
                <a:grpSpLocks/>
              </p:cNvGrpSpPr>
              <p:nvPr/>
            </p:nvGrpSpPr>
            <p:grpSpPr bwMode="auto">
              <a:xfrm>
                <a:off x="440" y="2834"/>
                <a:ext cx="307" cy="256"/>
                <a:chOff x="215" y="2368"/>
                <a:chExt cx="307" cy="256"/>
              </a:xfrm>
            </p:grpSpPr>
            <p:sp>
              <p:nvSpPr>
                <p:cNvPr id="14404" name="Rectangle 48">
                  <a:extLst>
                    <a:ext uri="{FF2B5EF4-FFF2-40B4-BE49-F238E27FC236}">
                      <a16:creationId xmlns:a16="http://schemas.microsoft.com/office/drawing/2014/main" id="{8E1F20DE-C08D-4585-A52F-D84FB3267EDC}"/>
                    </a:ext>
                  </a:extLst>
                </p:cNvPr>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2400">
                    <a:latin typeface="Times New Roman" panose="02020603050405020304" pitchFamily="18" charset="0"/>
                    <a:ea typeface="宋体" panose="02010600030101010101" pitchFamily="2" charset="-122"/>
                  </a:endParaRPr>
                </a:p>
              </p:txBody>
            </p:sp>
            <p:sp>
              <p:nvSpPr>
                <p:cNvPr id="14405" name="Rectangle 49">
                  <a:extLst>
                    <a:ext uri="{FF2B5EF4-FFF2-40B4-BE49-F238E27FC236}">
                      <a16:creationId xmlns:a16="http://schemas.microsoft.com/office/drawing/2014/main" id="{1F8F978E-A20F-4765-93C7-77D492695417}"/>
                    </a:ext>
                  </a:extLst>
                </p:cNvPr>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H</a:t>
                  </a:r>
                </a:p>
              </p:txBody>
            </p:sp>
            <p:sp>
              <p:nvSpPr>
                <p:cNvPr id="14406" name="Text Box 50">
                  <a:extLst>
                    <a:ext uri="{FF2B5EF4-FFF2-40B4-BE49-F238E27FC236}">
                      <a16:creationId xmlns:a16="http://schemas.microsoft.com/office/drawing/2014/main" id="{32AC9C85-956B-434C-8B88-B094B9CB399E}"/>
                    </a:ext>
                  </a:extLst>
                </p:cNvPr>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n</a:t>
                  </a:r>
                  <a:endParaRPr lang="en-US" altLang="zh-CN" sz="2400">
                    <a:latin typeface="Times New Roman" panose="02020603050405020304" pitchFamily="18" charset="0"/>
                    <a:ea typeface="宋体" panose="02010600030101010101" pitchFamily="2" charset="-122"/>
                  </a:endParaRPr>
                </a:p>
              </p:txBody>
            </p:sp>
          </p:grpSp>
        </p:grpSp>
        <p:grpSp>
          <p:nvGrpSpPr>
            <p:cNvPr id="14398" name="Group 51">
              <a:extLst>
                <a:ext uri="{FF2B5EF4-FFF2-40B4-BE49-F238E27FC236}">
                  <a16:creationId xmlns:a16="http://schemas.microsoft.com/office/drawing/2014/main" id="{CC6D7183-F5E1-4585-BC05-1F76E4BFF116}"/>
                </a:ext>
              </a:extLst>
            </p:cNvPr>
            <p:cNvGrpSpPr>
              <a:grpSpLocks/>
            </p:cNvGrpSpPr>
            <p:nvPr/>
          </p:nvGrpSpPr>
          <p:grpSpPr bwMode="auto">
            <a:xfrm>
              <a:off x="230" y="3074"/>
              <a:ext cx="307" cy="256"/>
              <a:chOff x="215" y="2368"/>
              <a:chExt cx="307" cy="256"/>
            </a:xfrm>
          </p:grpSpPr>
          <p:sp>
            <p:nvSpPr>
              <p:cNvPr id="14399" name="Rectangle 52">
                <a:extLst>
                  <a:ext uri="{FF2B5EF4-FFF2-40B4-BE49-F238E27FC236}">
                    <a16:creationId xmlns:a16="http://schemas.microsoft.com/office/drawing/2014/main" id="{363DC6AD-98F4-4294-89C4-399B7C9B486A}"/>
                  </a:ext>
                </a:extLst>
              </p:cNvPr>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2400">
                  <a:latin typeface="Times New Roman" panose="02020603050405020304" pitchFamily="18" charset="0"/>
                  <a:ea typeface="宋体" panose="02010600030101010101" pitchFamily="2" charset="-122"/>
                </a:endParaRPr>
              </a:p>
            </p:txBody>
          </p:sp>
          <p:sp>
            <p:nvSpPr>
              <p:cNvPr id="14400" name="Rectangle 53">
                <a:extLst>
                  <a:ext uri="{FF2B5EF4-FFF2-40B4-BE49-F238E27FC236}">
                    <a16:creationId xmlns:a16="http://schemas.microsoft.com/office/drawing/2014/main" id="{C2D3A589-79BF-433A-8F11-117DBD096423}"/>
                  </a:ext>
                </a:extLst>
              </p:cNvPr>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H</a:t>
                </a:r>
              </a:p>
            </p:txBody>
          </p:sp>
          <p:sp>
            <p:nvSpPr>
              <p:cNvPr id="14401" name="Text Box 54">
                <a:extLst>
                  <a:ext uri="{FF2B5EF4-FFF2-40B4-BE49-F238E27FC236}">
                    <a16:creationId xmlns:a16="http://schemas.microsoft.com/office/drawing/2014/main" id="{7A37336E-7DA8-44EF-A5FE-C43919B70595}"/>
                  </a:ext>
                </a:extLst>
              </p:cNvPr>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l</a:t>
                </a:r>
                <a:endParaRPr lang="en-US" altLang="zh-CN" sz="2400">
                  <a:latin typeface="Times New Roman" panose="02020603050405020304" pitchFamily="18" charset="0"/>
                  <a:ea typeface="宋体" panose="02010600030101010101" pitchFamily="2" charset="-122"/>
                </a:endParaRPr>
              </a:p>
            </p:txBody>
          </p:sp>
        </p:grpSp>
      </p:grpSp>
      <p:sp>
        <p:nvSpPr>
          <p:cNvPr id="14348" name="Rectangle 59">
            <a:extLst>
              <a:ext uri="{FF2B5EF4-FFF2-40B4-BE49-F238E27FC236}">
                <a16:creationId xmlns:a16="http://schemas.microsoft.com/office/drawing/2014/main" id="{1274B83A-BA33-40FD-9118-FF8B87961043}"/>
              </a:ext>
            </a:extLst>
          </p:cNvPr>
          <p:cNvSpPr>
            <a:spLocks noChangeArrowheads="1"/>
          </p:cNvSpPr>
          <p:nvPr/>
        </p:nvSpPr>
        <p:spPr bwMode="auto">
          <a:xfrm>
            <a:off x="8288338" y="4887913"/>
            <a:ext cx="600075" cy="314325"/>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M</a:t>
            </a:r>
            <a:endParaRPr lang="en-US" altLang="zh-CN" sz="2400">
              <a:latin typeface="Times New Roman" panose="02020603050405020304" pitchFamily="18" charset="0"/>
              <a:ea typeface="宋体" panose="02010600030101010101" pitchFamily="2" charset="-122"/>
            </a:endParaRPr>
          </a:p>
        </p:txBody>
      </p:sp>
      <p:grpSp>
        <p:nvGrpSpPr>
          <p:cNvPr id="14349" name="Group 72">
            <a:extLst>
              <a:ext uri="{FF2B5EF4-FFF2-40B4-BE49-F238E27FC236}">
                <a16:creationId xmlns:a16="http://schemas.microsoft.com/office/drawing/2014/main" id="{AEFAA1E3-8611-46DB-BC95-CC2EEEE8003E}"/>
              </a:ext>
            </a:extLst>
          </p:cNvPr>
          <p:cNvGrpSpPr>
            <a:grpSpLocks/>
          </p:cNvGrpSpPr>
          <p:nvPr/>
        </p:nvGrpSpPr>
        <p:grpSpPr bwMode="auto">
          <a:xfrm>
            <a:off x="7553325" y="4857750"/>
            <a:ext cx="814388" cy="406400"/>
            <a:chOff x="440" y="2834"/>
            <a:chExt cx="513" cy="256"/>
          </a:xfrm>
        </p:grpSpPr>
        <p:grpSp>
          <p:nvGrpSpPr>
            <p:cNvPr id="14382" name="Group 73">
              <a:extLst>
                <a:ext uri="{FF2B5EF4-FFF2-40B4-BE49-F238E27FC236}">
                  <a16:creationId xmlns:a16="http://schemas.microsoft.com/office/drawing/2014/main" id="{C249C4A5-824F-4DE6-A8AF-F9DA066303E8}"/>
                </a:ext>
              </a:extLst>
            </p:cNvPr>
            <p:cNvGrpSpPr>
              <a:grpSpLocks/>
            </p:cNvGrpSpPr>
            <p:nvPr/>
          </p:nvGrpSpPr>
          <p:grpSpPr bwMode="auto">
            <a:xfrm>
              <a:off x="646" y="2834"/>
              <a:ext cx="307" cy="256"/>
              <a:chOff x="215" y="2368"/>
              <a:chExt cx="307" cy="256"/>
            </a:xfrm>
          </p:grpSpPr>
          <p:sp>
            <p:nvSpPr>
              <p:cNvPr id="14387" name="Rectangle 74">
                <a:extLst>
                  <a:ext uri="{FF2B5EF4-FFF2-40B4-BE49-F238E27FC236}">
                    <a16:creationId xmlns:a16="http://schemas.microsoft.com/office/drawing/2014/main" id="{F7E573F4-7355-43D4-9795-0A4F2F74DB5D}"/>
                  </a:ext>
                </a:extLst>
              </p:cNvPr>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2400">
                  <a:latin typeface="Times New Roman" panose="02020603050405020304" pitchFamily="18" charset="0"/>
                  <a:ea typeface="宋体" panose="02010600030101010101" pitchFamily="2" charset="-122"/>
                </a:endParaRPr>
              </a:p>
            </p:txBody>
          </p:sp>
          <p:sp>
            <p:nvSpPr>
              <p:cNvPr id="14388" name="Rectangle 75">
                <a:extLst>
                  <a:ext uri="{FF2B5EF4-FFF2-40B4-BE49-F238E27FC236}">
                    <a16:creationId xmlns:a16="http://schemas.microsoft.com/office/drawing/2014/main" id="{01803C95-2FE2-4D4D-841C-4ADA87F8E875}"/>
                  </a:ext>
                </a:extLst>
              </p:cNvPr>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H</a:t>
                </a:r>
              </a:p>
            </p:txBody>
          </p:sp>
          <p:sp>
            <p:nvSpPr>
              <p:cNvPr id="14389" name="Text Box 76">
                <a:extLst>
                  <a:ext uri="{FF2B5EF4-FFF2-40B4-BE49-F238E27FC236}">
                    <a16:creationId xmlns:a16="http://schemas.microsoft.com/office/drawing/2014/main" id="{AADC5FFB-CA50-4ACB-9D8C-79152B9DB200}"/>
                  </a:ext>
                </a:extLst>
              </p:cNvPr>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grpSp>
        <p:grpSp>
          <p:nvGrpSpPr>
            <p:cNvPr id="14383" name="Group 77">
              <a:extLst>
                <a:ext uri="{FF2B5EF4-FFF2-40B4-BE49-F238E27FC236}">
                  <a16:creationId xmlns:a16="http://schemas.microsoft.com/office/drawing/2014/main" id="{5734E2FB-A570-4FFA-A6E0-DF42FD660B9A}"/>
                </a:ext>
              </a:extLst>
            </p:cNvPr>
            <p:cNvGrpSpPr>
              <a:grpSpLocks/>
            </p:cNvGrpSpPr>
            <p:nvPr/>
          </p:nvGrpSpPr>
          <p:grpSpPr bwMode="auto">
            <a:xfrm>
              <a:off x="440" y="2834"/>
              <a:ext cx="307" cy="256"/>
              <a:chOff x="215" y="2368"/>
              <a:chExt cx="307" cy="256"/>
            </a:xfrm>
          </p:grpSpPr>
          <p:sp>
            <p:nvSpPr>
              <p:cNvPr id="14384" name="Rectangle 78">
                <a:extLst>
                  <a:ext uri="{FF2B5EF4-FFF2-40B4-BE49-F238E27FC236}">
                    <a16:creationId xmlns:a16="http://schemas.microsoft.com/office/drawing/2014/main" id="{D6B94B53-E953-40DC-A33D-C2C4BBD72C08}"/>
                  </a:ext>
                </a:extLst>
              </p:cNvPr>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2400">
                  <a:latin typeface="Times New Roman" panose="02020603050405020304" pitchFamily="18" charset="0"/>
                  <a:ea typeface="宋体" panose="02010600030101010101" pitchFamily="2" charset="-122"/>
                </a:endParaRPr>
              </a:p>
            </p:txBody>
          </p:sp>
          <p:sp>
            <p:nvSpPr>
              <p:cNvPr id="14385" name="Rectangle 79">
                <a:extLst>
                  <a:ext uri="{FF2B5EF4-FFF2-40B4-BE49-F238E27FC236}">
                    <a16:creationId xmlns:a16="http://schemas.microsoft.com/office/drawing/2014/main" id="{A75218D2-449A-4F95-89CE-BD19A9993E79}"/>
                  </a:ext>
                </a:extLst>
              </p:cNvPr>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H</a:t>
                </a:r>
              </a:p>
            </p:txBody>
          </p:sp>
          <p:sp>
            <p:nvSpPr>
              <p:cNvPr id="14386" name="Text Box 80">
                <a:extLst>
                  <a:ext uri="{FF2B5EF4-FFF2-40B4-BE49-F238E27FC236}">
                    <a16:creationId xmlns:a16="http://schemas.microsoft.com/office/drawing/2014/main" id="{4620E717-0D22-476A-AC69-00290CCD8BC3}"/>
                  </a:ext>
                </a:extLst>
              </p:cNvPr>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n</a:t>
                </a:r>
                <a:endParaRPr lang="en-US" altLang="zh-CN" sz="2400">
                  <a:latin typeface="Times New Roman" panose="02020603050405020304" pitchFamily="18" charset="0"/>
                  <a:ea typeface="宋体" panose="02010600030101010101" pitchFamily="2" charset="-122"/>
                </a:endParaRPr>
              </a:p>
            </p:txBody>
          </p:sp>
        </p:grpSp>
      </p:grpSp>
      <p:grpSp>
        <p:nvGrpSpPr>
          <p:cNvPr id="14350" name="Group 81">
            <a:extLst>
              <a:ext uri="{FF2B5EF4-FFF2-40B4-BE49-F238E27FC236}">
                <a16:creationId xmlns:a16="http://schemas.microsoft.com/office/drawing/2014/main" id="{0DBCA4A9-E7AA-4452-BE15-3F91005314A2}"/>
              </a:ext>
            </a:extLst>
          </p:cNvPr>
          <p:cNvGrpSpPr>
            <a:grpSpLocks/>
          </p:cNvGrpSpPr>
          <p:nvPr/>
        </p:nvGrpSpPr>
        <p:grpSpPr bwMode="auto">
          <a:xfrm>
            <a:off x="7219950" y="4859338"/>
            <a:ext cx="487363" cy="406400"/>
            <a:chOff x="215" y="2368"/>
            <a:chExt cx="307" cy="256"/>
          </a:xfrm>
        </p:grpSpPr>
        <p:sp>
          <p:nvSpPr>
            <p:cNvPr id="14379" name="Rectangle 82">
              <a:extLst>
                <a:ext uri="{FF2B5EF4-FFF2-40B4-BE49-F238E27FC236}">
                  <a16:creationId xmlns:a16="http://schemas.microsoft.com/office/drawing/2014/main" id="{4BC98E08-802D-4F8E-B1FF-10FAF7E2D5EE}"/>
                </a:ext>
              </a:extLst>
            </p:cNvPr>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2400">
                <a:latin typeface="Times New Roman" panose="02020603050405020304" pitchFamily="18" charset="0"/>
                <a:ea typeface="宋体" panose="02010600030101010101" pitchFamily="2" charset="-122"/>
              </a:endParaRPr>
            </a:p>
          </p:txBody>
        </p:sp>
        <p:sp>
          <p:nvSpPr>
            <p:cNvPr id="14380" name="Rectangle 83">
              <a:extLst>
                <a:ext uri="{FF2B5EF4-FFF2-40B4-BE49-F238E27FC236}">
                  <a16:creationId xmlns:a16="http://schemas.microsoft.com/office/drawing/2014/main" id="{D29BBDB2-C414-4262-B64A-21087B882FDB}"/>
                </a:ext>
              </a:extLst>
            </p:cNvPr>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H</a:t>
              </a:r>
            </a:p>
          </p:txBody>
        </p:sp>
        <p:sp>
          <p:nvSpPr>
            <p:cNvPr id="14381" name="Text Box 84">
              <a:extLst>
                <a:ext uri="{FF2B5EF4-FFF2-40B4-BE49-F238E27FC236}">
                  <a16:creationId xmlns:a16="http://schemas.microsoft.com/office/drawing/2014/main" id="{0D9C6383-1ED6-4CD6-AE2B-DD069744EB74}"/>
                </a:ext>
              </a:extLst>
            </p:cNvPr>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l</a:t>
              </a:r>
              <a:endParaRPr lang="en-US" altLang="zh-CN" sz="2400">
                <a:latin typeface="Times New Roman" panose="02020603050405020304" pitchFamily="18" charset="0"/>
                <a:ea typeface="宋体" panose="02010600030101010101" pitchFamily="2" charset="-122"/>
              </a:endParaRPr>
            </a:p>
          </p:txBody>
        </p:sp>
      </p:grpSp>
      <p:sp>
        <p:nvSpPr>
          <p:cNvPr id="14351" name="Text Box 88">
            <a:extLst>
              <a:ext uri="{FF2B5EF4-FFF2-40B4-BE49-F238E27FC236}">
                <a16:creationId xmlns:a16="http://schemas.microsoft.com/office/drawing/2014/main" id="{643D4D59-6145-4392-8928-57C11EFBB625}"/>
              </a:ext>
            </a:extLst>
          </p:cNvPr>
          <p:cNvSpPr txBox="1">
            <a:spLocks noChangeArrowheads="1"/>
          </p:cNvSpPr>
          <p:nvPr/>
        </p:nvSpPr>
        <p:spPr bwMode="auto">
          <a:xfrm>
            <a:off x="7653338" y="5281613"/>
            <a:ext cx="901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solidFill>
                  <a:srgbClr val="FF0000"/>
                </a:solidFill>
                <a:ea typeface="宋体" panose="02010600030101010101" pitchFamily="2" charset="-122"/>
              </a:rPr>
              <a:t>frame</a:t>
            </a:r>
            <a:endParaRPr lang="en-US" altLang="zh-CN" sz="2400">
              <a:solidFill>
                <a:schemeClr val="accent2"/>
              </a:solidFill>
              <a:ea typeface="宋体" panose="02010600030101010101" pitchFamily="2" charset="-122"/>
            </a:endParaRPr>
          </a:p>
        </p:txBody>
      </p:sp>
      <p:sp>
        <p:nvSpPr>
          <p:cNvPr id="14352" name="Line 89">
            <a:extLst>
              <a:ext uri="{FF2B5EF4-FFF2-40B4-BE49-F238E27FC236}">
                <a16:creationId xmlns:a16="http://schemas.microsoft.com/office/drawing/2014/main" id="{82C1FA7A-5219-4873-BFA6-9D3DFE627E71}"/>
              </a:ext>
            </a:extLst>
          </p:cNvPr>
          <p:cNvSpPr>
            <a:spLocks noChangeShapeType="1"/>
          </p:cNvSpPr>
          <p:nvPr/>
        </p:nvSpPr>
        <p:spPr bwMode="auto">
          <a:xfrm>
            <a:off x="3760788" y="5429250"/>
            <a:ext cx="165417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4353" name="Object 90">
            <a:extLst>
              <a:ext uri="{FF2B5EF4-FFF2-40B4-BE49-F238E27FC236}">
                <a16:creationId xmlns:a16="http://schemas.microsoft.com/office/drawing/2014/main" id="{A4756B89-CEC0-44A2-B1DD-C13FF8B3FB46}"/>
              </a:ext>
            </a:extLst>
          </p:cNvPr>
          <p:cNvGraphicFramePr>
            <a:graphicFrameLocks noChangeAspect="1"/>
          </p:cNvGraphicFramePr>
          <p:nvPr/>
        </p:nvGraphicFramePr>
        <p:xfrm>
          <a:off x="2911475" y="3013075"/>
          <a:ext cx="460375" cy="382588"/>
        </p:xfrm>
        <a:graphic>
          <a:graphicData uri="http://schemas.openxmlformats.org/presentationml/2006/ole">
            <mc:AlternateContent xmlns:mc="http://schemas.openxmlformats.org/markup-compatibility/2006">
              <mc:Choice xmlns:v="urn:schemas-microsoft-com:vml" Requires="v">
                <p:oleObj spid="_x0000_s14433" name="Clip" r:id="rId3" imgW="1307263" imgH="1084139" progId="MS_ClipArt_Gallery.2">
                  <p:embed/>
                </p:oleObj>
              </mc:Choice>
              <mc:Fallback>
                <p:oleObj name="Clip" r:id="rId3" imgW="1307263" imgH="1084139" progId="MS_ClipArt_Gallery.2">
                  <p:embed/>
                  <p:pic>
                    <p:nvPicPr>
                      <p:cNvPr id="0" name="Object 9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1475" y="3013075"/>
                        <a:ext cx="460375" cy="382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354" name="Group 128">
            <a:extLst>
              <a:ext uri="{FF2B5EF4-FFF2-40B4-BE49-F238E27FC236}">
                <a16:creationId xmlns:a16="http://schemas.microsoft.com/office/drawing/2014/main" id="{BE2472A5-AA16-434C-B422-D84275C79DF3}"/>
              </a:ext>
            </a:extLst>
          </p:cNvPr>
          <p:cNvGrpSpPr>
            <a:grpSpLocks/>
          </p:cNvGrpSpPr>
          <p:nvPr/>
        </p:nvGrpSpPr>
        <p:grpSpPr bwMode="auto">
          <a:xfrm>
            <a:off x="4816475" y="3109913"/>
            <a:ext cx="554038" cy="279400"/>
            <a:chOff x="3600" y="219"/>
            <a:chExt cx="360" cy="175"/>
          </a:xfrm>
        </p:grpSpPr>
        <p:sp>
          <p:nvSpPr>
            <p:cNvPr id="14366" name="Oval 129">
              <a:extLst>
                <a:ext uri="{FF2B5EF4-FFF2-40B4-BE49-F238E27FC236}">
                  <a16:creationId xmlns:a16="http://schemas.microsoft.com/office/drawing/2014/main" id="{7B023A1D-2AB3-4643-8FA2-E4262430E2B4}"/>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4367" name="Line 130">
              <a:extLst>
                <a:ext uri="{FF2B5EF4-FFF2-40B4-BE49-F238E27FC236}">
                  <a16:creationId xmlns:a16="http://schemas.microsoft.com/office/drawing/2014/main" id="{412996A9-E7D1-4AB3-8043-8BBB27353FF6}"/>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68" name="Line 131">
              <a:extLst>
                <a:ext uri="{FF2B5EF4-FFF2-40B4-BE49-F238E27FC236}">
                  <a16:creationId xmlns:a16="http://schemas.microsoft.com/office/drawing/2014/main" id="{9C8B85C5-6298-475E-9E0A-D1289C2A0B6D}"/>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69" name="Rectangle 132">
              <a:extLst>
                <a:ext uri="{FF2B5EF4-FFF2-40B4-BE49-F238E27FC236}">
                  <a16:creationId xmlns:a16="http://schemas.microsoft.com/office/drawing/2014/main" id="{94F91ACF-B172-42FB-82FE-9466E527A14F}"/>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2400">
                <a:latin typeface="Times New Roman" panose="02020603050405020304" pitchFamily="18" charset="0"/>
                <a:ea typeface="宋体" panose="02010600030101010101" pitchFamily="2" charset="-122"/>
              </a:endParaRPr>
            </a:p>
          </p:txBody>
        </p:sp>
        <p:sp>
          <p:nvSpPr>
            <p:cNvPr id="14370" name="Oval 133">
              <a:extLst>
                <a:ext uri="{FF2B5EF4-FFF2-40B4-BE49-F238E27FC236}">
                  <a16:creationId xmlns:a16="http://schemas.microsoft.com/office/drawing/2014/main" id="{45C0C62F-4CED-4002-B68B-299FABCA4B79}"/>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grpSp>
          <p:nvGrpSpPr>
            <p:cNvPr id="14371" name="Group 134">
              <a:extLst>
                <a:ext uri="{FF2B5EF4-FFF2-40B4-BE49-F238E27FC236}">
                  <a16:creationId xmlns:a16="http://schemas.microsoft.com/office/drawing/2014/main" id="{12FC23F1-C011-4676-9BAA-34FF92515AC9}"/>
                </a:ext>
              </a:extLst>
            </p:cNvPr>
            <p:cNvGrpSpPr>
              <a:grpSpLocks/>
            </p:cNvGrpSpPr>
            <p:nvPr/>
          </p:nvGrpSpPr>
          <p:grpSpPr bwMode="auto">
            <a:xfrm>
              <a:off x="3686" y="244"/>
              <a:ext cx="177" cy="66"/>
              <a:chOff x="2848" y="848"/>
              <a:chExt cx="140" cy="98"/>
            </a:xfrm>
          </p:grpSpPr>
          <p:sp>
            <p:nvSpPr>
              <p:cNvPr id="14376" name="Line 135">
                <a:extLst>
                  <a:ext uri="{FF2B5EF4-FFF2-40B4-BE49-F238E27FC236}">
                    <a16:creationId xmlns:a16="http://schemas.microsoft.com/office/drawing/2014/main" id="{4F1C1581-E477-4DD9-87C7-C2DC9ECE6CED}"/>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77" name="Line 136">
                <a:extLst>
                  <a:ext uri="{FF2B5EF4-FFF2-40B4-BE49-F238E27FC236}">
                    <a16:creationId xmlns:a16="http://schemas.microsoft.com/office/drawing/2014/main" id="{BB689FFA-0E84-4526-A4D9-E49C0205AE9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78" name="Line 137">
                <a:extLst>
                  <a:ext uri="{FF2B5EF4-FFF2-40B4-BE49-F238E27FC236}">
                    <a16:creationId xmlns:a16="http://schemas.microsoft.com/office/drawing/2014/main" id="{54883004-0AB8-484D-B883-8BCD6061284D}"/>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4372" name="Group 138">
              <a:extLst>
                <a:ext uri="{FF2B5EF4-FFF2-40B4-BE49-F238E27FC236}">
                  <a16:creationId xmlns:a16="http://schemas.microsoft.com/office/drawing/2014/main" id="{EDF7405B-ED1E-4FED-8486-2204D84CCFA3}"/>
                </a:ext>
              </a:extLst>
            </p:cNvPr>
            <p:cNvGrpSpPr>
              <a:grpSpLocks/>
            </p:cNvGrpSpPr>
            <p:nvPr/>
          </p:nvGrpSpPr>
          <p:grpSpPr bwMode="auto">
            <a:xfrm flipV="1">
              <a:off x="3686" y="243"/>
              <a:ext cx="177" cy="66"/>
              <a:chOff x="2848" y="848"/>
              <a:chExt cx="140" cy="98"/>
            </a:xfrm>
          </p:grpSpPr>
          <p:sp>
            <p:nvSpPr>
              <p:cNvPr id="14373" name="Line 139">
                <a:extLst>
                  <a:ext uri="{FF2B5EF4-FFF2-40B4-BE49-F238E27FC236}">
                    <a16:creationId xmlns:a16="http://schemas.microsoft.com/office/drawing/2014/main" id="{8DCB712D-591C-4176-BF50-C70A9ED70672}"/>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74" name="Line 140">
                <a:extLst>
                  <a:ext uri="{FF2B5EF4-FFF2-40B4-BE49-F238E27FC236}">
                    <a16:creationId xmlns:a16="http://schemas.microsoft.com/office/drawing/2014/main" id="{6460588D-E5F8-4231-9CC5-1F4269780929}"/>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75" name="Line 141">
                <a:extLst>
                  <a:ext uri="{FF2B5EF4-FFF2-40B4-BE49-F238E27FC236}">
                    <a16:creationId xmlns:a16="http://schemas.microsoft.com/office/drawing/2014/main" id="{66743102-5BC0-4C05-B85B-099684C489C8}"/>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14355" name="Line 142">
            <a:extLst>
              <a:ext uri="{FF2B5EF4-FFF2-40B4-BE49-F238E27FC236}">
                <a16:creationId xmlns:a16="http://schemas.microsoft.com/office/drawing/2014/main" id="{608B7D1C-E21C-4111-9183-07A683B5EDAB}"/>
              </a:ext>
            </a:extLst>
          </p:cNvPr>
          <p:cNvSpPr>
            <a:spLocks noChangeShapeType="1"/>
          </p:cNvSpPr>
          <p:nvPr/>
        </p:nvSpPr>
        <p:spPr bwMode="auto">
          <a:xfrm>
            <a:off x="3314700" y="3263900"/>
            <a:ext cx="1501775" cy="7938"/>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6" name="Rectangle 144">
            <a:extLst>
              <a:ext uri="{FF2B5EF4-FFF2-40B4-BE49-F238E27FC236}">
                <a16:creationId xmlns:a16="http://schemas.microsoft.com/office/drawing/2014/main" id="{2AE648EC-A2D3-41D0-8358-58C98DBB852E}"/>
              </a:ext>
            </a:extLst>
          </p:cNvPr>
          <p:cNvSpPr>
            <a:spLocks noChangeArrowheads="1"/>
          </p:cNvSpPr>
          <p:nvPr/>
        </p:nvSpPr>
        <p:spPr bwMode="auto">
          <a:xfrm>
            <a:off x="3668713" y="4873625"/>
            <a:ext cx="407987" cy="74295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4357" name="Rectangle 143">
            <a:extLst>
              <a:ext uri="{FF2B5EF4-FFF2-40B4-BE49-F238E27FC236}">
                <a16:creationId xmlns:a16="http://schemas.microsoft.com/office/drawing/2014/main" id="{02B58930-2883-40E4-B429-7FDBF36C569E}"/>
              </a:ext>
            </a:extLst>
          </p:cNvPr>
          <p:cNvSpPr>
            <a:spLocks noChangeArrowheads="1"/>
          </p:cNvSpPr>
          <p:nvPr/>
        </p:nvSpPr>
        <p:spPr bwMode="auto">
          <a:xfrm>
            <a:off x="3632200" y="4899025"/>
            <a:ext cx="407988" cy="742950"/>
          </a:xfrm>
          <a:prstGeom prst="rect">
            <a:avLst/>
          </a:prstGeom>
          <a:solidFill>
            <a:srgbClr val="FFFFFF"/>
          </a:solidFill>
          <a:ln w="9525">
            <a:solidFill>
              <a:srgbClr val="FF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4358" name="Rectangle 145">
            <a:extLst>
              <a:ext uri="{FF2B5EF4-FFF2-40B4-BE49-F238E27FC236}">
                <a16:creationId xmlns:a16="http://schemas.microsoft.com/office/drawing/2014/main" id="{56C33A20-9B9B-4565-B04F-BDCC2DB8151A}"/>
              </a:ext>
            </a:extLst>
          </p:cNvPr>
          <p:cNvSpPr>
            <a:spLocks noChangeArrowheads="1"/>
          </p:cNvSpPr>
          <p:nvPr/>
        </p:nvSpPr>
        <p:spPr bwMode="auto">
          <a:xfrm>
            <a:off x="5151438" y="4867275"/>
            <a:ext cx="407987" cy="74295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4359" name="Rectangle 146">
            <a:extLst>
              <a:ext uri="{FF2B5EF4-FFF2-40B4-BE49-F238E27FC236}">
                <a16:creationId xmlns:a16="http://schemas.microsoft.com/office/drawing/2014/main" id="{08A045B6-5C3A-45F9-B767-8AC4B8E3F750}"/>
              </a:ext>
            </a:extLst>
          </p:cNvPr>
          <p:cNvSpPr>
            <a:spLocks noChangeArrowheads="1"/>
          </p:cNvSpPr>
          <p:nvPr/>
        </p:nvSpPr>
        <p:spPr bwMode="auto">
          <a:xfrm>
            <a:off x="5167313" y="4903788"/>
            <a:ext cx="407987" cy="742950"/>
          </a:xfrm>
          <a:prstGeom prst="rect">
            <a:avLst/>
          </a:prstGeom>
          <a:solidFill>
            <a:srgbClr val="FFFFFF"/>
          </a:solidFill>
          <a:ln w="9525">
            <a:solidFill>
              <a:srgbClr val="FF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4360" name="Text Box 147">
            <a:extLst>
              <a:ext uri="{FF2B5EF4-FFF2-40B4-BE49-F238E27FC236}">
                <a16:creationId xmlns:a16="http://schemas.microsoft.com/office/drawing/2014/main" id="{794494C3-0427-4E4A-928B-51C73E7F793E}"/>
              </a:ext>
            </a:extLst>
          </p:cNvPr>
          <p:cNvSpPr txBox="1">
            <a:spLocks noChangeArrowheads="1"/>
          </p:cNvSpPr>
          <p:nvPr/>
        </p:nvSpPr>
        <p:spPr bwMode="auto">
          <a:xfrm>
            <a:off x="4132263" y="5429250"/>
            <a:ext cx="1054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phys. link</a:t>
            </a:r>
            <a:endParaRPr lang="en-US" altLang="zh-CN" sz="2400">
              <a:solidFill>
                <a:schemeClr val="accent2"/>
              </a:solidFill>
              <a:ea typeface="宋体" panose="02010600030101010101" pitchFamily="2" charset="-122"/>
            </a:endParaRPr>
          </a:p>
        </p:txBody>
      </p:sp>
      <p:sp>
        <p:nvSpPr>
          <p:cNvPr id="14361" name="Line 148">
            <a:extLst>
              <a:ext uri="{FF2B5EF4-FFF2-40B4-BE49-F238E27FC236}">
                <a16:creationId xmlns:a16="http://schemas.microsoft.com/office/drawing/2014/main" id="{261CAE1F-59AF-4AAE-8D6E-A02794F0DAD9}"/>
              </a:ext>
            </a:extLst>
          </p:cNvPr>
          <p:cNvSpPr>
            <a:spLocks noChangeShapeType="1"/>
          </p:cNvSpPr>
          <p:nvPr/>
        </p:nvSpPr>
        <p:spPr bwMode="auto">
          <a:xfrm>
            <a:off x="3671888" y="5091113"/>
            <a:ext cx="1863725" cy="0"/>
          </a:xfrm>
          <a:prstGeom prst="line">
            <a:avLst/>
          </a:prstGeom>
          <a:noFill/>
          <a:ln w="571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62" name="Text Box 149">
            <a:extLst>
              <a:ext uri="{FF2B5EF4-FFF2-40B4-BE49-F238E27FC236}">
                <a16:creationId xmlns:a16="http://schemas.microsoft.com/office/drawing/2014/main" id="{B1DCB872-2F59-4DA0-9FE6-483E987F5078}"/>
              </a:ext>
            </a:extLst>
          </p:cNvPr>
          <p:cNvSpPr txBox="1">
            <a:spLocks noChangeArrowheads="1"/>
          </p:cNvSpPr>
          <p:nvPr/>
        </p:nvSpPr>
        <p:spPr bwMode="auto">
          <a:xfrm>
            <a:off x="4108450" y="4524375"/>
            <a:ext cx="9969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solidFill>
                  <a:srgbClr val="FF0000"/>
                </a:solidFill>
                <a:ea typeface="宋体" panose="02010600030101010101" pitchFamily="2" charset="-122"/>
              </a:rPr>
              <a:t>data link</a:t>
            </a:r>
          </a:p>
          <a:p>
            <a:pPr>
              <a:spcBef>
                <a:spcPct val="0"/>
              </a:spcBef>
              <a:buClrTx/>
              <a:buSzTx/>
              <a:buFontTx/>
              <a:buNone/>
            </a:pPr>
            <a:r>
              <a:rPr lang="en-US" altLang="zh-CN" sz="1600">
                <a:solidFill>
                  <a:srgbClr val="FF0000"/>
                </a:solidFill>
                <a:ea typeface="宋体" panose="02010600030101010101" pitchFamily="2" charset="-122"/>
              </a:rPr>
              <a:t>protocol</a:t>
            </a:r>
            <a:endParaRPr lang="en-US" altLang="zh-CN" sz="2400">
              <a:solidFill>
                <a:schemeClr val="accent2"/>
              </a:solidFill>
              <a:ea typeface="宋体" panose="02010600030101010101" pitchFamily="2" charset="-122"/>
            </a:endParaRPr>
          </a:p>
        </p:txBody>
      </p:sp>
      <p:sp>
        <p:nvSpPr>
          <p:cNvPr id="14363" name="Line 150">
            <a:extLst>
              <a:ext uri="{FF2B5EF4-FFF2-40B4-BE49-F238E27FC236}">
                <a16:creationId xmlns:a16="http://schemas.microsoft.com/office/drawing/2014/main" id="{1585FEBD-4773-4990-A3C7-AAAFCFE49DCA}"/>
              </a:ext>
            </a:extLst>
          </p:cNvPr>
          <p:cNvSpPr>
            <a:spLocks noChangeShapeType="1"/>
          </p:cNvSpPr>
          <p:nvPr/>
        </p:nvSpPr>
        <p:spPr bwMode="auto">
          <a:xfrm flipH="1" flipV="1">
            <a:off x="3840163" y="5716588"/>
            <a:ext cx="336550" cy="4714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64" name="Text Box 151">
            <a:extLst>
              <a:ext uri="{FF2B5EF4-FFF2-40B4-BE49-F238E27FC236}">
                <a16:creationId xmlns:a16="http://schemas.microsoft.com/office/drawing/2014/main" id="{B065ECE3-76D2-4169-B9E1-23786B2A213E}"/>
              </a:ext>
            </a:extLst>
          </p:cNvPr>
          <p:cNvSpPr txBox="1">
            <a:spLocks noChangeArrowheads="1"/>
          </p:cNvSpPr>
          <p:nvPr/>
        </p:nvSpPr>
        <p:spPr bwMode="auto">
          <a:xfrm>
            <a:off x="3938588" y="6146800"/>
            <a:ext cx="1412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adapter card</a:t>
            </a:r>
            <a:endParaRPr lang="en-US" altLang="zh-CN" sz="2400">
              <a:solidFill>
                <a:schemeClr val="accent2"/>
              </a:solidFill>
              <a:ea typeface="宋体" panose="02010600030101010101" pitchFamily="2" charset="-122"/>
            </a:endParaRPr>
          </a:p>
        </p:txBody>
      </p:sp>
      <p:sp>
        <p:nvSpPr>
          <p:cNvPr id="14365" name="Line 152">
            <a:extLst>
              <a:ext uri="{FF2B5EF4-FFF2-40B4-BE49-F238E27FC236}">
                <a16:creationId xmlns:a16="http://schemas.microsoft.com/office/drawing/2014/main" id="{C3D9FE3C-F88C-4910-A74E-EFBF30DE74C6}"/>
              </a:ext>
            </a:extLst>
          </p:cNvPr>
          <p:cNvSpPr>
            <a:spLocks noChangeShapeType="1"/>
          </p:cNvSpPr>
          <p:nvPr/>
        </p:nvSpPr>
        <p:spPr bwMode="auto">
          <a:xfrm flipV="1">
            <a:off x="4965700" y="5711825"/>
            <a:ext cx="417513" cy="4921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a:extLst>
              <a:ext uri="{FF2B5EF4-FFF2-40B4-BE49-F238E27FC236}">
                <a16:creationId xmlns:a16="http://schemas.microsoft.com/office/drawing/2014/main" id="{D806633F-42C9-4087-861E-5A0CBA9939A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43A70EB5-7228-4935-BF1D-74E526997BF5}" type="slidenum">
              <a:rPr lang="en-US" altLang="zh-CN" sz="1400" smtClean="0">
                <a:latin typeface="Times New Roman" panose="02020603050405020304" pitchFamily="18" charset="0"/>
              </a:rPr>
              <a:pPr>
                <a:spcBef>
                  <a:spcPct val="0"/>
                </a:spcBef>
                <a:buClrTx/>
                <a:buSzTx/>
                <a:buFontTx/>
                <a:buNone/>
              </a:pPr>
              <a:t>7</a:t>
            </a:fld>
            <a:endParaRPr lang="en-US" altLang="zh-CN" sz="1400">
              <a:latin typeface="Times New Roman" panose="02020603050405020304" pitchFamily="18" charset="0"/>
            </a:endParaRPr>
          </a:p>
        </p:txBody>
      </p:sp>
      <p:sp>
        <p:nvSpPr>
          <p:cNvPr id="15363" name="Rectangle 2">
            <a:extLst>
              <a:ext uri="{FF2B5EF4-FFF2-40B4-BE49-F238E27FC236}">
                <a16:creationId xmlns:a16="http://schemas.microsoft.com/office/drawing/2014/main" id="{CC9E9D5B-E9D8-410B-AD25-DB20A6E8A4B8}"/>
              </a:ext>
            </a:extLst>
          </p:cNvPr>
          <p:cNvSpPr>
            <a:spLocks noGrp="1" noChangeArrowheads="1"/>
          </p:cNvSpPr>
          <p:nvPr>
            <p:ph type="title"/>
          </p:nvPr>
        </p:nvSpPr>
        <p:spPr/>
        <p:txBody>
          <a:bodyPr/>
          <a:lstStyle/>
          <a:p>
            <a:r>
              <a:rPr lang="en-US" altLang="zh-CN" sz="3600">
                <a:ea typeface="宋体" panose="02010600030101010101" pitchFamily="2" charset="-122"/>
              </a:rPr>
              <a:t>Link Layer: Implementation</a:t>
            </a:r>
            <a:endParaRPr lang="en-US" altLang="zh-CN">
              <a:ea typeface="宋体" panose="02010600030101010101" pitchFamily="2" charset="-122"/>
            </a:endParaRPr>
          </a:p>
        </p:txBody>
      </p:sp>
      <p:sp>
        <p:nvSpPr>
          <p:cNvPr id="15364" name="Rectangle 3">
            <a:extLst>
              <a:ext uri="{FF2B5EF4-FFF2-40B4-BE49-F238E27FC236}">
                <a16:creationId xmlns:a16="http://schemas.microsoft.com/office/drawing/2014/main" id="{474AC68D-0825-4179-927A-79861B2B3AA7}"/>
              </a:ext>
            </a:extLst>
          </p:cNvPr>
          <p:cNvSpPr>
            <a:spLocks noGrp="1" noChangeArrowheads="1"/>
          </p:cNvSpPr>
          <p:nvPr>
            <p:ph type="body" idx="1"/>
          </p:nvPr>
        </p:nvSpPr>
        <p:spPr>
          <a:xfrm>
            <a:off x="533400" y="1270000"/>
            <a:ext cx="7772400" cy="4648200"/>
          </a:xfrm>
        </p:spPr>
        <p:txBody>
          <a:bodyPr/>
          <a:lstStyle/>
          <a:p>
            <a:r>
              <a:rPr lang="en-US" altLang="zh-CN">
                <a:ea typeface="宋体" panose="02010600030101010101" pitchFamily="2" charset="-122"/>
              </a:rPr>
              <a:t>implemented in “adapter” </a:t>
            </a:r>
          </a:p>
          <a:p>
            <a:pPr lvl="1"/>
            <a:r>
              <a:rPr lang="en-US" altLang="zh-CN">
                <a:ea typeface="宋体" panose="02010600030101010101" pitchFamily="2" charset="-122"/>
              </a:rPr>
              <a:t>e.g., PCMCIA card, Ethernet card  </a:t>
            </a:r>
          </a:p>
          <a:p>
            <a:pPr lvl="1"/>
            <a:r>
              <a:rPr lang="en-US" altLang="zh-CN">
                <a:ea typeface="宋体" panose="02010600030101010101" pitchFamily="2" charset="-122"/>
              </a:rPr>
              <a:t>typically includes: RAM, DSP chips, host bus interface, and link interface</a:t>
            </a:r>
          </a:p>
          <a:p>
            <a:endParaRPr lang="zh-CN" altLang="en-US">
              <a:ea typeface="宋体" panose="02010600030101010101" pitchFamily="2" charset="-122"/>
            </a:endParaRPr>
          </a:p>
        </p:txBody>
      </p:sp>
      <p:grpSp>
        <p:nvGrpSpPr>
          <p:cNvPr id="15365" name="Group 5">
            <a:extLst>
              <a:ext uri="{FF2B5EF4-FFF2-40B4-BE49-F238E27FC236}">
                <a16:creationId xmlns:a16="http://schemas.microsoft.com/office/drawing/2014/main" id="{BB4E704E-3A65-4E48-AFBA-13F1B94E66EE}"/>
              </a:ext>
            </a:extLst>
          </p:cNvPr>
          <p:cNvGrpSpPr>
            <a:grpSpLocks/>
          </p:cNvGrpSpPr>
          <p:nvPr/>
        </p:nvGrpSpPr>
        <p:grpSpPr bwMode="auto">
          <a:xfrm>
            <a:off x="2044700" y="3770313"/>
            <a:ext cx="1744663" cy="2017712"/>
            <a:chOff x="1835" y="2837"/>
            <a:chExt cx="1099" cy="1271"/>
          </a:xfrm>
        </p:grpSpPr>
        <p:grpSp>
          <p:nvGrpSpPr>
            <p:cNvPr id="15443" name="Group 6">
              <a:extLst>
                <a:ext uri="{FF2B5EF4-FFF2-40B4-BE49-F238E27FC236}">
                  <a16:creationId xmlns:a16="http://schemas.microsoft.com/office/drawing/2014/main" id="{48E162F2-0F90-47FB-A5D1-6B8ADD4907A2}"/>
                </a:ext>
              </a:extLst>
            </p:cNvPr>
            <p:cNvGrpSpPr>
              <a:grpSpLocks/>
            </p:cNvGrpSpPr>
            <p:nvPr/>
          </p:nvGrpSpPr>
          <p:grpSpPr bwMode="auto">
            <a:xfrm>
              <a:off x="1842" y="2837"/>
              <a:ext cx="1092" cy="1266"/>
              <a:chOff x="1842" y="2837"/>
              <a:chExt cx="834" cy="942"/>
            </a:xfrm>
          </p:grpSpPr>
          <p:sp>
            <p:nvSpPr>
              <p:cNvPr id="15445" name="Rectangle 7">
                <a:extLst>
                  <a:ext uri="{FF2B5EF4-FFF2-40B4-BE49-F238E27FC236}">
                    <a16:creationId xmlns:a16="http://schemas.microsoft.com/office/drawing/2014/main" id="{2C93050C-D887-42A7-ABC3-B805C35D5967}"/>
                  </a:ext>
                </a:extLst>
              </p:cNvPr>
              <p:cNvSpPr>
                <a:spLocks noChangeArrowheads="1"/>
              </p:cNvSpPr>
              <p:nvPr/>
            </p:nvSpPr>
            <p:spPr bwMode="auto">
              <a:xfrm>
                <a:off x="1878" y="2837"/>
                <a:ext cx="798" cy="90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5446" name="Rectangle 8">
                <a:extLst>
                  <a:ext uri="{FF2B5EF4-FFF2-40B4-BE49-F238E27FC236}">
                    <a16:creationId xmlns:a16="http://schemas.microsoft.com/office/drawing/2014/main" id="{369BC87B-78C1-4801-BD95-F4A835C538E5}"/>
                  </a:ext>
                </a:extLst>
              </p:cNvPr>
              <p:cNvSpPr>
                <a:spLocks noChangeArrowheads="1"/>
              </p:cNvSpPr>
              <p:nvPr/>
            </p:nvSpPr>
            <p:spPr bwMode="auto">
              <a:xfrm>
                <a:off x="1848" y="2876"/>
                <a:ext cx="798" cy="903"/>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5447" name="Line 9">
                <a:extLst>
                  <a:ext uri="{FF2B5EF4-FFF2-40B4-BE49-F238E27FC236}">
                    <a16:creationId xmlns:a16="http://schemas.microsoft.com/office/drawing/2014/main" id="{3CA48398-A925-42FF-8C0D-875A9981D87D}"/>
                  </a:ext>
                </a:extLst>
              </p:cNvPr>
              <p:cNvSpPr>
                <a:spLocks noChangeShapeType="1"/>
              </p:cNvSpPr>
              <p:nvPr/>
            </p:nvSpPr>
            <p:spPr bwMode="auto">
              <a:xfrm flipV="1">
                <a:off x="1845" y="3077"/>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48" name="Line 10">
                <a:extLst>
                  <a:ext uri="{FF2B5EF4-FFF2-40B4-BE49-F238E27FC236}">
                    <a16:creationId xmlns:a16="http://schemas.microsoft.com/office/drawing/2014/main" id="{EA00452E-2E36-4071-97BC-ED0CA8B89681}"/>
                  </a:ext>
                </a:extLst>
              </p:cNvPr>
              <p:cNvSpPr>
                <a:spLocks noChangeShapeType="1"/>
              </p:cNvSpPr>
              <p:nvPr/>
            </p:nvSpPr>
            <p:spPr bwMode="auto">
              <a:xfrm flipV="1">
                <a:off x="1857" y="3257"/>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49" name="Line 11">
                <a:extLst>
                  <a:ext uri="{FF2B5EF4-FFF2-40B4-BE49-F238E27FC236}">
                    <a16:creationId xmlns:a16="http://schemas.microsoft.com/office/drawing/2014/main" id="{EE05761E-FA06-48EC-A53B-556D8C33EB05}"/>
                  </a:ext>
                </a:extLst>
              </p:cNvPr>
              <p:cNvSpPr>
                <a:spLocks noChangeShapeType="1"/>
              </p:cNvSpPr>
              <p:nvPr/>
            </p:nvSpPr>
            <p:spPr bwMode="auto">
              <a:xfrm flipV="1">
                <a:off x="1857" y="3419"/>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50" name="Line 12">
                <a:extLst>
                  <a:ext uri="{FF2B5EF4-FFF2-40B4-BE49-F238E27FC236}">
                    <a16:creationId xmlns:a16="http://schemas.microsoft.com/office/drawing/2014/main" id="{01417A35-C2EC-40D8-A1FF-17B860004E9C}"/>
                  </a:ext>
                </a:extLst>
              </p:cNvPr>
              <p:cNvSpPr>
                <a:spLocks noChangeShapeType="1"/>
              </p:cNvSpPr>
              <p:nvPr/>
            </p:nvSpPr>
            <p:spPr bwMode="auto">
              <a:xfrm flipV="1">
                <a:off x="1842" y="3596"/>
                <a:ext cx="789"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444" name="Text Box 13">
              <a:extLst>
                <a:ext uri="{FF2B5EF4-FFF2-40B4-BE49-F238E27FC236}">
                  <a16:creationId xmlns:a16="http://schemas.microsoft.com/office/drawing/2014/main" id="{781EC9EF-8EB6-42FE-8162-471DC4035EB5}"/>
                </a:ext>
              </a:extLst>
            </p:cNvPr>
            <p:cNvSpPr txBox="1">
              <a:spLocks noChangeArrowheads="1"/>
            </p:cNvSpPr>
            <p:nvPr/>
          </p:nvSpPr>
          <p:spPr bwMode="auto">
            <a:xfrm>
              <a:off x="1835" y="2900"/>
              <a:ext cx="1070" cy="1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400">
                  <a:ea typeface="宋体" panose="02010600030101010101" pitchFamily="2" charset="-122"/>
                </a:rPr>
                <a:t>application</a:t>
              </a:r>
            </a:p>
            <a:p>
              <a:pPr algn="ctr">
                <a:spcBef>
                  <a:spcPct val="0"/>
                </a:spcBef>
                <a:buClrTx/>
                <a:buSzTx/>
                <a:buFontTx/>
                <a:buNone/>
              </a:pPr>
              <a:r>
                <a:rPr lang="en-US" altLang="zh-CN" sz="2400">
                  <a:ea typeface="宋体" panose="02010600030101010101" pitchFamily="2" charset="-122"/>
                </a:rPr>
                <a:t>transport</a:t>
              </a:r>
            </a:p>
            <a:p>
              <a:pPr algn="ctr">
                <a:spcBef>
                  <a:spcPct val="0"/>
                </a:spcBef>
                <a:buClrTx/>
                <a:buSzTx/>
                <a:buFontTx/>
                <a:buNone/>
              </a:pPr>
              <a:r>
                <a:rPr lang="en-US" altLang="zh-CN" sz="2400">
                  <a:ea typeface="宋体" panose="02010600030101010101" pitchFamily="2" charset="-122"/>
                </a:rPr>
                <a:t>network</a:t>
              </a:r>
            </a:p>
            <a:p>
              <a:pPr algn="ctr">
                <a:spcBef>
                  <a:spcPct val="0"/>
                </a:spcBef>
                <a:buClrTx/>
                <a:buSzTx/>
                <a:buFontTx/>
                <a:buNone/>
              </a:pPr>
              <a:r>
                <a:rPr lang="en-US" altLang="zh-CN" sz="2400">
                  <a:ea typeface="宋体" panose="02010600030101010101" pitchFamily="2" charset="-122"/>
                </a:rPr>
                <a:t>link</a:t>
              </a:r>
            </a:p>
            <a:p>
              <a:pPr algn="ctr">
                <a:spcBef>
                  <a:spcPct val="0"/>
                </a:spcBef>
                <a:buClrTx/>
                <a:buSzTx/>
                <a:buFontTx/>
                <a:buNone/>
              </a:pPr>
              <a:r>
                <a:rPr lang="en-US" altLang="zh-CN" sz="2400">
                  <a:ea typeface="宋体" panose="02010600030101010101" pitchFamily="2" charset="-122"/>
                </a:rPr>
                <a:t>physical</a:t>
              </a:r>
            </a:p>
          </p:txBody>
        </p:sp>
      </p:grpSp>
      <p:sp>
        <p:nvSpPr>
          <p:cNvPr id="15366" name="Rectangle 14">
            <a:extLst>
              <a:ext uri="{FF2B5EF4-FFF2-40B4-BE49-F238E27FC236}">
                <a16:creationId xmlns:a16="http://schemas.microsoft.com/office/drawing/2014/main" id="{4DBEBFF5-394A-441C-B9D0-75E06E2CC39B}"/>
              </a:ext>
            </a:extLst>
          </p:cNvPr>
          <p:cNvSpPr>
            <a:spLocks noChangeArrowheads="1"/>
          </p:cNvSpPr>
          <p:nvPr/>
        </p:nvSpPr>
        <p:spPr bwMode="auto">
          <a:xfrm>
            <a:off x="5468938" y="4540250"/>
            <a:ext cx="1658937" cy="113823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5367" name="Rectangle 15">
            <a:extLst>
              <a:ext uri="{FF2B5EF4-FFF2-40B4-BE49-F238E27FC236}">
                <a16:creationId xmlns:a16="http://schemas.microsoft.com/office/drawing/2014/main" id="{724072D8-1B29-4103-A5B6-1602D1F47653}"/>
              </a:ext>
            </a:extLst>
          </p:cNvPr>
          <p:cNvSpPr>
            <a:spLocks noChangeArrowheads="1"/>
          </p:cNvSpPr>
          <p:nvPr/>
        </p:nvSpPr>
        <p:spPr bwMode="auto">
          <a:xfrm>
            <a:off x="5407025" y="4646613"/>
            <a:ext cx="1658938" cy="1114425"/>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5368" name="Line 16">
            <a:extLst>
              <a:ext uri="{FF2B5EF4-FFF2-40B4-BE49-F238E27FC236}">
                <a16:creationId xmlns:a16="http://schemas.microsoft.com/office/drawing/2014/main" id="{C041F175-7666-491F-99FE-74695DAC954D}"/>
              </a:ext>
            </a:extLst>
          </p:cNvPr>
          <p:cNvSpPr>
            <a:spLocks noChangeShapeType="1"/>
          </p:cNvSpPr>
          <p:nvPr/>
        </p:nvSpPr>
        <p:spPr bwMode="auto">
          <a:xfrm flipV="1">
            <a:off x="5426075" y="4992688"/>
            <a:ext cx="1639888" cy="63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69" name="Line 17">
            <a:extLst>
              <a:ext uri="{FF2B5EF4-FFF2-40B4-BE49-F238E27FC236}">
                <a16:creationId xmlns:a16="http://schemas.microsoft.com/office/drawing/2014/main" id="{7AB7E43A-D7F4-41B9-8CBE-1CA000D5A6C1}"/>
              </a:ext>
            </a:extLst>
          </p:cNvPr>
          <p:cNvSpPr>
            <a:spLocks noChangeShapeType="1"/>
          </p:cNvSpPr>
          <p:nvPr/>
        </p:nvSpPr>
        <p:spPr bwMode="auto">
          <a:xfrm flipV="1">
            <a:off x="5394325" y="5370513"/>
            <a:ext cx="1639888" cy="63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70" name="Text Box 18">
            <a:extLst>
              <a:ext uri="{FF2B5EF4-FFF2-40B4-BE49-F238E27FC236}">
                <a16:creationId xmlns:a16="http://schemas.microsoft.com/office/drawing/2014/main" id="{174C1A97-5559-4859-94D6-7CC0E535A53A}"/>
              </a:ext>
            </a:extLst>
          </p:cNvPr>
          <p:cNvSpPr txBox="1">
            <a:spLocks noChangeArrowheads="1"/>
          </p:cNvSpPr>
          <p:nvPr/>
        </p:nvSpPr>
        <p:spPr bwMode="auto">
          <a:xfrm>
            <a:off x="5597525" y="3829050"/>
            <a:ext cx="13335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2400">
              <a:ea typeface="宋体" panose="02010600030101010101" pitchFamily="2" charset="-122"/>
            </a:endParaRPr>
          </a:p>
          <a:p>
            <a:pPr algn="ctr">
              <a:spcBef>
                <a:spcPct val="0"/>
              </a:spcBef>
              <a:buClrTx/>
              <a:buSzTx/>
              <a:buFontTx/>
              <a:buNone/>
            </a:pPr>
            <a:endParaRPr lang="zh-CN" altLang="en-US" sz="2400">
              <a:ea typeface="宋体" panose="02010600030101010101" pitchFamily="2" charset="-122"/>
            </a:endParaRPr>
          </a:p>
          <a:p>
            <a:pPr algn="ctr">
              <a:spcBef>
                <a:spcPct val="0"/>
              </a:spcBef>
              <a:buClrTx/>
              <a:buSzTx/>
              <a:buFontTx/>
              <a:buNone/>
            </a:pPr>
            <a:r>
              <a:rPr lang="en-US" altLang="zh-CN" sz="2400">
                <a:ea typeface="宋体" panose="02010600030101010101" pitchFamily="2" charset="-122"/>
              </a:rPr>
              <a:t>network</a:t>
            </a:r>
          </a:p>
          <a:p>
            <a:pPr algn="ctr">
              <a:spcBef>
                <a:spcPct val="0"/>
              </a:spcBef>
              <a:buClrTx/>
              <a:buSzTx/>
              <a:buFontTx/>
              <a:buNone/>
            </a:pPr>
            <a:r>
              <a:rPr lang="en-US" altLang="zh-CN" sz="2400">
                <a:ea typeface="宋体" panose="02010600030101010101" pitchFamily="2" charset="-122"/>
              </a:rPr>
              <a:t>link</a:t>
            </a:r>
          </a:p>
          <a:p>
            <a:pPr algn="ctr">
              <a:spcBef>
                <a:spcPct val="0"/>
              </a:spcBef>
              <a:buClrTx/>
              <a:buSzTx/>
              <a:buFontTx/>
              <a:buNone/>
            </a:pPr>
            <a:r>
              <a:rPr lang="en-US" altLang="zh-CN" sz="2400">
                <a:ea typeface="宋体" panose="02010600030101010101" pitchFamily="2" charset="-122"/>
              </a:rPr>
              <a:t>physical</a:t>
            </a:r>
          </a:p>
        </p:txBody>
      </p:sp>
      <p:grpSp>
        <p:nvGrpSpPr>
          <p:cNvPr id="15371" name="Group 19">
            <a:extLst>
              <a:ext uri="{FF2B5EF4-FFF2-40B4-BE49-F238E27FC236}">
                <a16:creationId xmlns:a16="http://schemas.microsoft.com/office/drawing/2014/main" id="{E15657F9-A033-4007-8E7C-69B0F5661905}"/>
              </a:ext>
            </a:extLst>
          </p:cNvPr>
          <p:cNvGrpSpPr>
            <a:grpSpLocks/>
          </p:cNvGrpSpPr>
          <p:nvPr/>
        </p:nvGrpSpPr>
        <p:grpSpPr bwMode="auto">
          <a:xfrm>
            <a:off x="328613" y="3905250"/>
            <a:ext cx="1668462" cy="1552575"/>
            <a:chOff x="230" y="2352"/>
            <a:chExt cx="1051" cy="978"/>
          </a:xfrm>
        </p:grpSpPr>
        <p:sp>
          <p:nvSpPr>
            <p:cNvPr id="15414" name="Rectangle 20">
              <a:extLst>
                <a:ext uri="{FF2B5EF4-FFF2-40B4-BE49-F238E27FC236}">
                  <a16:creationId xmlns:a16="http://schemas.microsoft.com/office/drawing/2014/main" id="{620B2E8A-0BE2-4E19-9D2E-3FFD39514541}"/>
                </a:ext>
              </a:extLst>
            </p:cNvPr>
            <p:cNvSpPr>
              <a:spLocks noChangeArrowheads="1"/>
            </p:cNvSpPr>
            <p:nvPr/>
          </p:nvSpPr>
          <p:spPr bwMode="auto">
            <a:xfrm>
              <a:off x="892" y="2352"/>
              <a:ext cx="37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M</a:t>
              </a:r>
              <a:endParaRPr lang="en-US" altLang="zh-CN" sz="2400">
                <a:latin typeface="Times New Roman" panose="02020603050405020304" pitchFamily="18" charset="0"/>
                <a:ea typeface="宋体" panose="02010600030101010101" pitchFamily="2" charset="-122"/>
              </a:endParaRPr>
            </a:p>
          </p:txBody>
        </p:sp>
        <p:sp>
          <p:nvSpPr>
            <p:cNvPr id="15415" name="Rectangle 21">
              <a:extLst>
                <a:ext uri="{FF2B5EF4-FFF2-40B4-BE49-F238E27FC236}">
                  <a16:creationId xmlns:a16="http://schemas.microsoft.com/office/drawing/2014/main" id="{C9F10492-CBFA-474D-88A8-A78044387EEF}"/>
                </a:ext>
              </a:extLst>
            </p:cNvPr>
            <p:cNvSpPr>
              <a:spLocks noChangeArrowheads="1"/>
            </p:cNvSpPr>
            <p:nvPr/>
          </p:nvSpPr>
          <p:spPr bwMode="auto">
            <a:xfrm>
              <a:off x="892" y="2610"/>
              <a:ext cx="37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M</a:t>
              </a:r>
              <a:endParaRPr lang="en-US" altLang="zh-CN" sz="2400">
                <a:latin typeface="Times New Roman" panose="02020603050405020304" pitchFamily="18" charset="0"/>
                <a:ea typeface="宋体" panose="02010600030101010101" pitchFamily="2" charset="-122"/>
              </a:endParaRPr>
            </a:p>
          </p:txBody>
        </p:sp>
        <p:sp>
          <p:nvSpPr>
            <p:cNvPr id="15416" name="Rectangle 22">
              <a:extLst>
                <a:ext uri="{FF2B5EF4-FFF2-40B4-BE49-F238E27FC236}">
                  <a16:creationId xmlns:a16="http://schemas.microsoft.com/office/drawing/2014/main" id="{C8806BF6-9121-4EED-9873-26425520B189}"/>
                </a:ext>
              </a:extLst>
            </p:cNvPr>
            <p:cNvSpPr>
              <a:spLocks noChangeArrowheads="1"/>
            </p:cNvSpPr>
            <p:nvPr/>
          </p:nvSpPr>
          <p:spPr bwMode="auto">
            <a:xfrm>
              <a:off x="903" y="2852"/>
              <a:ext cx="37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M</a:t>
              </a:r>
              <a:endParaRPr lang="en-US" altLang="zh-CN" sz="2400">
                <a:latin typeface="Times New Roman" panose="02020603050405020304" pitchFamily="18" charset="0"/>
                <a:ea typeface="宋体" panose="02010600030101010101" pitchFamily="2" charset="-122"/>
              </a:endParaRPr>
            </a:p>
          </p:txBody>
        </p:sp>
        <p:sp>
          <p:nvSpPr>
            <p:cNvPr id="15417" name="Rectangle 23">
              <a:extLst>
                <a:ext uri="{FF2B5EF4-FFF2-40B4-BE49-F238E27FC236}">
                  <a16:creationId xmlns:a16="http://schemas.microsoft.com/office/drawing/2014/main" id="{21E2DF77-7886-45CB-867E-0C9C4F4E475C}"/>
                </a:ext>
              </a:extLst>
            </p:cNvPr>
            <p:cNvSpPr>
              <a:spLocks noChangeArrowheads="1"/>
            </p:cNvSpPr>
            <p:nvPr/>
          </p:nvSpPr>
          <p:spPr bwMode="auto">
            <a:xfrm>
              <a:off x="903" y="3092"/>
              <a:ext cx="37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M</a:t>
              </a:r>
              <a:endParaRPr lang="en-US" altLang="zh-CN" sz="2400">
                <a:latin typeface="Times New Roman" panose="02020603050405020304" pitchFamily="18" charset="0"/>
                <a:ea typeface="宋体" panose="02010600030101010101" pitchFamily="2" charset="-122"/>
              </a:endParaRPr>
            </a:p>
          </p:txBody>
        </p:sp>
        <p:grpSp>
          <p:nvGrpSpPr>
            <p:cNvPr id="15418" name="Group 24">
              <a:extLst>
                <a:ext uri="{FF2B5EF4-FFF2-40B4-BE49-F238E27FC236}">
                  <a16:creationId xmlns:a16="http://schemas.microsoft.com/office/drawing/2014/main" id="{A395E711-40EF-44BD-AF0C-AA953AE9604A}"/>
                </a:ext>
              </a:extLst>
            </p:cNvPr>
            <p:cNvGrpSpPr>
              <a:grpSpLocks/>
            </p:cNvGrpSpPr>
            <p:nvPr/>
          </p:nvGrpSpPr>
          <p:grpSpPr bwMode="auto">
            <a:xfrm>
              <a:off x="633" y="2592"/>
              <a:ext cx="307" cy="256"/>
              <a:chOff x="215" y="2368"/>
              <a:chExt cx="307" cy="256"/>
            </a:xfrm>
          </p:grpSpPr>
          <p:sp>
            <p:nvSpPr>
              <p:cNvPr id="15440" name="Rectangle 25">
                <a:extLst>
                  <a:ext uri="{FF2B5EF4-FFF2-40B4-BE49-F238E27FC236}">
                    <a16:creationId xmlns:a16="http://schemas.microsoft.com/office/drawing/2014/main" id="{D3A58CDD-2EA1-41C3-902D-BA0B5D3399CD}"/>
                  </a:ext>
                </a:extLst>
              </p:cNvPr>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2400">
                  <a:latin typeface="Times New Roman" panose="02020603050405020304" pitchFamily="18" charset="0"/>
                  <a:ea typeface="宋体" panose="02010600030101010101" pitchFamily="2" charset="-122"/>
                </a:endParaRPr>
              </a:p>
            </p:txBody>
          </p:sp>
          <p:sp>
            <p:nvSpPr>
              <p:cNvPr id="15441" name="Rectangle 26">
                <a:extLst>
                  <a:ext uri="{FF2B5EF4-FFF2-40B4-BE49-F238E27FC236}">
                    <a16:creationId xmlns:a16="http://schemas.microsoft.com/office/drawing/2014/main" id="{E2225814-15B5-410B-84A5-46F0DB347892}"/>
                  </a:ext>
                </a:extLst>
              </p:cNvPr>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H</a:t>
                </a:r>
              </a:p>
            </p:txBody>
          </p:sp>
          <p:sp>
            <p:nvSpPr>
              <p:cNvPr id="15442" name="Text Box 27">
                <a:extLst>
                  <a:ext uri="{FF2B5EF4-FFF2-40B4-BE49-F238E27FC236}">
                    <a16:creationId xmlns:a16="http://schemas.microsoft.com/office/drawing/2014/main" id="{8DAC2499-1A4F-4962-8EEC-2A5C89BFB2D6}"/>
                  </a:ext>
                </a:extLst>
              </p:cNvPr>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grpSp>
        <p:grpSp>
          <p:nvGrpSpPr>
            <p:cNvPr id="15419" name="Group 28">
              <a:extLst>
                <a:ext uri="{FF2B5EF4-FFF2-40B4-BE49-F238E27FC236}">
                  <a16:creationId xmlns:a16="http://schemas.microsoft.com/office/drawing/2014/main" id="{94044E1B-3732-42A1-AA98-BFCFC4388070}"/>
                </a:ext>
              </a:extLst>
            </p:cNvPr>
            <p:cNvGrpSpPr>
              <a:grpSpLocks/>
            </p:cNvGrpSpPr>
            <p:nvPr/>
          </p:nvGrpSpPr>
          <p:grpSpPr bwMode="auto">
            <a:xfrm>
              <a:off x="646" y="2834"/>
              <a:ext cx="307" cy="256"/>
              <a:chOff x="215" y="2368"/>
              <a:chExt cx="307" cy="256"/>
            </a:xfrm>
          </p:grpSpPr>
          <p:sp>
            <p:nvSpPr>
              <p:cNvPr id="15437" name="Rectangle 29">
                <a:extLst>
                  <a:ext uri="{FF2B5EF4-FFF2-40B4-BE49-F238E27FC236}">
                    <a16:creationId xmlns:a16="http://schemas.microsoft.com/office/drawing/2014/main" id="{D63EB58A-BA57-424A-B819-63F843408D22}"/>
                  </a:ext>
                </a:extLst>
              </p:cNvPr>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2400">
                  <a:latin typeface="Times New Roman" panose="02020603050405020304" pitchFamily="18" charset="0"/>
                  <a:ea typeface="宋体" panose="02010600030101010101" pitchFamily="2" charset="-122"/>
                </a:endParaRPr>
              </a:p>
            </p:txBody>
          </p:sp>
          <p:sp>
            <p:nvSpPr>
              <p:cNvPr id="15438" name="Rectangle 30">
                <a:extLst>
                  <a:ext uri="{FF2B5EF4-FFF2-40B4-BE49-F238E27FC236}">
                    <a16:creationId xmlns:a16="http://schemas.microsoft.com/office/drawing/2014/main" id="{91C0E0FE-E52E-459C-916A-731D236C2949}"/>
                  </a:ext>
                </a:extLst>
              </p:cNvPr>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H</a:t>
                </a:r>
              </a:p>
            </p:txBody>
          </p:sp>
          <p:sp>
            <p:nvSpPr>
              <p:cNvPr id="15439" name="Text Box 31">
                <a:extLst>
                  <a:ext uri="{FF2B5EF4-FFF2-40B4-BE49-F238E27FC236}">
                    <a16:creationId xmlns:a16="http://schemas.microsoft.com/office/drawing/2014/main" id="{B5506D71-8415-4B12-8F14-F410A0612971}"/>
                  </a:ext>
                </a:extLst>
              </p:cNvPr>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grpSp>
        <p:grpSp>
          <p:nvGrpSpPr>
            <p:cNvPr id="15420" name="Group 32">
              <a:extLst>
                <a:ext uri="{FF2B5EF4-FFF2-40B4-BE49-F238E27FC236}">
                  <a16:creationId xmlns:a16="http://schemas.microsoft.com/office/drawing/2014/main" id="{29A64A65-54C1-48E5-8686-A447D91D903F}"/>
                </a:ext>
              </a:extLst>
            </p:cNvPr>
            <p:cNvGrpSpPr>
              <a:grpSpLocks/>
            </p:cNvGrpSpPr>
            <p:nvPr/>
          </p:nvGrpSpPr>
          <p:grpSpPr bwMode="auto">
            <a:xfrm>
              <a:off x="440" y="2834"/>
              <a:ext cx="307" cy="256"/>
              <a:chOff x="215" y="2368"/>
              <a:chExt cx="307" cy="256"/>
            </a:xfrm>
          </p:grpSpPr>
          <p:sp>
            <p:nvSpPr>
              <p:cNvPr id="15434" name="Rectangle 33">
                <a:extLst>
                  <a:ext uri="{FF2B5EF4-FFF2-40B4-BE49-F238E27FC236}">
                    <a16:creationId xmlns:a16="http://schemas.microsoft.com/office/drawing/2014/main" id="{CF43926F-0F08-4D20-900D-2B6BCD0B4C57}"/>
                  </a:ext>
                </a:extLst>
              </p:cNvPr>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2400">
                  <a:latin typeface="Times New Roman" panose="02020603050405020304" pitchFamily="18" charset="0"/>
                  <a:ea typeface="宋体" panose="02010600030101010101" pitchFamily="2" charset="-122"/>
                </a:endParaRPr>
              </a:p>
            </p:txBody>
          </p:sp>
          <p:sp>
            <p:nvSpPr>
              <p:cNvPr id="15435" name="Rectangle 34">
                <a:extLst>
                  <a:ext uri="{FF2B5EF4-FFF2-40B4-BE49-F238E27FC236}">
                    <a16:creationId xmlns:a16="http://schemas.microsoft.com/office/drawing/2014/main" id="{2BA2B8A1-C251-4F64-8506-D364BF36CE7B}"/>
                  </a:ext>
                </a:extLst>
              </p:cNvPr>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H</a:t>
                </a:r>
              </a:p>
            </p:txBody>
          </p:sp>
          <p:sp>
            <p:nvSpPr>
              <p:cNvPr id="15436" name="Text Box 35">
                <a:extLst>
                  <a:ext uri="{FF2B5EF4-FFF2-40B4-BE49-F238E27FC236}">
                    <a16:creationId xmlns:a16="http://schemas.microsoft.com/office/drawing/2014/main" id="{59E9FD7A-AF8D-4DB3-9C2D-26E7A0303543}"/>
                  </a:ext>
                </a:extLst>
              </p:cNvPr>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n</a:t>
                </a:r>
                <a:endParaRPr lang="en-US" altLang="zh-CN" sz="2400">
                  <a:latin typeface="Times New Roman" panose="02020603050405020304" pitchFamily="18" charset="0"/>
                  <a:ea typeface="宋体" panose="02010600030101010101" pitchFamily="2" charset="-122"/>
                </a:endParaRPr>
              </a:p>
            </p:txBody>
          </p:sp>
        </p:grpSp>
        <p:grpSp>
          <p:nvGrpSpPr>
            <p:cNvPr id="15421" name="Group 36">
              <a:extLst>
                <a:ext uri="{FF2B5EF4-FFF2-40B4-BE49-F238E27FC236}">
                  <a16:creationId xmlns:a16="http://schemas.microsoft.com/office/drawing/2014/main" id="{E8CCB11C-B77E-4F98-99CD-C8305951F336}"/>
                </a:ext>
              </a:extLst>
            </p:cNvPr>
            <p:cNvGrpSpPr>
              <a:grpSpLocks/>
            </p:cNvGrpSpPr>
            <p:nvPr/>
          </p:nvGrpSpPr>
          <p:grpSpPr bwMode="auto">
            <a:xfrm>
              <a:off x="440" y="3073"/>
              <a:ext cx="513" cy="256"/>
              <a:chOff x="440" y="2834"/>
              <a:chExt cx="513" cy="256"/>
            </a:xfrm>
          </p:grpSpPr>
          <p:grpSp>
            <p:nvGrpSpPr>
              <p:cNvPr id="15426" name="Group 37">
                <a:extLst>
                  <a:ext uri="{FF2B5EF4-FFF2-40B4-BE49-F238E27FC236}">
                    <a16:creationId xmlns:a16="http://schemas.microsoft.com/office/drawing/2014/main" id="{500B3AE8-D4B8-49C6-B338-83959C76CD6A}"/>
                  </a:ext>
                </a:extLst>
              </p:cNvPr>
              <p:cNvGrpSpPr>
                <a:grpSpLocks/>
              </p:cNvGrpSpPr>
              <p:nvPr/>
            </p:nvGrpSpPr>
            <p:grpSpPr bwMode="auto">
              <a:xfrm>
                <a:off x="646" y="2834"/>
                <a:ext cx="307" cy="256"/>
                <a:chOff x="215" y="2368"/>
                <a:chExt cx="307" cy="256"/>
              </a:xfrm>
            </p:grpSpPr>
            <p:sp>
              <p:nvSpPr>
                <p:cNvPr id="15431" name="Rectangle 38">
                  <a:extLst>
                    <a:ext uri="{FF2B5EF4-FFF2-40B4-BE49-F238E27FC236}">
                      <a16:creationId xmlns:a16="http://schemas.microsoft.com/office/drawing/2014/main" id="{20CA5E08-C437-43B0-9EEB-B61A5244D25A}"/>
                    </a:ext>
                  </a:extLst>
                </p:cNvPr>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2400">
                    <a:latin typeface="Times New Roman" panose="02020603050405020304" pitchFamily="18" charset="0"/>
                    <a:ea typeface="宋体" panose="02010600030101010101" pitchFamily="2" charset="-122"/>
                  </a:endParaRPr>
                </a:p>
              </p:txBody>
            </p:sp>
            <p:sp>
              <p:nvSpPr>
                <p:cNvPr id="15432" name="Rectangle 39">
                  <a:extLst>
                    <a:ext uri="{FF2B5EF4-FFF2-40B4-BE49-F238E27FC236}">
                      <a16:creationId xmlns:a16="http://schemas.microsoft.com/office/drawing/2014/main" id="{832CC81F-4A4A-4BE7-967C-BBAA6C9FA830}"/>
                    </a:ext>
                  </a:extLst>
                </p:cNvPr>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H</a:t>
                  </a:r>
                </a:p>
              </p:txBody>
            </p:sp>
            <p:sp>
              <p:nvSpPr>
                <p:cNvPr id="15433" name="Text Box 40">
                  <a:extLst>
                    <a:ext uri="{FF2B5EF4-FFF2-40B4-BE49-F238E27FC236}">
                      <a16:creationId xmlns:a16="http://schemas.microsoft.com/office/drawing/2014/main" id="{DD46D120-7A9E-4B10-8B9C-4AD91AFDD47F}"/>
                    </a:ext>
                  </a:extLst>
                </p:cNvPr>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grpSp>
          <p:grpSp>
            <p:nvGrpSpPr>
              <p:cNvPr id="15427" name="Group 41">
                <a:extLst>
                  <a:ext uri="{FF2B5EF4-FFF2-40B4-BE49-F238E27FC236}">
                    <a16:creationId xmlns:a16="http://schemas.microsoft.com/office/drawing/2014/main" id="{C14B1AA3-31CC-4D8C-884F-9BAFC6845562}"/>
                  </a:ext>
                </a:extLst>
              </p:cNvPr>
              <p:cNvGrpSpPr>
                <a:grpSpLocks/>
              </p:cNvGrpSpPr>
              <p:nvPr/>
            </p:nvGrpSpPr>
            <p:grpSpPr bwMode="auto">
              <a:xfrm>
                <a:off x="440" y="2834"/>
                <a:ext cx="307" cy="256"/>
                <a:chOff x="215" y="2368"/>
                <a:chExt cx="307" cy="256"/>
              </a:xfrm>
            </p:grpSpPr>
            <p:sp>
              <p:nvSpPr>
                <p:cNvPr id="15428" name="Rectangle 42">
                  <a:extLst>
                    <a:ext uri="{FF2B5EF4-FFF2-40B4-BE49-F238E27FC236}">
                      <a16:creationId xmlns:a16="http://schemas.microsoft.com/office/drawing/2014/main" id="{1487889C-0AFF-4695-A006-4B69C776A898}"/>
                    </a:ext>
                  </a:extLst>
                </p:cNvPr>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2400">
                    <a:latin typeface="Times New Roman" panose="02020603050405020304" pitchFamily="18" charset="0"/>
                    <a:ea typeface="宋体" panose="02010600030101010101" pitchFamily="2" charset="-122"/>
                  </a:endParaRPr>
                </a:p>
              </p:txBody>
            </p:sp>
            <p:sp>
              <p:nvSpPr>
                <p:cNvPr id="15429" name="Rectangle 43">
                  <a:extLst>
                    <a:ext uri="{FF2B5EF4-FFF2-40B4-BE49-F238E27FC236}">
                      <a16:creationId xmlns:a16="http://schemas.microsoft.com/office/drawing/2014/main" id="{C03A97F4-1A70-4F2A-8E05-430F97998954}"/>
                    </a:ext>
                  </a:extLst>
                </p:cNvPr>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H</a:t>
                  </a:r>
                </a:p>
              </p:txBody>
            </p:sp>
            <p:sp>
              <p:nvSpPr>
                <p:cNvPr id="15430" name="Text Box 44">
                  <a:extLst>
                    <a:ext uri="{FF2B5EF4-FFF2-40B4-BE49-F238E27FC236}">
                      <a16:creationId xmlns:a16="http://schemas.microsoft.com/office/drawing/2014/main" id="{11FF43E6-F676-4C88-8A47-2095C83C0DBF}"/>
                    </a:ext>
                  </a:extLst>
                </p:cNvPr>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n</a:t>
                  </a:r>
                  <a:endParaRPr lang="en-US" altLang="zh-CN" sz="2400">
                    <a:latin typeface="Times New Roman" panose="02020603050405020304" pitchFamily="18" charset="0"/>
                    <a:ea typeface="宋体" panose="02010600030101010101" pitchFamily="2" charset="-122"/>
                  </a:endParaRPr>
                </a:p>
              </p:txBody>
            </p:sp>
          </p:grpSp>
        </p:grpSp>
        <p:grpSp>
          <p:nvGrpSpPr>
            <p:cNvPr id="15422" name="Group 45">
              <a:extLst>
                <a:ext uri="{FF2B5EF4-FFF2-40B4-BE49-F238E27FC236}">
                  <a16:creationId xmlns:a16="http://schemas.microsoft.com/office/drawing/2014/main" id="{B3192E0F-7756-45F6-8D42-DA5EE3601BA2}"/>
                </a:ext>
              </a:extLst>
            </p:cNvPr>
            <p:cNvGrpSpPr>
              <a:grpSpLocks/>
            </p:cNvGrpSpPr>
            <p:nvPr/>
          </p:nvGrpSpPr>
          <p:grpSpPr bwMode="auto">
            <a:xfrm>
              <a:off x="230" y="3074"/>
              <a:ext cx="307" cy="256"/>
              <a:chOff x="215" y="2368"/>
              <a:chExt cx="307" cy="256"/>
            </a:xfrm>
          </p:grpSpPr>
          <p:sp>
            <p:nvSpPr>
              <p:cNvPr id="15423" name="Rectangle 46">
                <a:extLst>
                  <a:ext uri="{FF2B5EF4-FFF2-40B4-BE49-F238E27FC236}">
                    <a16:creationId xmlns:a16="http://schemas.microsoft.com/office/drawing/2014/main" id="{65F127CC-7679-4FE5-BCBF-A576EFAFC2FD}"/>
                  </a:ext>
                </a:extLst>
              </p:cNvPr>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2400">
                  <a:latin typeface="Times New Roman" panose="02020603050405020304" pitchFamily="18" charset="0"/>
                  <a:ea typeface="宋体" panose="02010600030101010101" pitchFamily="2" charset="-122"/>
                </a:endParaRPr>
              </a:p>
            </p:txBody>
          </p:sp>
          <p:sp>
            <p:nvSpPr>
              <p:cNvPr id="15424" name="Rectangle 47">
                <a:extLst>
                  <a:ext uri="{FF2B5EF4-FFF2-40B4-BE49-F238E27FC236}">
                    <a16:creationId xmlns:a16="http://schemas.microsoft.com/office/drawing/2014/main" id="{D407B0BB-4969-4B7F-9B86-15360078E922}"/>
                  </a:ext>
                </a:extLst>
              </p:cNvPr>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H</a:t>
                </a:r>
              </a:p>
            </p:txBody>
          </p:sp>
          <p:sp>
            <p:nvSpPr>
              <p:cNvPr id="15425" name="Text Box 48">
                <a:extLst>
                  <a:ext uri="{FF2B5EF4-FFF2-40B4-BE49-F238E27FC236}">
                    <a16:creationId xmlns:a16="http://schemas.microsoft.com/office/drawing/2014/main" id="{C21AEA75-00D3-48AE-A619-E6792FA794DA}"/>
                  </a:ext>
                </a:extLst>
              </p:cNvPr>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l</a:t>
                </a:r>
                <a:endParaRPr lang="en-US" altLang="zh-CN" sz="2400">
                  <a:latin typeface="Times New Roman" panose="02020603050405020304" pitchFamily="18" charset="0"/>
                  <a:ea typeface="宋体" panose="02010600030101010101" pitchFamily="2" charset="-122"/>
                </a:endParaRPr>
              </a:p>
            </p:txBody>
          </p:sp>
        </p:grpSp>
      </p:grpSp>
      <p:sp>
        <p:nvSpPr>
          <p:cNvPr id="15372" name="Rectangle 49">
            <a:extLst>
              <a:ext uri="{FF2B5EF4-FFF2-40B4-BE49-F238E27FC236}">
                <a16:creationId xmlns:a16="http://schemas.microsoft.com/office/drawing/2014/main" id="{64D47736-F982-43B0-9052-270C3ABCC192}"/>
              </a:ext>
            </a:extLst>
          </p:cNvPr>
          <p:cNvSpPr>
            <a:spLocks noChangeArrowheads="1"/>
          </p:cNvSpPr>
          <p:nvPr/>
        </p:nvSpPr>
        <p:spPr bwMode="auto">
          <a:xfrm>
            <a:off x="8247063" y="5022850"/>
            <a:ext cx="600075" cy="314325"/>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M</a:t>
            </a:r>
            <a:endParaRPr lang="en-US" altLang="zh-CN" sz="2400">
              <a:latin typeface="Times New Roman" panose="02020603050405020304" pitchFamily="18" charset="0"/>
              <a:ea typeface="宋体" panose="02010600030101010101" pitchFamily="2" charset="-122"/>
            </a:endParaRPr>
          </a:p>
        </p:txBody>
      </p:sp>
      <p:grpSp>
        <p:nvGrpSpPr>
          <p:cNvPr id="15373" name="Group 50">
            <a:extLst>
              <a:ext uri="{FF2B5EF4-FFF2-40B4-BE49-F238E27FC236}">
                <a16:creationId xmlns:a16="http://schemas.microsoft.com/office/drawing/2014/main" id="{208E281E-54C9-436C-A721-0448E72445AF}"/>
              </a:ext>
            </a:extLst>
          </p:cNvPr>
          <p:cNvGrpSpPr>
            <a:grpSpLocks/>
          </p:cNvGrpSpPr>
          <p:nvPr/>
        </p:nvGrpSpPr>
        <p:grpSpPr bwMode="auto">
          <a:xfrm>
            <a:off x="7512050" y="4992688"/>
            <a:ext cx="814388" cy="406400"/>
            <a:chOff x="440" y="2834"/>
            <a:chExt cx="513" cy="256"/>
          </a:xfrm>
        </p:grpSpPr>
        <p:grpSp>
          <p:nvGrpSpPr>
            <p:cNvPr id="15406" name="Group 51">
              <a:extLst>
                <a:ext uri="{FF2B5EF4-FFF2-40B4-BE49-F238E27FC236}">
                  <a16:creationId xmlns:a16="http://schemas.microsoft.com/office/drawing/2014/main" id="{7C2B7A14-22FB-4016-BD4C-FF3F9259A7B0}"/>
                </a:ext>
              </a:extLst>
            </p:cNvPr>
            <p:cNvGrpSpPr>
              <a:grpSpLocks/>
            </p:cNvGrpSpPr>
            <p:nvPr/>
          </p:nvGrpSpPr>
          <p:grpSpPr bwMode="auto">
            <a:xfrm>
              <a:off x="646" y="2834"/>
              <a:ext cx="307" cy="256"/>
              <a:chOff x="215" y="2368"/>
              <a:chExt cx="307" cy="256"/>
            </a:xfrm>
          </p:grpSpPr>
          <p:sp>
            <p:nvSpPr>
              <p:cNvPr id="15411" name="Rectangle 52">
                <a:extLst>
                  <a:ext uri="{FF2B5EF4-FFF2-40B4-BE49-F238E27FC236}">
                    <a16:creationId xmlns:a16="http://schemas.microsoft.com/office/drawing/2014/main" id="{9E8B3351-4B94-44D0-82F7-912AD166BB4F}"/>
                  </a:ext>
                </a:extLst>
              </p:cNvPr>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2400">
                  <a:latin typeface="Times New Roman" panose="02020603050405020304" pitchFamily="18" charset="0"/>
                  <a:ea typeface="宋体" panose="02010600030101010101" pitchFamily="2" charset="-122"/>
                </a:endParaRPr>
              </a:p>
            </p:txBody>
          </p:sp>
          <p:sp>
            <p:nvSpPr>
              <p:cNvPr id="15412" name="Rectangle 53">
                <a:extLst>
                  <a:ext uri="{FF2B5EF4-FFF2-40B4-BE49-F238E27FC236}">
                    <a16:creationId xmlns:a16="http://schemas.microsoft.com/office/drawing/2014/main" id="{03B0DCAA-7C29-4908-828E-B647B92461D2}"/>
                  </a:ext>
                </a:extLst>
              </p:cNvPr>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H</a:t>
                </a:r>
              </a:p>
            </p:txBody>
          </p:sp>
          <p:sp>
            <p:nvSpPr>
              <p:cNvPr id="15413" name="Text Box 54">
                <a:extLst>
                  <a:ext uri="{FF2B5EF4-FFF2-40B4-BE49-F238E27FC236}">
                    <a16:creationId xmlns:a16="http://schemas.microsoft.com/office/drawing/2014/main" id="{A03BA838-561F-4D92-B240-9FA576BEB74C}"/>
                  </a:ext>
                </a:extLst>
              </p:cNvPr>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grpSp>
        <p:grpSp>
          <p:nvGrpSpPr>
            <p:cNvPr id="15407" name="Group 55">
              <a:extLst>
                <a:ext uri="{FF2B5EF4-FFF2-40B4-BE49-F238E27FC236}">
                  <a16:creationId xmlns:a16="http://schemas.microsoft.com/office/drawing/2014/main" id="{21130B2C-5F48-48B0-BBAF-75FE350ABF9A}"/>
                </a:ext>
              </a:extLst>
            </p:cNvPr>
            <p:cNvGrpSpPr>
              <a:grpSpLocks/>
            </p:cNvGrpSpPr>
            <p:nvPr/>
          </p:nvGrpSpPr>
          <p:grpSpPr bwMode="auto">
            <a:xfrm>
              <a:off x="440" y="2834"/>
              <a:ext cx="307" cy="256"/>
              <a:chOff x="215" y="2368"/>
              <a:chExt cx="307" cy="256"/>
            </a:xfrm>
          </p:grpSpPr>
          <p:sp>
            <p:nvSpPr>
              <p:cNvPr id="15408" name="Rectangle 56">
                <a:extLst>
                  <a:ext uri="{FF2B5EF4-FFF2-40B4-BE49-F238E27FC236}">
                    <a16:creationId xmlns:a16="http://schemas.microsoft.com/office/drawing/2014/main" id="{C93DB2CE-C2D2-4838-9991-55E99736B534}"/>
                  </a:ext>
                </a:extLst>
              </p:cNvPr>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2400">
                  <a:latin typeface="Times New Roman" panose="02020603050405020304" pitchFamily="18" charset="0"/>
                  <a:ea typeface="宋体" panose="02010600030101010101" pitchFamily="2" charset="-122"/>
                </a:endParaRPr>
              </a:p>
            </p:txBody>
          </p:sp>
          <p:sp>
            <p:nvSpPr>
              <p:cNvPr id="15409" name="Rectangle 57">
                <a:extLst>
                  <a:ext uri="{FF2B5EF4-FFF2-40B4-BE49-F238E27FC236}">
                    <a16:creationId xmlns:a16="http://schemas.microsoft.com/office/drawing/2014/main" id="{CE1BFF75-B640-4F2E-8CB4-1F61DDA81AA8}"/>
                  </a:ext>
                </a:extLst>
              </p:cNvPr>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H</a:t>
                </a:r>
              </a:p>
            </p:txBody>
          </p:sp>
          <p:sp>
            <p:nvSpPr>
              <p:cNvPr id="15410" name="Text Box 58">
                <a:extLst>
                  <a:ext uri="{FF2B5EF4-FFF2-40B4-BE49-F238E27FC236}">
                    <a16:creationId xmlns:a16="http://schemas.microsoft.com/office/drawing/2014/main" id="{3FBCBBD5-8E18-4102-A16B-AF36D390D29B}"/>
                  </a:ext>
                </a:extLst>
              </p:cNvPr>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n</a:t>
                </a:r>
                <a:endParaRPr lang="en-US" altLang="zh-CN" sz="2400">
                  <a:latin typeface="Times New Roman" panose="02020603050405020304" pitchFamily="18" charset="0"/>
                  <a:ea typeface="宋体" panose="02010600030101010101" pitchFamily="2" charset="-122"/>
                </a:endParaRPr>
              </a:p>
            </p:txBody>
          </p:sp>
        </p:grpSp>
      </p:grpSp>
      <p:grpSp>
        <p:nvGrpSpPr>
          <p:cNvPr id="15374" name="Group 59">
            <a:extLst>
              <a:ext uri="{FF2B5EF4-FFF2-40B4-BE49-F238E27FC236}">
                <a16:creationId xmlns:a16="http://schemas.microsoft.com/office/drawing/2014/main" id="{BE1FBED9-83AC-4271-B04C-4651B1639A19}"/>
              </a:ext>
            </a:extLst>
          </p:cNvPr>
          <p:cNvGrpSpPr>
            <a:grpSpLocks/>
          </p:cNvGrpSpPr>
          <p:nvPr/>
        </p:nvGrpSpPr>
        <p:grpSpPr bwMode="auto">
          <a:xfrm>
            <a:off x="7178675" y="4994275"/>
            <a:ext cx="487363" cy="406400"/>
            <a:chOff x="215" y="2368"/>
            <a:chExt cx="307" cy="256"/>
          </a:xfrm>
        </p:grpSpPr>
        <p:sp>
          <p:nvSpPr>
            <p:cNvPr id="15403" name="Rectangle 60">
              <a:extLst>
                <a:ext uri="{FF2B5EF4-FFF2-40B4-BE49-F238E27FC236}">
                  <a16:creationId xmlns:a16="http://schemas.microsoft.com/office/drawing/2014/main" id="{7CB402F7-F5D1-4407-B6BB-ECC7B35E36E4}"/>
                </a:ext>
              </a:extLst>
            </p:cNvPr>
            <p:cNvSpPr>
              <a:spLocks noChangeArrowheads="1"/>
            </p:cNvSpPr>
            <p:nvPr/>
          </p:nvSpPr>
          <p:spPr bwMode="auto">
            <a:xfrm>
              <a:off x="263" y="2386"/>
              <a:ext cx="208" cy="198"/>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2400">
                <a:latin typeface="Times New Roman" panose="02020603050405020304" pitchFamily="18" charset="0"/>
                <a:ea typeface="宋体" panose="02010600030101010101" pitchFamily="2" charset="-122"/>
              </a:endParaRPr>
            </a:p>
          </p:txBody>
        </p:sp>
        <p:sp>
          <p:nvSpPr>
            <p:cNvPr id="15404" name="Rectangle 61">
              <a:extLst>
                <a:ext uri="{FF2B5EF4-FFF2-40B4-BE49-F238E27FC236}">
                  <a16:creationId xmlns:a16="http://schemas.microsoft.com/office/drawing/2014/main" id="{1EAD7B4E-3E37-4E86-8979-DA7767D0F38C}"/>
                </a:ext>
              </a:extLst>
            </p:cNvPr>
            <p:cNvSpPr>
              <a:spLocks noChangeArrowheads="1"/>
            </p:cNvSpPr>
            <p:nvPr/>
          </p:nvSpPr>
          <p:spPr bwMode="auto">
            <a:xfrm>
              <a:off x="215" y="2368"/>
              <a:ext cx="19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H</a:t>
              </a:r>
            </a:p>
          </p:txBody>
        </p:sp>
        <p:sp>
          <p:nvSpPr>
            <p:cNvPr id="15405" name="Text Box 62">
              <a:extLst>
                <a:ext uri="{FF2B5EF4-FFF2-40B4-BE49-F238E27FC236}">
                  <a16:creationId xmlns:a16="http://schemas.microsoft.com/office/drawing/2014/main" id="{9CB6BD7C-B3D9-4104-AEAF-33F35559FC61}"/>
                </a:ext>
              </a:extLst>
            </p:cNvPr>
            <p:cNvSpPr txBox="1">
              <a:spLocks noChangeArrowheads="1"/>
            </p:cNvSpPr>
            <p:nvPr/>
          </p:nvSpPr>
          <p:spPr bwMode="auto">
            <a:xfrm>
              <a:off x="335" y="241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l</a:t>
              </a:r>
              <a:endParaRPr lang="en-US" altLang="zh-CN" sz="2400">
                <a:latin typeface="Times New Roman" panose="02020603050405020304" pitchFamily="18" charset="0"/>
                <a:ea typeface="宋体" panose="02010600030101010101" pitchFamily="2" charset="-122"/>
              </a:endParaRPr>
            </a:p>
          </p:txBody>
        </p:sp>
      </p:grpSp>
      <p:sp>
        <p:nvSpPr>
          <p:cNvPr id="15375" name="Text Box 63">
            <a:extLst>
              <a:ext uri="{FF2B5EF4-FFF2-40B4-BE49-F238E27FC236}">
                <a16:creationId xmlns:a16="http://schemas.microsoft.com/office/drawing/2014/main" id="{E1664507-2203-4B6D-9B61-67FD900F9AB4}"/>
              </a:ext>
            </a:extLst>
          </p:cNvPr>
          <p:cNvSpPr txBox="1">
            <a:spLocks noChangeArrowheads="1"/>
          </p:cNvSpPr>
          <p:nvPr/>
        </p:nvSpPr>
        <p:spPr bwMode="auto">
          <a:xfrm>
            <a:off x="7612063" y="5416550"/>
            <a:ext cx="901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solidFill>
                  <a:srgbClr val="FF0000"/>
                </a:solidFill>
                <a:ea typeface="宋体" panose="02010600030101010101" pitchFamily="2" charset="-122"/>
              </a:rPr>
              <a:t>frame</a:t>
            </a:r>
            <a:endParaRPr lang="en-US" altLang="zh-CN" sz="2400">
              <a:solidFill>
                <a:schemeClr val="accent2"/>
              </a:solidFill>
              <a:ea typeface="宋体" panose="02010600030101010101" pitchFamily="2" charset="-122"/>
            </a:endParaRPr>
          </a:p>
        </p:txBody>
      </p:sp>
      <p:sp>
        <p:nvSpPr>
          <p:cNvPr id="15376" name="Line 64">
            <a:extLst>
              <a:ext uri="{FF2B5EF4-FFF2-40B4-BE49-F238E27FC236}">
                <a16:creationId xmlns:a16="http://schemas.microsoft.com/office/drawing/2014/main" id="{D166871D-A8D2-462B-897D-4D8EA101477B}"/>
              </a:ext>
            </a:extLst>
          </p:cNvPr>
          <p:cNvSpPr>
            <a:spLocks noChangeShapeType="1"/>
          </p:cNvSpPr>
          <p:nvPr/>
        </p:nvSpPr>
        <p:spPr bwMode="auto">
          <a:xfrm>
            <a:off x="3719513" y="5564188"/>
            <a:ext cx="165417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5377" name="Object 65">
            <a:extLst>
              <a:ext uri="{FF2B5EF4-FFF2-40B4-BE49-F238E27FC236}">
                <a16:creationId xmlns:a16="http://schemas.microsoft.com/office/drawing/2014/main" id="{F8F1644B-D942-474D-90C1-78E196A0DDDC}"/>
              </a:ext>
            </a:extLst>
          </p:cNvPr>
          <p:cNvGraphicFramePr>
            <a:graphicFrameLocks noChangeAspect="1"/>
          </p:cNvGraphicFramePr>
          <p:nvPr/>
        </p:nvGraphicFramePr>
        <p:xfrm>
          <a:off x="3467100" y="3117850"/>
          <a:ext cx="460375" cy="382588"/>
        </p:xfrm>
        <a:graphic>
          <a:graphicData uri="http://schemas.openxmlformats.org/presentationml/2006/ole">
            <mc:AlternateContent xmlns:mc="http://schemas.openxmlformats.org/markup-compatibility/2006">
              <mc:Choice xmlns:v="urn:schemas-microsoft-com:vml" Requires="v">
                <p:oleObj spid="_x0000_s15457" name="Clip" r:id="rId3" imgW="1307263" imgH="1084139" progId="MS_ClipArt_Gallery.2">
                  <p:embed/>
                </p:oleObj>
              </mc:Choice>
              <mc:Fallback>
                <p:oleObj name="Clip" r:id="rId3" imgW="1307263" imgH="1084139" progId="MS_ClipArt_Gallery.2">
                  <p:embed/>
                  <p:pic>
                    <p:nvPicPr>
                      <p:cNvPr id="0" name="Object 6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7100" y="3117850"/>
                        <a:ext cx="460375" cy="382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5378" name="Group 66">
            <a:extLst>
              <a:ext uri="{FF2B5EF4-FFF2-40B4-BE49-F238E27FC236}">
                <a16:creationId xmlns:a16="http://schemas.microsoft.com/office/drawing/2014/main" id="{3551C0F3-2F8D-44B0-93A4-A52380C386BB}"/>
              </a:ext>
            </a:extLst>
          </p:cNvPr>
          <p:cNvGrpSpPr>
            <a:grpSpLocks/>
          </p:cNvGrpSpPr>
          <p:nvPr/>
        </p:nvGrpSpPr>
        <p:grpSpPr bwMode="auto">
          <a:xfrm>
            <a:off x="5372100" y="3214688"/>
            <a:ext cx="554038" cy="279400"/>
            <a:chOff x="3600" y="219"/>
            <a:chExt cx="360" cy="175"/>
          </a:xfrm>
        </p:grpSpPr>
        <p:sp>
          <p:nvSpPr>
            <p:cNvPr id="15390" name="Oval 67">
              <a:extLst>
                <a:ext uri="{FF2B5EF4-FFF2-40B4-BE49-F238E27FC236}">
                  <a16:creationId xmlns:a16="http://schemas.microsoft.com/office/drawing/2014/main" id="{C0064B19-464C-48B5-A3A3-98D3697B0DCB}"/>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5391" name="Line 68">
              <a:extLst>
                <a:ext uri="{FF2B5EF4-FFF2-40B4-BE49-F238E27FC236}">
                  <a16:creationId xmlns:a16="http://schemas.microsoft.com/office/drawing/2014/main" id="{6E198B33-A9D0-479F-AB5B-F6AF16D6C3A4}"/>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92" name="Line 69">
              <a:extLst>
                <a:ext uri="{FF2B5EF4-FFF2-40B4-BE49-F238E27FC236}">
                  <a16:creationId xmlns:a16="http://schemas.microsoft.com/office/drawing/2014/main" id="{F0F917A9-9931-4066-96AB-A2AA84DFB8F2}"/>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93" name="Rectangle 70">
              <a:extLst>
                <a:ext uri="{FF2B5EF4-FFF2-40B4-BE49-F238E27FC236}">
                  <a16:creationId xmlns:a16="http://schemas.microsoft.com/office/drawing/2014/main" id="{5FDF428C-3B6C-485E-A1AF-59888D39DD63}"/>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2400">
                <a:latin typeface="Times New Roman" panose="02020603050405020304" pitchFamily="18" charset="0"/>
                <a:ea typeface="宋体" panose="02010600030101010101" pitchFamily="2" charset="-122"/>
              </a:endParaRPr>
            </a:p>
          </p:txBody>
        </p:sp>
        <p:sp>
          <p:nvSpPr>
            <p:cNvPr id="15394" name="Oval 71">
              <a:extLst>
                <a:ext uri="{FF2B5EF4-FFF2-40B4-BE49-F238E27FC236}">
                  <a16:creationId xmlns:a16="http://schemas.microsoft.com/office/drawing/2014/main" id="{2BE259B9-4679-4BE1-AB59-85F3ADEF89BD}"/>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grpSp>
          <p:nvGrpSpPr>
            <p:cNvPr id="15395" name="Group 72">
              <a:extLst>
                <a:ext uri="{FF2B5EF4-FFF2-40B4-BE49-F238E27FC236}">
                  <a16:creationId xmlns:a16="http://schemas.microsoft.com/office/drawing/2014/main" id="{DE1088F5-BC76-407E-B780-3AFA2A9BEDC1}"/>
                </a:ext>
              </a:extLst>
            </p:cNvPr>
            <p:cNvGrpSpPr>
              <a:grpSpLocks/>
            </p:cNvGrpSpPr>
            <p:nvPr/>
          </p:nvGrpSpPr>
          <p:grpSpPr bwMode="auto">
            <a:xfrm>
              <a:off x="3686" y="244"/>
              <a:ext cx="177" cy="66"/>
              <a:chOff x="2848" y="848"/>
              <a:chExt cx="140" cy="98"/>
            </a:xfrm>
          </p:grpSpPr>
          <p:sp>
            <p:nvSpPr>
              <p:cNvPr id="15400" name="Line 73">
                <a:extLst>
                  <a:ext uri="{FF2B5EF4-FFF2-40B4-BE49-F238E27FC236}">
                    <a16:creationId xmlns:a16="http://schemas.microsoft.com/office/drawing/2014/main" id="{F29B56DA-D31B-405D-A60C-7E12F6CBC19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1" name="Line 74">
                <a:extLst>
                  <a:ext uri="{FF2B5EF4-FFF2-40B4-BE49-F238E27FC236}">
                    <a16:creationId xmlns:a16="http://schemas.microsoft.com/office/drawing/2014/main" id="{BCA12968-A6D8-4AE3-BF6A-11B30B1E350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02" name="Line 75">
                <a:extLst>
                  <a:ext uri="{FF2B5EF4-FFF2-40B4-BE49-F238E27FC236}">
                    <a16:creationId xmlns:a16="http://schemas.microsoft.com/office/drawing/2014/main" id="{77B78536-BF3F-4E66-83DB-20B20A12ADBE}"/>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396" name="Group 76">
              <a:extLst>
                <a:ext uri="{FF2B5EF4-FFF2-40B4-BE49-F238E27FC236}">
                  <a16:creationId xmlns:a16="http://schemas.microsoft.com/office/drawing/2014/main" id="{BC61EC59-EFCF-460E-BD6F-8DD6DD6F18A4}"/>
                </a:ext>
              </a:extLst>
            </p:cNvPr>
            <p:cNvGrpSpPr>
              <a:grpSpLocks/>
            </p:cNvGrpSpPr>
            <p:nvPr/>
          </p:nvGrpSpPr>
          <p:grpSpPr bwMode="auto">
            <a:xfrm flipV="1">
              <a:off x="3686" y="243"/>
              <a:ext cx="177" cy="66"/>
              <a:chOff x="2848" y="848"/>
              <a:chExt cx="140" cy="98"/>
            </a:xfrm>
          </p:grpSpPr>
          <p:sp>
            <p:nvSpPr>
              <p:cNvPr id="15397" name="Line 77">
                <a:extLst>
                  <a:ext uri="{FF2B5EF4-FFF2-40B4-BE49-F238E27FC236}">
                    <a16:creationId xmlns:a16="http://schemas.microsoft.com/office/drawing/2014/main" id="{08F8B56B-8A23-418E-9C8B-F8A5A44F671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98" name="Line 78">
                <a:extLst>
                  <a:ext uri="{FF2B5EF4-FFF2-40B4-BE49-F238E27FC236}">
                    <a16:creationId xmlns:a16="http://schemas.microsoft.com/office/drawing/2014/main" id="{F6D004CF-8114-4CCE-9FA6-4187E64CB5C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99" name="Line 79">
                <a:extLst>
                  <a:ext uri="{FF2B5EF4-FFF2-40B4-BE49-F238E27FC236}">
                    <a16:creationId xmlns:a16="http://schemas.microsoft.com/office/drawing/2014/main" id="{67D9D8D1-2860-44DE-8E2A-F865E972AA34}"/>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15379" name="Line 80">
            <a:extLst>
              <a:ext uri="{FF2B5EF4-FFF2-40B4-BE49-F238E27FC236}">
                <a16:creationId xmlns:a16="http://schemas.microsoft.com/office/drawing/2014/main" id="{0302951C-4A14-4E51-ABE7-7611D808DB40}"/>
              </a:ext>
            </a:extLst>
          </p:cNvPr>
          <p:cNvSpPr>
            <a:spLocks noChangeShapeType="1"/>
          </p:cNvSpPr>
          <p:nvPr/>
        </p:nvSpPr>
        <p:spPr bwMode="auto">
          <a:xfrm>
            <a:off x="3870325" y="3368675"/>
            <a:ext cx="1501775" cy="7938"/>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80" name="Rectangle 81">
            <a:extLst>
              <a:ext uri="{FF2B5EF4-FFF2-40B4-BE49-F238E27FC236}">
                <a16:creationId xmlns:a16="http://schemas.microsoft.com/office/drawing/2014/main" id="{BFD8B924-8C34-4ADA-A219-389E64E97F0B}"/>
              </a:ext>
            </a:extLst>
          </p:cNvPr>
          <p:cNvSpPr>
            <a:spLocks noChangeArrowheads="1"/>
          </p:cNvSpPr>
          <p:nvPr/>
        </p:nvSpPr>
        <p:spPr bwMode="auto">
          <a:xfrm>
            <a:off x="3627438" y="5008563"/>
            <a:ext cx="407987" cy="74295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5381" name="Rectangle 82">
            <a:extLst>
              <a:ext uri="{FF2B5EF4-FFF2-40B4-BE49-F238E27FC236}">
                <a16:creationId xmlns:a16="http://schemas.microsoft.com/office/drawing/2014/main" id="{26DC7E61-EC05-4476-85F8-6B35DAF0E05F}"/>
              </a:ext>
            </a:extLst>
          </p:cNvPr>
          <p:cNvSpPr>
            <a:spLocks noChangeArrowheads="1"/>
          </p:cNvSpPr>
          <p:nvPr/>
        </p:nvSpPr>
        <p:spPr bwMode="auto">
          <a:xfrm>
            <a:off x="3590925" y="5033963"/>
            <a:ext cx="407988" cy="742950"/>
          </a:xfrm>
          <a:prstGeom prst="rect">
            <a:avLst/>
          </a:prstGeom>
          <a:solidFill>
            <a:srgbClr val="FFFFFF"/>
          </a:solidFill>
          <a:ln w="9525">
            <a:solidFill>
              <a:srgbClr val="FF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5382" name="Rectangle 83">
            <a:extLst>
              <a:ext uri="{FF2B5EF4-FFF2-40B4-BE49-F238E27FC236}">
                <a16:creationId xmlns:a16="http://schemas.microsoft.com/office/drawing/2014/main" id="{3F3E40B2-601B-46BD-A953-7CA5ACDD2A0F}"/>
              </a:ext>
            </a:extLst>
          </p:cNvPr>
          <p:cNvSpPr>
            <a:spLocks noChangeArrowheads="1"/>
          </p:cNvSpPr>
          <p:nvPr/>
        </p:nvSpPr>
        <p:spPr bwMode="auto">
          <a:xfrm>
            <a:off x="5110163" y="5002213"/>
            <a:ext cx="407987" cy="74295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5383" name="Rectangle 84">
            <a:extLst>
              <a:ext uri="{FF2B5EF4-FFF2-40B4-BE49-F238E27FC236}">
                <a16:creationId xmlns:a16="http://schemas.microsoft.com/office/drawing/2014/main" id="{F6E2F569-88D6-487A-AD45-62B7DD3DD38F}"/>
              </a:ext>
            </a:extLst>
          </p:cNvPr>
          <p:cNvSpPr>
            <a:spLocks noChangeArrowheads="1"/>
          </p:cNvSpPr>
          <p:nvPr/>
        </p:nvSpPr>
        <p:spPr bwMode="auto">
          <a:xfrm>
            <a:off x="5126038" y="5038725"/>
            <a:ext cx="407987" cy="742950"/>
          </a:xfrm>
          <a:prstGeom prst="rect">
            <a:avLst/>
          </a:prstGeom>
          <a:solidFill>
            <a:srgbClr val="FFFFFF"/>
          </a:solidFill>
          <a:ln w="9525">
            <a:solidFill>
              <a:srgbClr val="FF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5384" name="Text Box 85">
            <a:extLst>
              <a:ext uri="{FF2B5EF4-FFF2-40B4-BE49-F238E27FC236}">
                <a16:creationId xmlns:a16="http://schemas.microsoft.com/office/drawing/2014/main" id="{0214EB29-6918-428E-A4EA-D683EF59CC0F}"/>
              </a:ext>
            </a:extLst>
          </p:cNvPr>
          <p:cNvSpPr txBox="1">
            <a:spLocks noChangeArrowheads="1"/>
          </p:cNvSpPr>
          <p:nvPr/>
        </p:nvSpPr>
        <p:spPr bwMode="auto">
          <a:xfrm>
            <a:off x="4090988" y="5564188"/>
            <a:ext cx="1054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phys. link</a:t>
            </a:r>
            <a:endParaRPr lang="en-US" altLang="zh-CN" sz="2400">
              <a:solidFill>
                <a:schemeClr val="accent2"/>
              </a:solidFill>
              <a:ea typeface="宋体" panose="02010600030101010101" pitchFamily="2" charset="-122"/>
            </a:endParaRPr>
          </a:p>
        </p:txBody>
      </p:sp>
      <p:sp>
        <p:nvSpPr>
          <p:cNvPr id="15385" name="Line 86">
            <a:extLst>
              <a:ext uri="{FF2B5EF4-FFF2-40B4-BE49-F238E27FC236}">
                <a16:creationId xmlns:a16="http://schemas.microsoft.com/office/drawing/2014/main" id="{B4CAF3BA-0103-478A-9F5A-4B8866563CEE}"/>
              </a:ext>
            </a:extLst>
          </p:cNvPr>
          <p:cNvSpPr>
            <a:spLocks noChangeShapeType="1"/>
          </p:cNvSpPr>
          <p:nvPr/>
        </p:nvSpPr>
        <p:spPr bwMode="auto">
          <a:xfrm>
            <a:off x="3630613" y="5226050"/>
            <a:ext cx="1863725" cy="0"/>
          </a:xfrm>
          <a:prstGeom prst="line">
            <a:avLst/>
          </a:prstGeom>
          <a:noFill/>
          <a:ln w="571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86" name="Text Box 87">
            <a:extLst>
              <a:ext uri="{FF2B5EF4-FFF2-40B4-BE49-F238E27FC236}">
                <a16:creationId xmlns:a16="http://schemas.microsoft.com/office/drawing/2014/main" id="{172245D3-758D-4EC6-9C5E-6F8847A77D1F}"/>
              </a:ext>
            </a:extLst>
          </p:cNvPr>
          <p:cNvSpPr txBox="1">
            <a:spLocks noChangeArrowheads="1"/>
          </p:cNvSpPr>
          <p:nvPr/>
        </p:nvSpPr>
        <p:spPr bwMode="auto">
          <a:xfrm>
            <a:off x="4067175" y="4659313"/>
            <a:ext cx="9969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solidFill>
                  <a:srgbClr val="FF0000"/>
                </a:solidFill>
                <a:ea typeface="宋体" panose="02010600030101010101" pitchFamily="2" charset="-122"/>
              </a:rPr>
              <a:t>data link</a:t>
            </a:r>
          </a:p>
          <a:p>
            <a:pPr>
              <a:spcBef>
                <a:spcPct val="0"/>
              </a:spcBef>
              <a:buClrTx/>
              <a:buSzTx/>
              <a:buFontTx/>
              <a:buNone/>
            </a:pPr>
            <a:r>
              <a:rPr lang="en-US" altLang="zh-CN" sz="1600">
                <a:solidFill>
                  <a:srgbClr val="FF0000"/>
                </a:solidFill>
                <a:ea typeface="宋体" panose="02010600030101010101" pitchFamily="2" charset="-122"/>
              </a:rPr>
              <a:t>protocol</a:t>
            </a:r>
            <a:endParaRPr lang="en-US" altLang="zh-CN" sz="2400">
              <a:solidFill>
                <a:schemeClr val="accent2"/>
              </a:solidFill>
              <a:ea typeface="宋体" panose="02010600030101010101" pitchFamily="2" charset="-122"/>
            </a:endParaRPr>
          </a:p>
        </p:txBody>
      </p:sp>
      <p:sp>
        <p:nvSpPr>
          <p:cNvPr id="15387" name="Line 88">
            <a:extLst>
              <a:ext uri="{FF2B5EF4-FFF2-40B4-BE49-F238E27FC236}">
                <a16:creationId xmlns:a16="http://schemas.microsoft.com/office/drawing/2014/main" id="{EBBD9780-FB52-4AFC-A025-6551E4B4782F}"/>
              </a:ext>
            </a:extLst>
          </p:cNvPr>
          <p:cNvSpPr>
            <a:spLocks noChangeShapeType="1"/>
          </p:cNvSpPr>
          <p:nvPr/>
        </p:nvSpPr>
        <p:spPr bwMode="auto">
          <a:xfrm flipH="1" flipV="1">
            <a:off x="3798888" y="5851525"/>
            <a:ext cx="336550" cy="4714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88" name="Text Box 89">
            <a:extLst>
              <a:ext uri="{FF2B5EF4-FFF2-40B4-BE49-F238E27FC236}">
                <a16:creationId xmlns:a16="http://schemas.microsoft.com/office/drawing/2014/main" id="{3D31380B-054F-4CEF-A27B-5338E251531A}"/>
              </a:ext>
            </a:extLst>
          </p:cNvPr>
          <p:cNvSpPr txBox="1">
            <a:spLocks noChangeArrowheads="1"/>
          </p:cNvSpPr>
          <p:nvPr/>
        </p:nvSpPr>
        <p:spPr bwMode="auto">
          <a:xfrm>
            <a:off x="3897313" y="6281738"/>
            <a:ext cx="1412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adapter card</a:t>
            </a:r>
            <a:endParaRPr lang="en-US" altLang="zh-CN" sz="2400">
              <a:solidFill>
                <a:schemeClr val="accent2"/>
              </a:solidFill>
              <a:ea typeface="宋体" panose="02010600030101010101" pitchFamily="2" charset="-122"/>
            </a:endParaRPr>
          </a:p>
        </p:txBody>
      </p:sp>
      <p:sp>
        <p:nvSpPr>
          <p:cNvPr id="15389" name="Line 90">
            <a:extLst>
              <a:ext uri="{FF2B5EF4-FFF2-40B4-BE49-F238E27FC236}">
                <a16:creationId xmlns:a16="http://schemas.microsoft.com/office/drawing/2014/main" id="{A2D025B3-4FAB-4D13-A453-123AAB917E11}"/>
              </a:ext>
            </a:extLst>
          </p:cNvPr>
          <p:cNvSpPr>
            <a:spLocks noChangeShapeType="1"/>
          </p:cNvSpPr>
          <p:nvPr/>
        </p:nvSpPr>
        <p:spPr bwMode="auto">
          <a:xfrm flipV="1">
            <a:off x="4924425" y="5846763"/>
            <a:ext cx="417513" cy="4921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1E16A139-1FB3-4106-90B9-DF344257AA23}"/>
              </a:ext>
            </a:extLst>
          </p:cNvPr>
          <p:cNvSpPr>
            <a:spLocks noGrp="1" noChangeArrowheads="1"/>
          </p:cNvSpPr>
          <p:nvPr>
            <p:ph type="title"/>
          </p:nvPr>
        </p:nvSpPr>
        <p:spPr/>
        <p:txBody>
          <a:bodyPr/>
          <a:lstStyle/>
          <a:p>
            <a:r>
              <a:rPr lang="en-US" altLang="zh-CN" sz="3200">
                <a:ea typeface="宋体" panose="02010600030101010101" pitchFamily="2" charset="-122"/>
              </a:rPr>
              <a:t>Multiple Access Links and Protocols</a:t>
            </a:r>
            <a:endParaRPr lang="en-US" altLang="zh-CN">
              <a:ea typeface="宋体" panose="02010600030101010101" pitchFamily="2" charset="-122"/>
            </a:endParaRPr>
          </a:p>
        </p:txBody>
      </p:sp>
      <p:sp>
        <p:nvSpPr>
          <p:cNvPr id="16387" name="Rectangle 3">
            <a:extLst>
              <a:ext uri="{FF2B5EF4-FFF2-40B4-BE49-F238E27FC236}">
                <a16:creationId xmlns:a16="http://schemas.microsoft.com/office/drawing/2014/main" id="{61BBA6AA-4E17-4252-B4A0-6E228E9C86EB}"/>
              </a:ext>
            </a:extLst>
          </p:cNvPr>
          <p:cNvSpPr>
            <a:spLocks noGrp="1" noChangeArrowheads="1"/>
          </p:cNvSpPr>
          <p:nvPr>
            <p:ph type="body" idx="1"/>
          </p:nvPr>
        </p:nvSpPr>
        <p:spPr>
          <a:xfrm>
            <a:off x="533400" y="1370013"/>
            <a:ext cx="7772400" cy="4648200"/>
          </a:xfrm>
        </p:spPr>
        <p:txBody>
          <a:bodyPr/>
          <a:lstStyle/>
          <a:p>
            <a:pPr>
              <a:buFont typeface="ZapfDingbats" pitchFamily="82" charset="2"/>
              <a:buNone/>
            </a:pPr>
            <a:r>
              <a:rPr lang="en-US" altLang="zh-CN">
                <a:ea typeface="宋体" panose="02010600030101010101" pitchFamily="2" charset="-122"/>
              </a:rPr>
              <a:t>Three types of “links”:</a:t>
            </a:r>
          </a:p>
          <a:p>
            <a:r>
              <a:rPr lang="en-US" altLang="zh-CN" sz="2400">
                <a:solidFill>
                  <a:srgbClr val="FF0000"/>
                </a:solidFill>
                <a:ea typeface="宋体" panose="02010600030101010101" pitchFamily="2" charset="-122"/>
              </a:rPr>
              <a:t>point-to-point</a:t>
            </a:r>
            <a:r>
              <a:rPr lang="en-US" altLang="zh-CN" sz="2400">
                <a:ea typeface="宋体" panose="02010600030101010101" pitchFamily="2" charset="-122"/>
              </a:rPr>
              <a:t> (single wire, e.g. PPP, SLIP)</a:t>
            </a:r>
          </a:p>
          <a:p>
            <a:r>
              <a:rPr lang="en-US" altLang="zh-CN" sz="2400">
                <a:ea typeface="宋体" panose="02010600030101010101" pitchFamily="2" charset="-122"/>
              </a:rPr>
              <a:t>broadcast (shared wire or medium; e.g, Ethernet, Wavelan, etc.)</a:t>
            </a:r>
          </a:p>
          <a:p>
            <a:endParaRPr lang="en-US" altLang="zh-CN" sz="2400">
              <a:ea typeface="宋体" panose="02010600030101010101" pitchFamily="2" charset="-122"/>
            </a:endParaRPr>
          </a:p>
          <a:p>
            <a:endParaRPr lang="en-US" altLang="zh-CN" sz="2400">
              <a:ea typeface="宋体" panose="02010600030101010101" pitchFamily="2" charset="-122"/>
            </a:endParaRPr>
          </a:p>
          <a:p>
            <a:endParaRPr lang="en-US" altLang="zh-CN" sz="2400">
              <a:ea typeface="宋体" panose="02010600030101010101" pitchFamily="2" charset="-122"/>
            </a:endParaRPr>
          </a:p>
          <a:p>
            <a:endParaRPr lang="en-US" altLang="zh-CN" sz="2400">
              <a:ea typeface="宋体" panose="02010600030101010101" pitchFamily="2" charset="-122"/>
            </a:endParaRPr>
          </a:p>
          <a:p>
            <a:endParaRPr lang="en-US" altLang="zh-CN" sz="2400">
              <a:ea typeface="宋体" panose="02010600030101010101" pitchFamily="2" charset="-122"/>
            </a:endParaRPr>
          </a:p>
          <a:p>
            <a:r>
              <a:rPr lang="en-US" altLang="zh-CN" sz="2400">
                <a:ea typeface="宋体" panose="02010600030101010101" pitchFamily="2" charset="-122"/>
              </a:rPr>
              <a:t>switched (e.g., switched Ethernet, ATM etc)</a:t>
            </a:r>
            <a:endParaRPr lang="en-US" altLang="zh-CN">
              <a:ea typeface="宋体" panose="02010600030101010101" pitchFamily="2" charset="-122"/>
            </a:endParaRPr>
          </a:p>
        </p:txBody>
      </p:sp>
      <p:pic>
        <p:nvPicPr>
          <p:cNvPr id="16388" name="Picture 4" descr="C:\WINDOWS\Profiles\gerla\My Documents\kurose-pictures\5.3-1 multiple_access1.gif">
            <a:extLst>
              <a:ext uri="{FF2B5EF4-FFF2-40B4-BE49-F238E27FC236}">
                <a16:creationId xmlns:a16="http://schemas.microsoft.com/office/drawing/2014/main" id="{4CF97305-F304-4E0C-8DC1-5E2660AE61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6338" y="3179763"/>
            <a:ext cx="5800725" cy="194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灯片编号占位符 5">
            <a:extLst>
              <a:ext uri="{FF2B5EF4-FFF2-40B4-BE49-F238E27FC236}">
                <a16:creationId xmlns:a16="http://schemas.microsoft.com/office/drawing/2014/main" id="{819CEAA6-A120-4101-9D0E-110259DF663D}"/>
              </a:ext>
            </a:extLst>
          </p:cNvPr>
          <p:cNvSpPr txBox="1">
            <a:spLocks noGrp="1"/>
          </p:cNvSpPr>
          <p:nvPr/>
        </p:nvSpPr>
        <p:spPr bwMode="auto">
          <a:xfrm>
            <a:off x="8162925" y="6400800"/>
            <a:ext cx="676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400">
                <a:latin typeface="Times New Roman" panose="02020603050405020304" pitchFamily="18" charset="0"/>
                <a:ea typeface="宋体" panose="02010600030101010101" pitchFamily="2" charset="-122"/>
              </a:rPr>
              <a:t>3-</a:t>
            </a:r>
            <a:fld id="{3624D39E-A7A0-4F13-84E7-7709638D01B9}" type="slidenum">
              <a:rPr lang="en-US" altLang="zh-CN" sz="1400">
                <a:latin typeface="Times New Roman" panose="02020603050405020304" pitchFamily="18" charset="0"/>
                <a:ea typeface="宋体" panose="02010600030101010101" pitchFamily="2" charset="-122"/>
              </a:rPr>
              <a:pPr algn="r">
                <a:spcBef>
                  <a:spcPct val="0"/>
                </a:spcBef>
                <a:buClrTx/>
                <a:buSzTx/>
                <a:buFontTx/>
                <a:buNone/>
              </a:pPr>
              <a:t>8</a:t>
            </a:fld>
            <a:endParaRPr lang="en-US" altLang="zh-CN" sz="1400">
              <a:latin typeface="Times New Roman" panose="02020603050405020304" pitchFamily="18" charset="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a:extLst>
              <a:ext uri="{FF2B5EF4-FFF2-40B4-BE49-F238E27FC236}">
                <a16:creationId xmlns:a16="http://schemas.microsoft.com/office/drawing/2014/main" id="{8B66C3BF-05CA-4881-89C3-0FB321CEC08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BE4BCC59-76EB-46BD-B42F-0842034AA531}" type="slidenum">
              <a:rPr lang="en-US" altLang="zh-CN" sz="1400" smtClean="0">
                <a:latin typeface="Times New Roman" panose="02020603050405020304" pitchFamily="18" charset="0"/>
              </a:rPr>
              <a:pPr>
                <a:spcBef>
                  <a:spcPct val="0"/>
                </a:spcBef>
                <a:buClrTx/>
                <a:buSzTx/>
                <a:buFontTx/>
                <a:buNone/>
              </a:pPr>
              <a:t>9</a:t>
            </a:fld>
            <a:endParaRPr lang="en-US" altLang="zh-CN" sz="1400">
              <a:latin typeface="Times New Roman" panose="02020603050405020304" pitchFamily="18" charset="0"/>
            </a:endParaRPr>
          </a:p>
        </p:txBody>
      </p:sp>
      <p:sp>
        <p:nvSpPr>
          <p:cNvPr id="17411" name="Rectangle 2">
            <a:extLst>
              <a:ext uri="{FF2B5EF4-FFF2-40B4-BE49-F238E27FC236}">
                <a16:creationId xmlns:a16="http://schemas.microsoft.com/office/drawing/2014/main" id="{3FE8CD44-4090-4A63-BC30-9A150FD52755}"/>
              </a:ext>
            </a:extLst>
          </p:cNvPr>
          <p:cNvSpPr>
            <a:spLocks noGrp="1" noChangeArrowheads="1"/>
          </p:cNvSpPr>
          <p:nvPr>
            <p:ph type="title"/>
          </p:nvPr>
        </p:nvSpPr>
        <p:spPr/>
        <p:txBody>
          <a:bodyPr/>
          <a:lstStyle/>
          <a:p>
            <a:r>
              <a:rPr lang="en-US" altLang="zh-CN">
                <a:ea typeface="宋体" panose="02010600030101010101" pitchFamily="2" charset="-122"/>
              </a:rPr>
              <a:t>Link Layer Services</a:t>
            </a:r>
          </a:p>
        </p:txBody>
      </p:sp>
      <p:sp>
        <p:nvSpPr>
          <p:cNvPr id="17412" name="Rectangle 3">
            <a:extLst>
              <a:ext uri="{FF2B5EF4-FFF2-40B4-BE49-F238E27FC236}">
                <a16:creationId xmlns:a16="http://schemas.microsoft.com/office/drawing/2014/main" id="{65171D85-CF42-4765-979C-81F7E85626E6}"/>
              </a:ext>
            </a:extLst>
          </p:cNvPr>
          <p:cNvSpPr>
            <a:spLocks noGrp="1" noChangeArrowheads="1"/>
          </p:cNvSpPr>
          <p:nvPr>
            <p:ph type="body" idx="1"/>
          </p:nvPr>
        </p:nvSpPr>
        <p:spPr>
          <a:xfrm>
            <a:off x="484188" y="1419225"/>
            <a:ext cx="7772400" cy="4648200"/>
          </a:xfrm>
        </p:spPr>
        <p:txBody>
          <a:bodyPr/>
          <a:lstStyle/>
          <a:p>
            <a:r>
              <a:rPr lang="en-US" altLang="zh-CN" sz="2400">
                <a:solidFill>
                  <a:srgbClr val="FF0000"/>
                </a:solidFill>
                <a:ea typeface="宋体" panose="02010600030101010101" pitchFamily="2" charset="-122"/>
              </a:rPr>
              <a:t>Framing, link access:</a:t>
            </a:r>
            <a:r>
              <a:rPr lang="en-US" altLang="zh-CN">
                <a:ea typeface="宋体" panose="02010600030101010101" pitchFamily="2" charset="-122"/>
              </a:rPr>
              <a:t> </a:t>
            </a:r>
          </a:p>
          <a:p>
            <a:pPr lvl="1"/>
            <a:r>
              <a:rPr lang="en-US" altLang="zh-CN" sz="2000">
                <a:ea typeface="宋体" panose="02010600030101010101" pitchFamily="2" charset="-122"/>
              </a:rPr>
              <a:t>encapsulate datagram into frame, adding header, trailer</a:t>
            </a:r>
          </a:p>
          <a:p>
            <a:pPr lvl="1"/>
            <a:r>
              <a:rPr lang="en-US" altLang="zh-CN" sz="2000">
                <a:ea typeface="宋体" panose="02010600030101010101" pitchFamily="2" charset="-122"/>
              </a:rPr>
              <a:t>implement channel access if shared medium, </a:t>
            </a:r>
          </a:p>
          <a:p>
            <a:pPr lvl="1"/>
            <a:r>
              <a:rPr lang="en-US" altLang="zh-CN" sz="2000">
                <a:ea typeface="宋体" panose="02010600030101010101" pitchFamily="2" charset="-122"/>
              </a:rPr>
              <a:t>‘physical addresses’ used in frame headers to identify source, dest  </a:t>
            </a:r>
          </a:p>
          <a:p>
            <a:r>
              <a:rPr lang="en-US" altLang="zh-CN" sz="2400">
                <a:solidFill>
                  <a:srgbClr val="FF0000"/>
                </a:solidFill>
                <a:ea typeface="宋体" panose="02010600030101010101" pitchFamily="2" charset="-122"/>
              </a:rPr>
              <a:t>Reliable delivery between two physically connected devices:</a:t>
            </a:r>
            <a:r>
              <a:rPr lang="en-US" altLang="zh-CN">
                <a:ea typeface="宋体" panose="02010600030101010101" pitchFamily="2" charset="-122"/>
              </a:rPr>
              <a:t> </a:t>
            </a:r>
          </a:p>
          <a:p>
            <a:pPr lvl="1"/>
            <a:r>
              <a:rPr lang="en-US" altLang="zh-CN" sz="2000">
                <a:ea typeface="宋体" panose="02010600030101010101" pitchFamily="2" charset="-122"/>
              </a:rPr>
              <a:t>Reliable data transfer protocol</a:t>
            </a:r>
          </a:p>
          <a:p>
            <a:pPr lvl="1"/>
            <a:r>
              <a:rPr lang="en-US" altLang="zh-CN" sz="2000">
                <a:ea typeface="宋体" panose="02010600030101010101" pitchFamily="2" charset="-122"/>
              </a:rPr>
              <a:t>seldom used on low bit error link (fiber, some twisted pair)</a:t>
            </a:r>
          </a:p>
          <a:p>
            <a:pPr lvl="1"/>
            <a:r>
              <a:rPr lang="en-US" altLang="zh-CN" sz="2000">
                <a:ea typeface="宋体" panose="02010600030101010101" pitchFamily="2" charset="-122"/>
              </a:rPr>
              <a:t>wireless links: high error rates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a:extLst>
              <a:ext uri="{FF2B5EF4-FFF2-40B4-BE49-F238E27FC236}">
                <a16:creationId xmlns:a16="http://schemas.microsoft.com/office/drawing/2014/main" id="{32711FCE-7986-4F5A-BE6C-CD79EFE05C7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142E1EC2-2952-4CDC-BF5B-628D5719F0D6}" type="slidenum">
              <a:rPr lang="en-US" altLang="zh-CN" sz="1400" smtClean="0">
                <a:latin typeface="Times New Roman" panose="02020603050405020304" pitchFamily="18" charset="0"/>
              </a:rPr>
              <a:pPr>
                <a:spcBef>
                  <a:spcPct val="0"/>
                </a:spcBef>
                <a:buClrTx/>
                <a:buSzTx/>
                <a:buFontTx/>
                <a:buNone/>
              </a:pPr>
              <a:t>10</a:t>
            </a:fld>
            <a:endParaRPr lang="en-US" altLang="zh-CN" sz="1400">
              <a:latin typeface="Times New Roman" panose="02020603050405020304" pitchFamily="18" charset="0"/>
            </a:endParaRPr>
          </a:p>
        </p:txBody>
      </p:sp>
      <p:sp>
        <p:nvSpPr>
          <p:cNvPr id="18435" name="Rectangle 2">
            <a:extLst>
              <a:ext uri="{FF2B5EF4-FFF2-40B4-BE49-F238E27FC236}">
                <a16:creationId xmlns:a16="http://schemas.microsoft.com/office/drawing/2014/main" id="{8B2CC04E-6249-4A67-8B55-635D5767B489}"/>
              </a:ext>
            </a:extLst>
          </p:cNvPr>
          <p:cNvSpPr>
            <a:spLocks noGrp="1" noChangeArrowheads="1"/>
          </p:cNvSpPr>
          <p:nvPr>
            <p:ph type="title"/>
          </p:nvPr>
        </p:nvSpPr>
        <p:spPr/>
        <p:txBody>
          <a:bodyPr/>
          <a:lstStyle/>
          <a:p>
            <a:r>
              <a:rPr lang="en-US" altLang="zh-CN">
                <a:ea typeface="宋体" panose="02010600030101010101" pitchFamily="2" charset="-122"/>
              </a:rPr>
              <a:t>Link Layer Services (more)</a:t>
            </a:r>
          </a:p>
        </p:txBody>
      </p:sp>
      <p:sp>
        <p:nvSpPr>
          <p:cNvPr id="18436" name="Rectangle 3">
            <a:extLst>
              <a:ext uri="{FF2B5EF4-FFF2-40B4-BE49-F238E27FC236}">
                <a16:creationId xmlns:a16="http://schemas.microsoft.com/office/drawing/2014/main" id="{8DD357FA-E7F9-4490-8D30-2470F8CA9895}"/>
              </a:ext>
            </a:extLst>
          </p:cNvPr>
          <p:cNvSpPr>
            <a:spLocks noGrp="1" noChangeArrowheads="1"/>
          </p:cNvSpPr>
          <p:nvPr>
            <p:ph type="body" idx="1"/>
          </p:nvPr>
        </p:nvSpPr>
        <p:spPr/>
        <p:txBody>
          <a:bodyPr/>
          <a:lstStyle/>
          <a:p>
            <a:r>
              <a:rPr lang="en-US" altLang="zh-CN" sz="2400">
                <a:solidFill>
                  <a:srgbClr val="FF0000"/>
                </a:solidFill>
                <a:ea typeface="宋体" panose="02010600030101010101" pitchFamily="2" charset="-122"/>
              </a:rPr>
              <a:t>Flow Control:</a:t>
            </a:r>
            <a:r>
              <a:rPr lang="en-US" altLang="zh-CN">
                <a:ea typeface="宋体" panose="02010600030101010101" pitchFamily="2" charset="-122"/>
              </a:rPr>
              <a:t> </a:t>
            </a:r>
          </a:p>
          <a:p>
            <a:pPr lvl="1"/>
            <a:r>
              <a:rPr lang="en-US" altLang="zh-CN">
                <a:ea typeface="宋体" panose="02010600030101010101" pitchFamily="2" charset="-122"/>
              </a:rPr>
              <a:t>pacing between sender and receivers</a:t>
            </a:r>
          </a:p>
          <a:p>
            <a:r>
              <a:rPr lang="en-US" altLang="zh-CN" sz="2400" i="1">
                <a:solidFill>
                  <a:srgbClr val="FF0000"/>
                </a:solidFill>
                <a:ea typeface="宋体" panose="02010600030101010101" pitchFamily="2" charset="-122"/>
              </a:rPr>
              <a:t>Error Detection</a:t>
            </a:r>
            <a:r>
              <a:rPr lang="en-US" altLang="zh-CN" sz="2400">
                <a:solidFill>
                  <a:srgbClr val="FF0000"/>
                </a:solidFill>
                <a:ea typeface="宋体" panose="02010600030101010101" pitchFamily="2" charset="-122"/>
              </a:rPr>
              <a:t>:</a:t>
            </a:r>
            <a:r>
              <a:rPr lang="en-US" altLang="zh-CN">
                <a:ea typeface="宋体" panose="02010600030101010101" pitchFamily="2" charset="-122"/>
              </a:rPr>
              <a:t> </a:t>
            </a:r>
          </a:p>
          <a:p>
            <a:pPr lvl="1"/>
            <a:r>
              <a:rPr lang="en-US" altLang="zh-CN">
                <a:ea typeface="宋体" panose="02010600030101010101" pitchFamily="2" charset="-122"/>
              </a:rPr>
              <a:t>errors caused by signal attenuation, noise. </a:t>
            </a:r>
          </a:p>
          <a:p>
            <a:pPr lvl="1"/>
            <a:r>
              <a:rPr lang="en-US" altLang="zh-CN">
                <a:ea typeface="宋体" panose="02010600030101010101" pitchFamily="2" charset="-122"/>
              </a:rPr>
              <a:t>receiver detects presence of errors: </a:t>
            </a:r>
          </a:p>
          <a:p>
            <a:pPr lvl="2"/>
            <a:r>
              <a:rPr lang="en-US" altLang="zh-CN">
                <a:ea typeface="宋体" panose="02010600030101010101" pitchFamily="2" charset="-122"/>
              </a:rPr>
              <a:t>signals sender for retransmission or drops frame </a:t>
            </a:r>
          </a:p>
          <a:p>
            <a:r>
              <a:rPr lang="en-US" altLang="zh-CN" sz="2400">
                <a:solidFill>
                  <a:srgbClr val="FF0000"/>
                </a:solidFill>
                <a:ea typeface="宋体" panose="02010600030101010101" pitchFamily="2" charset="-122"/>
              </a:rPr>
              <a:t>Error Correction:</a:t>
            </a:r>
            <a:r>
              <a:rPr lang="en-US" altLang="zh-CN">
                <a:ea typeface="宋体" panose="02010600030101010101" pitchFamily="2" charset="-122"/>
              </a:rPr>
              <a:t> </a:t>
            </a:r>
          </a:p>
          <a:p>
            <a:pPr lvl="1"/>
            <a:r>
              <a:rPr lang="en-US" altLang="zh-CN">
                <a:ea typeface="宋体" panose="02010600030101010101" pitchFamily="2" charset="-122"/>
              </a:rPr>
              <a:t>receiver identifies </a:t>
            </a:r>
            <a:r>
              <a:rPr lang="en-US" altLang="zh-CN" i="1">
                <a:solidFill>
                  <a:srgbClr val="FF0000"/>
                </a:solidFill>
                <a:ea typeface="宋体" panose="02010600030101010101" pitchFamily="2" charset="-122"/>
              </a:rPr>
              <a:t>and corrects</a:t>
            </a:r>
            <a:r>
              <a:rPr lang="en-US" altLang="zh-CN">
                <a:ea typeface="宋体" panose="02010600030101010101" pitchFamily="2" charset="-122"/>
              </a:rPr>
              <a:t> bit error(s) without resorting to retransmission</a:t>
            </a:r>
          </a:p>
          <a:p>
            <a:endParaRPr lang="en-US" altLang="zh-CN">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a:extLst>
              <a:ext uri="{FF2B5EF4-FFF2-40B4-BE49-F238E27FC236}">
                <a16:creationId xmlns:a16="http://schemas.microsoft.com/office/drawing/2014/main" id="{13A7043A-A9FF-4073-B387-06A0178CB42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DE191B50-BAAE-449B-A1F2-90F70332C68B}" type="slidenum">
              <a:rPr lang="en-US" altLang="zh-CN" sz="1400" smtClean="0">
                <a:latin typeface="Times New Roman" panose="02020603050405020304" pitchFamily="18" charset="0"/>
              </a:rPr>
              <a:pPr>
                <a:spcBef>
                  <a:spcPct val="0"/>
                </a:spcBef>
                <a:buClrTx/>
                <a:buSzTx/>
                <a:buFontTx/>
                <a:buNone/>
              </a:pPr>
              <a:t>11</a:t>
            </a:fld>
            <a:endParaRPr lang="en-US" altLang="zh-CN" sz="1400">
              <a:latin typeface="Times New Roman" panose="02020603050405020304" pitchFamily="18" charset="0"/>
            </a:endParaRPr>
          </a:p>
        </p:txBody>
      </p:sp>
      <p:sp>
        <p:nvSpPr>
          <p:cNvPr id="19459" name="Rectangle 2">
            <a:extLst>
              <a:ext uri="{FF2B5EF4-FFF2-40B4-BE49-F238E27FC236}">
                <a16:creationId xmlns:a16="http://schemas.microsoft.com/office/drawing/2014/main" id="{D4A2F617-0205-4AF7-A1C1-AAFC99C199FF}"/>
              </a:ext>
            </a:extLst>
          </p:cNvPr>
          <p:cNvSpPr>
            <a:spLocks noGrp="1" noChangeArrowheads="1"/>
          </p:cNvSpPr>
          <p:nvPr>
            <p:ph type="title"/>
          </p:nvPr>
        </p:nvSpPr>
        <p:spPr/>
        <p:txBody>
          <a:bodyPr/>
          <a:lstStyle/>
          <a:p>
            <a:r>
              <a:rPr lang="en-US" altLang="zh-CN">
                <a:ea typeface="宋体" panose="02010600030101010101" pitchFamily="2" charset="-122"/>
              </a:rPr>
              <a:t>Framing</a:t>
            </a:r>
          </a:p>
        </p:txBody>
      </p:sp>
      <p:sp>
        <p:nvSpPr>
          <p:cNvPr id="19460" name="Rectangle 3">
            <a:extLst>
              <a:ext uri="{FF2B5EF4-FFF2-40B4-BE49-F238E27FC236}">
                <a16:creationId xmlns:a16="http://schemas.microsoft.com/office/drawing/2014/main" id="{18BA9997-F663-4773-8057-9284DF697BBF}"/>
              </a:ext>
            </a:extLst>
          </p:cNvPr>
          <p:cNvSpPr>
            <a:spLocks noGrp="1" noChangeArrowheads="1"/>
          </p:cNvSpPr>
          <p:nvPr>
            <p:ph type="body" idx="1"/>
          </p:nvPr>
        </p:nvSpPr>
        <p:spPr>
          <a:xfrm>
            <a:off x="484188" y="1419225"/>
            <a:ext cx="7772400" cy="4648200"/>
          </a:xfrm>
        </p:spPr>
        <p:txBody>
          <a:bodyPr/>
          <a:lstStyle/>
          <a:p>
            <a:r>
              <a:rPr lang="en-US" altLang="zh-CN" sz="2400">
                <a:solidFill>
                  <a:srgbClr val="FF0000"/>
                </a:solidFill>
                <a:ea typeface="宋体" panose="02010600030101010101" pitchFamily="2" charset="-122"/>
              </a:rPr>
              <a:t>Character count method :</a:t>
            </a:r>
            <a:r>
              <a:rPr lang="en-US" altLang="zh-CN">
                <a:ea typeface="宋体" panose="02010600030101010101" pitchFamily="2" charset="-122"/>
              </a:rPr>
              <a:t> </a:t>
            </a:r>
          </a:p>
          <a:p>
            <a:pPr lvl="1"/>
            <a:r>
              <a:rPr lang="en-US" altLang="zh-CN" sz="2000">
                <a:ea typeface="宋体" panose="02010600030101010101" pitchFamily="2" charset="-122"/>
              </a:rPr>
              <a:t>encapsulate datagram into frame, adding header (character number)</a:t>
            </a:r>
          </a:p>
        </p:txBody>
      </p:sp>
      <p:grpSp>
        <p:nvGrpSpPr>
          <p:cNvPr id="19461" name="组合 20">
            <a:extLst>
              <a:ext uri="{FF2B5EF4-FFF2-40B4-BE49-F238E27FC236}">
                <a16:creationId xmlns:a16="http://schemas.microsoft.com/office/drawing/2014/main" id="{AB21A1E0-219A-4331-8894-572DB628507E}"/>
              </a:ext>
            </a:extLst>
          </p:cNvPr>
          <p:cNvGrpSpPr>
            <a:grpSpLocks/>
          </p:cNvGrpSpPr>
          <p:nvPr/>
        </p:nvGrpSpPr>
        <p:grpSpPr bwMode="auto">
          <a:xfrm>
            <a:off x="0" y="3287713"/>
            <a:ext cx="8801100" cy="2278062"/>
            <a:chOff x="0" y="3287713"/>
            <a:chExt cx="8801101" cy="2278122"/>
          </a:xfrm>
        </p:grpSpPr>
        <p:sp>
          <p:nvSpPr>
            <p:cNvPr id="7" name="Rectangle 4">
              <a:extLst>
                <a:ext uri="{FF2B5EF4-FFF2-40B4-BE49-F238E27FC236}">
                  <a16:creationId xmlns:a16="http://schemas.microsoft.com/office/drawing/2014/main" id="{3806DE99-3CE3-4C41-8DAD-00741BF3E633}"/>
                </a:ext>
              </a:extLst>
            </p:cNvPr>
            <p:cNvSpPr>
              <a:spLocks noChangeArrowheads="1"/>
            </p:cNvSpPr>
            <p:nvPr/>
          </p:nvSpPr>
          <p:spPr bwMode="auto">
            <a:xfrm>
              <a:off x="704850" y="4124347"/>
              <a:ext cx="495300" cy="549289"/>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en-US" altLang="zh-CN" sz="2000" dirty="0">
                  <a:latin typeface="+mn-ea"/>
                </a:rPr>
                <a:t>10</a:t>
              </a:r>
            </a:p>
          </p:txBody>
        </p:sp>
        <p:sp>
          <p:nvSpPr>
            <p:cNvPr id="19463" name="Rectangle 5">
              <a:extLst>
                <a:ext uri="{FF2B5EF4-FFF2-40B4-BE49-F238E27FC236}">
                  <a16:creationId xmlns:a16="http://schemas.microsoft.com/office/drawing/2014/main" id="{E279CADE-4936-4C40-AA54-17BE58650D15}"/>
                </a:ext>
              </a:extLst>
            </p:cNvPr>
            <p:cNvSpPr>
              <a:spLocks noChangeArrowheads="1"/>
            </p:cNvSpPr>
            <p:nvPr/>
          </p:nvSpPr>
          <p:spPr bwMode="auto">
            <a:xfrm>
              <a:off x="1200150" y="4124347"/>
              <a:ext cx="7581901" cy="549289"/>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2000">
                  <a:ea typeface="黑体" panose="02010609060101010101" pitchFamily="49" charset="-122"/>
                </a:rPr>
                <a:t>               Data in frame1</a:t>
              </a:r>
              <a:endParaRPr kumimoji="1" lang="zh-CN" altLang="en-US" sz="2000">
                <a:ea typeface="黑体" panose="02010609060101010101" pitchFamily="49" charset="-122"/>
              </a:endParaRPr>
            </a:p>
          </p:txBody>
        </p:sp>
        <p:sp>
          <p:nvSpPr>
            <p:cNvPr id="19464" name="Line 6">
              <a:extLst>
                <a:ext uri="{FF2B5EF4-FFF2-40B4-BE49-F238E27FC236}">
                  <a16:creationId xmlns:a16="http://schemas.microsoft.com/office/drawing/2014/main" id="{19598653-B635-45AE-9025-4A531B8DAA92}"/>
                </a:ext>
              </a:extLst>
            </p:cNvPr>
            <p:cNvSpPr>
              <a:spLocks noChangeShapeType="1"/>
            </p:cNvSpPr>
            <p:nvPr/>
          </p:nvSpPr>
          <p:spPr bwMode="auto">
            <a:xfrm flipV="1">
              <a:off x="704850" y="5019675"/>
              <a:ext cx="5114925" cy="20638"/>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9465" name="Text Box 7">
              <a:extLst>
                <a:ext uri="{FF2B5EF4-FFF2-40B4-BE49-F238E27FC236}">
                  <a16:creationId xmlns:a16="http://schemas.microsoft.com/office/drawing/2014/main" id="{C58EA20E-8F30-43A0-8350-FAFFE1784F41}"/>
                </a:ext>
              </a:extLst>
            </p:cNvPr>
            <p:cNvSpPr txBox="1">
              <a:spLocks noChangeArrowheads="1"/>
            </p:cNvSpPr>
            <p:nvPr/>
          </p:nvSpPr>
          <p:spPr bwMode="auto">
            <a:xfrm>
              <a:off x="3162300" y="4824453"/>
              <a:ext cx="1127125" cy="40006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2000">
                  <a:ea typeface="宋体" panose="02010600030101010101" pitchFamily="2" charset="-122"/>
                </a:rPr>
                <a:t>Frame 1</a:t>
              </a:r>
              <a:endParaRPr kumimoji="1" lang="zh-CN" altLang="en-US" sz="2000">
                <a:ea typeface="宋体" panose="02010600030101010101" pitchFamily="2" charset="-122"/>
              </a:endParaRPr>
            </a:p>
          </p:txBody>
        </p:sp>
        <p:sp>
          <p:nvSpPr>
            <p:cNvPr id="19466" name="Line 8">
              <a:extLst>
                <a:ext uri="{FF2B5EF4-FFF2-40B4-BE49-F238E27FC236}">
                  <a16:creationId xmlns:a16="http://schemas.microsoft.com/office/drawing/2014/main" id="{B4619251-BA16-4991-B9E2-CEBC7372B9F4}"/>
                </a:ext>
              </a:extLst>
            </p:cNvPr>
            <p:cNvSpPr>
              <a:spLocks noChangeShapeType="1"/>
            </p:cNvSpPr>
            <p:nvPr/>
          </p:nvSpPr>
          <p:spPr bwMode="auto">
            <a:xfrm>
              <a:off x="952500" y="3759200"/>
              <a:ext cx="0" cy="365125"/>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9467" name="Text Box 9">
              <a:extLst>
                <a:ext uri="{FF2B5EF4-FFF2-40B4-BE49-F238E27FC236}">
                  <a16:creationId xmlns:a16="http://schemas.microsoft.com/office/drawing/2014/main" id="{876B5127-B1F5-4157-9D5B-79A7A3595597}"/>
                </a:ext>
              </a:extLst>
            </p:cNvPr>
            <p:cNvSpPr txBox="1">
              <a:spLocks noChangeArrowheads="1"/>
            </p:cNvSpPr>
            <p:nvPr/>
          </p:nvSpPr>
          <p:spPr bwMode="auto">
            <a:xfrm>
              <a:off x="454025" y="3287713"/>
              <a:ext cx="2116138" cy="400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2000">
                  <a:ea typeface="宋体" panose="02010600030101010101" pitchFamily="2" charset="-122"/>
                </a:rPr>
                <a:t>Counting header</a:t>
              </a:r>
              <a:endParaRPr kumimoji="1" lang="zh-CN" altLang="en-US" sz="2000">
                <a:ea typeface="宋体" panose="02010600030101010101" pitchFamily="2" charset="-122"/>
              </a:endParaRPr>
            </a:p>
          </p:txBody>
        </p:sp>
        <p:sp>
          <p:nvSpPr>
            <p:cNvPr id="19468" name="Text Box 10">
              <a:extLst>
                <a:ext uri="{FF2B5EF4-FFF2-40B4-BE49-F238E27FC236}">
                  <a16:creationId xmlns:a16="http://schemas.microsoft.com/office/drawing/2014/main" id="{42D8D34A-E55B-4CCE-94AD-3EB6A415633A}"/>
                </a:ext>
              </a:extLst>
            </p:cNvPr>
            <p:cNvSpPr txBox="1">
              <a:spLocks noChangeArrowheads="1"/>
            </p:cNvSpPr>
            <p:nvPr/>
          </p:nvSpPr>
          <p:spPr bwMode="auto">
            <a:xfrm>
              <a:off x="5264151" y="3297238"/>
              <a:ext cx="2116138" cy="400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2000">
                  <a:ea typeface="宋体" panose="02010600030101010101" pitchFamily="2" charset="-122"/>
                </a:rPr>
                <a:t>Counting header</a:t>
              </a:r>
              <a:endParaRPr kumimoji="1" lang="zh-CN" altLang="en-US" sz="2000">
                <a:ea typeface="宋体" panose="02010600030101010101" pitchFamily="2" charset="-122"/>
              </a:endParaRPr>
            </a:p>
          </p:txBody>
        </p:sp>
        <p:sp>
          <p:nvSpPr>
            <p:cNvPr id="19469" name="Line 11">
              <a:extLst>
                <a:ext uri="{FF2B5EF4-FFF2-40B4-BE49-F238E27FC236}">
                  <a16:creationId xmlns:a16="http://schemas.microsoft.com/office/drawing/2014/main" id="{702F343E-A1FA-4B77-B475-88220CAFE237}"/>
                </a:ext>
              </a:extLst>
            </p:cNvPr>
            <p:cNvSpPr>
              <a:spLocks noChangeShapeType="1"/>
            </p:cNvSpPr>
            <p:nvPr/>
          </p:nvSpPr>
          <p:spPr bwMode="auto">
            <a:xfrm>
              <a:off x="6100763" y="3740150"/>
              <a:ext cx="0" cy="365125"/>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9470" name="Line 12">
              <a:extLst>
                <a:ext uri="{FF2B5EF4-FFF2-40B4-BE49-F238E27FC236}">
                  <a16:creationId xmlns:a16="http://schemas.microsoft.com/office/drawing/2014/main" id="{5786EA5E-3481-4EB3-A842-33FA35FB4388}"/>
                </a:ext>
              </a:extLst>
            </p:cNvPr>
            <p:cNvSpPr>
              <a:spLocks noChangeShapeType="1"/>
            </p:cNvSpPr>
            <p:nvPr/>
          </p:nvSpPr>
          <p:spPr bwMode="auto">
            <a:xfrm flipV="1">
              <a:off x="704850" y="4673600"/>
              <a:ext cx="0" cy="549275"/>
            </a:xfrm>
            <a:prstGeom prst="line">
              <a:avLst/>
            </a:prstGeom>
            <a:noFill/>
            <a:ln w="38100">
              <a:solidFill>
                <a:srgbClr val="80808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9471" name="Text Box 13">
              <a:extLst>
                <a:ext uri="{FF2B5EF4-FFF2-40B4-BE49-F238E27FC236}">
                  <a16:creationId xmlns:a16="http://schemas.microsoft.com/office/drawing/2014/main" id="{519F17F6-619B-4E67-A318-98AEB1A76241}"/>
                </a:ext>
              </a:extLst>
            </p:cNvPr>
            <p:cNvSpPr txBox="1">
              <a:spLocks noChangeArrowheads="1"/>
            </p:cNvSpPr>
            <p:nvPr/>
          </p:nvSpPr>
          <p:spPr bwMode="auto">
            <a:xfrm>
              <a:off x="0" y="5165774"/>
              <a:ext cx="2620963" cy="400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2000">
                  <a:ea typeface="宋体" panose="02010600030101010101" pitchFamily="2" charset="-122"/>
                </a:rPr>
                <a:t>Sending in the front</a:t>
              </a:r>
              <a:endParaRPr kumimoji="1" lang="zh-CN" altLang="en-US" sz="2000">
                <a:ea typeface="宋体" panose="02010600030101010101" pitchFamily="2" charset="-122"/>
              </a:endParaRPr>
            </a:p>
          </p:txBody>
        </p:sp>
        <p:sp>
          <p:nvSpPr>
            <p:cNvPr id="19472" name="Rectangle 14">
              <a:extLst>
                <a:ext uri="{FF2B5EF4-FFF2-40B4-BE49-F238E27FC236}">
                  <a16:creationId xmlns:a16="http://schemas.microsoft.com/office/drawing/2014/main" id="{20F6A40A-812C-4E56-B514-2BF549BB0C1C}"/>
                </a:ext>
              </a:extLst>
            </p:cNvPr>
            <p:cNvSpPr>
              <a:spLocks noChangeArrowheads="1"/>
            </p:cNvSpPr>
            <p:nvPr/>
          </p:nvSpPr>
          <p:spPr bwMode="auto">
            <a:xfrm>
              <a:off x="5819776" y="4124347"/>
              <a:ext cx="523875" cy="549289"/>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kumimoji="1" lang="en-US" altLang="zh-CN" sz="2000">
                  <a:ea typeface="宋体" panose="02010600030101010101" pitchFamily="2" charset="-122"/>
                </a:rPr>
                <a:t>6</a:t>
              </a:r>
            </a:p>
          </p:txBody>
        </p:sp>
        <p:sp>
          <p:nvSpPr>
            <p:cNvPr id="19473" name="Line 6">
              <a:extLst>
                <a:ext uri="{FF2B5EF4-FFF2-40B4-BE49-F238E27FC236}">
                  <a16:creationId xmlns:a16="http://schemas.microsoft.com/office/drawing/2014/main" id="{784AAF9B-41F4-421E-AC56-9CE8C6A57248}"/>
                </a:ext>
              </a:extLst>
            </p:cNvPr>
            <p:cNvSpPr>
              <a:spLocks noChangeShapeType="1"/>
            </p:cNvSpPr>
            <p:nvPr/>
          </p:nvSpPr>
          <p:spPr bwMode="auto">
            <a:xfrm>
              <a:off x="5829301" y="5010151"/>
              <a:ext cx="2971800" cy="9524"/>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9474" name="Text Box 7">
              <a:extLst>
                <a:ext uri="{FF2B5EF4-FFF2-40B4-BE49-F238E27FC236}">
                  <a16:creationId xmlns:a16="http://schemas.microsoft.com/office/drawing/2014/main" id="{BC98A573-3EC8-4BDD-AD0C-82260C9964D8}"/>
                </a:ext>
              </a:extLst>
            </p:cNvPr>
            <p:cNvSpPr txBox="1">
              <a:spLocks noChangeArrowheads="1"/>
            </p:cNvSpPr>
            <p:nvPr/>
          </p:nvSpPr>
          <p:spPr bwMode="auto">
            <a:xfrm>
              <a:off x="7019926" y="4814928"/>
              <a:ext cx="1168400" cy="40006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2000">
                  <a:ea typeface="宋体" panose="02010600030101010101" pitchFamily="2" charset="-122"/>
                </a:rPr>
                <a:t>Frame 2</a:t>
              </a:r>
              <a:endParaRPr kumimoji="1" lang="zh-CN" altLang="en-US" sz="2000">
                <a:ea typeface="宋体" panose="02010600030101010101" pitchFamily="2" charset="-122"/>
              </a:endParaRPr>
            </a:p>
          </p:txBody>
        </p:sp>
        <p:sp>
          <p:nvSpPr>
            <p:cNvPr id="19475" name="Text Box 7">
              <a:extLst>
                <a:ext uri="{FF2B5EF4-FFF2-40B4-BE49-F238E27FC236}">
                  <a16:creationId xmlns:a16="http://schemas.microsoft.com/office/drawing/2014/main" id="{5AA57ADB-6F3F-4941-AE75-A647F6798D95}"/>
                </a:ext>
              </a:extLst>
            </p:cNvPr>
            <p:cNvSpPr txBox="1">
              <a:spLocks noChangeArrowheads="1"/>
            </p:cNvSpPr>
            <p:nvPr/>
          </p:nvSpPr>
          <p:spPr bwMode="auto">
            <a:xfrm>
              <a:off x="6619876" y="4176736"/>
              <a:ext cx="2071688" cy="40006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2000">
                  <a:ea typeface="宋体" panose="02010600030101010101" pitchFamily="2" charset="-122"/>
                </a:rPr>
                <a:t>Data in frame 2</a:t>
              </a:r>
              <a:endParaRPr kumimoji="1" lang="zh-CN" altLang="en-US" sz="2000">
                <a:ea typeface="宋体" panose="02010600030101010101" pitchFamily="2" charset="-122"/>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a:extLst>
              <a:ext uri="{FF2B5EF4-FFF2-40B4-BE49-F238E27FC236}">
                <a16:creationId xmlns:a16="http://schemas.microsoft.com/office/drawing/2014/main" id="{1C81E6C9-1929-4302-8FB3-CC0A8F97955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EEF3E6E6-FB00-4ACE-AD63-96F5CF6DA592}" type="slidenum">
              <a:rPr lang="en-US" altLang="zh-CN" sz="1400" smtClean="0">
                <a:latin typeface="Times New Roman" panose="02020603050405020304" pitchFamily="18" charset="0"/>
              </a:rPr>
              <a:pPr>
                <a:spcBef>
                  <a:spcPct val="0"/>
                </a:spcBef>
                <a:buClrTx/>
                <a:buSzTx/>
                <a:buFontTx/>
                <a:buNone/>
              </a:pPr>
              <a:t>12</a:t>
            </a:fld>
            <a:endParaRPr lang="en-US" altLang="zh-CN" sz="1400">
              <a:latin typeface="Times New Roman" panose="02020603050405020304" pitchFamily="18" charset="0"/>
            </a:endParaRPr>
          </a:p>
        </p:txBody>
      </p:sp>
      <p:sp>
        <p:nvSpPr>
          <p:cNvPr id="20483" name="Rectangle 2">
            <a:extLst>
              <a:ext uri="{FF2B5EF4-FFF2-40B4-BE49-F238E27FC236}">
                <a16:creationId xmlns:a16="http://schemas.microsoft.com/office/drawing/2014/main" id="{5769BC85-4C81-4149-90BA-9EDB0310C855}"/>
              </a:ext>
            </a:extLst>
          </p:cNvPr>
          <p:cNvSpPr>
            <a:spLocks noGrp="1" noChangeArrowheads="1"/>
          </p:cNvSpPr>
          <p:nvPr>
            <p:ph type="title"/>
          </p:nvPr>
        </p:nvSpPr>
        <p:spPr/>
        <p:txBody>
          <a:bodyPr/>
          <a:lstStyle/>
          <a:p>
            <a:r>
              <a:rPr lang="en-US" altLang="zh-CN">
                <a:ea typeface="宋体" panose="02010600030101010101" pitchFamily="2" charset="-122"/>
              </a:rPr>
              <a:t>Framing</a:t>
            </a:r>
          </a:p>
        </p:txBody>
      </p:sp>
      <p:sp>
        <p:nvSpPr>
          <p:cNvPr id="20484" name="Rectangle 3">
            <a:extLst>
              <a:ext uri="{FF2B5EF4-FFF2-40B4-BE49-F238E27FC236}">
                <a16:creationId xmlns:a16="http://schemas.microsoft.com/office/drawing/2014/main" id="{E4F2FDB5-4129-4551-A842-656CA10603B7}"/>
              </a:ext>
            </a:extLst>
          </p:cNvPr>
          <p:cNvSpPr>
            <a:spLocks noGrp="1" noChangeArrowheads="1"/>
          </p:cNvSpPr>
          <p:nvPr>
            <p:ph type="body" idx="1"/>
          </p:nvPr>
        </p:nvSpPr>
        <p:spPr>
          <a:xfrm>
            <a:off x="484188" y="1419225"/>
            <a:ext cx="7772400" cy="4648200"/>
          </a:xfrm>
        </p:spPr>
        <p:txBody>
          <a:bodyPr/>
          <a:lstStyle/>
          <a:p>
            <a:r>
              <a:rPr lang="en-US" altLang="zh-CN" sz="2400">
                <a:solidFill>
                  <a:srgbClr val="FF0000"/>
                </a:solidFill>
                <a:ea typeface="宋体" panose="02010600030101010101" pitchFamily="2" charset="-122"/>
              </a:rPr>
              <a:t>First and tail bound method based on character:</a:t>
            </a:r>
            <a:r>
              <a:rPr lang="en-US" altLang="zh-CN">
                <a:ea typeface="宋体" panose="02010600030101010101" pitchFamily="2" charset="-122"/>
              </a:rPr>
              <a:t> </a:t>
            </a:r>
          </a:p>
          <a:p>
            <a:pPr lvl="1"/>
            <a:r>
              <a:rPr lang="en-US" altLang="zh-CN" sz="2000">
                <a:ea typeface="宋体" panose="02010600030101010101" pitchFamily="2" charset="-122"/>
              </a:rPr>
              <a:t>encapsulate datagram into frame, adding header, trailer (character)</a:t>
            </a:r>
          </a:p>
        </p:txBody>
      </p:sp>
      <p:grpSp>
        <p:nvGrpSpPr>
          <p:cNvPr id="20485" name="组合 5">
            <a:extLst>
              <a:ext uri="{FF2B5EF4-FFF2-40B4-BE49-F238E27FC236}">
                <a16:creationId xmlns:a16="http://schemas.microsoft.com/office/drawing/2014/main" id="{A6B03929-B660-4064-8389-780335F419F3}"/>
              </a:ext>
            </a:extLst>
          </p:cNvPr>
          <p:cNvGrpSpPr>
            <a:grpSpLocks/>
          </p:cNvGrpSpPr>
          <p:nvPr/>
        </p:nvGrpSpPr>
        <p:grpSpPr bwMode="auto">
          <a:xfrm>
            <a:off x="0" y="3287713"/>
            <a:ext cx="8791575" cy="2278062"/>
            <a:chOff x="250825" y="2030413"/>
            <a:chExt cx="8791251" cy="2278122"/>
          </a:xfrm>
        </p:grpSpPr>
        <p:sp>
          <p:nvSpPr>
            <p:cNvPr id="7" name="Rectangle 4">
              <a:extLst>
                <a:ext uri="{FF2B5EF4-FFF2-40B4-BE49-F238E27FC236}">
                  <a16:creationId xmlns:a16="http://schemas.microsoft.com/office/drawing/2014/main" id="{EC66C22E-92BA-4279-89B1-082AF34479F9}"/>
                </a:ext>
              </a:extLst>
            </p:cNvPr>
            <p:cNvSpPr>
              <a:spLocks noChangeArrowheads="1"/>
            </p:cNvSpPr>
            <p:nvPr/>
          </p:nvSpPr>
          <p:spPr bwMode="auto">
            <a:xfrm>
              <a:off x="955649" y="2867047"/>
              <a:ext cx="495282" cy="549289"/>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en-US" altLang="zh-CN" sz="1600" dirty="0">
                  <a:latin typeface="+mn-ea"/>
                </a:rPr>
                <a:t>SOH</a:t>
              </a:r>
            </a:p>
          </p:txBody>
        </p:sp>
        <p:sp>
          <p:nvSpPr>
            <p:cNvPr id="20487" name="Rectangle 5">
              <a:extLst>
                <a:ext uri="{FF2B5EF4-FFF2-40B4-BE49-F238E27FC236}">
                  <a16:creationId xmlns:a16="http://schemas.microsoft.com/office/drawing/2014/main" id="{582C5886-C097-411D-A92B-50FDC9DD766E}"/>
                </a:ext>
              </a:extLst>
            </p:cNvPr>
            <p:cNvSpPr>
              <a:spLocks noChangeArrowheads="1"/>
            </p:cNvSpPr>
            <p:nvPr/>
          </p:nvSpPr>
          <p:spPr bwMode="auto">
            <a:xfrm>
              <a:off x="1450931" y="2867047"/>
              <a:ext cx="6527559" cy="549289"/>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kumimoji="1" lang="en-US" altLang="zh-CN" sz="2400">
                  <a:ea typeface="黑体" panose="02010609060101010101" pitchFamily="49" charset="-122"/>
                </a:rPr>
                <a:t>Data in the frame</a:t>
              </a:r>
              <a:endParaRPr kumimoji="1" lang="zh-CN" altLang="en-US" sz="2400">
                <a:ea typeface="黑体" panose="02010609060101010101" pitchFamily="49" charset="-122"/>
              </a:endParaRPr>
            </a:p>
          </p:txBody>
        </p:sp>
        <p:sp>
          <p:nvSpPr>
            <p:cNvPr id="20488" name="Line 6">
              <a:extLst>
                <a:ext uri="{FF2B5EF4-FFF2-40B4-BE49-F238E27FC236}">
                  <a16:creationId xmlns:a16="http://schemas.microsoft.com/office/drawing/2014/main" id="{F55577D6-A801-40C7-9989-C3A15061D81E}"/>
                </a:ext>
              </a:extLst>
            </p:cNvPr>
            <p:cNvSpPr>
              <a:spLocks noChangeShapeType="1"/>
            </p:cNvSpPr>
            <p:nvPr/>
          </p:nvSpPr>
          <p:spPr bwMode="auto">
            <a:xfrm>
              <a:off x="955675" y="3783013"/>
              <a:ext cx="7519988"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0489" name="Text Box 7">
              <a:extLst>
                <a:ext uri="{FF2B5EF4-FFF2-40B4-BE49-F238E27FC236}">
                  <a16:creationId xmlns:a16="http://schemas.microsoft.com/office/drawing/2014/main" id="{837394E1-58F6-4D3A-95C5-4F4C7FB04C8E}"/>
                </a:ext>
              </a:extLst>
            </p:cNvPr>
            <p:cNvSpPr txBox="1">
              <a:spLocks noChangeArrowheads="1"/>
            </p:cNvSpPr>
            <p:nvPr/>
          </p:nvSpPr>
          <p:spPr bwMode="auto">
            <a:xfrm>
              <a:off x="4508343" y="3548103"/>
              <a:ext cx="1054061" cy="46197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2400">
                  <a:ea typeface="宋体" panose="02010600030101010101" pitchFamily="2" charset="-122"/>
                </a:rPr>
                <a:t>frame</a:t>
              </a:r>
              <a:endParaRPr kumimoji="1" lang="zh-CN" altLang="en-US" sz="2400">
                <a:ea typeface="宋体" panose="02010600030101010101" pitchFamily="2" charset="-122"/>
              </a:endParaRPr>
            </a:p>
          </p:txBody>
        </p:sp>
        <p:sp>
          <p:nvSpPr>
            <p:cNvPr id="20490" name="Line 8">
              <a:extLst>
                <a:ext uri="{FF2B5EF4-FFF2-40B4-BE49-F238E27FC236}">
                  <a16:creationId xmlns:a16="http://schemas.microsoft.com/office/drawing/2014/main" id="{DA975115-230F-4051-B3B4-79DFB87954BC}"/>
                </a:ext>
              </a:extLst>
            </p:cNvPr>
            <p:cNvSpPr>
              <a:spLocks noChangeShapeType="1"/>
            </p:cNvSpPr>
            <p:nvPr/>
          </p:nvSpPr>
          <p:spPr bwMode="auto">
            <a:xfrm>
              <a:off x="1203325" y="2501900"/>
              <a:ext cx="0" cy="365125"/>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0491" name="Text Box 9">
              <a:extLst>
                <a:ext uri="{FF2B5EF4-FFF2-40B4-BE49-F238E27FC236}">
                  <a16:creationId xmlns:a16="http://schemas.microsoft.com/office/drawing/2014/main" id="{5E46C28F-6A70-40E0-9738-3B1906CDB29D}"/>
                </a:ext>
              </a:extLst>
            </p:cNvPr>
            <p:cNvSpPr txBox="1">
              <a:spLocks noChangeArrowheads="1"/>
            </p:cNvSpPr>
            <p:nvPr/>
          </p:nvSpPr>
          <p:spPr bwMode="auto">
            <a:xfrm>
              <a:off x="704833" y="2030413"/>
              <a:ext cx="2566893" cy="400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2000">
                  <a:ea typeface="宋体" panose="02010600030101010101" pitchFamily="2" charset="-122"/>
                </a:rPr>
                <a:t>Beginning character</a:t>
              </a:r>
              <a:endParaRPr kumimoji="1" lang="zh-CN" altLang="en-US" sz="2000">
                <a:ea typeface="宋体" panose="02010600030101010101" pitchFamily="2" charset="-122"/>
              </a:endParaRPr>
            </a:p>
          </p:txBody>
        </p:sp>
        <p:sp>
          <p:nvSpPr>
            <p:cNvPr id="20492" name="Text Box 10">
              <a:extLst>
                <a:ext uri="{FF2B5EF4-FFF2-40B4-BE49-F238E27FC236}">
                  <a16:creationId xmlns:a16="http://schemas.microsoft.com/office/drawing/2014/main" id="{BA700AD5-61D7-47FF-AF8B-679BC87C3759}"/>
                </a:ext>
              </a:extLst>
            </p:cNvPr>
            <p:cNvSpPr txBox="1">
              <a:spLocks noChangeArrowheads="1"/>
            </p:cNvSpPr>
            <p:nvPr/>
          </p:nvSpPr>
          <p:spPr bwMode="auto">
            <a:xfrm>
              <a:off x="6810133" y="2030413"/>
              <a:ext cx="2231943" cy="400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2000">
                  <a:ea typeface="宋体" panose="02010600030101010101" pitchFamily="2" charset="-122"/>
                </a:rPr>
                <a:t>Ending character</a:t>
              </a:r>
              <a:endParaRPr kumimoji="1" lang="zh-CN" altLang="en-US" sz="2000">
                <a:ea typeface="宋体" panose="02010600030101010101" pitchFamily="2" charset="-122"/>
              </a:endParaRPr>
            </a:p>
          </p:txBody>
        </p:sp>
        <p:sp>
          <p:nvSpPr>
            <p:cNvPr id="20493" name="Line 11">
              <a:extLst>
                <a:ext uri="{FF2B5EF4-FFF2-40B4-BE49-F238E27FC236}">
                  <a16:creationId xmlns:a16="http://schemas.microsoft.com/office/drawing/2014/main" id="{8B5DE53F-5786-424F-B72B-B03AE2CB6220}"/>
                </a:ext>
              </a:extLst>
            </p:cNvPr>
            <p:cNvSpPr>
              <a:spLocks noChangeShapeType="1"/>
            </p:cNvSpPr>
            <p:nvPr/>
          </p:nvSpPr>
          <p:spPr bwMode="auto">
            <a:xfrm>
              <a:off x="8228013" y="2501900"/>
              <a:ext cx="0" cy="365125"/>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0494" name="Line 12">
              <a:extLst>
                <a:ext uri="{FF2B5EF4-FFF2-40B4-BE49-F238E27FC236}">
                  <a16:creationId xmlns:a16="http://schemas.microsoft.com/office/drawing/2014/main" id="{E8AEB319-17C4-4490-8211-F4051ACF6BB4}"/>
                </a:ext>
              </a:extLst>
            </p:cNvPr>
            <p:cNvSpPr>
              <a:spLocks noChangeShapeType="1"/>
            </p:cNvSpPr>
            <p:nvPr/>
          </p:nvSpPr>
          <p:spPr bwMode="auto">
            <a:xfrm flipV="1">
              <a:off x="955675" y="3416300"/>
              <a:ext cx="0" cy="549275"/>
            </a:xfrm>
            <a:prstGeom prst="line">
              <a:avLst/>
            </a:prstGeom>
            <a:noFill/>
            <a:ln w="38100">
              <a:solidFill>
                <a:srgbClr val="80808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0495" name="Text Box 13">
              <a:extLst>
                <a:ext uri="{FF2B5EF4-FFF2-40B4-BE49-F238E27FC236}">
                  <a16:creationId xmlns:a16="http://schemas.microsoft.com/office/drawing/2014/main" id="{6322835A-C062-4FA6-BC0A-76432EA90FB8}"/>
                </a:ext>
              </a:extLst>
            </p:cNvPr>
            <p:cNvSpPr txBox="1">
              <a:spLocks noChangeArrowheads="1"/>
            </p:cNvSpPr>
            <p:nvPr/>
          </p:nvSpPr>
          <p:spPr bwMode="auto">
            <a:xfrm>
              <a:off x="250825" y="3908474"/>
              <a:ext cx="2620866" cy="400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2000">
                  <a:ea typeface="宋体" panose="02010600030101010101" pitchFamily="2" charset="-122"/>
                </a:rPr>
                <a:t>Sending in the front</a:t>
              </a:r>
              <a:endParaRPr kumimoji="1" lang="zh-CN" altLang="en-US" sz="2000">
                <a:ea typeface="宋体" panose="02010600030101010101" pitchFamily="2" charset="-122"/>
              </a:endParaRPr>
            </a:p>
          </p:txBody>
        </p:sp>
        <p:sp>
          <p:nvSpPr>
            <p:cNvPr id="17" name="Rectangle 14">
              <a:extLst>
                <a:ext uri="{FF2B5EF4-FFF2-40B4-BE49-F238E27FC236}">
                  <a16:creationId xmlns:a16="http://schemas.microsoft.com/office/drawing/2014/main" id="{E2D0E611-508F-493C-A682-311C098232C1}"/>
                </a:ext>
              </a:extLst>
            </p:cNvPr>
            <p:cNvSpPr>
              <a:spLocks noChangeArrowheads="1"/>
            </p:cNvSpPr>
            <p:nvPr/>
          </p:nvSpPr>
          <p:spPr bwMode="auto">
            <a:xfrm>
              <a:off x="7956266" y="2867047"/>
              <a:ext cx="496870" cy="549289"/>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en-US" altLang="zh-CN" sz="1600" dirty="0">
                  <a:latin typeface="+mn-ea"/>
                </a:rPr>
                <a:t>EOT</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a:extLst>
              <a:ext uri="{FF2B5EF4-FFF2-40B4-BE49-F238E27FC236}">
                <a16:creationId xmlns:a16="http://schemas.microsoft.com/office/drawing/2014/main" id="{8422B1E8-DB1E-4D6F-96AD-4397F65249F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267B3D53-1518-41B5-8FE8-823C4A6DCE9A}" type="slidenum">
              <a:rPr lang="en-US" altLang="zh-CN" sz="1400" smtClean="0">
                <a:latin typeface="Times New Roman" panose="02020603050405020304" pitchFamily="18" charset="0"/>
              </a:rPr>
              <a:pPr>
                <a:spcBef>
                  <a:spcPct val="0"/>
                </a:spcBef>
                <a:buClrTx/>
                <a:buSzTx/>
                <a:buFontTx/>
                <a:buNone/>
              </a:pPr>
              <a:t>13</a:t>
            </a:fld>
            <a:endParaRPr lang="en-US" altLang="zh-CN" sz="1400">
              <a:latin typeface="Times New Roman" panose="02020603050405020304" pitchFamily="18" charset="0"/>
            </a:endParaRPr>
          </a:p>
        </p:txBody>
      </p:sp>
      <p:sp>
        <p:nvSpPr>
          <p:cNvPr id="21507" name="Rectangle 2">
            <a:extLst>
              <a:ext uri="{FF2B5EF4-FFF2-40B4-BE49-F238E27FC236}">
                <a16:creationId xmlns:a16="http://schemas.microsoft.com/office/drawing/2014/main" id="{CBEAF4CF-79C4-4EC7-A72E-BAC19E129A54}"/>
              </a:ext>
            </a:extLst>
          </p:cNvPr>
          <p:cNvSpPr>
            <a:spLocks noGrp="1" noChangeArrowheads="1"/>
          </p:cNvSpPr>
          <p:nvPr>
            <p:ph type="title"/>
          </p:nvPr>
        </p:nvSpPr>
        <p:spPr/>
        <p:txBody>
          <a:bodyPr/>
          <a:lstStyle/>
          <a:p>
            <a:r>
              <a:rPr lang="en-US" altLang="zh-CN">
                <a:ea typeface="宋体" panose="02010600030101010101" pitchFamily="2" charset="-122"/>
              </a:rPr>
              <a:t>Framing</a:t>
            </a:r>
          </a:p>
        </p:txBody>
      </p:sp>
      <p:sp>
        <p:nvSpPr>
          <p:cNvPr id="21508" name="Rectangle 3">
            <a:extLst>
              <a:ext uri="{FF2B5EF4-FFF2-40B4-BE49-F238E27FC236}">
                <a16:creationId xmlns:a16="http://schemas.microsoft.com/office/drawing/2014/main" id="{66F69901-7D5D-41FD-B9A7-219D12293668}"/>
              </a:ext>
            </a:extLst>
          </p:cNvPr>
          <p:cNvSpPr>
            <a:spLocks noGrp="1" noChangeArrowheads="1"/>
          </p:cNvSpPr>
          <p:nvPr>
            <p:ph type="body" idx="1"/>
          </p:nvPr>
        </p:nvSpPr>
        <p:spPr>
          <a:xfrm>
            <a:off x="484188" y="1419225"/>
            <a:ext cx="7772400" cy="4648200"/>
          </a:xfrm>
        </p:spPr>
        <p:txBody>
          <a:bodyPr/>
          <a:lstStyle/>
          <a:p>
            <a:r>
              <a:rPr lang="en-US" altLang="zh-CN" sz="2400">
                <a:solidFill>
                  <a:srgbClr val="FF0000"/>
                </a:solidFill>
                <a:ea typeface="宋体" panose="02010600030101010101" pitchFamily="2" charset="-122"/>
              </a:rPr>
              <a:t>First and tail bound method based on character:</a:t>
            </a:r>
            <a:r>
              <a:rPr lang="en-US" altLang="zh-CN">
                <a:ea typeface="宋体" panose="02010600030101010101" pitchFamily="2" charset="-122"/>
              </a:rPr>
              <a:t> </a:t>
            </a:r>
          </a:p>
          <a:p>
            <a:pPr lvl="1"/>
            <a:r>
              <a:rPr lang="en-US" altLang="zh-CN" sz="2000">
                <a:ea typeface="宋体" panose="02010600030101010101" pitchFamily="2" charset="-122"/>
              </a:rPr>
              <a:t>encapsulate datagram into frame, adding header, trailer (character)</a:t>
            </a:r>
          </a:p>
          <a:p>
            <a:pPr>
              <a:buFont typeface="ZapfDingbats" pitchFamily="82" charset="2"/>
              <a:buNone/>
            </a:pPr>
            <a:r>
              <a:rPr lang="en-US" altLang="zh-CN" sz="2000">
                <a:ea typeface="宋体" panose="02010600030101010101" pitchFamily="2" charset="-122"/>
              </a:rPr>
              <a:t> </a:t>
            </a:r>
          </a:p>
          <a:p>
            <a:endParaRPr lang="en-US" altLang="zh-CN" sz="2000">
              <a:ea typeface="宋体" panose="02010600030101010101" pitchFamily="2" charset="-122"/>
            </a:endParaRPr>
          </a:p>
        </p:txBody>
      </p:sp>
      <p:grpSp>
        <p:nvGrpSpPr>
          <p:cNvPr id="21509" name="组合 5">
            <a:extLst>
              <a:ext uri="{FF2B5EF4-FFF2-40B4-BE49-F238E27FC236}">
                <a16:creationId xmlns:a16="http://schemas.microsoft.com/office/drawing/2014/main" id="{82CC41D1-FC7D-474D-946C-3B6C68C58BC5}"/>
              </a:ext>
            </a:extLst>
          </p:cNvPr>
          <p:cNvGrpSpPr>
            <a:grpSpLocks/>
          </p:cNvGrpSpPr>
          <p:nvPr/>
        </p:nvGrpSpPr>
        <p:grpSpPr bwMode="auto">
          <a:xfrm>
            <a:off x="0" y="3095625"/>
            <a:ext cx="8142288" cy="2433638"/>
            <a:chOff x="-590456" y="2171122"/>
            <a:chExt cx="9518045" cy="3337962"/>
          </a:xfrm>
        </p:grpSpPr>
        <p:sp>
          <p:nvSpPr>
            <p:cNvPr id="7" name="Line 22">
              <a:extLst>
                <a:ext uri="{FF2B5EF4-FFF2-40B4-BE49-F238E27FC236}">
                  <a16:creationId xmlns:a16="http://schemas.microsoft.com/office/drawing/2014/main" id="{EC9EA045-CB65-4C3A-89AC-805154A78AA8}"/>
                </a:ext>
              </a:extLst>
            </p:cNvPr>
            <p:cNvSpPr>
              <a:spLocks noChangeShapeType="1"/>
            </p:cNvSpPr>
            <p:nvPr/>
          </p:nvSpPr>
          <p:spPr bwMode="auto">
            <a:xfrm rot="16200000" flipV="1">
              <a:off x="720581" y="3500208"/>
              <a:ext cx="13064" cy="1065190"/>
            </a:xfrm>
            <a:prstGeom prst="line">
              <a:avLst/>
            </a:prstGeom>
            <a:noFill/>
            <a:ln w="38100">
              <a:solidFill>
                <a:schemeClr val="tx1"/>
              </a:solidFill>
              <a:round/>
              <a:headEnd/>
              <a:tailEnd type="triangle" w="med" len="lg"/>
            </a:ln>
            <a:effectLst/>
          </p:spPr>
          <p:txBody>
            <a:bodyPr/>
            <a:lstStyle/>
            <a:p>
              <a:pPr>
                <a:defRPr/>
              </a:pPr>
              <a:endParaRPr lang="zh-CN" altLang="en-US">
                <a:latin typeface="+mn-ea"/>
              </a:endParaRPr>
            </a:p>
          </p:txBody>
        </p:sp>
        <p:sp>
          <p:nvSpPr>
            <p:cNvPr id="8" name="Rectangle 4">
              <a:extLst>
                <a:ext uri="{FF2B5EF4-FFF2-40B4-BE49-F238E27FC236}">
                  <a16:creationId xmlns:a16="http://schemas.microsoft.com/office/drawing/2014/main" id="{ABA58142-9DCB-495C-BB96-762004FCE84A}"/>
                </a:ext>
              </a:extLst>
            </p:cNvPr>
            <p:cNvSpPr>
              <a:spLocks noChangeArrowheads="1"/>
            </p:cNvSpPr>
            <p:nvPr/>
          </p:nvSpPr>
          <p:spPr bwMode="auto">
            <a:xfrm>
              <a:off x="968358" y="3706193"/>
              <a:ext cx="577133" cy="609673"/>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en-US" altLang="zh-CN">
                  <a:latin typeface="+mn-ea"/>
                </a:rPr>
                <a:t>SOH</a:t>
              </a:r>
            </a:p>
          </p:txBody>
        </p:sp>
        <p:sp>
          <p:nvSpPr>
            <p:cNvPr id="21512" name="Rectangle 5">
              <a:extLst>
                <a:ext uri="{FF2B5EF4-FFF2-40B4-BE49-F238E27FC236}">
                  <a16:creationId xmlns:a16="http://schemas.microsoft.com/office/drawing/2014/main" id="{592C63DF-491A-4B05-8706-7360B39E3F2A}"/>
                </a:ext>
              </a:extLst>
            </p:cNvPr>
            <p:cNvSpPr>
              <a:spLocks noChangeArrowheads="1"/>
            </p:cNvSpPr>
            <p:nvPr/>
          </p:nvSpPr>
          <p:spPr bwMode="auto">
            <a:xfrm>
              <a:off x="1532500" y="3706193"/>
              <a:ext cx="6947857" cy="609673"/>
            </a:xfrm>
            <a:prstGeom prst="rect">
              <a:avLst/>
            </a:prstGeom>
            <a:solidFill>
              <a:srgbClr val="CCFFFF"/>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0" name="Rectangle 6">
              <a:extLst>
                <a:ext uri="{FF2B5EF4-FFF2-40B4-BE49-F238E27FC236}">
                  <a16:creationId xmlns:a16="http://schemas.microsoft.com/office/drawing/2014/main" id="{AE59B8AF-DB42-4860-B66E-5971A217FDD1}"/>
                </a:ext>
              </a:extLst>
            </p:cNvPr>
            <p:cNvSpPr>
              <a:spLocks noChangeArrowheads="1"/>
            </p:cNvSpPr>
            <p:nvPr/>
          </p:nvSpPr>
          <p:spPr bwMode="auto">
            <a:xfrm>
              <a:off x="3169255" y="3706193"/>
              <a:ext cx="523316" cy="609673"/>
            </a:xfrm>
            <a:prstGeom prst="rect">
              <a:avLst/>
            </a:prstGeom>
            <a:solidFill>
              <a:srgbClr val="FFFF99"/>
            </a:solidFill>
            <a:ln w="9525">
              <a:solidFill>
                <a:schemeClr val="tx1"/>
              </a:solidFill>
              <a:miter lim="800000"/>
              <a:headEnd/>
              <a:tailEnd/>
            </a:ln>
            <a:effectLst/>
          </p:spPr>
          <p:txBody>
            <a:bodyPr wrap="none" anchor="ctr"/>
            <a:lstStyle/>
            <a:p>
              <a:pPr algn="ctr">
                <a:defRPr/>
              </a:pPr>
              <a:r>
                <a:rPr kumimoji="1" lang="en-US" altLang="zh-CN" dirty="0">
                  <a:latin typeface="+mn-ea"/>
                </a:rPr>
                <a:t>EOT</a:t>
              </a:r>
            </a:p>
          </p:txBody>
        </p:sp>
        <p:sp>
          <p:nvSpPr>
            <p:cNvPr id="11" name="Line 7">
              <a:extLst>
                <a:ext uri="{FF2B5EF4-FFF2-40B4-BE49-F238E27FC236}">
                  <a16:creationId xmlns:a16="http://schemas.microsoft.com/office/drawing/2014/main" id="{B52635BD-5194-4B6D-9286-8AF5D30201A4}"/>
                </a:ext>
              </a:extLst>
            </p:cNvPr>
            <p:cNvSpPr>
              <a:spLocks noChangeShapeType="1"/>
            </p:cNvSpPr>
            <p:nvPr/>
          </p:nvSpPr>
          <p:spPr bwMode="auto">
            <a:xfrm>
              <a:off x="3195235" y="2674103"/>
              <a:ext cx="235678" cy="1032090"/>
            </a:xfrm>
            <a:prstGeom prst="line">
              <a:avLst/>
            </a:prstGeom>
            <a:noFill/>
            <a:ln w="9525">
              <a:solidFill>
                <a:schemeClr val="tx1"/>
              </a:solidFill>
              <a:round/>
              <a:headEnd/>
              <a:tailEnd type="triangle" w="sm" len="med"/>
            </a:ln>
            <a:effectLst/>
          </p:spPr>
          <p:txBody>
            <a:bodyPr/>
            <a:lstStyle/>
            <a:p>
              <a:pPr>
                <a:defRPr/>
              </a:pPr>
              <a:endParaRPr lang="zh-CN" altLang="en-US">
                <a:latin typeface="+mn-ea"/>
              </a:endParaRPr>
            </a:p>
          </p:txBody>
        </p:sp>
        <p:sp>
          <p:nvSpPr>
            <p:cNvPr id="21515" name="Text Box 8">
              <a:extLst>
                <a:ext uri="{FF2B5EF4-FFF2-40B4-BE49-F238E27FC236}">
                  <a16:creationId xmlns:a16="http://schemas.microsoft.com/office/drawing/2014/main" id="{0E096E15-9C15-4FAB-8C68-79E2A1A81FFD}"/>
                </a:ext>
              </a:extLst>
            </p:cNvPr>
            <p:cNvSpPr txBox="1">
              <a:spLocks noChangeArrowheads="1"/>
            </p:cNvSpPr>
            <p:nvPr/>
          </p:nvSpPr>
          <p:spPr bwMode="auto">
            <a:xfrm>
              <a:off x="1979732" y="2171122"/>
              <a:ext cx="2380902" cy="63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kumimoji="1" lang="en-US" altLang="zh-CN" sz="2400">
                  <a:ea typeface="宋体" panose="02010600030101010101" pitchFamily="2" charset="-122"/>
                </a:rPr>
                <a:t>appear</a:t>
              </a:r>
              <a:r>
                <a:rPr kumimoji="1" lang="zh-CN" altLang="en-US" sz="2400">
                  <a:ea typeface="宋体" panose="02010600030101010101" pitchFamily="2" charset="-122"/>
                </a:rPr>
                <a:t>“</a:t>
              </a:r>
              <a:r>
                <a:rPr kumimoji="1" lang="en-US" altLang="zh-CN" sz="2400">
                  <a:ea typeface="宋体" panose="02010600030101010101" pitchFamily="2" charset="-122"/>
                </a:rPr>
                <a:t>EOT”</a:t>
              </a:r>
            </a:p>
          </p:txBody>
        </p:sp>
        <p:sp>
          <p:nvSpPr>
            <p:cNvPr id="21516" name="AutoShape 9">
              <a:extLst>
                <a:ext uri="{FF2B5EF4-FFF2-40B4-BE49-F238E27FC236}">
                  <a16:creationId xmlns:a16="http://schemas.microsoft.com/office/drawing/2014/main" id="{686737DF-0C9E-44C1-8296-4C8A322335E7}"/>
                </a:ext>
              </a:extLst>
            </p:cNvPr>
            <p:cNvSpPr>
              <a:spLocks/>
            </p:cNvSpPr>
            <p:nvPr/>
          </p:nvSpPr>
          <p:spPr bwMode="auto">
            <a:xfrm rot="-5400000">
              <a:off x="6142135" y="1975025"/>
              <a:ext cx="326611" cy="5173778"/>
            </a:xfrm>
            <a:prstGeom prst="leftBrace">
              <a:avLst>
                <a:gd name="adj1" fmla="val 13186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21517" name="Text Box 10">
              <a:extLst>
                <a:ext uri="{FF2B5EF4-FFF2-40B4-BE49-F238E27FC236}">
                  <a16:creationId xmlns:a16="http://schemas.microsoft.com/office/drawing/2014/main" id="{CD83F40F-87AA-4E4D-81AC-AAA5B89CA8C9}"/>
                </a:ext>
              </a:extLst>
            </p:cNvPr>
            <p:cNvSpPr txBox="1">
              <a:spLocks noChangeArrowheads="1"/>
            </p:cNvSpPr>
            <p:nvPr/>
          </p:nvSpPr>
          <p:spPr bwMode="auto">
            <a:xfrm>
              <a:off x="4347645" y="4629413"/>
              <a:ext cx="4579944" cy="548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ClrTx/>
                <a:buSzTx/>
                <a:buFontTx/>
                <a:buNone/>
              </a:pPr>
              <a:r>
                <a:rPr kumimoji="1" lang="en-US" altLang="zh-CN" sz="2000">
                  <a:ea typeface="宋体" panose="02010600030101010101" pitchFamily="2" charset="-122"/>
                </a:rPr>
                <a:t>Be discarded as a invalid frame</a:t>
              </a:r>
              <a:endParaRPr kumimoji="1" lang="zh-CN" altLang="en-US" sz="2000">
                <a:ea typeface="宋体" panose="02010600030101010101" pitchFamily="2" charset="-122"/>
              </a:endParaRPr>
            </a:p>
          </p:txBody>
        </p:sp>
        <p:sp>
          <p:nvSpPr>
            <p:cNvPr id="21518" name="AutoShape 11">
              <a:extLst>
                <a:ext uri="{FF2B5EF4-FFF2-40B4-BE49-F238E27FC236}">
                  <a16:creationId xmlns:a16="http://schemas.microsoft.com/office/drawing/2014/main" id="{C63B245B-E5EF-4878-93A3-CDD98C13160E}"/>
                </a:ext>
              </a:extLst>
            </p:cNvPr>
            <p:cNvSpPr>
              <a:spLocks/>
            </p:cNvSpPr>
            <p:nvPr/>
          </p:nvSpPr>
          <p:spPr bwMode="auto">
            <a:xfrm rot="-5400000">
              <a:off x="2176191" y="3187879"/>
              <a:ext cx="304837" cy="2687099"/>
            </a:xfrm>
            <a:prstGeom prst="leftBrace">
              <a:avLst>
                <a:gd name="adj1" fmla="val 7349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21519" name="Text Box 12">
              <a:extLst>
                <a:ext uri="{FF2B5EF4-FFF2-40B4-BE49-F238E27FC236}">
                  <a16:creationId xmlns:a16="http://schemas.microsoft.com/office/drawing/2014/main" id="{FEC00E1F-0766-476C-9038-C733871D317A}"/>
                </a:ext>
              </a:extLst>
            </p:cNvPr>
            <p:cNvSpPr txBox="1">
              <a:spLocks noChangeArrowheads="1"/>
            </p:cNvSpPr>
            <p:nvPr/>
          </p:nvSpPr>
          <p:spPr bwMode="auto">
            <a:xfrm>
              <a:off x="704844" y="4622880"/>
              <a:ext cx="3282789" cy="886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kumimoji="1" lang="en-US" altLang="zh-CN" sz="1800">
                  <a:ea typeface="宋体" panose="02010600030101010101" pitchFamily="2" charset="-122"/>
                </a:rPr>
                <a:t>Be mistaken for a frame</a:t>
              </a:r>
            </a:p>
            <a:p>
              <a:pPr algn="ctr">
                <a:spcBef>
                  <a:spcPct val="0"/>
                </a:spcBef>
                <a:buClrTx/>
                <a:buSzTx/>
                <a:buFontTx/>
                <a:buNone/>
              </a:pPr>
              <a:r>
                <a:rPr kumimoji="1" lang="en-US" altLang="zh-CN" sz="1800">
                  <a:ea typeface="宋体" panose="02010600030101010101" pitchFamily="2" charset="-122"/>
                </a:rPr>
                <a:t>By the receiver</a:t>
              </a:r>
              <a:endParaRPr kumimoji="1" lang="zh-CN" altLang="en-US" sz="1800">
                <a:ea typeface="宋体" panose="02010600030101010101" pitchFamily="2" charset="-122"/>
              </a:endParaRPr>
            </a:p>
          </p:txBody>
        </p:sp>
        <p:sp>
          <p:nvSpPr>
            <p:cNvPr id="17" name="Line 13">
              <a:extLst>
                <a:ext uri="{FF2B5EF4-FFF2-40B4-BE49-F238E27FC236}">
                  <a16:creationId xmlns:a16="http://schemas.microsoft.com/office/drawing/2014/main" id="{674B2E18-426B-4150-A0C2-A8117164A98B}"/>
                </a:ext>
              </a:extLst>
            </p:cNvPr>
            <p:cNvSpPr>
              <a:spLocks noChangeShapeType="1"/>
            </p:cNvSpPr>
            <p:nvPr/>
          </p:nvSpPr>
          <p:spPr bwMode="auto">
            <a:xfrm>
              <a:off x="1545491" y="3442726"/>
              <a:ext cx="6771562" cy="0"/>
            </a:xfrm>
            <a:prstGeom prst="line">
              <a:avLst/>
            </a:prstGeom>
            <a:noFill/>
            <a:ln w="9525">
              <a:solidFill>
                <a:schemeClr val="tx1"/>
              </a:solidFill>
              <a:round/>
              <a:headEnd type="triangle" w="sm" len="med"/>
              <a:tailEnd type="triangle" w="sm" len="med"/>
            </a:ln>
            <a:effectLst/>
          </p:spPr>
          <p:txBody>
            <a:bodyPr/>
            <a:lstStyle/>
            <a:p>
              <a:pPr>
                <a:defRPr/>
              </a:pPr>
              <a:endParaRPr lang="zh-CN" altLang="en-US">
                <a:latin typeface="+mn-ea"/>
              </a:endParaRPr>
            </a:p>
          </p:txBody>
        </p:sp>
        <p:sp>
          <p:nvSpPr>
            <p:cNvPr id="21521" name="Text Box 14">
              <a:extLst>
                <a:ext uri="{FF2B5EF4-FFF2-40B4-BE49-F238E27FC236}">
                  <a16:creationId xmlns:a16="http://schemas.microsoft.com/office/drawing/2014/main" id="{E7D7CD5E-350B-4F5E-887F-47D700145818}"/>
                </a:ext>
              </a:extLst>
            </p:cNvPr>
            <p:cNvSpPr txBox="1">
              <a:spLocks noChangeArrowheads="1"/>
            </p:cNvSpPr>
            <p:nvPr/>
          </p:nvSpPr>
          <p:spPr bwMode="auto">
            <a:xfrm>
              <a:off x="4483113" y="3185793"/>
              <a:ext cx="963125" cy="6336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kumimoji="1" lang="en-US" altLang="zh-CN" sz="2400">
                  <a:ea typeface="宋体" panose="02010600030101010101" pitchFamily="2" charset="-122"/>
                </a:rPr>
                <a:t>data</a:t>
              </a:r>
              <a:endParaRPr kumimoji="1" lang="zh-CN" altLang="en-US" sz="2400">
                <a:ea typeface="宋体" panose="02010600030101010101" pitchFamily="2" charset="-122"/>
              </a:endParaRPr>
            </a:p>
          </p:txBody>
        </p:sp>
        <p:sp>
          <p:nvSpPr>
            <p:cNvPr id="19" name="Rectangle 15">
              <a:extLst>
                <a:ext uri="{FF2B5EF4-FFF2-40B4-BE49-F238E27FC236}">
                  <a16:creationId xmlns:a16="http://schemas.microsoft.com/office/drawing/2014/main" id="{77F73490-7485-4AFC-8580-04BD4DF4993C}"/>
                </a:ext>
              </a:extLst>
            </p:cNvPr>
            <p:cNvSpPr>
              <a:spLocks noChangeArrowheads="1"/>
            </p:cNvSpPr>
            <p:nvPr/>
          </p:nvSpPr>
          <p:spPr bwMode="auto">
            <a:xfrm>
              <a:off x="8317053" y="3706193"/>
              <a:ext cx="575277" cy="609673"/>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en-US" altLang="zh-CN">
                  <a:latin typeface="+mn-ea"/>
                </a:rPr>
                <a:t>EOT</a:t>
              </a:r>
            </a:p>
          </p:txBody>
        </p:sp>
        <p:sp>
          <p:nvSpPr>
            <p:cNvPr id="20" name="Line 16">
              <a:extLst>
                <a:ext uri="{FF2B5EF4-FFF2-40B4-BE49-F238E27FC236}">
                  <a16:creationId xmlns:a16="http://schemas.microsoft.com/office/drawing/2014/main" id="{5724BDC6-F67D-4CDD-B57B-567353B1305E}"/>
                </a:ext>
              </a:extLst>
            </p:cNvPr>
            <p:cNvSpPr>
              <a:spLocks noChangeShapeType="1"/>
            </p:cNvSpPr>
            <p:nvPr/>
          </p:nvSpPr>
          <p:spPr bwMode="auto">
            <a:xfrm>
              <a:off x="968358" y="2961521"/>
              <a:ext cx="7923971" cy="0"/>
            </a:xfrm>
            <a:prstGeom prst="line">
              <a:avLst/>
            </a:prstGeom>
            <a:noFill/>
            <a:ln w="9525">
              <a:solidFill>
                <a:schemeClr val="tx1"/>
              </a:solidFill>
              <a:round/>
              <a:headEnd type="triangle" w="sm" len="med"/>
              <a:tailEnd type="triangle" w="sm" len="med"/>
            </a:ln>
            <a:effectLst/>
          </p:spPr>
          <p:txBody>
            <a:bodyPr/>
            <a:lstStyle/>
            <a:p>
              <a:pPr>
                <a:defRPr/>
              </a:pPr>
              <a:endParaRPr lang="zh-CN" altLang="en-US">
                <a:latin typeface="+mn-ea"/>
              </a:endParaRPr>
            </a:p>
          </p:txBody>
        </p:sp>
        <p:sp>
          <p:nvSpPr>
            <p:cNvPr id="21524" name="Text Box 17">
              <a:extLst>
                <a:ext uri="{FF2B5EF4-FFF2-40B4-BE49-F238E27FC236}">
                  <a16:creationId xmlns:a16="http://schemas.microsoft.com/office/drawing/2014/main" id="{0ED5484C-3422-4C3F-A746-37F8DA0DF4A9}"/>
                </a:ext>
              </a:extLst>
            </p:cNvPr>
            <p:cNvSpPr txBox="1">
              <a:spLocks noChangeArrowheads="1"/>
            </p:cNvSpPr>
            <p:nvPr/>
          </p:nvSpPr>
          <p:spPr bwMode="auto">
            <a:xfrm>
              <a:off x="3156266" y="2682813"/>
              <a:ext cx="2878238" cy="63362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kumimoji="1" lang="en-US" altLang="zh-CN" sz="2400">
                  <a:ea typeface="宋体" panose="02010600030101010101" pitchFamily="2" charset="-122"/>
                </a:rPr>
                <a:t>Complete frame</a:t>
              </a:r>
              <a:endParaRPr kumimoji="1" lang="zh-CN" altLang="en-US" sz="2400">
                <a:ea typeface="宋体" panose="02010600030101010101" pitchFamily="2" charset="-122"/>
              </a:endParaRPr>
            </a:p>
          </p:txBody>
        </p:sp>
        <p:sp>
          <p:nvSpPr>
            <p:cNvPr id="22" name="Line 18">
              <a:extLst>
                <a:ext uri="{FF2B5EF4-FFF2-40B4-BE49-F238E27FC236}">
                  <a16:creationId xmlns:a16="http://schemas.microsoft.com/office/drawing/2014/main" id="{09D68A54-5DC5-4B9C-A9B8-FF77FB4C8CD6}"/>
                </a:ext>
              </a:extLst>
            </p:cNvPr>
            <p:cNvSpPr>
              <a:spLocks noChangeShapeType="1"/>
            </p:cNvSpPr>
            <p:nvPr/>
          </p:nvSpPr>
          <p:spPr bwMode="auto">
            <a:xfrm>
              <a:off x="968358" y="2863537"/>
              <a:ext cx="0" cy="770801"/>
            </a:xfrm>
            <a:prstGeom prst="line">
              <a:avLst/>
            </a:prstGeom>
            <a:noFill/>
            <a:ln w="9525">
              <a:solidFill>
                <a:schemeClr val="tx1"/>
              </a:solidFill>
              <a:round/>
              <a:headEnd/>
              <a:tailEnd/>
            </a:ln>
            <a:effectLst/>
          </p:spPr>
          <p:txBody>
            <a:bodyPr/>
            <a:lstStyle/>
            <a:p>
              <a:pPr>
                <a:defRPr/>
              </a:pPr>
              <a:endParaRPr lang="zh-CN" altLang="en-US">
                <a:latin typeface="+mn-ea"/>
              </a:endParaRPr>
            </a:p>
          </p:txBody>
        </p:sp>
        <p:sp>
          <p:nvSpPr>
            <p:cNvPr id="23" name="Line 19">
              <a:extLst>
                <a:ext uri="{FF2B5EF4-FFF2-40B4-BE49-F238E27FC236}">
                  <a16:creationId xmlns:a16="http://schemas.microsoft.com/office/drawing/2014/main" id="{C00A68BE-8662-4A4F-BE3C-950199FABE81}"/>
                </a:ext>
              </a:extLst>
            </p:cNvPr>
            <p:cNvSpPr>
              <a:spLocks noChangeShapeType="1"/>
            </p:cNvSpPr>
            <p:nvPr/>
          </p:nvSpPr>
          <p:spPr bwMode="auto">
            <a:xfrm>
              <a:off x="8892330" y="2863537"/>
              <a:ext cx="0" cy="770801"/>
            </a:xfrm>
            <a:prstGeom prst="line">
              <a:avLst/>
            </a:prstGeom>
            <a:noFill/>
            <a:ln w="9525">
              <a:solidFill>
                <a:schemeClr val="tx1"/>
              </a:solidFill>
              <a:round/>
              <a:headEnd/>
              <a:tailEnd/>
            </a:ln>
            <a:effectLst/>
          </p:spPr>
          <p:txBody>
            <a:bodyPr/>
            <a:lstStyle/>
            <a:p>
              <a:pPr>
                <a:defRPr/>
              </a:pPr>
              <a:endParaRPr lang="zh-CN" altLang="en-US">
                <a:latin typeface="+mn-ea"/>
              </a:endParaRPr>
            </a:p>
          </p:txBody>
        </p:sp>
        <p:sp>
          <p:nvSpPr>
            <p:cNvPr id="24" name="Line 20">
              <a:extLst>
                <a:ext uri="{FF2B5EF4-FFF2-40B4-BE49-F238E27FC236}">
                  <a16:creationId xmlns:a16="http://schemas.microsoft.com/office/drawing/2014/main" id="{C2B85F97-A4D1-4A47-8118-3594CD1BE355}"/>
                </a:ext>
              </a:extLst>
            </p:cNvPr>
            <p:cNvSpPr>
              <a:spLocks noChangeShapeType="1"/>
            </p:cNvSpPr>
            <p:nvPr/>
          </p:nvSpPr>
          <p:spPr bwMode="auto">
            <a:xfrm>
              <a:off x="1545491" y="3248938"/>
              <a:ext cx="0" cy="385400"/>
            </a:xfrm>
            <a:prstGeom prst="line">
              <a:avLst/>
            </a:prstGeom>
            <a:noFill/>
            <a:ln w="9525">
              <a:solidFill>
                <a:schemeClr val="tx1"/>
              </a:solidFill>
              <a:round/>
              <a:headEnd/>
              <a:tailEnd/>
            </a:ln>
            <a:effectLst/>
          </p:spPr>
          <p:txBody>
            <a:bodyPr/>
            <a:lstStyle/>
            <a:p>
              <a:pPr>
                <a:defRPr/>
              </a:pPr>
              <a:endParaRPr lang="zh-CN" altLang="en-US">
                <a:latin typeface="+mn-ea"/>
              </a:endParaRPr>
            </a:p>
          </p:txBody>
        </p:sp>
        <p:sp>
          <p:nvSpPr>
            <p:cNvPr id="25" name="Line 21">
              <a:extLst>
                <a:ext uri="{FF2B5EF4-FFF2-40B4-BE49-F238E27FC236}">
                  <a16:creationId xmlns:a16="http://schemas.microsoft.com/office/drawing/2014/main" id="{21BDE92F-850F-411D-9295-FF5227B678E9}"/>
                </a:ext>
              </a:extLst>
            </p:cNvPr>
            <p:cNvSpPr>
              <a:spLocks noChangeShapeType="1"/>
            </p:cNvSpPr>
            <p:nvPr/>
          </p:nvSpPr>
          <p:spPr bwMode="auto">
            <a:xfrm>
              <a:off x="8317053" y="3248938"/>
              <a:ext cx="0" cy="385400"/>
            </a:xfrm>
            <a:prstGeom prst="line">
              <a:avLst/>
            </a:prstGeom>
            <a:noFill/>
            <a:ln w="9525">
              <a:solidFill>
                <a:schemeClr val="tx1"/>
              </a:solidFill>
              <a:round/>
              <a:headEnd/>
              <a:tailEnd/>
            </a:ln>
            <a:effectLst/>
          </p:spPr>
          <p:txBody>
            <a:bodyPr/>
            <a:lstStyle/>
            <a:p>
              <a:pPr>
                <a:defRPr/>
              </a:pPr>
              <a:endParaRPr lang="zh-CN" altLang="en-US">
                <a:latin typeface="+mn-ea"/>
              </a:endParaRPr>
            </a:p>
          </p:txBody>
        </p:sp>
        <p:sp>
          <p:nvSpPr>
            <p:cNvPr id="21529" name="Text Box 23">
              <a:extLst>
                <a:ext uri="{FF2B5EF4-FFF2-40B4-BE49-F238E27FC236}">
                  <a16:creationId xmlns:a16="http://schemas.microsoft.com/office/drawing/2014/main" id="{6B5F5833-EFC6-4049-9B6F-B04CB8623249}"/>
                </a:ext>
              </a:extLst>
            </p:cNvPr>
            <p:cNvSpPr txBox="1">
              <a:spLocks noChangeArrowheads="1"/>
            </p:cNvSpPr>
            <p:nvPr/>
          </p:nvSpPr>
          <p:spPr bwMode="auto">
            <a:xfrm>
              <a:off x="-590456" y="4368124"/>
              <a:ext cx="2208320" cy="422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400">
                  <a:ea typeface="宋体" panose="02010600030101010101" pitchFamily="2" charset="-122"/>
                </a:rPr>
                <a:t>Sending in the front</a:t>
              </a:r>
              <a:endParaRPr kumimoji="1" lang="zh-CN" altLang="en-US" sz="1400">
                <a:ea typeface="宋体" panose="02010600030101010101" pitchFamily="2" charset="-122"/>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a:extLst>
              <a:ext uri="{FF2B5EF4-FFF2-40B4-BE49-F238E27FC236}">
                <a16:creationId xmlns:a16="http://schemas.microsoft.com/office/drawing/2014/main" id="{27A076DD-C81C-4B10-ADF9-13099753A35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47E8DEA2-AB8F-463A-9AB8-95BABB780249}" type="slidenum">
              <a:rPr lang="en-US" altLang="zh-CN" sz="1400" smtClean="0">
                <a:latin typeface="Times New Roman" panose="02020603050405020304" pitchFamily="18" charset="0"/>
              </a:rPr>
              <a:pPr>
                <a:spcBef>
                  <a:spcPct val="0"/>
                </a:spcBef>
                <a:buClrTx/>
                <a:buSzTx/>
                <a:buFontTx/>
                <a:buNone/>
              </a:pPr>
              <a:t>14</a:t>
            </a:fld>
            <a:endParaRPr lang="en-US" altLang="zh-CN" sz="1400">
              <a:latin typeface="Times New Roman" panose="02020603050405020304" pitchFamily="18" charset="0"/>
            </a:endParaRPr>
          </a:p>
        </p:txBody>
      </p:sp>
      <p:sp>
        <p:nvSpPr>
          <p:cNvPr id="22531" name="Rectangle 2">
            <a:extLst>
              <a:ext uri="{FF2B5EF4-FFF2-40B4-BE49-F238E27FC236}">
                <a16:creationId xmlns:a16="http://schemas.microsoft.com/office/drawing/2014/main" id="{5583748E-CFB2-419C-B70E-1AAB7834CBC4}"/>
              </a:ext>
            </a:extLst>
          </p:cNvPr>
          <p:cNvSpPr>
            <a:spLocks noGrp="1" noChangeArrowheads="1"/>
          </p:cNvSpPr>
          <p:nvPr>
            <p:ph type="title"/>
          </p:nvPr>
        </p:nvSpPr>
        <p:spPr/>
        <p:txBody>
          <a:bodyPr/>
          <a:lstStyle/>
          <a:p>
            <a:r>
              <a:rPr lang="en-US" altLang="zh-CN">
                <a:ea typeface="宋体" panose="02010600030101010101" pitchFamily="2" charset="-122"/>
              </a:rPr>
              <a:t>Framing</a:t>
            </a:r>
          </a:p>
        </p:txBody>
      </p:sp>
      <p:sp>
        <p:nvSpPr>
          <p:cNvPr id="22532" name="Rectangle 3">
            <a:extLst>
              <a:ext uri="{FF2B5EF4-FFF2-40B4-BE49-F238E27FC236}">
                <a16:creationId xmlns:a16="http://schemas.microsoft.com/office/drawing/2014/main" id="{BDD91B2B-97B7-4B78-A34A-3EF77AA00E57}"/>
              </a:ext>
            </a:extLst>
          </p:cNvPr>
          <p:cNvSpPr>
            <a:spLocks noGrp="1" noChangeArrowheads="1"/>
          </p:cNvSpPr>
          <p:nvPr>
            <p:ph type="body" idx="1"/>
          </p:nvPr>
        </p:nvSpPr>
        <p:spPr>
          <a:xfrm>
            <a:off x="484188" y="1419225"/>
            <a:ext cx="7772400" cy="4648200"/>
          </a:xfrm>
        </p:spPr>
        <p:txBody>
          <a:bodyPr/>
          <a:lstStyle/>
          <a:p>
            <a:r>
              <a:rPr lang="en-US" altLang="zh-CN" sz="2400">
                <a:solidFill>
                  <a:srgbClr val="FF0000"/>
                </a:solidFill>
                <a:ea typeface="宋体" panose="02010600030101010101" pitchFamily="2" charset="-122"/>
              </a:rPr>
              <a:t>First and tail bound method based on character:</a:t>
            </a:r>
            <a:r>
              <a:rPr lang="en-US" altLang="zh-CN">
                <a:ea typeface="宋体" panose="02010600030101010101" pitchFamily="2" charset="-122"/>
              </a:rPr>
              <a:t> </a:t>
            </a:r>
          </a:p>
          <a:p>
            <a:pPr lvl="1"/>
            <a:r>
              <a:rPr lang="en-US" altLang="zh-CN" sz="2000">
                <a:ea typeface="宋体" panose="02010600030101010101" pitchFamily="2" charset="-122"/>
              </a:rPr>
              <a:t>Inserting/ stuffing a Escape character before the special character in the data part</a:t>
            </a:r>
          </a:p>
        </p:txBody>
      </p:sp>
      <p:grpSp>
        <p:nvGrpSpPr>
          <p:cNvPr id="22533" name="组合 5">
            <a:extLst>
              <a:ext uri="{FF2B5EF4-FFF2-40B4-BE49-F238E27FC236}">
                <a16:creationId xmlns:a16="http://schemas.microsoft.com/office/drawing/2014/main" id="{166ACC41-179E-4E4C-96BB-8606E15E2908}"/>
              </a:ext>
            </a:extLst>
          </p:cNvPr>
          <p:cNvGrpSpPr>
            <a:grpSpLocks/>
          </p:cNvGrpSpPr>
          <p:nvPr/>
        </p:nvGrpSpPr>
        <p:grpSpPr bwMode="auto">
          <a:xfrm>
            <a:off x="247650" y="2657475"/>
            <a:ext cx="8940800" cy="3224213"/>
            <a:chOff x="-36513" y="2047875"/>
            <a:chExt cx="9338599" cy="3288087"/>
          </a:xfrm>
        </p:grpSpPr>
        <p:sp>
          <p:nvSpPr>
            <p:cNvPr id="7" name="Rectangle 4">
              <a:extLst>
                <a:ext uri="{FF2B5EF4-FFF2-40B4-BE49-F238E27FC236}">
                  <a16:creationId xmlns:a16="http://schemas.microsoft.com/office/drawing/2014/main" id="{80C263C6-41D0-47B3-ADE4-E0CBA90AED2E}"/>
                </a:ext>
              </a:extLst>
            </p:cNvPr>
            <p:cNvSpPr>
              <a:spLocks noChangeArrowheads="1"/>
            </p:cNvSpPr>
            <p:nvPr/>
          </p:nvSpPr>
          <p:spPr bwMode="auto">
            <a:xfrm>
              <a:off x="273558" y="4183270"/>
              <a:ext cx="455986" cy="456544"/>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en-US" altLang="zh-CN" sz="1600">
                  <a:latin typeface="+mn-ea"/>
                </a:rPr>
                <a:t>SOH</a:t>
              </a:r>
            </a:p>
          </p:txBody>
        </p:sp>
        <p:sp>
          <p:nvSpPr>
            <p:cNvPr id="8" name="Freeform 5">
              <a:extLst>
                <a:ext uri="{FF2B5EF4-FFF2-40B4-BE49-F238E27FC236}">
                  <a16:creationId xmlns:a16="http://schemas.microsoft.com/office/drawing/2014/main" id="{58408568-B758-477D-8DDA-9AA189ABE15A}"/>
                </a:ext>
              </a:extLst>
            </p:cNvPr>
            <p:cNvSpPr>
              <a:spLocks/>
            </p:cNvSpPr>
            <p:nvPr/>
          </p:nvSpPr>
          <p:spPr bwMode="auto">
            <a:xfrm>
              <a:off x="6368851" y="3192473"/>
              <a:ext cx="1523823" cy="990797"/>
            </a:xfrm>
            <a:custGeom>
              <a:avLst/>
              <a:gdLst/>
              <a:ahLst/>
              <a:cxnLst>
                <a:cxn ang="0">
                  <a:pos x="671" y="624"/>
                </a:cxn>
                <a:cxn ang="0">
                  <a:pos x="960" y="624"/>
                </a:cxn>
                <a:cxn ang="0">
                  <a:pos x="288" y="0"/>
                </a:cxn>
                <a:cxn ang="0">
                  <a:pos x="0" y="0"/>
                </a:cxn>
              </a:cxnLst>
              <a:rect l="0" t="0" r="r" b="b"/>
              <a:pathLst>
                <a:path w="960" h="624">
                  <a:moveTo>
                    <a:pt x="671" y="624"/>
                  </a:moveTo>
                  <a:lnTo>
                    <a:pt x="960" y="624"/>
                  </a:lnTo>
                  <a:lnTo>
                    <a:pt x="288" y="0"/>
                  </a:lnTo>
                  <a:lnTo>
                    <a:pt x="0" y="0"/>
                  </a:lnTo>
                </a:path>
              </a:pathLst>
            </a:custGeom>
            <a:solidFill>
              <a:srgbClr val="DDDDDD"/>
            </a:solidFill>
            <a:ln w="9525">
              <a:noFill/>
              <a:round/>
              <a:headEnd/>
              <a:tailEnd/>
            </a:ln>
            <a:effectLst/>
          </p:spPr>
          <p:txBody>
            <a:bodyPr/>
            <a:lstStyle/>
            <a:p>
              <a:pPr>
                <a:defRPr/>
              </a:pPr>
              <a:endParaRPr lang="zh-CN" altLang="en-US">
                <a:latin typeface="+mn-ea"/>
              </a:endParaRPr>
            </a:p>
          </p:txBody>
        </p:sp>
        <p:sp>
          <p:nvSpPr>
            <p:cNvPr id="9" name="Freeform 6">
              <a:extLst>
                <a:ext uri="{FF2B5EF4-FFF2-40B4-BE49-F238E27FC236}">
                  <a16:creationId xmlns:a16="http://schemas.microsoft.com/office/drawing/2014/main" id="{971FF24D-B677-4B11-815F-ECDA7B6108DE}"/>
                </a:ext>
              </a:extLst>
            </p:cNvPr>
            <p:cNvSpPr>
              <a:spLocks/>
            </p:cNvSpPr>
            <p:nvPr/>
          </p:nvSpPr>
          <p:spPr bwMode="auto">
            <a:xfrm>
              <a:off x="5063901" y="3192473"/>
              <a:ext cx="1076128" cy="1000511"/>
            </a:xfrm>
            <a:custGeom>
              <a:avLst/>
              <a:gdLst/>
              <a:ahLst/>
              <a:cxnLst>
                <a:cxn ang="0">
                  <a:pos x="386" y="621"/>
                </a:cxn>
                <a:cxn ang="0">
                  <a:pos x="678" y="630"/>
                </a:cxn>
                <a:cxn ang="0">
                  <a:pos x="288" y="0"/>
                </a:cxn>
                <a:cxn ang="0">
                  <a:pos x="0" y="0"/>
                </a:cxn>
              </a:cxnLst>
              <a:rect l="0" t="0" r="r" b="b"/>
              <a:pathLst>
                <a:path w="678" h="630">
                  <a:moveTo>
                    <a:pt x="386" y="621"/>
                  </a:moveTo>
                  <a:lnTo>
                    <a:pt x="678" y="630"/>
                  </a:lnTo>
                  <a:lnTo>
                    <a:pt x="288" y="0"/>
                  </a:lnTo>
                  <a:lnTo>
                    <a:pt x="0" y="0"/>
                  </a:lnTo>
                </a:path>
              </a:pathLst>
            </a:custGeom>
            <a:solidFill>
              <a:srgbClr val="DDDDDD"/>
            </a:solidFill>
            <a:ln w="9525">
              <a:noFill/>
              <a:round/>
              <a:headEnd/>
              <a:tailEnd/>
            </a:ln>
            <a:effectLst/>
          </p:spPr>
          <p:txBody>
            <a:bodyPr/>
            <a:lstStyle/>
            <a:p>
              <a:pPr>
                <a:defRPr/>
              </a:pPr>
              <a:endParaRPr lang="zh-CN" altLang="en-US">
                <a:latin typeface="+mn-ea"/>
              </a:endParaRPr>
            </a:p>
          </p:txBody>
        </p:sp>
        <p:sp>
          <p:nvSpPr>
            <p:cNvPr id="10" name="Freeform 7">
              <a:extLst>
                <a:ext uri="{FF2B5EF4-FFF2-40B4-BE49-F238E27FC236}">
                  <a16:creationId xmlns:a16="http://schemas.microsoft.com/office/drawing/2014/main" id="{EC18F8D4-A693-476E-A2E4-045A5E582ECC}"/>
                </a:ext>
              </a:extLst>
            </p:cNvPr>
            <p:cNvSpPr>
              <a:spLocks/>
            </p:cNvSpPr>
            <p:nvPr/>
          </p:nvSpPr>
          <p:spPr bwMode="auto">
            <a:xfrm>
              <a:off x="3550027" y="3192473"/>
              <a:ext cx="600244" cy="990797"/>
            </a:xfrm>
            <a:custGeom>
              <a:avLst/>
              <a:gdLst/>
              <a:ahLst/>
              <a:cxnLst>
                <a:cxn ang="0">
                  <a:pos x="92" y="624"/>
                </a:cxn>
                <a:cxn ang="0">
                  <a:pos x="378" y="624"/>
                </a:cxn>
                <a:cxn ang="0">
                  <a:pos x="288" y="0"/>
                </a:cxn>
                <a:cxn ang="0">
                  <a:pos x="0" y="0"/>
                </a:cxn>
              </a:cxnLst>
              <a:rect l="0" t="0" r="r" b="b"/>
              <a:pathLst>
                <a:path w="378" h="624">
                  <a:moveTo>
                    <a:pt x="92" y="624"/>
                  </a:moveTo>
                  <a:lnTo>
                    <a:pt x="378" y="624"/>
                  </a:lnTo>
                  <a:lnTo>
                    <a:pt x="288" y="0"/>
                  </a:lnTo>
                  <a:lnTo>
                    <a:pt x="0" y="0"/>
                  </a:lnTo>
                </a:path>
              </a:pathLst>
            </a:custGeom>
            <a:solidFill>
              <a:srgbClr val="DDDDDD"/>
            </a:solidFill>
            <a:ln w="9525">
              <a:noFill/>
              <a:round/>
              <a:headEnd/>
              <a:tailEnd/>
            </a:ln>
            <a:effectLst/>
          </p:spPr>
          <p:txBody>
            <a:bodyPr/>
            <a:lstStyle/>
            <a:p>
              <a:pPr>
                <a:defRPr/>
              </a:pPr>
              <a:endParaRPr lang="zh-CN" altLang="en-US">
                <a:latin typeface="+mn-ea"/>
              </a:endParaRPr>
            </a:p>
          </p:txBody>
        </p:sp>
        <p:sp>
          <p:nvSpPr>
            <p:cNvPr id="11" name="Freeform 8">
              <a:extLst>
                <a:ext uri="{FF2B5EF4-FFF2-40B4-BE49-F238E27FC236}">
                  <a16:creationId xmlns:a16="http://schemas.microsoft.com/office/drawing/2014/main" id="{76AB19D2-B2F3-4310-A4F0-1F75ADCE6627}"/>
                </a:ext>
              </a:extLst>
            </p:cNvPr>
            <p:cNvSpPr>
              <a:spLocks/>
            </p:cNvSpPr>
            <p:nvPr/>
          </p:nvSpPr>
          <p:spPr bwMode="auto">
            <a:xfrm>
              <a:off x="1871997" y="3192473"/>
              <a:ext cx="762741" cy="990797"/>
            </a:xfrm>
            <a:custGeom>
              <a:avLst/>
              <a:gdLst/>
              <a:ahLst/>
              <a:cxnLst>
                <a:cxn ang="0">
                  <a:pos x="0" y="621"/>
                </a:cxn>
                <a:cxn ang="0">
                  <a:pos x="289" y="624"/>
                </a:cxn>
                <a:cxn ang="0">
                  <a:pos x="481" y="0"/>
                </a:cxn>
                <a:cxn ang="0">
                  <a:pos x="193" y="0"/>
                </a:cxn>
              </a:cxnLst>
              <a:rect l="0" t="0" r="r" b="b"/>
              <a:pathLst>
                <a:path w="481" h="624">
                  <a:moveTo>
                    <a:pt x="0" y="621"/>
                  </a:moveTo>
                  <a:lnTo>
                    <a:pt x="289" y="624"/>
                  </a:lnTo>
                  <a:lnTo>
                    <a:pt x="481" y="0"/>
                  </a:lnTo>
                  <a:lnTo>
                    <a:pt x="193" y="0"/>
                  </a:lnTo>
                </a:path>
              </a:pathLst>
            </a:custGeom>
            <a:solidFill>
              <a:srgbClr val="DDDDDD"/>
            </a:solidFill>
            <a:ln w="9525">
              <a:noFill/>
              <a:round/>
              <a:headEnd/>
              <a:tailEnd/>
            </a:ln>
            <a:effectLst/>
          </p:spPr>
          <p:txBody>
            <a:bodyPr/>
            <a:lstStyle/>
            <a:p>
              <a:pPr>
                <a:defRPr/>
              </a:pPr>
              <a:endParaRPr lang="zh-CN" altLang="en-US">
                <a:latin typeface="+mn-ea"/>
              </a:endParaRPr>
            </a:p>
          </p:txBody>
        </p:sp>
        <p:sp>
          <p:nvSpPr>
            <p:cNvPr id="12" name="Rectangle 9">
              <a:extLst>
                <a:ext uri="{FF2B5EF4-FFF2-40B4-BE49-F238E27FC236}">
                  <a16:creationId xmlns:a16="http://schemas.microsoft.com/office/drawing/2014/main" id="{46A66754-4EE3-4517-AD37-55FF4CB3DEAC}"/>
                </a:ext>
              </a:extLst>
            </p:cNvPr>
            <p:cNvSpPr>
              <a:spLocks noChangeArrowheads="1"/>
            </p:cNvSpPr>
            <p:nvPr/>
          </p:nvSpPr>
          <p:spPr bwMode="auto">
            <a:xfrm>
              <a:off x="1034640" y="2735929"/>
              <a:ext cx="457644" cy="456544"/>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en-US" altLang="zh-CN" sz="1600">
                  <a:latin typeface="+mn-ea"/>
                </a:rPr>
                <a:t>SOH</a:t>
              </a:r>
            </a:p>
          </p:txBody>
        </p:sp>
        <p:sp>
          <p:nvSpPr>
            <p:cNvPr id="22540" name="Rectangle 10">
              <a:extLst>
                <a:ext uri="{FF2B5EF4-FFF2-40B4-BE49-F238E27FC236}">
                  <a16:creationId xmlns:a16="http://schemas.microsoft.com/office/drawing/2014/main" id="{42E931E3-1219-4535-B858-19223B6DFD22}"/>
                </a:ext>
              </a:extLst>
            </p:cNvPr>
            <p:cNvSpPr>
              <a:spLocks noChangeArrowheads="1"/>
            </p:cNvSpPr>
            <p:nvPr/>
          </p:nvSpPr>
          <p:spPr bwMode="auto">
            <a:xfrm>
              <a:off x="1492285" y="2735929"/>
              <a:ext cx="6019019" cy="456544"/>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4" name="Rectangle 11">
              <a:extLst>
                <a:ext uri="{FF2B5EF4-FFF2-40B4-BE49-F238E27FC236}">
                  <a16:creationId xmlns:a16="http://schemas.microsoft.com/office/drawing/2014/main" id="{7CA6DB6C-A831-4E68-B199-6DAF1B06B786}"/>
                </a:ext>
              </a:extLst>
            </p:cNvPr>
            <p:cNvSpPr>
              <a:spLocks noChangeArrowheads="1"/>
            </p:cNvSpPr>
            <p:nvPr/>
          </p:nvSpPr>
          <p:spPr bwMode="auto">
            <a:xfrm>
              <a:off x="2178751" y="2735929"/>
              <a:ext cx="455987" cy="456544"/>
            </a:xfrm>
            <a:prstGeom prst="rect">
              <a:avLst/>
            </a:prstGeom>
            <a:solidFill>
              <a:srgbClr val="99FF66"/>
            </a:solidFill>
            <a:ln w="9525">
              <a:solidFill>
                <a:schemeClr val="tx1"/>
              </a:solidFill>
              <a:miter lim="800000"/>
              <a:headEnd/>
              <a:tailEnd/>
            </a:ln>
            <a:effectLst/>
          </p:spPr>
          <p:txBody>
            <a:bodyPr wrap="none" anchor="ctr"/>
            <a:lstStyle/>
            <a:p>
              <a:pPr algn="ctr">
                <a:defRPr/>
              </a:pPr>
              <a:r>
                <a:rPr kumimoji="1" lang="en-US" altLang="zh-CN" sz="1600">
                  <a:latin typeface="+mn-ea"/>
                </a:rPr>
                <a:t>EOT</a:t>
              </a:r>
            </a:p>
          </p:txBody>
        </p:sp>
        <p:sp>
          <p:nvSpPr>
            <p:cNvPr id="15" name="Rectangle 12">
              <a:extLst>
                <a:ext uri="{FF2B5EF4-FFF2-40B4-BE49-F238E27FC236}">
                  <a16:creationId xmlns:a16="http://schemas.microsoft.com/office/drawing/2014/main" id="{E1343882-2090-40B8-B30C-D0D3E3574A62}"/>
                </a:ext>
              </a:extLst>
            </p:cNvPr>
            <p:cNvSpPr>
              <a:spLocks noChangeArrowheads="1"/>
            </p:cNvSpPr>
            <p:nvPr/>
          </p:nvSpPr>
          <p:spPr bwMode="auto">
            <a:xfrm>
              <a:off x="6368851" y="2735929"/>
              <a:ext cx="457644" cy="456544"/>
            </a:xfrm>
            <a:prstGeom prst="rect">
              <a:avLst/>
            </a:prstGeom>
            <a:solidFill>
              <a:srgbClr val="FFCCFF"/>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en-US" altLang="zh-CN" sz="1600">
                  <a:latin typeface="+mn-ea"/>
                </a:rPr>
                <a:t>SOH</a:t>
              </a:r>
            </a:p>
          </p:txBody>
        </p:sp>
        <p:sp>
          <p:nvSpPr>
            <p:cNvPr id="16" name="Rectangle 14">
              <a:extLst>
                <a:ext uri="{FF2B5EF4-FFF2-40B4-BE49-F238E27FC236}">
                  <a16:creationId xmlns:a16="http://schemas.microsoft.com/office/drawing/2014/main" id="{7AF48F70-10F7-4F3D-85DB-58E5822634F9}"/>
                </a:ext>
              </a:extLst>
            </p:cNvPr>
            <p:cNvSpPr>
              <a:spLocks noChangeArrowheads="1"/>
            </p:cNvSpPr>
            <p:nvPr/>
          </p:nvSpPr>
          <p:spPr bwMode="auto">
            <a:xfrm>
              <a:off x="5073850" y="2735929"/>
              <a:ext cx="457644" cy="456544"/>
            </a:xfrm>
            <a:prstGeom prst="rect">
              <a:avLst/>
            </a:prstGeom>
            <a:solidFill>
              <a:srgbClr val="33CCFF"/>
            </a:solidFill>
            <a:ln w="9525" algn="ctr">
              <a:solidFill>
                <a:schemeClr val="tx1"/>
              </a:solidFill>
              <a:miter lim="800000"/>
              <a:headEnd/>
              <a:tailEnd/>
            </a:ln>
            <a:effectLst/>
          </p:spPr>
          <p:txBody>
            <a:bodyPr wrap="none" anchor="ctr"/>
            <a:lstStyle/>
            <a:p>
              <a:pPr algn="ctr">
                <a:defRPr/>
              </a:pPr>
              <a:r>
                <a:rPr kumimoji="1" lang="en-US" altLang="zh-CN" sz="1600">
                  <a:latin typeface="+mn-ea"/>
                </a:rPr>
                <a:t>ESC</a:t>
              </a:r>
            </a:p>
          </p:txBody>
        </p:sp>
        <p:sp>
          <p:nvSpPr>
            <p:cNvPr id="22544" name="Rectangle 15">
              <a:extLst>
                <a:ext uri="{FF2B5EF4-FFF2-40B4-BE49-F238E27FC236}">
                  <a16:creationId xmlns:a16="http://schemas.microsoft.com/office/drawing/2014/main" id="{D488F4B3-DE73-4631-A1C4-F4D4CB3F2A9D}"/>
                </a:ext>
              </a:extLst>
            </p:cNvPr>
            <p:cNvSpPr>
              <a:spLocks noChangeArrowheads="1"/>
            </p:cNvSpPr>
            <p:nvPr/>
          </p:nvSpPr>
          <p:spPr bwMode="auto">
            <a:xfrm>
              <a:off x="729544" y="4183270"/>
              <a:ext cx="7849597" cy="456544"/>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8" name="Rectangle 16">
              <a:extLst>
                <a:ext uri="{FF2B5EF4-FFF2-40B4-BE49-F238E27FC236}">
                  <a16:creationId xmlns:a16="http://schemas.microsoft.com/office/drawing/2014/main" id="{6BBEF2FA-0B91-44F9-B5F8-6958BBE1A46E}"/>
                </a:ext>
              </a:extLst>
            </p:cNvPr>
            <p:cNvSpPr>
              <a:spLocks noChangeArrowheads="1"/>
            </p:cNvSpPr>
            <p:nvPr/>
          </p:nvSpPr>
          <p:spPr bwMode="auto">
            <a:xfrm>
              <a:off x="1416011" y="4183270"/>
              <a:ext cx="457644" cy="456544"/>
            </a:xfrm>
            <a:prstGeom prst="rect">
              <a:avLst/>
            </a:prstGeom>
            <a:solidFill>
              <a:srgbClr val="33CCFF"/>
            </a:solidFill>
            <a:ln w="9525" algn="ctr">
              <a:solidFill>
                <a:schemeClr val="tx1"/>
              </a:solidFill>
              <a:miter lim="800000"/>
              <a:headEnd/>
              <a:tailEnd/>
            </a:ln>
            <a:effectLst/>
          </p:spPr>
          <p:txBody>
            <a:bodyPr wrap="none" anchor="ctr"/>
            <a:lstStyle/>
            <a:p>
              <a:pPr algn="ctr">
                <a:defRPr/>
              </a:pPr>
              <a:r>
                <a:rPr kumimoji="1" lang="en-US" altLang="zh-CN" sz="1600">
                  <a:latin typeface="+mn-ea"/>
                </a:rPr>
                <a:t>ESC</a:t>
              </a:r>
            </a:p>
          </p:txBody>
        </p:sp>
        <p:sp>
          <p:nvSpPr>
            <p:cNvPr id="19" name="Rectangle 17">
              <a:extLst>
                <a:ext uri="{FF2B5EF4-FFF2-40B4-BE49-F238E27FC236}">
                  <a16:creationId xmlns:a16="http://schemas.microsoft.com/office/drawing/2014/main" id="{CB230C20-4313-4662-9E0B-B8F547A502BF}"/>
                </a:ext>
              </a:extLst>
            </p:cNvPr>
            <p:cNvSpPr>
              <a:spLocks noChangeArrowheads="1"/>
            </p:cNvSpPr>
            <p:nvPr/>
          </p:nvSpPr>
          <p:spPr bwMode="auto">
            <a:xfrm>
              <a:off x="1873655" y="4183270"/>
              <a:ext cx="455987" cy="456544"/>
            </a:xfrm>
            <a:prstGeom prst="rect">
              <a:avLst/>
            </a:prstGeom>
            <a:solidFill>
              <a:srgbClr val="99FF66"/>
            </a:solidFill>
            <a:ln w="9525" algn="ctr">
              <a:solidFill>
                <a:schemeClr val="tx1"/>
              </a:solidFill>
              <a:miter lim="800000"/>
              <a:headEnd/>
              <a:tailEnd/>
            </a:ln>
            <a:effectLst/>
          </p:spPr>
          <p:txBody>
            <a:bodyPr wrap="none" anchor="ctr"/>
            <a:lstStyle/>
            <a:p>
              <a:pPr algn="ctr">
                <a:defRPr/>
              </a:pPr>
              <a:r>
                <a:rPr kumimoji="1" lang="en-US" altLang="zh-CN" sz="1600">
                  <a:latin typeface="+mn-ea"/>
                </a:rPr>
                <a:t>EOT</a:t>
              </a:r>
            </a:p>
          </p:txBody>
        </p:sp>
        <p:sp>
          <p:nvSpPr>
            <p:cNvPr id="20" name="Rectangle 18">
              <a:extLst>
                <a:ext uri="{FF2B5EF4-FFF2-40B4-BE49-F238E27FC236}">
                  <a16:creationId xmlns:a16="http://schemas.microsoft.com/office/drawing/2014/main" id="{B577319E-C91B-45F3-AA77-6A415AEBDD65}"/>
                </a:ext>
              </a:extLst>
            </p:cNvPr>
            <p:cNvSpPr>
              <a:spLocks noChangeArrowheads="1"/>
            </p:cNvSpPr>
            <p:nvPr/>
          </p:nvSpPr>
          <p:spPr bwMode="auto">
            <a:xfrm>
              <a:off x="3244931" y="4183270"/>
              <a:ext cx="457644" cy="456544"/>
            </a:xfrm>
            <a:prstGeom prst="rect">
              <a:avLst/>
            </a:prstGeom>
            <a:solidFill>
              <a:srgbClr val="33CCFF"/>
            </a:solidFill>
            <a:ln w="9525" algn="ctr">
              <a:solidFill>
                <a:schemeClr val="tx1"/>
              </a:solidFill>
              <a:miter lim="800000"/>
              <a:headEnd/>
              <a:tailEnd/>
            </a:ln>
            <a:effectLst/>
          </p:spPr>
          <p:txBody>
            <a:bodyPr wrap="none" anchor="ctr"/>
            <a:lstStyle/>
            <a:p>
              <a:pPr algn="ctr">
                <a:defRPr/>
              </a:pPr>
              <a:r>
                <a:rPr kumimoji="1" lang="en-US" altLang="zh-CN" sz="1600">
                  <a:latin typeface="+mn-ea"/>
                </a:rPr>
                <a:t>ESC</a:t>
              </a:r>
            </a:p>
          </p:txBody>
        </p:sp>
        <p:sp>
          <p:nvSpPr>
            <p:cNvPr id="21" name="Rectangle 19">
              <a:extLst>
                <a:ext uri="{FF2B5EF4-FFF2-40B4-BE49-F238E27FC236}">
                  <a16:creationId xmlns:a16="http://schemas.microsoft.com/office/drawing/2014/main" id="{0FA9D1D5-83B0-4932-AC04-FD921580CB8B}"/>
                </a:ext>
              </a:extLst>
            </p:cNvPr>
            <p:cNvSpPr>
              <a:spLocks noChangeArrowheads="1"/>
            </p:cNvSpPr>
            <p:nvPr/>
          </p:nvSpPr>
          <p:spPr bwMode="auto">
            <a:xfrm>
              <a:off x="3702575" y="4183270"/>
              <a:ext cx="455986" cy="456544"/>
            </a:xfrm>
            <a:prstGeom prst="rect">
              <a:avLst/>
            </a:prstGeom>
            <a:solidFill>
              <a:srgbClr val="CCFFFF"/>
            </a:solidFill>
            <a:ln w="9525" algn="ctr">
              <a:solidFill>
                <a:schemeClr val="tx1"/>
              </a:solidFill>
              <a:miter lim="800000"/>
              <a:headEnd/>
              <a:tailEnd/>
            </a:ln>
            <a:effectLst/>
          </p:spPr>
          <p:txBody>
            <a:bodyPr wrap="none" anchor="ctr"/>
            <a:lstStyle/>
            <a:p>
              <a:pPr algn="ctr">
                <a:defRPr/>
              </a:pPr>
              <a:r>
                <a:rPr kumimoji="1" lang="en-US" altLang="zh-CN" sz="1600">
                  <a:latin typeface="+mn-ea"/>
                </a:rPr>
                <a:t>SOH</a:t>
              </a:r>
            </a:p>
          </p:txBody>
        </p:sp>
        <p:sp>
          <p:nvSpPr>
            <p:cNvPr id="22" name="Rectangle 20">
              <a:extLst>
                <a:ext uri="{FF2B5EF4-FFF2-40B4-BE49-F238E27FC236}">
                  <a16:creationId xmlns:a16="http://schemas.microsoft.com/office/drawing/2014/main" id="{95197280-A5F9-4D09-B3E8-7069A84282DB}"/>
                </a:ext>
              </a:extLst>
            </p:cNvPr>
            <p:cNvSpPr>
              <a:spLocks noChangeArrowheads="1"/>
            </p:cNvSpPr>
            <p:nvPr/>
          </p:nvSpPr>
          <p:spPr bwMode="auto">
            <a:xfrm>
              <a:off x="5226398" y="4183270"/>
              <a:ext cx="457644" cy="456544"/>
            </a:xfrm>
            <a:prstGeom prst="rect">
              <a:avLst/>
            </a:prstGeom>
            <a:solidFill>
              <a:srgbClr val="33CCFF"/>
            </a:solidFill>
            <a:ln w="9525" algn="ctr">
              <a:solidFill>
                <a:schemeClr val="tx1"/>
              </a:solidFill>
              <a:miter lim="800000"/>
              <a:headEnd/>
              <a:tailEnd/>
            </a:ln>
            <a:effectLst/>
          </p:spPr>
          <p:txBody>
            <a:bodyPr wrap="none" anchor="ctr"/>
            <a:lstStyle/>
            <a:p>
              <a:pPr algn="ctr">
                <a:defRPr/>
              </a:pPr>
              <a:r>
                <a:rPr kumimoji="1" lang="en-US" altLang="zh-CN" sz="1600">
                  <a:latin typeface="+mn-ea"/>
                </a:rPr>
                <a:t>ESC</a:t>
              </a:r>
            </a:p>
          </p:txBody>
        </p:sp>
        <p:sp>
          <p:nvSpPr>
            <p:cNvPr id="23" name="Rectangle 21">
              <a:extLst>
                <a:ext uri="{FF2B5EF4-FFF2-40B4-BE49-F238E27FC236}">
                  <a16:creationId xmlns:a16="http://schemas.microsoft.com/office/drawing/2014/main" id="{729CD0F3-C4D4-4BEF-B111-74A029CB4679}"/>
                </a:ext>
              </a:extLst>
            </p:cNvPr>
            <p:cNvSpPr>
              <a:spLocks noChangeArrowheads="1"/>
            </p:cNvSpPr>
            <p:nvPr/>
          </p:nvSpPr>
          <p:spPr bwMode="auto">
            <a:xfrm>
              <a:off x="5684042" y="4183270"/>
              <a:ext cx="455987" cy="456544"/>
            </a:xfrm>
            <a:prstGeom prst="rect">
              <a:avLst/>
            </a:prstGeom>
            <a:solidFill>
              <a:srgbClr val="33CCFF"/>
            </a:solidFill>
            <a:ln w="9525" algn="ctr">
              <a:solidFill>
                <a:schemeClr val="tx1"/>
              </a:solidFill>
              <a:miter lim="800000"/>
              <a:headEnd/>
              <a:tailEnd/>
            </a:ln>
            <a:effectLst/>
          </p:spPr>
          <p:txBody>
            <a:bodyPr wrap="none" anchor="ctr"/>
            <a:lstStyle/>
            <a:p>
              <a:pPr algn="ctr">
                <a:defRPr/>
              </a:pPr>
              <a:r>
                <a:rPr kumimoji="1" lang="en-US" altLang="zh-CN" sz="1600">
                  <a:latin typeface="+mn-ea"/>
                </a:rPr>
                <a:t>ESC</a:t>
              </a:r>
            </a:p>
          </p:txBody>
        </p:sp>
        <p:sp>
          <p:nvSpPr>
            <p:cNvPr id="24" name="Rectangle 22">
              <a:extLst>
                <a:ext uri="{FF2B5EF4-FFF2-40B4-BE49-F238E27FC236}">
                  <a16:creationId xmlns:a16="http://schemas.microsoft.com/office/drawing/2014/main" id="{6F122197-863D-4F01-8FEA-2341CB892FA3}"/>
                </a:ext>
              </a:extLst>
            </p:cNvPr>
            <p:cNvSpPr>
              <a:spLocks noChangeArrowheads="1"/>
            </p:cNvSpPr>
            <p:nvPr/>
          </p:nvSpPr>
          <p:spPr bwMode="auto">
            <a:xfrm>
              <a:off x="6979044" y="4183270"/>
              <a:ext cx="455986" cy="456544"/>
            </a:xfrm>
            <a:prstGeom prst="rect">
              <a:avLst/>
            </a:prstGeom>
            <a:solidFill>
              <a:srgbClr val="33CCFF"/>
            </a:solidFill>
            <a:ln w="9525" algn="ctr">
              <a:solidFill>
                <a:schemeClr val="tx1"/>
              </a:solidFill>
              <a:miter lim="800000"/>
              <a:headEnd/>
              <a:tailEnd/>
            </a:ln>
            <a:effectLst/>
          </p:spPr>
          <p:txBody>
            <a:bodyPr wrap="none" anchor="ctr"/>
            <a:lstStyle/>
            <a:p>
              <a:pPr algn="ctr">
                <a:defRPr/>
              </a:pPr>
              <a:r>
                <a:rPr kumimoji="1" lang="en-US" altLang="zh-CN" sz="1600">
                  <a:latin typeface="+mn-ea"/>
                </a:rPr>
                <a:t>ESC</a:t>
              </a:r>
            </a:p>
          </p:txBody>
        </p:sp>
        <p:sp>
          <p:nvSpPr>
            <p:cNvPr id="25" name="Rectangle 23">
              <a:extLst>
                <a:ext uri="{FF2B5EF4-FFF2-40B4-BE49-F238E27FC236}">
                  <a16:creationId xmlns:a16="http://schemas.microsoft.com/office/drawing/2014/main" id="{EAFC7819-8878-4F22-929D-B980D54D8CD2}"/>
                </a:ext>
              </a:extLst>
            </p:cNvPr>
            <p:cNvSpPr>
              <a:spLocks noChangeArrowheads="1"/>
            </p:cNvSpPr>
            <p:nvPr/>
          </p:nvSpPr>
          <p:spPr bwMode="auto">
            <a:xfrm>
              <a:off x="7435029" y="4183270"/>
              <a:ext cx="457644" cy="456544"/>
            </a:xfrm>
            <a:prstGeom prst="rect">
              <a:avLst/>
            </a:prstGeom>
            <a:solidFill>
              <a:srgbClr val="FFCCFF"/>
            </a:solidFill>
            <a:ln w="9525" algn="ctr">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en-US" altLang="zh-CN" sz="1600">
                  <a:latin typeface="+mn-ea"/>
                </a:rPr>
                <a:t>SOH</a:t>
              </a:r>
            </a:p>
          </p:txBody>
        </p:sp>
        <p:sp>
          <p:nvSpPr>
            <p:cNvPr id="26" name="Freeform 24">
              <a:extLst>
                <a:ext uri="{FF2B5EF4-FFF2-40B4-BE49-F238E27FC236}">
                  <a16:creationId xmlns:a16="http://schemas.microsoft.com/office/drawing/2014/main" id="{9DDF2EB4-CA37-4C9E-9CA6-96EEC033BC5E}"/>
                </a:ext>
              </a:extLst>
            </p:cNvPr>
            <p:cNvSpPr>
              <a:spLocks/>
            </p:cNvSpPr>
            <p:nvPr/>
          </p:nvSpPr>
          <p:spPr bwMode="auto">
            <a:xfrm>
              <a:off x="1871997" y="3192473"/>
              <a:ext cx="306754" cy="995653"/>
            </a:xfrm>
            <a:custGeom>
              <a:avLst/>
              <a:gdLst/>
              <a:ahLst/>
              <a:cxnLst>
                <a:cxn ang="0">
                  <a:pos x="193" y="0"/>
                </a:cxn>
                <a:cxn ang="0">
                  <a:pos x="0" y="627"/>
                </a:cxn>
              </a:cxnLst>
              <a:rect l="0" t="0" r="r" b="b"/>
              <a:pathLst>
                <a:path w="193" h="627">
                  <a:moveTo>
                    <a:pt x="193" y="0"/>
                  </a:moveTo>
                  <a:lnTo>
                    <a:pt x="0" y="627"/>
                  </a:lnTo>
                </a:path>
              </a:pathLst>
            </a:custGeom>
            <a:noFill/>
            <a:ln w="9525">
              <a:solidFill>
                <a:schemeClr val="tx1"/>
              </a:solidFill>
              <a:prstDash val="dash"/>
              <a:round/>
              <a:headEnd/>
              <a:tailEnd/>
            </a:ln>
            <a:effectLst/>
          </p:spPr>
          <p:txBody>
            <a:bodyPr/>
            <a:lstStyle/>
            <a:p>
              <a:pPr>
                <a:defRPr/>
              </a:pPr>
              <a:endParaRPr lang="zh-CN" altLang="en-US">
                <a:latin typeface="+mn-ea"/>
              </a:endParaRPr>
            </a:p>
          </p:txBody>
        </p:sp>
        <p:sp>
          <p:nvSpPr>
            <p:cNvPr id="27" name="Line 25">
              <a:extLst>
                <a:ext uri="{FF2B5EF4-FFF2-40B4-BE49-F238E27FC236}">
                  <a16:creationId xmlns:a16="http://schemas.microsoft.com/office/drawing/2014/main" id="{82B6DA2C-5AF2-4BD4-805C-2B523CAB3D82}"/>
                </a:ext>
              </a:extLst>
            </p:cNvPr>
            <p:cNvSpPr>
              <a:spLocks noChangeShapeType="1"/>
            </p:cNvSpPr>
            <p:nvPr/>
          </p:nvSpPr>
          <p:spPr bwMode="auto">
            <a:xfrm flipH="1">
              <a:off x="2329642" y="3192473"/>
              <a:ext cx="305096" cy="990797"/>
            </a:xfrm>
            <a:prstGeom prst="line">
              <a:avLst/>
            </a:prstGeom>
            <a:noFill/>
            <a:ln w="9525">
              <a:solidFill>
                <a:schemeClr val="tx1"/>
              </a:solidFill>
              <a:prstDash val="dash"/>
              <a:round/>
              <a:headEnd/>
              <a:tailEnd/>
            </a:ln>
            <a:effectLst/>
          </p:spPr>
          <p:txBody>
            <a:bodyPr/>
            <a:lstStyle/>
            <a:p>
              <a:pPr>
                <a:defRPr/>
              </a:pPr>
              <a:endParaRPr lang="zh-CN" altLang="en-US">
                <a:latin typeface="+mn-ea"/>
              </a:endParaRPr>
            </a:p>
          </p:txBody>
        </p:sp>
        <p:sp>
          <p:nvSpPr>
            <p:cNvPr id="28" name="Line 26">
              <a:extLst>
                <a:ext uri="{FF2B5EF4-FFF2-40B4-BE49-F238E27FC236}">
                  <a16:creationId xmlns:a16="http://schemas.microsoft.com/office/drawing/2014/main" id="{A6F39290-E346-494A-851A-0142477B6B7D}"/>
                </a:ext>
              </a:extLst>
            </p:cNvPr>
            <p:cNvSpPr>
              <a:spLocks noChangeShapeType="1"/>
            </p:cNvSpPr>
            <p:nvPr/>
          </p:nvSpPr>
          <p:spPr bwMode="auto">
            <a:xfrm>
              <a:off x="3550027" y="3192473"/>
              <a:ext cx="142599" cy="990797"/>
            </a:xfrm>
            <a:prstGeom prst="line">
              <a:avLst/>
            </a:prstGeom>
            <a:noFill/>
            <a:ln w="9525">
              <a:solidFill>
                <a:schemeClr val="tx1"/>
              </a:solidFill>
              <a:prstDash val="dash"/>
              <a:round/>
              <a:headEnd/>
              <a:tailEnd/>
            </a:ln>
            <a:effectLst/>
          </p:spPr>
          <p:txBody>
            <a:bodyPr/>
            <a:lstStyle/>
            <a:p>
              <a:pPr>
                <a:defRPr/>
              </a:pPr>
              <a:endParaRPr lang="zh-CN" altLang="en-US">
                <a:latin typeface="+mn-ea"/>
              </a:endParaRPr>
            </a:p>
          </p:txBody>
        </p:sp>
        <p:sp>
          <p:nvSpPr>
            <p:cNvPr id="29" name="Line 27">
              <a:extLst>
                <a:ext uri="{FF2B5EF4-FFF2-40B4-BE49-F238E27FC236}">
                  <a16:creationId xmlns:a16="http://schemas.microsoft.com/office/drawing/2014/main" id="{2143BFA1-4DB9-4701-98C5-B8CDD473D2FA}"/>
                </a:ext>
              </a:extLst>
            </p:cNvPr>
            <p:cNvSpPr>
              <a:spLocks noChangeShapeType="1"/>
            </p:cNvSpPr>
            <p:nvPr/>
          </p:nvSpPr>
          <p:spPr bwMode="auto">
            <a:xfrm>
              <a:off x="4007671" y="3192473"/>
              <a:ext cx="150889" cy="990797"/>
            </a:xfrm>
            <a:prstGeom prst="line">
              <a:avLst/>
            </a:prstGeom>
            <a:noFill/>
            <a:ln w="9525">
              <a:solidFill>
                <a:schemeClr val="tx1"/>
              </a:solidFill>
              <a:prstDash val="dash"/>
              <a:round/>
              <a:headEnd/>
              <a:tailEnd/>
            </a:ln>
            <a:effectLst/>
          </p:spPr>
          <p:txBody>
            <a:bodyPr/>
            <a:lstStyle/>
            <a:p>
              <a:pPr>
                <a:defRPr/>
              </a:pPr>
              <a:endParaRPr lang="zh-CN" altLang="en-US">
                <a:latin typeface="+mn-ea"/>
              </a:endParaRPr>
            </a:p>
          </p:txBody>
        </p:sp>
        <p:sp>
          <p:nvSpPr>
            <p:cNvPr id="30" name="Freeform 28">
              <a:extLst>
                <a:ext uri="{FF2B5EF4-FFF2-40B4-BE49-F238E27FC236}">
                  <a16:creationId xmlns:a16="http://schemas.microsoft.com/office/drawing/2014/main" id="{31828510-B04C-4DD7-87D1-7C23B4337600}"/>
                </a:ext>
              </a:extLst>
            </p:cNvPr>
            <p:cNvSpPr>
              <a:spLocks/>
            </p:cNvSpPr>
            <p:nvPr/>
          </p:nvSpPr>
          <p:spPr bwMode="auto">
            <a:xfrm>
              <a:off x="5073850" y="3192473"/>
              <a:ext cx="603560" cy="995653"/>
            </a:xfrm>
            <a:custGeom>
              <a:avLst/>
              <a:gdLst/>
              <a:ahLst/>
              <a:cxnLst>
                <a:cxn ang="0">
                  <a:pos x="0" y="0"/>
                </a:cxn>
                <a:cxn ang="0">
                  <a:pos x="380" y="627"/>
                </a:cxn>
              </a:cxnLst>
              <a:rect l="0" t="0" r="r" b="b"/>
              <a:pathLst>
                <a:path w="380" h="627">
                  <a:moveTo>
                    <a:pt x="0" y="0"/>
                  </a:moveTo>
                  <a:lnTo>
                    <a:pt x="380" y="627"/>
                  </a:lnTo>
                </a:path>
              </a:pathLst>
            </a:custGeom>
            <a:noFill/>
            <a:ln w="9525">
              <a:solidFill>
                <a:schemeClr val="tx1"/>
              </a:solidFill>
              <a:prstDash val="dash"/>
              <a:round/>
              <a:headEnd/>
              <a:tailEnd/>
            </a:ln>
            <a:effectLst/>
          </p:spPr>
          <p:txBody>
            <a:bodyPr/>
            <a:lstStyle/>
            <a:p>
              <a:pPr>
                <a:defRPr/>
              </a:pPr>
              <a:endParaRPr lang="zh-CN" altLang="en-US">
                <a:latin typeface="+mn-ea"/>
              </a:endParaRPr>
            </a:p>
          </p:txBody>
        </p:sp>
        <p:sp>
          <p:nvSpPr>
            <p:cNvPr id="31" name="Line 29">
              <a:extLst>
                <a:ext uri="{FF2B5EF4-FFF2-40B4-BE49-F238E27FC236}">
                  <a16:creationId xmlns:a16="http://schemas.microsoft.com/office/drawing/2014/main" id="{840B4BAC-FCAD-499E-B22E-ED84D131C015}"/>
                </a:ext>
              </a:extLst>
            </p:cNvPr>
            <p:cNvSpPr>
              <a:spLocks noChangeShapeType="1"/>
            </p:cNvSpPr>
            <p:nvPr/>
          </p:nvSpPr>
          <p:spPr bwMode="auto">
            <a:xfrm>
              <a:off x="5531494" y="3192473"/>
              <a:ext cx="608535" cy="990797"/>
            </a:xfrm>
            <a:prstGeom prst="line">
              <a:avLst/>
            </a:prstGeom>
            <a:noFill/>
            <a:ln w="9525">
              <a:solidFill>
                <a:schemeClr val="tx1"/>
              </a:solidFill>
              <a:prstDash val="dash"/>
              <a:round/>
              <a:headEnd/>
              <a:tailEnd/>
            </a:ln>
            <a:effectLst/>
          </p:spPr>
          <p:txBody>
            <a:bodyPr/>
            <a:lstStyle/>
            <a:p>
              <a:pPr>
                <a:defRPr/>
              </a:pPr>
              <a:endParaRPr lang="zh-CN" altLang="en-US">
                <a:latin typeface="+mn-ea"/>
              </a:endParaRPr>
            </a:p>
          </p:txBody>
        </p:sp>
        <p:sp>
          <p:nvSpPr>
            <p:cNvPr id="32" name="Freeform 30">
              <a:extLst>
                <a:ext uri="{FF2B5EF4-FFF2-40B4-BE49-F238E27FC236}">
                  <a16:creationId xmlns:a16="http://schemas.microsoft.com/office/drawing/2014/main" id="{049C8C3F-B1DD-4963-8E53-BA1CC8DB0DBF}"/>
                </a:ext>
              </a:extLst>
            </p:cNvPr>
            <p:cNvSpPr>
              <a:spLocks/>
            </p:cNvSpPr>
            <p:nvPr/>
          </p:nvSpPr>
          <p:spPr bwMode="auto">
            <a:xfrm>
              <a:off x="6368851" y="3192473"/>
              <a:ext cx="1061204" cy="985940"/>
            </a:xfrm>
            <a:custGeom>
              <a:avLst/>
              <a:gdLst/>
              <a:ahLst/>
              <a:cxnLst>
                <a:cxn ang="0">
                  <a:pos x="0" y="0"/>
                </a:cxn>
                <a:cxn ang="0">
                  <a:pos x="668" y="621"/>
                </a:cxn>
              </a:cxnLst>
              <a:rect l="0" t="0" r="r" b="b"/>
              <a:pathLst>
                <a:path w="668" h="621">
                  <a:moveTo>
                    <a:pt x="0" y="0"/>
                  </a:moveTo>
                  <a:lnTo>
                    <a:pt x="668" y="621"/>
                  </a:lnTo>
                </a:path>
              </a:pathLst>
            </a:custGeom>
            <a:noFill/>
            <a:ln w="9525">
              <a:solidFill>
                <a:schemeClr val="tx1"/>
              </a:solidFill>
              <a:prstDash val="dash"/>
              <a:round/>
              <a:headEnd/>
              <a:tailEnd/>
            </a:ln>
            <a:effectLst/>
          </p:spPr>
          <p:txBody>
            <a:bodyPr/>
            <a:lstStyle/>
            <a:p>
              <a:pPr>
                <a:defRPr/>
              </a:pPr>
              <a:endParaRPr lang="zh-CN" altLang="en-US">
                <a:latin typeface="+mn-ea"/>
              </a:endParaRPr>
            </a:p>
          </p:txBody>
        </p:sp>
        <p:sp>
          <p:nvSpPr>
            <p:cNvPr id="33" name="Line 31">
              <a:extLst>
                <a:ext uri="{FF2B5EF4-FFF2-40B4-BE49-F238E27FC236}">
                  <a16:creationId xmlns:a16="http://schemas.microsoft.com/office/drawing/2014/main" id="{5E45AAD0-C5C4-4355-98BB-B2760EDCCF14}"/>
                </a:ext>
              </a:extLst>
            </p:cNvPr>
            <p:cNvSpPr>
              <a:spLocks noChangeShapeType="1"/>
            </p:cNvSpPr>
            <p:nvPr/>
          </p:nvSpPr>
          <p:spPr bwMode="auto">
            <a:xfrm>
              <a:off x="6826496" y="3192473"/>
              <a:ext cx="1066178" cy="990797"/>
            </a:xfrm>
            <a:prstGeom prst="line">
              <a:avLst/>
            </a:prstGeom>
            <a:noFill/>
            <a:ln w="9525">
              <a:solidFill>
                <a:schemeClr val="tx1"/>
              </a:solidFill>
              <a:prstDash val="dash"/>
              <a:round/>
              <a:headEnd/>
              <a:tailEnd/>
            </a:ln>
            <a:effectLst/>
          </p:spPr>
          <p:txBody>
            <a:bodyPr/>
            <a:lstStyle/>
            <a:p>
              <a:pPr>
                <a:defRPr/>
              </a:pPr>
              <a:endParaRPr lang="zh-CN" altLang="en-US">
                <a:latin typeface="+mn-ea"/>
              </a:endParaRPr>
            </a:p>
          </p:txBody>
        </p:sp>
        <p:sp>
          <p:nvSpPr>
            <p:cNvPr id="34" name="Line 32">
              <a:extLst>
                <a:ext uri="{FF2B5EF4-FFF2-40B4-BE49-F238E27FC236}">
                  <a16:creationId xmlns:a16="http://schemas.microsoft.com/office/drawing/2014/main" id="{200C7D5A-7040-4E38-ADEA-0E0A44094ACF}"/>
                </a:ext>
              </a:extLst>
            </p:cNvPr>
            <p:cNvSpPr>
              <a:spLocks noChangeShapeType="1"/>
            </p:cNvSpPr>
            <p:nvPr/>
          </p:nvSpPr>
          <p:spPr bwMode="auto">
            <a:xfrm>
              <a:off x="1492285" y="2506038"/>
              <a:ext cx="6019019" cy="0"/>
            </a:xfrm>
            <a:prstGeom prst="line">
              <a:avLst/>
            </a:prstGeom>
            <a:noFill/>
            <a:ln w="9525">
              <a:solidFill>
                <a:schemeClr val="tx1"/>
              </a:solidFill>
              <a:round/>
              <a:headEnd type="triangle" w="sm" len="med"/>
              <a:tailEnd type="triangle" w="sm" len="med"/>
            </a:ln>
            <a:effectLst/>
          </p:spPr>
          <p:txBody>
            <a:bodyPr/>
            <a:lstStyle/>
            <a:p>
              <a:pPr>
                <a:defRPr/>
              </a:pPr>
              <a:endParaRPr lang="zh-CN" altLang="en-US">
                <a:latin typeface="+mn-ea"/>
              </a:endParaRPr>
            </a:p>
          </p:txBody>
        </p:sp>
        <p:sp>
          <p:nvSpPr>
            <p:cNvPr id="22562" name="Text Box 33">
              <a:extLst>
                <a:ext uri="{FF2B5EF4-FFF2-40B4-BE49-F238E27FC236}">
                  <a16:creationId xmlns:a16="http://schemas.microsoft.com/office/drawing/2014/main" id="{1D15E7CF-69DD-49F1-A860-38FB36605767}"/>
                </a:ext>
              </a:extLst>
            </p:cNvPr>
            <p:cNvSpPr txBox="1">
              <a:spLocks noChangeArrowheads="1"/>
            </p:cNvSpPr>
            <p:nvPr/>
          </p:nvSpPr>
          <p:spPr bwMode="auto">
            <a:xfrm>
              <a:off x="3855123" y="2272909"/>
              <a:ext cx="1651499" cy="37721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ea typeface="宋体" panose="02010600030101010101" pitchFamily="2" charset="-122"/>
                </a:rPr>
                <a:t>Original data</a:t>
              </a:r>
              <a:endParaRPr kumimoji="1" lang="zh-CN" altLang="en-US" sz="1800">
                <a:ea typeface="宋体" panose="02010600030101010101" pitchFamily="2" charset="-122"/>
              </a:endParaRPr>
            </a:p>
          </p:txBody>
        </p:sp>
        <p:sp>
          <p:nvSpPr>
            <p:cNvPr id="36" name="Line 34">
              <a:extLst>
                <a:ext uri="{FF2B5EF4-FFF2-40B4-BE49-F238E27FC236}">
                  <a16:creationId xmlns:a16="http://schemas.microsoft.com/office/drawing/2014/main" id="{4CA79F62-0C93-460E-93C6-4EF6BAE6B315}"/>
                </a:ext>
              </a:extLst>
            </p:cNvPr>
            <p:cNvSpPr>
              <a:spLocks noChangeShapeType="1"/>
            </p:cNvSpPr>
            <p:nvPr/>
          </p:nvSpPr>
          <p:spPr bwMode="auto">
            <a:xfrm>
              <a:off x="729544" y="4945795"/>
              <a:ext cx="7849597" cy="0"/>
            </a:xfrm>
            <a:prstGeom prst="line">
              <a:avLst/>
            </a:prstGeom>
            <a:noFill/>
            <a:ln w="9525">
              <a:solidFill>
                <a:schemeClr val="tx1"/>
              </a:solidFill>
              <a:round/>
              <a:headEnd type="triangle" w="sm" len="med"/>
              <a:tailEnd type="triangle" w="sm" len="med"/>
            </a:ln>
            <a:effectLst/>
          </p:spPr>
          <p:txBody>
            <a:bodyPr/>
            <a:lstStyle/>
            <a:p>
              <a:pPr>
                <a:defRPr/>
              </a:pPr>
              <a:endParaRPr lang="zh-CN" altLang="en-US">
                <a:latin typeface="+mn-ea"/>
              </a:endParaRPr>
            </a:p>
          </p:txBody>
        </p:sp>
        <p:sp>
          <p:nvSpPr>
            <p:cNvPr id="37" name="Rectangle 35">
              <a:extLst>
                <a:ext uri="{FF2B5EF4-FFF2-40B4-BE49-F238E27FC236}">
                  <a16:creationId xmlns:a16="http://schemas.microsoft.com/office/drawing/2014/main" id="{7CE2AE16-7C0E-43D9-A6F8-7F4C0A9FF3B8}"/>
                </a:ext>
              </a:extLst>
            </p:cNvPr>
            <p:cNvSpPr>
              <a:spLocks noChangeArrowheads="1"/>
            </p:cNvSpPr>
            <p:nvPr/>
          </p:nvSpPr>
          <p:spPr bwMode="auto">
            <a:xfrm>
              <a:off x="8579140" y="4183270"/>
              <a:ext cx="457644" cy="456544"/>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en-US" altLang="zh-CN" sz="1600">
                  <a:latin typeface="+mn-ea"/>
                </a:rPr>
                <a:t>EOT</a:t>
              </a:r>
            </a:p>
          </p:txBody>
        </p:sp>
        <p:sp>
          <p:nvSpPr>
            <p:cNvPr id="38" name="Rectangle 36">
              <a:extLst>
                <a:ext uri="{FF2B5EF4-FFF2-40B4-BE49-F238E27FC236}">
                  <a16:creationId xmlns:a16="http://schemas.microsoft.com/office/drawing/2014/main" id="{0300C8BC-D0E0-484C-BD0C-7708A08030D4}"/>
                </a:ext>
              </a:extLst>
            </p:cNvPr>
            <p:cNvSpPr>
              <a:spLocks noChangeArrowheads="1"/>
            </p:cNvSpPr>
            <p:nvPr/>
          </p:nvSpPr>
          <p:spPr bwMode="auto">
            <a:xfrm>
              <a:off x="7511304" y="2735929"/>
              <a:ext cx="457644" cy="456544"/>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en-US" altLang="zh-CN" sz="1600">
                  <a:latin typeface="+mn-ea"/>
                </a:rPr>
                <a:t>EOT</a:t>
              </a:r>
            </a:p>
          </p:txBody>
        </p:sp>
        <p:sp>
          <p:nvSpPr>
            <p:cNvPr id="22566" name="Text Box 37">
              <a:extLst>
                <a:ext uri="{FF2B5EF4-FFF2-40B4-BE49-F238E27FC236}">
                  <a16:creationId xmlns:a16="http://schemas.microsoft.com/office/drawing/2014/main" id="{33F16CDA-65E2-4FEF-A1CF-2158499EC5C9}"/>
                </a:ext>
              </a:extLst>
            </p:cNvPr>
            <p:cNvSpPr txBox="1">
              <a:spLocks noChangeArrowheads="1"/>
            </p:cNvSpPr>
            <p:nvPr/>
          </p:nvSpPr>
          <p:spPr bwMode="auto">
            <a:xfrm>
              <a:off x="3324521" y="4707810"/>
              <a:ext cx="3433991" cy="37721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ea typeface="宋体" panose="02010600030101010101" pitchFamily="2" charset="-122"/>
                </a:rPr>
                <a:t>Date sent with byte stuffing</a:t>
              </a:r>
              <a:endParaRPr kumimoji="1" lang="zh-CN" altLang="en-US" sz="1800">
                <a:ea typeface="宋体" panose="02010600030101010101" pitchFamily="2" charset="-122"/>
              </a:endParaRPr>
            </a:p>
          </p:txBody>
        </p:sp>
        <p:sp>
          <p:nvSpPr>
            <p:cNvPr id="22567" name="Text Box 38">
              <a:extLst>
                <a:ext uri="{FF2B5EF4-FFF2-40B4-BE49-F238E27FC236}">
                  <a16:creationId xmlns:a16="http://schemas.microsoft.com/office/drawing/2014/main" id="{0D893D30-564C-4D59-9F7F-24BEADA73DF9}"/>
                </a:ext>
              </a:extLst>
            </p:cNvPr>
            <p:cNvSpPr txBox="1">
              <a:spLocks noChangeArrowheads="1"/>
            </p:cNvSpPr>
            <p:nvPr/>
          </p:nvSpPr>
          <p:spPr bwMode="auto">
            <a:xfrm>
              <a:off x="6743589" y="3449885"/>
              <a:ext cx="1709533" cy="375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ea typeface="宋体" panose="02010600030101010101" pitchFamily="2" charset="-122"/>
                </a:rPr>
                <a:t>Byte stuffing</a:t>
              </a:r>
              <a:endParaRPr kumimoji="1" lang="zh-CN" altLang="en-US" sz="1800">
                <a:ea typeface="宋体" panose="02010600030101010101" pitchFamily="2" charset="-122"/>
              </a:endParaRPr>
            </a:p>
          </p:txBody>
        </p:sp>
        <p:sp>
          <p:nvSpPr>
            <p:cNvPr id="22568" name="Text Box 39">
              <a:extLst>
                <a:ext uri="{FF2B5EF4-FFF2-40B4-BE49-F238E27FC236}">
                  <a16:creationId xmlns:a16="http://schemas.microsoft.com/office/drawing/2014/main" id="{63F15598-5E21-4BA0-8048-DB31C5613B4F}"/>
                </a:ext>
              </a:extLst>
            </p:cNvPr>
            <p:cNvSpPr txBox="1">
              <a:spLocks noChangeArrowheads="1"/>
            </p:cNvSpPr>
            <p:nvPr/>
          </p:nvSpPr>
          <p:spPr bwMode="auto">
            <a:xfrm>
              <a:off x="4859951" y="3449885"/>
              <a:ext cx="1709533" cy="375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ea typeface="宋体" panose="02010600030101010101" pitchFamily="2" charset="-122"/>
                </a:rPr>
                <a:t>Byte stuffing</a:t>
              </a:r>
              <a:endParaRPr kumimoji="1" lang="zh-CN" altLang="en-US" sz="1800">
                <a:ea typeface="宋体" panose="02010600030101010101" pitchFamily="2" charset="-122"/>
              </a:endParaRPr>
            </a:p>
          </p:txBody>
        </p:sp>
        <p:sp>
          <p:nvSpPr>
            <p:cNvPr id="22569" name="Text Box 40">
              <a:extLst>
                <a:ext uri="{FF2B5EF4-FFF2-40B4-BE49-F238E27FC236}">
                  <a16:creationId xmlns:a16="http://schemas.microsoft.com/office/drawing/2014/main" id="{A84E66BA-EE28-408D-B51B-5612C460BC2C}"/>
                </a:ext>
              </a:extLst>
            </p:cNvPr>
            <p:cNvSpPr txBox="1">
              <a:spLocks noChangeArrowheads="1"/>
            </p:cNvSpPr>
            <p:nvPr/>
          </p:nvSpPr>
          <p:spPr bwMode="auto">
            <a:xfrm>
              <a:off x="2916620" y="3449885"/>
              <a:ext cx="1709533" cy="375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ea typeface="宋体" panose="02010600030101010101" pitchFamily="2" charset="-122"/>
                </a:rPr>
                <a:t>Byte stuffing</a:t>
              </a:r>
              <a:endParaRPr kumimoji="1" lang="zh-CN" altLang="en-US" sz="1800">
                <a:ea typeface="宋体" panose="02010600030101010101" pitchFamily="2" charset="-122"/>
              </a:endParaRPr>
            </a:p>
          </p:txBody>
        </p:sp>
        <p:sp>
          <p:nvSpPr>
            <p:cNvPr id="22570" name="Text Box 41">
              <a:extLst>
                <a:ext uri="{FF2B5EF4-FFF2-40B4-BE49-F238E27FC236}">
                  <a16:creationId xmlns:a16="http://schemas.microsoft.com/office/drawing/2014/main" id="{BDE9D6AE-5278-4B89-895F-DE1FEBB02561}"/>
                </a:ext>
              </a:extLst>
            </p:cNvPr>
            <p:cNvSpPr txBox="1">
              <a:spLocks noChangeArrowheads="1"/>
            </p:cNvSpPr>
            <p:nvPr/>
          </p:nvSpPr>
          <p:spPr bwMode="auto">
            <a:xfrm>
              <a:off x="1187188" y="3449885"/>
              <a:ext cx="1709535" cy="375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ea typeface="宋体" panose="02010600030101010101" pitchFamily="2" charset="-122"/>
                </a:rPr>
                <a:t>Byte stuffing</a:t>
              </a:r>
              <a:endParaRPr kumimoji="1" lang="zh-CN" altLang="en-US" sz="1800">
                <a:ea typeface="宋体" panose="02010600030101010101" pitchFamily="2" charset="-122"/>
              </a:endParaRPr>
            </a:p>
          </p:txBody>
        </p:sp>
        <p:sp>
          <p:nvSpPr>
            <p:cNvPr id="44" name="Line 42">
              <a:extLst>
                <a:ext uri="{FF2B5EF4-FFF2-40B4-BE49-F238E27FC236}">
                  <a16:creationId xmlns:a16="http://schemas.microsoft.com/office/drawing/2014/main" id="{A6EB21C2-7E94-4294-BD72-8BD994315375}"/>
                </a:ext>
              </a:extLst>
            </p:cNvPr>
            <p:cNvSpPr>
              <a:spLocks noChangeShapeType="1"/>
            </p:cNvSpPr>
            <p:nvPr/>
          </p:nvSpPr>
          <p:spPr bwMode="auto">
            <a:xfrm flipV="1">
              <a:off x="300088" y="4652765"/>
              <a:ext cx="0" cy="356169"/>
            </a:xfrm>
            <a:prstGeom prst="line">
              <a:avLst/>
            </a:prstGeom>
            <a:noFill/>
            <a:ln w="38100">
              <a:solidFill>
                <a:srgbClr val="808080"/>
              </a:solidFill>
              <a:round/>
              <a:headEnd/>
              <a:tailEnd type="triangle" w="med" len="lg"/>
            </a:ln>
            <a:effectLst/>
          </p:spPr>
          <p:txBody>
            <a:bodyPr/>
            <a:lstStyle/>
            <a:p>
              <a:pPr>
                <a:defRPr/>
              </a:pPr>
              <a:endParaRPr lang="zh-CN" altLang="en-US">
                <a:latin typeface="+mn-ea"/>
              </a:endParaRPr>
            </a:p>
          </p:txBody>
        </p:sp>
        <p:sp>
          <p:nvSpPr>
            <p:cNvPr id="22572" name="Text Box 43">
              <a:extLst>
                <a:ext uri="{FF2B5EF4-FFF2-40B4-BE49-F238E27FC236}">
                  <a16:creationId xmlns:a16="http://schemas.microsoft.com/office/drawing/2014/main" id="{391EB6D5-EF58-4CCF-BFFF-F3FB89530E08}"/>
                </a:ext>
              </a:extLst>
            </p:cNvPr>
            <p:cNvSpPr txBox="1">
              <a:spLocks noChangeArrowheads="1"/>
            </p:cNvSpPr>
            <p:nvPr/>
          </p:nvSpPr>
          <p:spPr bwMode="auto">
            <a:xfrm>
              <a:off x="-36513" y="4958746"/>
              <a:ext cx="2478908" cy="377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ea typeface="宋体" panose="02010600030101010101" pitchFamily="2" charset="-122"/>
                </a:rPr>
                <a:t>Sending in the front</a:t>
              </a:r>
              <a:endParaRPr kumimoji="1" lang="zh-CN" altLang="en-US" sz="1800">
                <a:ea typeface="宋体" panose="02010600030101010101" pitchFamily="2" charset="-122"/>
              </a:endParaRPr>
            </a:p>
          </p:txBody>
        </p:sp>
        <p:sp>
          <p:nvSpPr>
            <p:cNvPr id="46" name="Line 44">
              <a:extLst>
                <a:ext uri="{FF2B5EF4-FFF2-40B4-BE49-F238E27FC236}">
                  <a16:creationId xmlns:a16="http://schemas.microsoft.com/office/drawing/2014/main" id="{0194BC51-9C19-4DF0-8162-288FEC33B274}"/>
                </a:ext>
              </a:extLst>
            </p:cNvPr>
            <p:cNvSpPr>
              <a:spLocks noChangeShapeType="1"/>
            </p:cNvSpPr>
            <p:nvPr/>
          </p:nvSpPr>
          <p:spPr bwMode="auto">
            <a:xfrm>
              <a:off x="1286676" y="2405663"/>
              <a:ext cx="0" cy="304363"/>
            </a:xfrm>
            <a:prstGeom prst="line">
              <a:avLst/>
            </a:prstGeom>
            <a:noFill/>
            <a:ln w="9525">
              <a:solidFill>
                <a:schemeClr val="tx1"/>
              </a:solidFill>
              <a:round/>
              <a:headEnd/>
              <a:tailEnd type="triangle" w="sm" len="med"/>
            </a:ln>
            <a:effectLst/>
          </p:spPr>
          <p:txBody>
            <a:bodyPr/>
            <a:lstStyle/>
            <a:p>
              <a:pPr>
                <a:defRPr/>
              </a:pPr>
              <a:endParaRPr lang="zh-CN" altLang="en-US">
                <a:latin typeface="+mn-ea"/>
              </a:endParaRPr>
            </a:p>
          </p:txBody>
        </p:sp>
        <p:sp>
          <p:nvSpPr>
            <p:cNvPr id="22574" name="Text Box 45">
              <a:extLst>
                <a:ext uri="{FF2B5EF4-FFF2-40B4-BE49-F238E27FC236}">
                  <a16:creationId xmlns:a16="http://schemas.microsoft.com/office/drawing/2014/main" id="{4A8DECC4-D083-4E4F-8951-1019887369DF}"/>
                </a:ext>
              </a:extLst>
            </p:cNvPr>
            <p:cNvSpPr txBox="1">
              <a:spLocks noChangeArrowheads="1"/>
            </p:cNvSpPr>
            <p:nvPr/>
          </p:nvSpPr>
          <p:spPr bwMode="auto">
            <a:xfrm>
              <a:off x="827374" y="2047875"/>
              <a:ext cx="2425846" cy="377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ea typeface="宋体" panose="02010600030101010101" pitchFamily="2" charset="-122"/>
                </a:rPr>
                <a:t>Beginning character</a:t>
              </a:r>
              <a:endParaRPr kumimoji="1" lang="zh-CN" altLang="en-US" sz="1800">
                <a:ea typeface="宋体" panose="02010600030101010101" pitchFamily="2" charset="-122"/>
              </a:endParaRPr>
            </a:p>
          </p:txBody>
        </p:sp>
        <p:sp>
          <p:nvSpPr>
            <p:cNvPr id="22575" name="Text Box 46">
              <a:extLst>
                <a:ext uri="{FF2B5EF4-FFF2-40B4-BE49-F238E27FC236}">
                  <a16:creationId xmlns:a16="http://schemas.microsoft.com/office/drawing/2014/main" id="{7FE94D9C-2600-47F6-BAB9-E746C92B3567}"/>
                </a:ext>
              </a:extLst>
            </p:cNvPr>
            <p:cNvSpPr txBox="1">
              <a:spLocks noChangeArrowheads="1"/>
            </p:cNvSpPr>
            <p:nvPr/>
          </p:nvSpPr>
          <p:spPr bwMode="auto">
            <a:xfrm>
              <a:off x="7187968" y="2047875"/>
              <a:ext cx="2114118" cy="377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ea typeface="宋体" panose="02010600030101010101" pitchFamily="2" charset="-122"/>
                </a:rPr>
                <a:t>Ending character</a:t>
              </a:r>
              <a:endParaRPr kumimoji="1" lang="zh-CN" altLang="en-US" sz="1800">
                <a:ea typeface="宋体" panose="02010600030101010101" pitchFamily="2" charset="-122"/>
              </a:endParaRPr>
            </a:p>
          </p:txBody>
        </p:sp>
        <p:sp>
          <p:nvSpPr>
            <p:cNvPr id="49" name="Line 47">
              <a:extLst>
                <a:ext uri="{FF2B5EF4-FFF2-40B4-BE49-F238E27FC236}">
                  <a16:creationId xmlns:a16="http://schemas.microsoft.com/office/drawing/2014/main" id="{8DC3B9E9-3367-410F-B1AE-DABD6EC1C90E}"/>
                </a:ext>
              </a:extLst>
            </p:cNvPr>
            <p:cNvSpPr>
              <a:spLocks noChangeShapeType="1"/>
            </p:cNvSpPr>
            <p:nvPr/>
          </p:nvSpPr>
          <p:spPr bwMode="auto">
            <a:xfrm>
              <a:off x="7763340" y="2405663"/>
              <a:ext cx="0" cy="304363"/>
            </a:xfrm>
            <a:prstGeom prst="line">
              <a:avLst/>
            </a:prstGeom>
            <a:noFill/>
            <a:ln w="9525">
              <a:solidFill>
                <a:schemeClr val="tx1"/>
              </a:solidFill>
              <a:round/>
              <a:headEnd/>
              <a:tailEnd type="triangle" w="sm" len="med"/>
            </a:ln>
            <a:effectLst/>
          </p:spPr>
          <p:txBody>
            <a:bodyPr/>
            <a:lstStyle/>
            <a:p>
              <a:pPr>
                <a:defRPr/>
              </a:pPr>
              <a:endParaRPr lang="zh-CN" altLang="en-US">
                <a:latin typeface="+mn-ea"/>
              </a:endParaRPr>
            </a:p>
          </p:txBody>
        </p:sp>
        <p:sp>
          <p:nvSpPr>
            <p:cNvPr id="22577" name="AutoShape 48">
              <a:extLst>
                <a:ext uri="{FF2B5EF4-FFF2-40B4-BE49-F238E27FC236}">
                  <a16:creationId xmlns:a16="http://schemas.microsoft.com/office/drawing/2014/main" id="{675D3B8A-70F8-4C9B-80CC-F6BEF5F320A4}"/>
                </a:ext>
              </a:extLst>
            </p:cNvPr>
            <p:cNvSpPr>
              <a:spLocks noChangeArrowheads="1"/>
            </p:cNvSpPr>
            <p:nvPr/>
          </p:nvSpPr>
          <p:spPr bwMode="auto">
            <a:xfrm>
              <a:off x="1547004" y="3861098"/>
              <a:ext cx="225506" cy="432260"/>
            </a:xfrm>
            <a:prstGeom prst="downArrow">
              <a:avLst>
                <a:gd name="adj1" fmla="val 39435"/>
                <a:gd name="adj2" fmla="val 90145"/>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22578" name="AutoShape 49">
              <a:extLst>
                <a:ext uri="{FF2B5EF4-FFF2-40B4-BE49-F238E27FC236}">
                  <a16:creationId xmlns:a16="http://schemas.microsoft.com/office/drawing/2014/main" id="{CA11E52C-730C-4C74-B9C0-BE974F8229F7}"/>
                </a:ext>
              </a:extLst>
            </p:cNvPr>
            <p:cNvSpPr>
              <a:spLocks noChangeArrowheads="1"/>
            </p:cNvSpPr>
            <p:nvPr/>
          </p:nvSpPr>
          <p:spPr bwMode="auto">
            <a:xfrm>
              <a:off x="3337786" y="3861098"/>
              <a:ext cx="225506" cy="432260"/>
            </a:xfrm>
            <a:prstGeom prst="downArrow">
              <a:avLst>
                <a:gd name="adj1" fmla="val 39435"/>
                <a:gd name="adj2" fmla="val 90145"/>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22579" name="AutoShape 50">
              <a:extLst>
                <a:ext uri="{FF2B5EF4-FFF2-40B4-BE49-F238E27FC236}">
                  <a16:creationId xmlns:a16="http://schemas.microsoft.com/office/drawing/2014/main" id="{57183491-A901-46FC-B0D8-DF0264134AC1}"/>
                </a:ext>
              </a:extLst>
            </p:cNvPr>
            <p:cNvSpPr>
              <a:spLocks noChangeArrowheads="1"/>
            </p:cNvSpPr>
            <p:nvPr/>
          </p:nvSpPr>
          <p:spPr bwMode="auto">
            <a:xfrm>
              <a:off x="5354074" y="3861098"/>
              <a:ext cx="225506" cy="432260"/>
            </a:xfrm>
            <a:prstGeom prst="downArrow">
              <a:avLst>
                <a:gd name="adj1" fmla="val 39435"/>
                <a:gd name="adj2" fmla="val 90145"/>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22580" name="AutoShape 51">
              <a:extLst>
                <a:ext uri="{FF2B5EF4-FFF2-40B4-BE49-F238E27FC236}">
                  <a16:creationId xmlns:a16="http://schemas.microsoft.com/office/drawing/2014/main" id="{89AE9D63-D9DA-4E0D-85A8-BFCC6B04D489}"/>
                </a:ext>
              </a:extLst>
            </p:cNvPr>
            <p:cNvSpPr>
              <a:spLocks noChangeArrowheads="1"/>
            </p:cNvSpPr>
            <p:nvPr/>
          </p:nvSpPr>
          <p:spPr bwMode="auto">
            <a:xfrm>
              <a:off x="7093454" y="3861098"/>
              <a:ext cx="225506" cy="432260"/>
            </a:xfrm>
            <a:prstGeom prst="downArrow">
              <a:avLst>
                <a:gd name="adj1" fmla="val 39435"/>
                <a:gd name="adj2" fmla="val 90145"/>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54" name="Rectangle 13">
              <a:extLst>
                <a:ext uri="{FF2B5EF4-FFF2-40B4-BE49-F238E27FC236}">
                  <a16:creationId xmlns:a16="http://schemas.microsoft.com/office/drawing/2014/main" id="{89F410A1-DDC5-40CD-BA3E-8AED186FB787}"/>
                </a:ext>
              </a:extLst>
            </p:cNvPr>
            <p:cNvSpPr>
              <a:spLocks noChangeArrowheads="1"/>
            </p:cNvSpPr>
            <p:nvPr/>
          </p:nvSpPr>
          <p:spPr bwMode="auto">
            <a:xfrm>
              <a:off x="3550027" y="2735929"/>
              <a:ext cx="457644" cy="456544"/>
            </a:xfrm>
            <a:prstGeom prst="rect">
              <a:avLst/>
            </a:prstGeom>
            <a:solidFill>
              <a:srgbClr val="CCFFFF"/>
            </a:solidFill>
            <a:ln w="9525">
              <a:solidFill>
                <a:schemeClr val="tx1"/>
              </a:solidFill>
              <a:miter lim="800000"/>
              <a:headEnd/>
              <a:tailEnd/>
            </a:ln>
            <a:effectLst/>
          </p:spPr>
          <p:txBody>
            <a:bodyPr wrap="none" anchor="ctr"/>
            <a:lstStyle/>
            <a:p>
              <a:pPr algn="ctr">
                <a:defRPr/>
              </a:pPr>
              <a:r>
                <a:rPr kumimoji="1" lang="en-US" altLang="zh-CN" sz="1600">
                  <a:latin typeface="+mn-ea"/>
                </a:rPr>
                <a:t>SOH</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a:extLst>
              <a:ext uri="{FF2B5EF4-FFF2-40B4-BE49-F238E27FC236}">
                <a16:creationId xmlns:a16="http://schemas.microsoft.com/office/drawing/2014/main" id="{B9518C38-C6CF-443E-A894-83E605618CC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501908F2-3417-44A4-9675-CF355579FC3C}" type="slidenum">
              <a:rPr lang="en-US" altLang="zh-CN" sz="1400" smtClean="0">
                <a:latin typeface="Times New Roman" panose="02020603050405020304" pitchFamily="18" charset="0"/>
              </a:rPr>
              <a:pPr>
                <a:spcBef>
                  <a:spcPct val="0"/>
                </a:spcBef>
                <a:buClrTx/>
                <a:buSzTx/>
                <a:buFontTx/>
                <a:buNone/>
              </a:pPr>
              <a:t>15</a:t>
            </a:fld>
            <a:endParaRPr lang="en-US" altLang="zh-CN" sz="1400">
              <a:latin typeface="Times New Roman" panose="02020603050405020304" pitchFamily="18" charset="0"/>
            </a:endParaRPr>
          </a:p>
        </p:txBody>
      </p:sp>
      <p:sp>
        <p:nvSpPr>
          <p:cNvPr id="23555" name="Rectangle 2">
            <a:extLst>
              <a:ext uri="{FF2B5EF4-FFF2-40B4-BE49-F238E27FC236}">
                <a16:creationId xmlns:a16="http://schemas.microsoft.com/office/drawing/2014/main" id="{8222EDE1-C56A-41A9-91E5-EACAAEBEB2EF}"/>
              </a:ext>
            </a:extLst>
          </p:cNvPr>
          <p:cNvSpPr>
            <a:spLocks noGrp="1" noChangeArrowheads="1"/>
          </p:cNvSpPr>
          <p:nvPr>
            <p:ph type="title"/>
          </p:nvPr>
        </p:nvSpPr>
        <p:spPr/>
        <p:txBody>
          <a:bodyPr/>
          <a:lstStyle/>
          <a:p>
            <a:r>
              <a:rPr lang="en-US" altLang="zh-CN">
                <a:ea typeface="宋体" panose="02010600030101010101" pitchFamily="2" charset="-122"/>
              </a:rPr>
              <a:t>Framing</a:t>
            </a:r>
          </a:p>
        </p:txBody>
      </p:sp>
      <p:sp>
        <p:nvSpPr>
          <p:cNvPr id="23556" name="Rectangle 3">
            <a:extLst>
              <a:ext uri="{FF2B5EF4-FFF2-40B4-BE49-F238E27FC236}">
                <a16:creationId xmlns:a16="http://schemas.microsoft.com/office/drawing/2014/main" id="{4868351E-D6BF-48C0-BAE4-A115AF5100ED}"/>
              </a:ext>
            </a:extLst>
          </p:cNvPr>
          <p:cNvSpPr>
            <a:spLocks noGrp="1" noChangeArrowheads="1"/>
          </p:cNvSpPr>
          <p:nvPr>
            <p:ph type="body" idx="1"/>
          </p:nvPr>
        </p:nvSpPr>
        <p:spPr>
          <a:xfrm>
            <a:off x="484188" y="1419225"/>
            <a:ext cx="7772400" cy="4648200"/>
          </a:xfrm>
        </p:spPr>
        <p:txBody>
          <a:bodyPr/>
          <a:lstStyle/>
          <a:p>
            <a:r>
              <a:rPr lang="en-US" altLang="zh-CN" sz="2400">
                <a:solidFill>
                  <a:srgbClr val="FF0000"/>
                </a:solidFill>
                <a:ea typeface="宋体" panose="02010600030101010101" pitchFamily="2" charset="-122"/>
              </a:rPr>
              <a:t>First and tail bound method based on bit:</a:t>
            </a:r>
            <a:r>
              <a:rPr lang="en-US" altLang="zh-CN">
                <a:ea typeface="宋体" panose="02010600030101010101" pitchFamily="2" charset="-122"/>
              </a:rPr>
              <a:t> </a:t>
            </a:r>
          </a:p>
          <a:p>
            <a:pPr lvl="1"/>
            <a:r>
              <a:rPr lang="en-US" altLang="zh-CN" sz="2000">
                <a:ea typeface="宋体" panose="02010600030101010101" pitchFamily="2" charset="-122"/>
              </a:rPr>
              <a:t>encapsulate datagram into frame, adding header, trailer (bit sequence)</a:t>
            </a:r>
          </a:p>
        </p:txBody>
      </p:sp>
      <p:grpSp>
        <p:nvGrpSpPr>
          <p:cNvPr id="23557" name="组合 5">
            <a:extLst>
              <a:ext uri="{FF2B5EF4-FFF2-40B4-BE49-F238E27FC236}">
                <a16:creationId xmlns:a16="http://schemas.microsoft.com/office/drawing/2014/main" id="{05A93320-00F6-429D-A5E0-8A936895C830}"/>
              </a:ext>
            </a:extLst>
          </p:cNvPr>
          <p:cNvGrpSpPr>
            <a:grpSpLocks/>
          </p:cNvGrpSpPr>
          <p:nvPr/>
        </p:nvGrpSpPr>
        <p:grpSpPr bwMode="auto">
          <a:xfrm>
            <a:off x="0" y="2992438"/>
            <a:ext cx="9144000" cy="2278062"/>
            <a:chOff x="250825" y="2030413"/>
            <a:chExt cx="9144000" cy="2278122"/>
          </a:xfrm>
        </p:grpSpPr>
        <p:sp>
          <p:nvSpPr>
            <p:cNvPr id="7" name="Rectangle 4">
              <a:extLst>
                <a:ext uri="{FF2B5EF4-FFF2-40B4-BE49-F238E27FC236}">
                  <a16:creationId xmlns:a16="http://schemas.microsoft.com/office/drawing/2014/main" id="{93E7CD49-9D90-4EC3-BD64-75AE556C8B98}"/>
                </a:ext>
              </a:extLst>
            </p:cNvPr>
            <p:cNvSpPr>
              <a:spLocks noChangeArrowheads="1"/>
            </p:cNvSpPr>
            <p:nvPr/>
          </p:nvSpPr>
          <p:spPr bwMode="auto">
            <a:xfrm>
              <a:off x="479425" y="2867047"/>
              <a:ext cx="971550" cy="549289"/>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en-US" altLang="zh-CN" sz="1600" dirty="0">
                  <a:latin typeface="+mn-ea"/>
                </a:rPr>
                <a:t>01111110</a:t>
              </a:r>
            </a:p>
          </p:txBody>
        </p:sp>
        <p:sp>
          <p:nvSpPr>
            <p:cNvPr id="23559" name="Rectangle 5">
              <a:extLst>
                <a:ext uri="{FF2B5EF4-FFF2-40B4-BE49-F238E27FC236}">
                  <a16:creationId xmlns:a16="http://schemas.microsoft.com/office/drawing/2014/main" id="{78AEA6AD-DE55-4E98-B7E7-2ADD2EA7D83F}"/>
                </a:ext>
              </a:extLst>
            </p:cNvPr>
            <p:cNvSpPr>
              <a:spLocks noChangeArrowheads="1"/>
            </p:cNvSpPr>
            <p:nvPr/>
          </p:nvSpPr>
          <p:spPr bwMode="auto">
            <a:xfrm>
              <a:off x="1450975" y="2867047"/>
              <a:ext cx="6527800" cy="549289"/>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kumimoji="1" lang="en-US" altLang="zh-CN" sz="2400">
                  <a:ea typeface="黑体" panose="02010609060101010101" pitchFamily="49" charset="-122"/>
                </a:rPr>
                <a:t>Data in the frame</a:t>
              </a:r>
              <a:endParaRPr kumimoji="1" lang="zh-CN" altLang="en-US" sz="2400">
                <a:ea typeface="黑体" panose="02010609060101010101" pitchFamily="49" charset="-122"/>
              </a:endParaRPr>
            </a:p>
          </p:txBody>
        </p:sp>
        <p:sp>
          <p:nvSpPr>
            <p:cNvPr id="23560" name="Line 6">
              <a:extLst>
                <a:ext uri="{FF2B5EF4-FFF2-40B4-BE49-F238E27FC236}">
                  <a16:creationId xmlns:a16="http://schemas.microsoft.com/office/drawing/2014/main" id="{9672A4A7-33CC-4EF3-AA55-F3EB406EEBAA}"/>
                </a:ext>
              </a:extLst>
            </p:cNvPr>
            <p:cNvSpPr>
              <a:spLocks noChangeShapeType="1"/>
            </p:cNvSpPr>
            <p:nvPr/>
          </p:nvSpPr>
          <p:spPr bwMode="auto">
            <a:xfrm>
              <a:off x="955675" y="3783013"/>
              <a:ext cx="7519988"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3561" name="Text Box 7">
              <a:extLst>
                <a:ext uri="{FF2B5EF4-FFF2-40B4-BE49-F238E27FC236}">
                  <a16:creationId xmlns:a16="http://schemas.microsoft.com/office/drawing/2014/main" id="{441A8056-9D31-4133-8CA3-201D1C7B7D2C}"/>
                </a:ext>
              </a:extLst>
            </p:cNvPr>
            <p:cNvSpPr txBox="1">
              <a:spLocks noChangeArrowheads="1"/>
            </p:cNvSpPr>
            <p:nvPr/>
          </p:nvSpPr>
          <p:spPr bwMode="auto">
            <a:xfrm>
              <a:off x="4508500" y="3548103"/>
              <a:ext cx="1054100" cy="46197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2400">
                  <a:ea typeface="宋体" panose="02010600030101010101" pitchFamily="2" charset="-122"/>
                </a:rPr>
                <a:t>frame</a:t>
              </a:r>
              <a:endParaRPr kumimoji="1" lang="zh-CN" altLang="en-US" sz="2400">
                <a:ea typeface="宋体" panose="02010600030101010101" pitchFamily="2" charset="-122"/>
              </a:endParaRPr>
            </a:p>
          </p:txBody>
        </p:sp>
        <p:sp>
          <p:nvSpPr>
            <p:cNvPr id="23562" name="Line 8">
              <a:extLst>
                <a:ext uri="{FF2B5EF4-FFF2-40B4-BE49-F238E27FC236}">
                  <a16:creationId xmlns:a16="http://schemas.microsoft.com/office/drawing/2014/main" id="{31D5EB9A-DDCD-4D79-AB4E-4C650AA33D6E}"/>
                </a:ext>
              </a:extLst>
            </p:cNvPr>
            <p:cNvSpPr>
              <a:spLocks noChangeShapeType="1"/>
            </p:cNvSpPr>
            <p:nvPr/>
          </p:nvSpPr>
          <p:spPr bwMode="auto">
            <a:xfrm>
              <a:off x="955675" y="2501900"/>
              <a:ext cx="0" cy="365125"/>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3563" name="Text Box 9">
              <a:extLst>
                <a:ext uri="{FF2B5EF4-FFF2-40B4-BE49-F238E27FC236}">
                  <a16:creationId xmlns:a16="http://schemas.microsoft.com/office/drawing/2014/main" id="{488B84BC-13EA-4F74-B4F7-80246670CBDC}"/>
                </a:ext>
              </a:extLst>
            </p:cNvPr>
            <p:cNvSpPr txBox="1">
              <a:spLocks noChangeArrowheads="1"/>
            </p:cNvSpPr>
            <p:nvPr/>
          </p:nvSpPr>
          <p:spPr bwMode="auto">
            <a:xfrm>
              <a:off x="250825" y="2058989"/>
              <a:ext cx="2887663" cy="400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2000">
                  <a:ea typeface="宋体" panose="02010600030101010101" pitchFamily="2" charset="-122"/>
                </a:rPr>
                <a:t>Beginning bit sequence</a:t>
              </a:r>
              <a:endParaRPr kumimoji="1" lang="zh-CN" altLang="en-US" sz="2000">
                <a:ea typeface="宋体" panose="02010600030101010101" pitchFamily="2" charset="-122"/>
              </a:endParaRPr>
            </a:p>
          </p:txBody>
        </p:sp>
        <p:sp>
          <p:nvSpPr>
            <p:cNvPr id="23564" name="Text Box 10">
              <a:extLst>
                <a:ext uri="{FF2B5EF4-FFF2-40B4-BE49-F238E27FC236}">
                  <a16:creationId xmlns:a16="http://schemas.microsoft.com/office/drawing/2014/main" id="{E19ABEDC-5BAB-49D1-A1EC-57E5F701A07B}"/>
                </a:ext>
              </a:extLst>
            </p:cNvPr>
            <p:cNvSpPr txBox="1">
              <a:spLocks noChangeArrowheads="1"/>
            </p:cNvSpPr>
            <p:nvPr/>
          </p:nvSpPr>
          <p:spPr bwMode="auto">
            <a:xfrm>
              <a:off x="6842125" y="2030413"/>
              <a:ext cx="2552700" cy="400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2000">
                  <a:ea typeface="宋体" panose="02010600030101010101" pitchFamily="2" charset="-122"/>
                </a:rPr>
                <a:t>Ending bit sequence</a:t>
              </a:r>
              <a:endParaRPr kumimoji="1" lang="zh-CN" altLang="en-US" sz="2000">
                <a:ea typeface="宋体" panose="02010600030101010101" pitchFamily="2" charset="-122"/>
              </a:endParaRPr>
            </a:p>
          </p:txBody>
        </p:sp>
        <p:sp>
          <p:nvSpPr>
            <p:cNvPr id="23565" name="Line 11">
              <a:extLst>
                <a:ext uri="{FF2B5EF4-FFF2-40B4-BE49-F238E27FC236}">
                  <a16:creationId xmlns:a16="http://schemas.microsoft.com/office/drawing/2014/main" id="{9C4DD2B6-96F0-4204-9F48-7BA4D5E5368C}"/>
                </a:ext>
              </a:extLst>
            </p:cNvPr>
            <p:cNvSpPr>
              <a:spLocks noChangeShapeType="1"/>
            </p:cNvSpPr>
            <p:nvPr/>
          </p:nvSpPr>
          <p:spPr bwMode="auto">
            <a:xfrm>
              <a:off x="8399463" y="2501900"/>
              <a:ext cx="0" cy="365125"/>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3566" name="Line 12">
              <a:extLst>
                <a:ext uri="{FF2B5EF4-FFF2-40B4-BE49-F238E27FC236}">
                  <a16:creationId xmlns:a16="http://schemas.microsoft.com/office/drawing/2014/main" id="{AA42CBD6-3A2A-4FDD-968A-AAD01D4692DA}"/>
                </a:ext>
              </a:extLst>
            </p:cNvPr>
            <p:cNvSpPr>
              <a:spLocks noChangeShapeType="1"/>
            </p:cNvSpPr>
            <p:nvPr/>
          </p:nvSpPr>
          <p:spPr bwMode="auto">
            <a:xfrm flipV="1">
              <a:off x="955675" y="3416300"/>
              <a:ext cx="0" cy="549275"/>
            </a:xfrm>
            <a:prstGeom prst="line">
              <a:avLst/>
            </a:prstGeom>
            <a:noFill/>
            <a:ln w="38100">
              <a:solidFill>
                <a:srgbClr val="80808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3567" name="Text Box 13">
              <a:extLst>
                <a:ext uri="{FF2B5EF4-FFF2-40B4-BE49-F238E27FC236}">
                  <a16:creationId xmlns:a16="http://schemas.microsoft.com/office/drawing/2014/main" id="{D33ADCE5-892F-4A35-BD8B-46025BFB02C8}"/>
                </a:ext>
              </a:extLst>
            </p:cNvPr>
            <p:cNvSpPr txBox="1">
              <a:spLocks noChangeArrowheads="1"/>
            </p:cNvSpPr>
            <p:nvPr/>
          </p:nvSpPr>
          <p:spPr bwMode="auto">
            <a:xfrm>
              <a:off x="250825" y="3908474"/>
              <a:ext cx="2620963" cy="400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2000">
                  <a:ea typeface="宋体" panose="02010600030101010101" pitchFamily="2" charset="-122"/>
                </a:rPr>
                <a:t>Sending in the front</a:t>
              </a:r>
              <a:endParaRPr kumimoji="1" lang="zh-CN" altLang="en-US" sz="2000">
                <a:ea typeface="宋体" panose="02010600030101010101" pitchFamily="2" charset="-122"/>
              </a:endParaRPr>
            </a:p>
          </p:txBody>
        </p:sp>
        <p:sp>
          <p:nvSpPr>
            <p:cNvPr id="17" name="Rectangle 14">
              <a:extLst>
                <a:ext uri="{FF2B5EF4-FFF2-40B4-BE49-F238E27FC236}">
                  <a16:creationId xmlns:a16="http://schemas.microsoft.com/office/drawing/2014/main" id="{913DB139-46DE-40EC-A3AA-9800BB5194AD}"/>
                </a:ext>
              </a:extLst>
            </p:cNvPr>
            <p:cNvSpPr>
              <a:spLocks noChangeArrowheads="1"/>
            </p:cNvSpPr>
            <p:nvPr/>
          </p:nvSpPr>
          <p:spPr bwMode="auto">
            <a:xfrm>
              <a:off x="7956550" y="2867047"/>
              <a:ext cx="971550" cy="549289"/>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en-US" altLang="zh-CN" sz="1600" dirty="0">
                  <a:latin typeface="+mn-ea"/>
                </a:rPr>
                <a:t>01111110</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a:extLst>
              <a:ext uri="{FF2B5EF4-FFF2-40B4-BE49-F238E27FC236}">
                <a16:creationId xmlns:a16="http://schemas.microsoft.com/office/drawing/2014/main" id="{8C5D0786-A787-4140-9582-15A07B8F74A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F4F3BBB1-E736-4BA6-AB97-0E93F9225830}" type="slidenum">
              <a:rPr lang="en-US" altLang="zh-CN" sz="1400" smtClean="0">
                <a:latin typeface="Times New Roman" panose="02020603050405020304" pitchFamily="18" charset="0"/>
              </a:rPr>
              <a:pPr>
                <a:spcBef>
                  <a:spcPct val="0"/>
                </a:spcBef>
                <a:buClrTx/>
                <a:buSzTx/>
                <a:buFontTx/>
                <a:buNone/>
              </a:pPr>
              <a:t>16</a:t>
            </a:fld>
            <a:endParaRPr lang="en-US" altLang="zh-CN" sz="1400">
              <a:latin typeface="Times New Roman" panose="02020603050405020304" pitchFamily="18" charset="0"/>
            </a:endParaRPr>
          </a:p>
        </p:txBody>
      </p:sp>
      <p:sp>
        <p:nvSpPr>
          <p:cNvPr id="24579" name="Rectangle 2">
            <a:extLst>
              <a:ext uri="{FF2B5EF4-FFF2-40B4-BE49-F238E27FC236}">
                <a16:creationId xmlns:a16="http://schemas.microsoft.com/office/drawing/2014/main" id="{98B95146-6FB9-4F40-B2B6-0C762AE1C776}"/>
              </a:ext>
            </a:extLst>
          </p:cNvPr>
          <p:cNvSpPr>
            <a:spLocks noGrp="1" noChangeArrowheads="1"/>
          </p:cNvSpPr>
          <p:nvPr>
            <p:ph type="title"/>
          </p:nvPr>
        </p:nvSpPr>
        <p:spPr/>
        <p:txBody>
          <a:bodyPr/>
          <a:lstStyle/>
          <a:p>
            <a:r>
              <a:rPr lang="en-US" altLang="zh-CN">
                <a:ea typeface="宋体" panose="02010600030101010101" pitchFamily="2" charset="-122"/>
              </a:rPr>
              <a:t>Framing</a:t>
            </a:r>
          </a:p>
        </p:txBody>
      </p:sp>
      <p:sp>
        <p:nvSpPr>
          <p:cNvPr id="24580" name="Rectangle 3">
            <a:extLst>
              <a:ext uri="{FF2B5EF4-FFF2-40B4-BE49-F238E27FC236}">
                <a16:creationId xmlns:a16="http://schemas.microsoft.com/office/drawing/2014/main" id="{A6FDC100-50B0-41B5-8708-00E91E9858A6}"/>
              </a:ext>
            </a:extLst>
          </p:cNvPr>
          <p:cNvSpPr>
            <a:spLocks noGrp="1" noChangeArrowheads="1"/>
          </p:cNvSpPr>
          <p:nvPr>
            <p:ph type="body" idx="1"/>
          </p:nvPr>
        </p:nvSpPr>
        <p:spPr>
          <a:xfrm>
            <a:off x="484188" y="1419225"/>
            <a:ext cx="7772400" cy="4648200"/>
          </a:xfrm>
        </p:spPr>
        <p:txBody>
          <a:bodyPr/>
          <a:lstStyle/>
          <a:p>
            <a:r>
              <a:rPr lang="en-US" altLang="zh-CN" sz="2400">
                <a:solidFill>
                  <a:srgbClr val="FF0000"/>
                </a:solidFill>
                <a:ea typeface="宋体" panose="02010600030101010101" pitchFamily="2" charset="-122"/>
              </a:rPr>
              <a:t>First and tail bound method based on bit:</a:t>
            </a:r>
            <a:r>
              <a:rPr lang="en-US" altLang="zh-CN">
                <a:ea typeface="宋体" panose="02010600030101010101" pitchFamily="2" charset="-122"/>
              </a:rPr>
              <a:t> </a:t>
            </a:r>
          </a:p>
          <a:p>
            <a:pPr lvl="1"/>
            <a:r>
              <a:rPr lang="en-US" altLang="zh-CN" sz="2000">
                <a:ea typeface="宋体" panose="02010600030101010101" pitchFamily="2" charset="-122"/>
              </a:rPr>
              <a:t>Inserting a bit “</a:t>
            </a:r>
            <a:r>
              <a:rPr lang="en-US" altLang="zh-CN" sz="2000">
                <a:solidFill>
                  <a:srgbClr val="FF0000"/>
                </a:solidFill>
                <a:ea typeface="宋体" panose="02010600030101010101" pitchFamily="2" charset="-122"/>
              </a:rPr>
              <a:t>0</a:t>
            </a:r>
            <a:r>
              <a:rPr lang="en-US" altLang="zh-CN" sz="2000">
                <a:ea typeface="宋体" panose="02010600030101010101" pitchFamily="2" charset="-122"/>
              </a:rPr>
              <a:t>” after successive </a:t>
            </a:r>
            <a:r>
              <a:rPr lang="en-US" altLang="zh-CN" sz="2000">
                <a:solidFill>
                  <a:srgbClr val="FF0000"/>
                </a:solidFill>
                <a:ea typeface="宋体" panose="02010600030101010101" pitchFamily="2" charset="-122"/>
              </a:rPr>
              <a:t>five</a:t>
            </a:r>
            <a:r>
              <a:rPr lang="en-US" altLang="zh-CN" sz="2000">
                <a:ea typeface="宋体" panose="02010600030101010101" pitchFamily="2" charset="-122"/>
              </a:rPr>
              <a:t> bits “</a:t>
            </a:r>
            <a:r>
              <a:rPr lang="en-US" altLang="zh-CN" sz="2000">
                <a:solidFill>
                  <a:srgbClr val="FF0000"/>
                </a:solidFill>
                <a:ea typeface="宋体" panose="02010600030101010101" pitchFamily="2" charset="-122"/>
              </a:rPr>
              <a:t>0</a:t>
            </a:r>
            <a:r>
              <a:rPr lang="en-US" altLang="zh-CN" sz="2000">
                <a:ea typeface="宋体" panose="02010600030101010101" pitchFamily="2" charset="-122"/>
              </a:rPr>
              <a:t>” in the transmitter; vice versa</a:t>
            </a:r>
          </a:p>
          <a:p>
            <a:pPr lvl="1">
              <a:buFont typeface="ZapfDingbats" pitchFamily="82" charset="2"/>
              <a:buNone/>
            </a:pPr>
            <a:endParaRPr lang="en-US" altLang="zh-CN" sz="2000">
              <a:ea typeface="宋体" panose="02010600030101010101" pitchFamily="2" charset="-122"/>
            </a:endParaRPr>
          </a:p>
        </p:txBody>
      </p:sp>
      <p:grpSp>
        <p:nvGrpSpPr>
          <p:cNvPr id="24581" name="组合 69">
            <a:extLst>
              <a:ext uri="{FF2B5EF4-FFF2-40B4-BE49-F238E27FC236}">
                <a16:creationId xmlns:a16="http://schemas.microsoft.com/office/drawing/2014/main" id="{FDA88A9D-5EE6-4D87-8408-23B39FF98CF0}"/>
              </a:ext>
            </a:extLst>
          </p:cNvPr>
          <p:cNvGrpSpPr>
            <a:grpSpLocks/>
          </p:cNvGrpSpPr>
          <p:nvPr/>
        </p:nvGrpSpPr>
        <p:grpSpPr bwMode="auto">
          <a:xfrm>
            <a:off x="0" y="2647950"/>
            <a:ext cx="8636000" cy="3243263"/>
            <a:chOff x="0" y="2647950"/>
            <a:chExt cx="8636309" cy="3243572"/>
          </a:xfrm>
        </p:grpSpPr>
        <p:sp>
          <p:nvSpPr>
            <p:cNvPr id="19" name="Rectangle 4">
              <a:extLst>
                <a:ext uri="{FF2B5EF4-FFF2-40B4-BE49-F238E27FC236}">
                  <a16:creationId xmlns:a16="http://schemas.microsoft.com/office/drawing/2014/main" id="{C0179ABA-180B-4101-B460-876742B32208}"/>
                </a:ext>
              </a:extLst>
            </p:cNvPr>
            <p:cNvSpPr>
              <a:spLocks noChangeArrowheads="1"/>
            </p:cNvSpPr>
            <p:nvPr/>
          </p:nvSpPr>
          <p:spPr bwMode="auto">
            <a:xfrm>
              <a:off x="542944" y="4761114"/>
              <a:ext cx="733451" cy="447718"/>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en-US" altLang="zh-CN" sz="1600" dirty="0">
                  <a:latin typeface="+mn-ea"/>
                </a:rPr>
                <a:t>01111110</a:t>
              </a:r>
            </a:p>
          </p:txBody>
        </p:sp>
        <p:sp>
          <p:nvSpPr>
            <p:cNvPr id="24" name="Rectangle 9">
              <a:extLst>
                <a:ext uri="{FF2B5EF4-FFF2-40B4-BE49-F238E27FC236}">
                  <a16:creationId xmlns:a16="http://schemas.microsoft.com/office/drawing/2014/main" id="{566EB5E8-15FD-4341-AE26-8034D7EB5493}"/>
                </a:ext>
              </a:extLst>
            </p:cNvPr>
            <p:cNvSpPr>
              <a:spLocks noChangeArrowheads="1"/>
            </p:cNvSpPr>
            <p:nvPr/>
          </p:nvSpPr>
          <p:spPr bwMode="auto">
            <a:xfrm>
              <a:off x="666774" y="3341754"/>
              <a:ext cx="796954" cy="447718"/>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en-US" altLang="zh-CN" sz="1600" dirty="0">
                  <a:latin typeface="+mn-ea"/>
                </a:rPr>
                <a:t>01111110</a:t>
              </a:r>
            </a:p>
          </p:txBody>
        </p:sp>
        <p:sp>
          <p:nvSpPr>
            <p:cNvPr id="24584" name="Rectangle 10">
              <a:extLst>
                <a:ext uri="{FF2B5EF4-FFF2-40B4-BE49-F238E27FC236}">
                  <a16:creationId xmlns:a16="http://schemas.microsoft.com/office/drawing/2014/main" id="{D7AC4F6E-ACA7-4794-8C9C-AB3B2A84B63D}"/>
                </a:ext>
              </a:extLst>
            </p:cNvPr>
            <p:cNvSpPr>
              <a:spLocks noChangeArrowheads="1"/>
            </p:cNvSpPr>
            <p:nvPr/>
          </p:nvSpPr>
          <p:spPr bwMode="auto">
            <a:xfrm>
              <a:off x="1463727" y="3341754"/>
              <a:ext cx="5764419" cy="447718"/>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01110101111111101100011111000</a:t>
              </a:r>
              <a:endParaRPr lang="zh-CN" altLang="en-US" sz="1800">
                <a:ea typeface="宋体" panose="02010600030101010101" pitchFamily="2" charset="-122"/>
              </a:endParaRPr>
            </a:p>
          </p:txBody>
        </p:sp>
        <p:sp>
          <p:nvSpPr>
            <p:cNvPr id="24585" name="Rectangle 15">
              <a:extLst>
                <a:ext uri="{FF2B5EF4-FFF2-40B4-BE49-F238E27FC236}">
                  <a16:creationId xmlns:a16="http://schemas.microsoft.com/office/drawing/2014/main" id="{D70F7243-F2FC-467A-851E-5CE514F97274}"/>
                </a:ext>
              </a:extLst>
            </p:cNvPr>
            <p:cNvSpPr>
              <a:spLocks noChangeArrowheads="1"/>
            </p:cNvSpPr>
            <p:nvPr/>
          </p:nvSpPr>
          <p:spPr bwMode="auto">
            <a:xfrm>
              <a:off x="1276396" y="4761114"/>
              <a:ext cx="6124794" cy="447718"/>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800">
                <a:ea typeface="宋体" panose="02010600030101010101" pitchFamily="2" charset="-122"/>
              </a:endParaRPr>
            </a:p>
            <a:p>
              <a:pPr algn="ctr">
                <a:spcBef>
                  <a:spcPct val="0"/>
                </a:spcBef>
                <a:buClrTx/>
                <a:buSzTx/>
                <a:buFontTx/>
                <a:buNone/>
              </a:pPr>
              <a:r>
                <a:rPr lang="en-US" altLang="zh-CN" sz="1800">
                  <a:ea typeface="宋体" panose="02010600030101010101" pitchFamily="2" charset="-122"/>
                </a:rPr>
                <a:t>    011101011111</a:t>
              </a:r>
              <a:r>
                <a:rPr lang="en-US" altLang="zh-CN" sz="1800">
                  <a:solidFill>
                    <a:srgbClr val="FF0000"/>
                  </a:solidFill>
                  <a:ea typeface="宋体" panose="02010600030101010101" pitchFamily="2" charset="-122"/>
                </a:rPr>
                <a:t>0</a:t>
              </a:r>
              <a:r>
                <a:rPr lang="en-US" altLang="zh-CN" sz="1800">
                  <a:ea typeface="宋体" panose="02010600030101010101" pitchFamily="2" charset="-122"/>
                </a:rPr>
                <a:t>11101100011111</a:t>
              </a:r>
              <a:r>
                <a:rPr lang="en-US" altLang="zh-CN" sz="1800">
                  <a:solidFill>
                    <a:srgbClr val="FF0000"/>
                  </a:solidFill>
                  <a:ea typeface="宋体" panose="02010600030101010101" pitchFamily="2" charset="-122"/>
                </a:rPr>
                <a:t>0</a:t>
              </a:r>
              <a:r>
                <a:rPr lang="en-US" altLang="zh-CN" sz="1800">
                  <a:ea typeface="宋体" panose="02010600030101010101" pitchFamily="2" charset="-122"/>
                </a:rPr>
                <a:t>000</a:t>
              </a:r>
              <a:endParaRPr lang="zh-CN" altLang="en-US" sz="1800">
                <a:ea typeface="宋体" panose="02010600030101010101" pitchFamily="2" charset="-122"/>
              </a:endParaRPr>
            </a:p>
            <a:p>
              <a:pPr algn="ctr">
                <a:spcBef>
                  <a:spcPct val="0"/>
                </a:spcBef>
                <a:buClrTx/>
                <a:buSzTx/>
                <a:buFontTx/>
                <a:buNone/>
              </a:pPr>
              <a:endParaRPr lang="zh-CN" altLang="en-US" sz="1800">
                <a:ea typeface="宋体" panose="02010600030101010101" pitchFamily="2" charset="-122"/>
              </a:endParaRPr>
            </a:p>
          </p:txBody>
        </p:sp>
        <p:sp>
          <p:nvSpPr>
            <p:cNvPr id="46" name="Line 32">
              <a:extLst>
                <a:ext uri="{FF2B5EF4-FFF2-40B4-BE49-F238E27FC236}">
                  <a16:creationId xmlns:a16="http://schemas.microsoft.com/office/drawing/2014/main" id="{47C799B0-82C9-45BF-8027-CF2F008B9CBF}"/>
                </a:ext>
              </a:extLst>
            </p:cNvPr>
            <p:cNvSpPr>
              <a:spLocks noChangeShapeType="1"/>
            </p:cNvSpPr>
            <p:nvPr/>
          </p:nvSpPr>
          <p:spPr bwMode="auto">
            <a:xfrm>
              <a:off x="1463727" y="3116308"/>
              <a:ext cx="5764419" cy="0"/>
            </a:xfrm>
            <a:prstGeom prst="line">
              <a:avLst/>
            </a:prstGeom>
            <a:noFill/>
            <a:ln w="9525">
              <a:solidFill>
                <a:schemeClr val="tx1"/>
              </a:solidFill>
              <a:round/>
              <a:headEnd type="triangle" w="sm" len="med"/>
              <a:tailEnd type="triangle" w="sm" len="med"/>
            </a:ln>
            <a:effectLst/>
          </p:spPr>
          <p:txBody>
            <a:bodyPr/>
            <a:lstStyle/>
            <a:p>
              <a:pPr>
                <a:defRPr/>
              </a:pPr>
              <a:endParaRPr lang="zh-CN" altLang="en-US">
                <a:latin typeface="+mn-ea"/>
              </a:endParaRPr>
            </a:p>
          </p:txBody>
        </p:sp>
        <p:sp>
          <p:nvSpPr>
            <p:cNvPr id="24587" name="Text Box 33">
              <a:extLst>
                <a:ext uri="{FF2B5EF4-FFF2-40B4-BE49-F238E27FC236}">
                  <a16:creationId xmlns:a16="http://schemas.microsoft.com/office/drawing/2014/main" id="{24095387-612F-4B24-9D5A-5D08D5176F87}"/>
                </a:ext>
              </a:extLst>
            </p:cNvPr>
            <p:cNvSpPr txBox="1">
              <a:spLocks noChangeArrowheads="1"/>
            </p:cNvSpPr>
            <p:nvPr/>
          </p:nvSpPr>
          <p:spPr bwMode="auto">
            <a:xfrm>
              <a:off x="3725996" y="2887686"/>
              <a:ext cx="1582794" cy="36992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ea typeface="宋体" panose="02010600030101010101" pitchFamily="2" charset="-122"/>
                </a:rPr>
                <a:t>Original data</a:t>
              </a:r>
              <a:endParaRPr kumimoji="1" lang="zh-CN" altLang="en-US" sz="1800">
                <a:ea typeface="宋体" panose="02010600030101010101" pitchFamily="2" charset="-122"/>
              </a:endParaRPr>
            </a:p>
          </p:txBody>
        </p:sp>
        <p:sp>
          <p:nvSpPr>
            <p:cNvPr id="48" name="Line 34">
              <a:extLst>
                <a:ext uri="{FF2B5EF4-FFF2-40B4-BE49-F238E27FC236}">
                  <a16:creationId xmlns:a16="http://schemas.microsoft.com/office/drawing/2014/main" id="{7C443E92-BF1F-4578-868C-C0943840193E}"/>
                </a:ext>
              </a:extLst>
            </p:cNvPr>
            <p:cNvSpPr>
              <a:spLocks noChangeShapeType="1"/>
            </p:cNvSpPr>
            <p:nvPr/>
          </p:nvSpPr>
          <p:spPr bwMode="auto">
            <a:xfrm flipV="1">
              <a:off x="1285921" y="5486670"/>
              <a:ext cx="6124794" cy="19052"/>
            </a:xfrm>
            <a:prstGeom prst="line">
              <a:avLst/>
            </a:prstGeom>
            <a:noFill/>
            <a:ln w="9525">
              <a:solidFill>
                <a:schemeClr val="tx1"/>
              </a:solidFill>
              <a:round/>
              <a:headEnd type="triangle" w="sm" len="med"/>
              <a:tailEnd type="triangle" w="sm" len="med"/>
            </a:ln>
            <a:effectLst/>
          </p:spPr>
          <p:txBody>
            <a:bodyPr/>
            <a:lstStyle/>
            <a:p>
              <a:pPr>
                <a:defRPr/>
              </a:pPr>
              <a:endParaRPr lang="zh-CN" altLang="en-US">
                <a:latin typeface="+mn-ea"/>
              </a:endParaRPr>
            </a:p>
          </p:txBody>
        </p:sp>
        <p:sp>
          <p:nvSpPr>
            <p:cNvPr id="49" name="Rectangle 35">
              <a:extLst>
                <a:ext uri="{FF2B5EF4-FFF2-40B4-BE49-F238E27FC236}">
                  <a16:creationId xmlns:a16="http://schemas.microsoft.com/office/drawing/2014/main" id="{13DE2B6D-3985-438B-A903-EB314BF6256E}"/>
                </a:ext>
              </a:extLst>
            </p:cNvPr>
            <p:cNvSpPr>
              <a:spLocks noChangeArrowheads="1"/>
            </p:cNvSpPr>
            <p:nvPr/>
          </p:nvSpPr>
          <p:spPr bwMode="auto">
            <a:xfrm>
              <a:off x="7401190" y="4761114"/>
              <a:ext cx="895382" cy="447718"/>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en-US" altLang="zh-CN" sz="1600" dirty="0">
                  <a:latin typeface="+mn-ea"/>
                </a:rPr>
                <a:t>01111110</a:t>
              </a:r>
            </a:p>
          </p:txBody>
        </p:sp>
        <p:sp>
          <p:nvSpPr>
            <p:cNvPr id="50" name="Rectangle 36">
              <a:extLst>
                <a:ext uri="{FF2B5EF4-FFF2-40B4-BE49-F238E27FC236}">
                  <a16:creationId xmlns:a16="http://schemas.microsoft.com/office/drawing/2014/main" id="{53C905FE-199C-41B1-9029-D14CAA504F1B}"/>
                </a:ext>
              </a:extLst>
            </p:cNvPr>
            <p:cNvSpPr>
              <a:spLocks noChangeArrowheads="1"/>
            </p:cNvSpPr>
            <p:nvPr/>
          </p:nvSpPr>
          <p:spPr bwMode="auto">
            <a:xfrm>
              <a:off x="7228147" y="3341754"/>
              <a:ext cx="830292" cy="447718"/>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kumimoji="1" lang="en-US" altLang="zh-CN" sz="1600" dirty="0">
                  <a:latin typeface="+mn-ea"/>
                </a:rPr>
                <a:t>01111110</a:t>
              </a:r>
            </a:p>
          </p:txBody>
        </p:sp>
        <p:sp>
          <p:nvSpPr>
            <p:cNvPr id="24591" name="Text Box 37">
              <a:extLst>
                <a:ext uri="{FF2B5EF4-FFF2-40B4-BE49-F238E27FC236}">
                  <a16:creationId xmlns:a16="http://schemas.microsoft.com/office/drawing/2014/main" id="{224E2972-B174-4E7D-896C-7D6C0911DD9A}"/>
                </a:ext>
              </a:extLst>
            </p:cNvPr>
            <p:cNvSpPr txBox="1">
              <a:spLocks noChangeArrowheads="1"/>
            </p:cNvSpPr>
            <p:nvPr/>
          </p:nvSpPr>
          <p:spPr bwMode="auto">
            <a:xfrm>
              <a:off x="3217978" y="5275513"/>
              <a:ext cx="3105261" cy="36992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ea typeface="宋体" panose="02010600030101010101" pitchFamily="2" charset="-122"/>
                </a:rPr>
                <a:t>Date sent with bit stuffing</a:t>
              </a:r>
              <a:endParaRPr kumimoji="1" lang="zh-CN" altLang="en-US" sz="1800">
                <a:ea typeface="宋体" panose="02010600030101010101" pitchFamily="2" charset="-122"/>
              </a:endParaRPr>
            </a:p>
          </p:txBody>
        </p:sp>
        <p:sp>
          <p:nvSpPr>
            <p:cNvPr id="24592" name="Text Box 38">
              <a:extLst>
                <a:ext uri="{FF2B5EF4-FFF2-40B4-BE49-F238E27FC236}">
                  <a16:creationId xmlns:a16="http://schemas.microsoft.com/office/drawing/2014/main" id="{1392715B-D1E0-44F7-A116-81C04F778C36}"/>
                </a:ext>
              </a:extLst>
            </p:cNvPr>
            <p:cNvSpPr txBox="1">
              <a:spLocks noChangeArrowheads="1"/>
            </p:cNvSpPr>
            <p:nvPr/>
          </p:nvSpPr>
          <p:spPr bwMode="auto">
            <a:xfrm>
              <a:off x="5920000" y="4080011"/>
              <a:ext cx="1732024" cy="368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ea typeface="宋体" panose="02010600030101010101" pitchFamily="2" charset="-122"/>
                </a:rPr>
                <a:t>Bit 0 inserting</a:t>
              </a:r>
              <a:endParaRPr kumimoji="1" lang="zh-CN" altLang="en-US" sz="1800">
                <a:ea typeface="宋体" panose="02010600030101010101" pitchFamily="2" charset="-122"/>
              </a:endParaRPr>
            </a:p>
          </p:txBody>
        </p:sp>
        <p:sp>
          <p:nvSpPr>
            <p:cNvPr id="24593" name="Text Box 41">
              <a:extLst>
                <a:ext uri="{FF2B5EF4-FFF2-40B4-BE49-F238E27FC236}">
                  <a16:creationId xmlns:a16="http://schemas.microsoft.com/office/drawing/2014/main" id="{246AC71F-08F0-498D-8A57-ACE61134E24A}"/>
                </a:ext>
              </a:extLst>
            </p:cNvPr>
            <p:cNvSpPr txBox="1">
              <a:spLocks noChangeArrowheads="1"/>
            </p:cNvSpPr>
            <p:nvPr/>
          </p:nvSpPr>
          <p:spPr bwMode="auto">
            <a:xfrm>
              <a:off x="2286082" y="4070486"/>
              <a:ext cx="1732025" cy="368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ea typeface="宋体" panose="02010600030101010101" pitchFamily="2" charset="-122"/>
                </a:rPr>
                <a:t>Bit 0 inserting</a:t>
              </a:r>
              <a:endParaRPr kumimoji="1" lang="zh-CN" altLang="en-US" sz="1800">
                <a:ea typeface="宋体" panose="02010600030101010101" pitchFamily="2" charset="-122"/>
              </a:endParaRPr>
            </a:p>
          </p:txBody>
        </p:sp>
        <p:sp>
          <p:nvSpPr>
            <p:cNvPr id="56" name="Line 42">
              <a:extLst>
                <a:ext uri="{FF2B5EF4-FFF2-40B4-BE49-F238E27FC236}">
                  <a16:creationId xmlns:a16="http://schemas.microsoft.com/office/drawing/2014/main" id="{C2CBFBB7-C711-4AB2-948D-6F4863BAFA8A}"/>
                </a:ext>
              </a:extLst>
            </p:cNvPr>
            <p:cNvSpPr>
              <a:spLocks noChangeShapeType="1"/>
            </p:cNvSpPr>
            <p:nvPr/>
          </p:nvSpPr>
          <p:spPr bwMode="auto">
            <a:xfrm flipV="1">
              <a:off x="560408" y="5221533"/>
              <a:ext cx="0" cy="349283"/>
            </a:xfrm>
            <a:prstGeom prst="line">
              <a:avLst/>
            </a:prstGeom>
            <a:noFill/>
            <a:ln w="38100">
              <a:solidFill>
                <a:srgbClr val="808080"/>
              </a:solidFill>
              <a:round/>
              <a:headEnd/>
              <a:tailEnd type="triangle" w="med" len="lg"/>
            </a:ln>
            <a:effectLst/>
          </p:spPr>
          <p:txBody>
            <a:bodyPr/>
            <a:lstStyle/>
            <a:p>
              <a:pPr>
                <a:defRPr/>
              </a:pPr>
              <a:endParaRPr lang="zh-CN" altLang="en-US">
                <a:latin typeface="+mn-ea"/>
              </a:endParaRPr>
            </a:p>
          </p:txBody>
        </p:sp>
        <p:sp>
          <p:nvSpPr>
            <p:cNvPr id="24595" name="Text Box 43">
              <a:extLst>
                <a:ext uri="{FF2B5EF4-FFF2-40B4-BE49-F238E27FC236}">
                  <a16:creationId xmlns:a16="http://schemas.microsoft.com/office/drawing/2014/main" id="{E29B220A-23E6-4191-A782-631D502D8368}"/>
                </a:ext>
              </a:extLst>
            </p:cNvPr>
            <p:cNvSpPr txBox="1">
              <a:spLocks noChangeArrowheads="1"/>
            </p:cNvSpPr>
            <p:nvPr/>
          </p:nvSpPr>
          <p:spPr bwMode="auto">
            <a:xfrm>
              <a:off x="0" y="5521599"/>
              <a:ext cx="2373398" cy="369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ea typeface="宋体" panose="02010600030101010101" pitchFamily="2" charset="-122"/>
                </a:rPr>
                <a:t>Sending in the front</a:t>
              </a:r>
              <a:endParaRPr kumimoji="1" lang="zh-CN" altLang="en-US" sz="1800">
                <a:ea typeface="宋体" panose="02010600030101010101" pitchFamily="2" charset="-122"/>
              </a:endParaRPr>
            </a:p>
          </p:txBody>
        </p:sp>
        <p:sp>
          <p:nvSpPr>
            <p:cNvPr id="58" name="Line 44">
              <a:extLst>
                <a:ext uri="{FF2B5EF4-FFF2-40B4-BE49-F238E27FC236}">
                  <a16:creationId xmlns:a16="http://schemas.microsoft.com/office/drawing/2014/main" id="{222EABC4-00AB-42E2-B8E2-90A14255A77B}"/>
                </a:ext>
              </a:extLst>
            </p:cNvPr>
            <p:cNvSpPr>
              <a:spLocks noChangeShapeType="1"/>
            </p:cNvSpPr>
            <p:nvPr/>
          </p:nvSpPr>
          <p:spPr bwMode="auto">
            <a:xfrm>
              <a:off x="1266870" y="3017873"/>
              <a:ext cx="0" cy="298478"/>
            </a:xfrm>
            <a:prstGeom prst="line">
              <a:avLst/>
            </a:prstGeom>
            <a:noFill/>
            <a:ln w="9525">
              <a:solidFill>
                <a:schemeClr val="tx1"/>
              </a:solidFill>
              <a:round/>
              <a:headEnd/>
              <a:tailEnd type="triangle" w="sm" len="med"/>
            </a:ln>
            <a:effectLst/>
          </p:spPr>
          <p:txBody>
            <a:bodyPr/>
            <a:lstStyle/>
            <a:p>
              <a:pPr>
                <a:defRPr/>
              </a:pPr>
              <a:endParaRPr lang="zh-CN" altLang="en-US">
                <a:latin typeface="+mn-ea"/>
              </a:endParaRPr>
            </a:p>
          </p:txBody>
        </p:sp>
        <p:sp>
          <p:nvSpPr>
            <p:cNvPr id="24597" name="Text Box 45">
              <a:extLst>
                <a:ext uri="{FF2B5EF4-FFF2-40B4-BE49-F238E27FC236}">
                  <a16:creationId xmlns:a16="http://schemas.microsoft.com/office/drawing/2014/main" id="{1AE9D056-B80F-464A-A7F9-2677ACD5FA05}"/>
                </a:ext>
              </a:extLst>
            </p:cNvPr>
            <p:cNvSpPr txBox="1">
              <a:spLocks noChangeArrowheads="1"/>
            </p:cNvSpPr>
            <p:nvPr/>
          </p:nvSpPr>
          <p:spPr bwMode="auto">
            <a:xfrm>
              <a:off x="827118" y="2667002"/>
              <a:ext cx="2608355" cy="369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ea typeface="宋体" panose="02010600030101010101" pitchFamily="2" charset="-122"/>
                </a:rPr>
                <a:t>Beginning bit sequence</a:t>
              </a:r>
              <a:endParaRPr kumimoji="1" lang="zh-CN" altLang="en-US" sz="1800">
                <a:ea typeface="宋体" panose="02010600030101010101" pitchFamily="2" charset="-122"/>
              </a:endParaRPr>
            </a:p>
          </p:txBody>
        </p:sp>
        <p:sp>
          <p:nvSpPr>
            <p:cNvPr id="24598" name="Text Box 46">
              <a:extLst>
                <a:ext uri="{FF2B5EF4-FFF2-40B4-BE49-F238E27FC236}">
                  <a16:creationId xmlns:a16="http://schemas.microsoft.com/office/drawing/2014/main" id="{4E5681B6-E453-4CBF-91F4-B4983B29DC09}"/>
                </a:ext>
              </a:extLst>
            </p:cNvPr>
            <p:cNvSpPr txBox="1">
              <a:spLocks noChangeArrowheads="1"/>
            </p:cNvSpPr>
            <p:nvPr/>
          </p:nvSpPr>
          <p:spPr bwMode="auto">
            <a:xfrm>
              <a:off x="6326414" y="2647950"/>
              <a:ext cx="2309895" cy="369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ea typeface="宋体" panose="02010600030101010101" pitchFamily="2" charset="-122"/>
                </a:rPr>
                <a:t>Ending bit sequence</a:t>
              </a:r>
              <a:endParaRPr kumimoji="1" lang="zh-CN" altLang="en-US" sz="1800">
                <a:ea typeface="宋体" panose="02010600030101010101" pitchFamily="2" charset="-122"/>
              </a:endParaRPr>
            </a:p>
          </p:txBody>
        </p:sp>
        <p:sp>
          <p:nvSpPr>
            <p:cNvPr id="61" name="Line 47">
              <a:extLst>
                <a:ext uri="{FF2B5EF4-FFF2-40B4-BE49-F238E27FC236}">
                  <a16:creationId xmlns:a16="http://schemas.microsoft.com/office/drawing/2014/main" id="{3E23DDBC-E445-4359-83C6-422B1B2145DA}"/>
                </a:ext>
              </a:extLst>
            </p:cNvPr>
            <p:cNvSpPr>
              <a:spLocks noChangeShapeType="1"/>
            </p:cNvSpPr>
            <p:nvPr/>
          </p:nvSpPr>
          <p:spPr bwMode="auto">
            <a:xfrm>
              <a:off x="7467867" y="3017873"/>
              <a:ext cx="0" cy="298478"/>
            </a:xfrm>
            <a:prstGeom prst="line">
              <a:avLst/>
            </a:prstGeom>
            <a:noFill/>
            <a:ln w="9525">
              <a:solidFill>
                <a:schemeClr val="tx1"/>
              </a:solidFill>
              <a:round/>
              <a:headEnd/>
              <a:tailEnd type="triangle" w="sm" len="med"/>
            </a:ln>
            <a:effectLst/>
          </p:spPr>
          <p:txBody>
            <a:bodyPr/>
            <a:lstStyle/>
            <a:p>
              <a:pPr>
                <a:defRPr/>
              </a:pPr>
              <a:endParaRPr lang="zh-CN" altLang="en-US">
                <a:latin typeface="+mn-ea"/>
              </a:endParaRPr>
            </a:p>
          </p:txBody>
        </p:sp>
        <p:sp>
          <p:nvSpPr>
            <p:cNvPr id="24600" name="AutoShape 48">
              <a:extLst>
                <a:ext uri="{FF2B5EF4-FFF2-40B4-BE49-F238E27FC236}">
                  <a16:creationId xmlns:a16="http://schemas.microsoft.com/office/drawing/2014/main" id="{A92B4E95-9C50-46DD-AA9D-F9373BDB4F29}"/>
                </a:ext>
              </a:extLst>
            </p:cNvPr>
            <p:cNvSpPr>
              <a:spLocks noChangeArrowheads="1"/>
            </p:cNvSpPr>
            <p:nvPr/>
          </p:nvSpPr>
          <p:spPr bwMode="auto">
            <a:xfrm>
              <a:off x="3945079" y="4340386"/>
              <a:ext cx="215908" cy="423903"/>
            </a:xfrm>
            <a:prstGeom prst="downArrow">
              <a:avLst>
                <a:gd name="adj1" fmla="val 39435"/>
                <a:gd name="adj2" fmla="val 90141"/>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24601" name="AutoShape 51">
              <a:extLst>
                <a:ext uri="{FF2B5EF4-FFF2-40B4-BE49-F238E27FC236}">
                  <a16:creationId xmlns:a16="http://schemas.microsoft.com/office/drawing/2014/main" id="{75D6116F-1661-46C1-AB92-E2667A318497}"/>
                </a:ext>
              </a:extLst>
            </p:cNvPr>
            <p:cNvSpPr>
              <a:spLocks noChangeArrowheads="1"/>
            </p:cNvSpPr>
            <p:nvPr/>
          </p:nvSpPr>
          <p:spPr bwMode="auto">
            <a:xfrm>
              <a:off x="5712029" y="4340386"/>
              <a:ext cx="215908" cy="423903"/>
            </a:xfrm>
            <a:prstGeom prst="downArrow">
              <a:avLst>
                <a:gd name="adj1" fmla="val 39435"/>
                <a:gd name="adj2" fmla="val 90141"/>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a:extLst>
              <a:ext uri="{FF2B5EF4-FFF2-40B4-BE49-F238E27FC236}">
                <a16:creationId xmlns:a16="http://schemas.microsoft.com/office/drawing/2014/main" id="{8D56EA94-8FE4-42EA-8C20-5D296D97638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69010CCA-676B-428A-8859-E72529278A4E}" type="slidenum">
              <a:rPr lang="en-US" altLang="zh-CN" sz="1400" smtClean="0">
                <a:latin typeface="Times New Roman" panose="02020603050405020304" pitchFamily="18" charset="0"/>
              </a:rPr>
              <a:pPr>
                <a:spcBef>
                  <a:spcPct val="0"/>
                </a:spcBef>
                <a:buClrTx/>
                <a:buSzTx/>
                <a:buFontTx/>
                <a:buNone/>
              </a:pPr>
              <a:t>17</a:t>
            </a:fld>
            <a:endParaRPr lang="en-US" altLang="zh-CN" sz="1400">
              <a:latin typeface="Times New Roman" panose="02020603050405020304" pitchFamily="18" charset="0"/>
            </a:endParaRPr>
          </a:p>
        </p:txBody>
      </p:sp>
      <p:sp>
        <p:nvSpPr>
          <p:cNvPr id="26627" name="Rectangle 2">
            <a:extLst>
              <a:ext uri="{FF2B5EF4-FFF2-40B4-BE49-F238E27FC236}">
                <a16:creationId xmlns:a16="http://schemas.microsoft.com/office/drawing/2014/main" id="{7964AE66-3C90-4D08-A371-977DCF3211CD}"/>
              </a:ext>
            </a:extLst>
          </p:cNvPr>
          <p:cNvSpPr>
            <a:spLocks noGrp="1" noChangeArrowheads="1"/>
          </p:cNvSpPr>
          <p:nvPr>
            <p:ph type="title"/>
          </p:nvPr>
        </p:nvSpPr>
        <p:spPr/>
        <p:txBody>
          <a:bodyPr/>
          <a:lstStyle/>
          <a:p>
            <a:r>
              <a:rPr lang="en-US" altLang="zh-CN">
                <a:ea typeface="宋体" panose="02010600030101010101" pitchFamily="2" charset="-122"/>
              </a:rPr>
              <a:t>Framing</a:t>
            </a:r>
          </a:p>
        </p:txBody>
      </p:sp>
      <p:sp>
        <p:nvSpPr>
          <p:cNvPr id="26628" name="Rectangle 3">
            <a:extLst>
              <a:ext uri="{FF2B5EF4-FFF2-40B4-BE49-F238E27FC236}">
                <a16:creationId xmlns:a16="http://schemas.microsoft.com/office/drawing/2014/main" id="{D2380863-C0F4-4C98-9911-8D2D3FF29933}"/>
              </a:ext>
            </a:extLst>
          </p:cNvPr>
          <p:cNvSpPr>
            <a:spLocks noGrp="1" noChangeArrowheads="1"/>
          </p:cNvSpPr>
          <p:nvPr>
            <p:ph type="body" idx="1"/>
          </p:nvPr>
        </p:nvSpPr>
        <p:spPr>
          <a:xfrm>
            <a:off x="484188" y="1419225"/>
            <a:ext cx="7772400" cy="4648200"/>
          </a:xfrm>
        </p:spPr>
        <p:txBody>
          <a:bodyPr/>
          <a:lstStyle/>
          <a:p>
            <a:r>
              <a:rPr lang="en-US" altLang="zh-CN" sz="2400">
                <a:solidFill>
                  <a:srgbClr val="FF0000"/>
                </a:solidFill>
                <a:ea typeface="宋体" panose="02010600030101010101" pitchFamily="2" charset="-122"/>
              </a:rPr>
              <a:t>Physical layer coding violation method:</a:t>
            </a:r>
            <a:r>
              <a:rPr lang="en-US" altLang="zh-CN">
                <a:ea typeface="宋体" panose="02010600030101010101" pitchFamily="2" charset="-122"/>
              </a:rPr>
              <a:t> </a:t>
            </a:r>
          </a:p>
          <a:p>
            <a:pPr lvl="1"/>
            <a:r>
              <a:rPr lang="en-US" altLang="zh-CN" sz="2000">
                <a:ea typeface="宋体" panose="02010600030101010101" pitchFamily="2" charset="-122"/>
              </a:rPr>
              <a:t>encapsulate datagram into frame </a:t>
            </a:r>
            <a:r>
              <a:rPr lang="en-US" altLang="zh-CN" sz="2000">
                <a:solidFill>
                  <a:srgbClr val="FF0000"/>
                </a:solidFill>
                <a:ea typeface="宋体" panose="02010600030101010101" pitchFamily="2" charset="-122"/>
              </a:rPr>
              <a:t>without stuffing</a:t>
            </a:r>
          </a:p>
          <a:p>
            <a:pPr lvl="1"/>
            <a:r>
              <a:rPr lang="en-US" altLang="zh-CN" sz="2000">
                <a:ea typeface="宋体" panose="02010600030101010101" pitchFamily="2" charset="-122"/>
              </a:rPr>
              <a:t>Only be used in the networks with redundancy coding technology in the physical layer</a:t>
            </a:r>
          </a:p>
          <a:p>
            <a:r>
              <a:rPr lang="en-US" altLang="zh-CN" sz="2400">
                <a:solidFill>
                  <a:srgbClr val="FF0000"/>
                </a:solidFill>
                <a:ea typeface="宋体" panose="02010600030101010101" pitchFamily="2" charset="-122"/>
              </a:rPr>
              <a:t>For example (IEEE 802.11 with Manchester code):</a:t>
            </a:r>
            <a:r>
              <a:rPr lang="en-US" altLang="zh-CN">
                <a:ea typeface="宋体" panose="02010600030101010101" pitchFamily="2" charset="-122"/>
              </a:rPr>
              <a:t> </a:t>
            </a:r>
          </a:p>
          <a:p>
            <a:pPr lvl="1"/>
            <a:r>
              <a:rPr lang="en-US" altLang="zh-CN" sz="2000">
                <a:ea typeface="宋体" panose="02010600030101010101" pitchFamily="2" charset="-122"/>
              </a:rPr>
              <a:t>Bit </a:t>
            </a:r>
            <a:r>
              <a:rPr lang="en-US" altLang="zh-CN" sz="2000">
                <a:solidFill>
                  <a:srgbClr val="FF0000"/>
                </a:solidFill>
                <a:ea typeface="宋体" panose="02010600030101010101" pitchFamily="2" charset="-122"/>
              </a:rPr>
              <a:t>1 </a:t>
            </a:r>
            <a:r>
              <a:rPr lang="en-US" altLang="zh-CN" sz="2000">
                <a:ea typeface="宋体" panose="02010600030101010101" pitchFamily="2" charset="-122"/>
              </a:rPr>
              <a:t>with level jump mode from</a:t>
            </a:r>
            <a:r>
              <a:rPr lang="en-US" altLang="zh-CN" sz="2000">
                <a:solidFill>
                  <a:srgbClr val="FF0000"/>
                </a:solidFill>
                <a:ea typeface="宋体" panose="02010600030101010101" pitchFamily="2" charset="-122"/>
              </a:rPr>
              <a:t> high to low</a:t>
            </a:r>
          </a:p>
          <a:p>
            <a:pPr lvl="1"/>
            <a:r>
              <a:rPr lang="en-US" altLang="zh-CN" sz="2000">
                <a:ea typeface="宋体" panose="02010600030101010101" pitchFamily="2" charset="-122"/>
              </a:rPr>
              <a:t>Bit </a:t>
            </a:r>
            <a:r>
              <a:rPr lang="en-US" altLang="zh-CN" sz="2000">
                <a:solidFill>
                  <a:srgbClr val="FF0000"/>
                </a:solidFill>
                <a:ea typeface="宋体" panose="02010600030101010101" pitchFamily="2" charset="-122"/>
              </a:rPr>
              <a:t>0</a:t>
            </a:r>
            <a:r>
              <a:rPr lang="en-US" altLang="zh-CN" sz="2000">
                <a:ea typeface="宋体" panose="02010600030101010101" pitchFamily="2" charset="-122"/>
              </a:rPr>
              <a:t> with level jump mode from </a:t>
            </a:r>
            <a:r>
              <a:rPr lang="en-US" altLang="zh-CN" sz="2000">
                <a:solidFill>
                  <a:srgbClr val="FF0000"/>
                </a:solidFill>
                <a:ea typeface="宋体" panose="02010600030101010101" pitchFamily="2" charset="-122"/>
              </a:rPr>
              <a:t>low to high</a:t>
            </a:r>
          </a:p>
          <a:p>
            <a:pPr lvl="1"/>
            <a:r>
              <a:rPr lang="en-US" altLang="zh-CN" sz="2000">
                <a:ea typeface="宋体" panose="02010600030101010101" pitchFamily="2" charset="-122"/>
              </a:rPr>
              <a:t>Level jump modes from </a:t>
            </a:r>
            <a:r>
              <a:rPr lang="en-US" altLang="zh-CN" sz="2000">
                <a:solidFill>
                  <a:srgbClr val="FF0000"/>
                </a:solidFill>
                <a:ea typeface="宋体" panose="02010600030101010101" pitchFamily="2" charset="-122"/>
              </a:rPr>
              <a:t>high to high </a:t>
            </a:r>
            <a:r>
              <a:rPr lang="en-US" altLang="zh-CN" sz="2000">
                <a:ea typeface="宋体" panose="02010600030101010101" pitchFamily="2" charset="-122"/>
              </a:rPr>
              <a:t>or from </a:t>
            </a:r>
            <a:r>
              <a:rPr lang="en-US" altLang="zh-CN" sz="2000">
                <a:solidFill>
                  <a:srgbClr val="FF0000"/>
                </a:solidFill>
                <a:ea typeface="宋体" panose="02010600030101010101" pitchFamily="2" charset="-122"/>
              </a:rPr>
              <a:t>low to low </a:t>
            </a:r>
            <a:r>
              <a:rPr lang="en-US" altLang="zh-CN" sz="2000">
                <a:ea typeface="宋体" panose="02010600030101010101" pitchFamily="2" charset="-122"/>
              </a:rPr>
              <a:t>can be used for beginning and ending of a frame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3C39DC8D-334D-4D4B-8075-A48111AF799A}"/>
              </a:ext>
            </a:extLst>
          </p:cNvPr>
          <p:cNvSpPr>
            <a:spLocks noGrp="1" noChangeArrowheads="1"/>
          </p:cNvSpPr>
          <p:nvPr>
            <p:ph type="title"/>
          </p:nvPr>
        </p:nvSpPr>
        <p:spPr/>
        <p:txBody>
          <a:bodyPr/>
          <a:lstStyle/>
          <a:p>
            <a:r>
              <a:rPr lang="en-US" altLang="zh-CN">
                <a:ea typeface="宋体" panose="02010600030101010101" pitchFamily="2" charset="-122"/>
              </a:rPr>
              <a:t>Exercise-1</a:t>
            </a:r>
            <a:endParaRPr lang="zh-CN" altLang="en-US">
              <a:ea typeface="宋体" panose="02010600030101010101" pitchFamily="2" charset="-122"/>
            </a:endParaRPr>
          </a:p>
        </p:txBody>
      </p:sp>
      <p:sp>
        <p:nvSpPr>
          <p:cNvPr id="27651" name="内容占位符 2">
            <a:extLst>
              <a:ext uri="{FF2B5EF4-FFF2-40B4-BE49-F238E27FC236}">
                <a16:creationId xmlns:a16="http://schemas.microsoft.com/office/drawing/2014/main" id="{D48F4CD3-515C-4630-BE62-8DB473980BD7}"/>
              </a:ext>
            </a:extLst>
          </p:cNvPr>
          <p:cNvSpPr>
            <a:spLocks noGrp="1" noChangeArrowheads="1"/>
          </p:cNvSpPr>
          <p:nvPr>
            <p:ph idx="1"/>
          </p:nvPr>
        </p:nvSpPr>
        <p:spPr/>
        <p:txBody>
          <a:bodyPr/>
          <a:lstStyle/>
          <a:p>
            <a:pPr marL="0" indent="0">
              <a:buFont typeface="ZapfDingbats" pitchFamily="82" charset="2"/>
              <a:buNone/>
            </a:pPr>
            <a:r>
              <a:rPr lang="en-US" altLang="zh-CN">
                <a:ea typeface="宋体" panose="02010600030101010101" pitchFamily="2" charset="-122"/>
              </a:rPr>
              <a:t>1. HDLC protocol sets the bit stream 0111110001111110 after framing as (    )</a:t>
            </a:r>
          </a:p>
          <a:p>
            <a:pPr marL="0" indent="0">
              <a:buFont typeface="ZapfDingbats" pitchFamily="82" charset="2"/>
              <a:buNone/>
            </a:pPr>
            <a:r>
              <a:rPr lang="en-US" altLang="zh-CN">
                <a:ea typeface="宋体" panose="02010600030101010101" pitchFamily="2" charset="-122"/>
              </a:rPr>
              <a:t>A. 011111000011111010 B.011111000111110101111110 C.01111100011111010 D.011111000111111001111101</a:t>
            </a:r>
          </a:p>
          <a:p>
            <a:pPr marL="0" indent="0">
              <a:buFont typeface="ZapfDingbats" pitchFamily="82" charset="2"/>
              <a:buNone/>
            </a:pPr>
            <a:endParaRPr lang="en-US" altLang="zh-CN">
              <a:ea typeface="宋体" panose="02010600030101010101" pitchFamily="2" charset="-122"/>
            </a:endParaRPr>
          </a:p>
          <a:p>
            <a:pPr marL="0" indent="0">
              <a:buFont typeface="ZapfDingbats" pitchFamily="82" charset="2"/>
              <a:buNone/>
            </a:pPr>
            <a:endParaRPr lang="zh-CN" altLang="en-US">
              <a:ea typeface="宋体" panose="02010600030101010101" pitchFamily="2" charset="-122"/>
            </a:endParaRPr>
          </a:p>
        </p:txBody>
      </p:sp>
      <p:sp>
        <p:nvSpPr>
          <p:cNvPr id="27652" name="灯片编号占位符 5">
            <a:extLst>
              <a:ext uri="{FF2B5EF4-FFF2-40B4-BE49-F238E27FC236}">
                <a16:creationId xmlns:a16="http://schemas.microsoft.com/office/drawing/2014/main" id="{B04712F8-4528-41FB-9019-7A52E10DDB5F}"/>
              </a:ext>
            </a:extLst>
          </p:cNvPr>
          <p:cNvSpPr txBox="1">
            <a:spLocks noGrp="1"/>
          </p:cNvSpPr>
          <p:nvPr/>
        </p:nvSpPr>
        <p:spPr bwMode="auto">
          <a:xfrm>
            <a:off x="8162925" y="6400800"/>
            <a:ext cx="676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400">
                <a:latin typeface="Times New Roman" panose="02020603050405020304" pitchFamily="18" charset="0"/>
                <a:ea typeface="宋体" panose="02010600030101010101" pitchFamily="2" charset="-122"/>
              </a:rPr>
              <a:t>3-</a:t>
            </a:r>
            <a:fld id="{DCF556B2-0809-4046-BD12-607FE4F15BF7}" type="slidenum">
              <a:rPr lang="en-US" altLang="zh-CN" sz="1400">
                <a:latin typeface="Times New Roman" panose="02020603050405020304" pitchFamily="18" charset="0"/>
                <a:ea typeface="宋体" panose="02010600030101010101" pitchFamily="2" charset="-122"/>
              </a:rPr>
              <a:pPr algn="r">
                <a:spcBef>
                  <a:spcPct val="0"/>
                </a:spcBef>
                <a:buClrTx/>
                <a:buSzTx/>
                <a:buFontTx/>
                <a:buNone/>
              </a:pPr>
              <a:t>18</a:t>
            </a:fld>
            <a:endParaRPr lang="en-US" altLang="zh-CN" sz="1400">
              <a:latin typeface="Times New Roman" panose="02020603050405020304" pitchFamily="18" charset="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a:extLst>
              <a:ext uri="{FF2B5EF4-FFF2-40B4-BE49-F238E27FC236}">
                <a16:creationId xmlns:a16="http://schemas.microsoft.com/office/drawing/2014/main" id="{C3E3E1E5-30A8-4B81-9371-80649288409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87FA965E-DEA0-46BC-9664-2A34D91AF7D8}" type="slidenum">
              <a:rPr lang="en-US" altLang="zh-CN" sz="1400" smtClean="0">
                <a:latin typeface="Times New Roman" panose="02020603050405020304" pitchFamily="18" charset="0"/>
              </a:rPr>
              <a:pPr>
                <a:spcBef>
                  <a:spcPct val="0"/>
                </a:spcBef>
                <a:buClrTx/>
                <a:buSzTx/>
                <a:buFontTx/>
                <a:buNone/>
              </a:pPr>
              <a:t>19</a:t>
            </a:fld>
            <a:endParaRPr lang="en-US" altLang="zh-CN" sz="1400">
              <a:latin typeface="Times New Roman" panose="02020603050405020304" pitchFamily="18" charset="0"/>
            </a:endParaRPr>
          </a:p>
        </p:txBody>
      </p:sp>
      <p:sp>
        <p:nvSpPr>
          <p:cNvPr id="28675" name="Rectangle 2">
            <a:extLst>
              <a:ext uri="{FF2B5EF4-FFF2-40B4-BE49-F238E27FC236}">
                <a16:creationId xmlns:a16="http://schemas.microsoft.com/office/drawing/2014/main" id="{8D206004-E142-4657-9DF9-7A113E037162}"/>
              </a:ext>
            </a:extLst>
          </p:cNvPr>
          <p:cNvSpPr>
            <a:spLocks noGrp="1" noChangeArrowheads="1"/>
          </p:cNvSpPr>
          <p:nvPr>
            <p:ph type="title"/>
          </p:nvPr>
        </p:nvSpPr>
        <p:spPr/>
        <p:txBody>
          <a:bodyPr/>
          <a:lstStyle/>
          <a:p>
            <a:r>
              <a:rPr lang="en-US" altLang="zh-CN">
                <a:ea typeface="宋体" panose="02010600030101010101" pitchFamily="2" charset="-122"/>
              </a:rPr>
              <a:t>Error Detection</a:t>
            </a:r>
          </a:p>
        </p:txBody>
      </p:sp>
      <p:pic>
        <p:nvPicPr>
          <p:cNvPr id="28676" name="Picture 3" descr="C:\Medy\cs118\Notes\TopDown Fall 99\Pictures\521 Error Detection.gif">
            <a:extLst>
              <a:ext uri="{FF2B5EF4-FFF2-40B4-BE49-F238E27FC236}">
                <a16:creationId xmlns:a16="http://schemas.microsoft.com/office/drawing/2014/main" id="{A465B89B-CCAA-41E5-9348-71951E7581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5900" y="3322638"/>
            <a:ext cx="5670550" cy="310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Text Box 4">
            <a:extLst>
              <a:ext uri="{FF2B5EF4-FFF2-40B4-BE49-F238E27FC236}">
                <a16:creationId xmlns:a16="http://schemas.microsoft.com/office/drawing/2014/main" id="{1B6CBB9E-38A0-432D-B21E-28283ABD00F1}"/>
              </a:ext>
            </a:extLst>
          </p:cNvPr>
          <p:cNvSpPr txBox="1">
            <a:spLocks noChangeArrowheads="1"/>
          </p:cNvSpPr>
          <p:nvPr/>
        </p:nvSpPr>
        <p:spPr bwMode="auto">
          <a:xfrm>
            <a:off x="533400" y="1312863"/>
            <a:ext cx="8331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EDC= Error Detection and Correction bits (redundancy)</a:t>
            </a:r>
          </a:p>
          <a:p>
            <a:pPr>
              <a:spcBef>
                <a:spcPct val="0"/>
              </a:spcBef>
              <a:buClrTx/>
              <a:buSzTx/>
              <a:buFontTx/>
              <a:buNone/>
            </a:pPr>
            <a:r>
              <a:rPr lang="en-US" altLang="zh-CN" sz="2000">
                <a:ea typeface="宋体" panose="02010600030101010101" pitchFamily="2" charset="-122"/>
              </a:rPr>
              <a:t>D    = Data protected by error checking, may include header fields </a:t>
            </a:r>
            <a:br>
              <a:rPr lang="en-US" altLang="zh-CN" sz="2000">
                <a:ea typeface="宋体" panose="02010600030101010101" pitchFamily="2" charset="-122"/>
              </a:rPr>
            </a:br>
            <a:endParaRPr lang="en-US" altLang="zh-CN" sz="2000">
              <a:ea typeface="宋体" panose="02010600030101010101" pitchFamily="2" charset="-122"/>
            </a:endParaRPr>
          </a:p>
          <a:p>
            <a:pPr>
              <a:spcBef>
                <a:spcPct val="0"/>
              </a:spcBef>
              <a:buClrTx/>
              <a:buSzTx/>
              <a:buFontTx/>
              <a:buChar char="•"/>
            </a:pPr>
            <a:r>
              <a:rPr lang="en-US" altLang="zh-CN" sz="2000">
                <a:ea typeface="宋体" panose="02010600030101010101" pitchFamily="2" charset="-122"/>
              </a:rPr>
              <a:t> Error detection not 100% reliable!</a:t>
            </a:r>
          </a:p>
          <a:p>
            <a:pPr lvl="1">
              <a:spcBef>
                <a:spcPct val="0"/>
              </a:spcBef>
              <a:buClrTx/>
              <a:buSzTx/>
              <a:buFontTx/>
              <a:buChar char="•"/>
            </a:pPr>
            <a:r>
              <a:rPr lang="en-US" altLang="zh-CN" sz="2000">
                <a:ea typeface="宋体" panose="02010600030101010101" pitchFamily="2" charset="-122"/>
              </a:rPr>
              <a:t> protocol may miss some errors, but rarely</a:t>
            </a:r>
          </a:p>
          <a:p>
            <a:pPr lvl="1">
              <a:spcBef>
                <a:spcPct val="0"/>
              </a:spcBef>
              <a:buClrTx/>
              <a:buSzTx/>
              <a:buFontTx/>
              <a:buChar char="•"/>
            </a:pPr>
            <a:r>
              <a:rPr lang="en-US" altLang="zh-CN" sz="2000">
                <a:ea typeface="宋体" panose="02010600030101010101" pitchFamily="2" charset="-122"/>
              </a:rPr>
              <a:t> larger EDC field yields better detection and correction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a:extLst>
              <a:ext uri="{FF2B5EF4-FFF2-40B4-BE49-F238E27FC236}">
                <a16:creationId xmlns:a16="http://schemas.microsoft.com/office/drawing/2014/main" id="{97D1AA80-E44C-4CC9-BE59-A6C90B89017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0B735466-6E3F-48A2-9F53-EE1896F7A6AE}" type="slidenum">
              <a:rPr lang="en-US" altLang="zh-CN" sz="1400" smtClean="0">
                <a:latin typeface="Times New Roman" panose="02020603050405020304" pitchFamily="18" charset="0"/>
              </a:rPr>
              <a:pPr>
                <a:spcBef>
                  <a:spcPct val="0"/>
                </a:spcBef>
                <a:buClrTx/>
                <a:buSzTx/>
                <a:buFontTx/>
                <a:buNone/>
              </a:pPr>
              <a:t>20</a:t>
            </a:fld>
            <a:endParaRPr lang="en-US" altLang="zh-CN" sz="1400">
              <a:latin typeface="Times New Roman" panose="02020603050405020304" pitchFamily="18" charset="0"/>
            </a:endParaRPr>
          </a:p>
        </p:txBody>
      </p:sp>
      <p:sp>
        <p:nvSpPr>
          <p:cNvPr id="30723" name="Rectangle 2">
            <a:extLst>
              <a:ext uri="{FF2B5EF4-FFF2-40B4-BE49-F238E27FC236}">
                <a16:creationId xmlns:a16="http://schemas.microsoft.com/office/drawing/2014/main" id="{D6C2656A-EEB6-4EF4-A6F0-08CA7C488055}"/>
              </a:ext>
            </a:extLst>
          </p:cNvPr>
          <p:cNvSpPr>
            <a:spLocks noGrp="1" noChangeArrowheads="1"/>
          </p:cNvSpPr>
          <p:nvPr>
            <p:ph type="title"/>
          </p:nvPr>
        </p:nvSpPr>
        <p:spPr>
          <a:xfrm>
            <a:off x="303213" y="363538"/>
            <a:ext cx="5334000" cy="838200"/>
          </a:xfrm>
        </p:spPr>
        <p:txBody>
          <a:bodyPr/>
          <a:lstStyle/>
          <a:p>
            <a:r>
              <a:rPr lang="en-US" altLang="zh-CN">
                <a:ea typeface="宋体" panose="02010600030101010101" pitchFamily="2" charset="-122"/>
              </a:rPr>
              <a:t>Parity Checking</a:t>
            </a:r>
          </a:p>
        </p:txBody>
      </p:sp>
      <p:pic>
        <p:nvPicPr>
          <p:cNvPr id="30724" name="Picture 3" descr="C:\Medy\cs118\Notes\TopDown Fall 99\Pictures\522 Single Bit Parity.gif">
            <a:extLst>
              <a:ext uri="{FF2B5EF4-FFF2-40B4-BE49-F238E27FC236}">
                <a16:creationId xmlns:a16="http://schemas.microsoft.com/office/drawing/2014/main" id="{6007B30B-36DF-4975-95DF-6C573ABB44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438" y="2482850"/>
            <a:ext cx="260985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Text Box 4">
            <a:extLst>
              <a:ext uri="{FF2B5EF4-FFF2-40B4-BE49-F238E27FC236}">
                <a16:creationId xmlns:a16="http://schemas.microsoft.com/office/drawing/2014/main" id="{2C49D758-62E7-4F62-BBAA-4089C4ABECB5}"/>
              </a:ext>
            </a:extLst>
          </p:cNvPr>
          <p:cNvSpPr txBox="1">
            <a:spLocks noChangeArrowheads="1"/>
          </p:cNvSpPr>
          <p:nvPr/>
        </p:nvSpPr>
        <p:spPr bwMode="auto">
          <a:xfrm>
            <a:off x="361950" y="1460500"/>
            <a:ext cx="2819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400" u="sng">
                <a:solidFill>
                  <a:srgbClr val="FF0000"/>
                </a:solidFill>
                <a:ea typeface="宋体" panose="02010600030101010101" pitchFamily="2" charset="-122"/>
              </a:rPr>
              <a:t>Single Bit Parity:</a:t>
            </a:r>
            <a:endParaRPr lang="en-US" altLang="zh-CN" sz="2400" b="1">
              <a:ea typeface="宋体" panose="02010600030101010101" pitchFamily="2" charset="-122"/>
            </a:endParaRPr>
          </a:p>
          <a:p>
            <a:pPr>
              <a:spcBef>
                <a:spcPct val="0"/>
              </a:spcBef>
              <a:buClrTx/>
              <a:buSzTx/>
              <a:buFontTx/>
              <a:buNone/>
            </a:pPr>
            <a:r>
              <a:rPr lang="en-US" altLang="zh-CN" sz="1600" b="1">
                <a:ea typeface="宋体" panose="02010600030101010101" pitchFamily="2" charset="-122"/>
              </a:rPr>
              <a:t>Detect single bit errors</a:t>
            </a:r>
            <a:endParaRPr lang="en-US" altLang="zh-CN" sz="3200" b="1">
              <a:ea typeface="宋体" panose="02010600030101010101" pitchFamily="2" charset="-122"/>
            </a:endParaRPr>
          </a:p>
        </p:txBody>
      </p:sp>
      <p:pic>
        <p:nvPicPr>
          <p:cNvPr id="30726" name="Picture 5" descr="C:\Medy\cs118\Notes\TopDown Fall 99\Pictures\523 Double Bit Parity.gif">
            <a:extLst>
              <a:ext uri="{FF2B5EF4-FFF2-40B4-BE49-F238E27FC236}">
                <a16:creationId xmlns:a16="http://schemas.microsoft.com/office/drawing/2014/main" id="{35A1CA6C-018E-4A4A-8886-2882DD8E2D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0663" y="2220913"/>
            <a:ext cx="3751262"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7" name="Text Box 6">
            <a:extLst>
              <a:ext uri="{FF2B5EF4-FFF2-40B4-BE49-F238E27FC236}">
                <a16:creationId xmlns:a16="http://schemas.microsoft.com/office/drawing/2014/main" id="{A813815B-4194-42AA-BD33-9AE22205DF51}"/>
              </a:ext>
            </a:extLst>
          </p:cNvPr>
          <p:cNvSpPr txBox="1">
            <a:spLocks noChangeArrowheads="1"/>
          </p:cNvSpPr>
          <p:nvPr/>
        </p:nvSpPr>
        <p:spPr bwMode="auto">
          <a:xfrm>
            <a:off x="3643313" y="1408113"/>
            <a:ext cx="40957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400" u="sng">
                <a:solidFill>
                  <a:srgbClr val="FF0000"/>
                </a:solidFill>
                <a:ea typeface="宋体" panose="02010600030101010101" pitchFamily="2" charset="-122"/>
              </a:rPr>
              <a:t>Two Dimensional Bit Parity</a:t>
            </a:r>
            <a:r>
              <a:rPr lang="en-US" altLang="zh-CN" sz="2400" b="1" u="sng">
                <a:solidFill>
                  <a:srgbClr val="FF0000"/>
                </a:solidFill>
                <a:ea typeface="宋体" panose="02010600030101010101" pitchFamily="2" charset="-122"/>
              </a:rPr>
              <a:t>:</a:t>
            </a:r>
            <a:endParaRPr lang="en-US" altLang="zh-CN" sz="2400" b="1">
              <a:ea typeface="宋体" panose="02010600030101010101" pitchFamily="2" charset="-122"/>
            </a:endParaRPr>
          </a:p>
          <a:p>
            <a:pPr>
              <a:spcBef>
                <a:spcPct val="0"/>
              </a:spcBef>
              <a:buClrTx/>
              <a:buSzTx/>
              <a:buFontTx/>
              <a:buNone/>
            </a:pPr>
            <a:r>
              <a:rPr lang="en-US" altLang="zh-CN" sz="1600" b="1">
                <a:ea typeface="宋体" panose="02010600030101010101" pitchFamily="2" charset="-122"/>
              </a:rPr>
              <a:t>Detect </a:t>
            </a:r>
            <a:r>
              <a:rPr lang="en-US" altLang="zh-CN" sz="1600" b="1" i="1">
                <a:ea typeface="宋体" panose="02010600030101010101" pitchFamily="2" charset="-122"/>
              </a:rPr>
              <a:t>and correct</a:t>
            </a:r>
            <a:r>
              <a:rPr lang="en-US" altLang="zh-CN" sz="1600" b="1">
                <a:ea typeface="宋体" panose="02010600030101010101" pitchFamily="2" charset="-122"/>
              </a:rPr>
              <a:t> single bit errors</a:t>
            </a:r>
            <a:endParaRPr lang="en-US" altLang="zh-CN" sz="3200" b="1">
              <a:ea typeface="宋体" panose="02010600030101010101" pitchFamily="2" charset="-122"/>
            </a:endParaRPr>
          </a:p>
        </p:txBody>
      </p:sp>
      <p:sp>
        <p:nvSpPr>
          <p:cNvPr id="30728" name="Oval 8">
            <a:extLst>
              <a:ext uri="{FF2B5EF4-FFF2-40B4-BE49-F238E27FC236}">
                <a16:creationId xmlns:a16="http://schemas.microsoft.com/office/drawing/2014/main" id="{0E24C677-8A66-4DFF-9818-7673A2CC901B}"/>
              </a:ext>
            </a:extLst>
          </p:cNvPr>
          <p:cNvSpPr>
            <a:spLocks noChangeArrowheads="1"/>
          </p:cNvSpPr>
          <p:nvPr/>
        </p:nvSpPr>
        <p:spPr bwMode="auto">
          <a:xfrm>
            <a:off x="4354513" y="5222875"/>
            <a:ext cx="146050" cy="16827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30729" name="Text Box 7">
            <a:extLst>
              <a:ext uri="{FF2B5EF4-FFF2-40B4-BE49-F238E27FC236}">
                <a16:creationId xmlns:a16="http://schemas.microsoft.com/office/drawing/2014/main" id="{B6A642A1-592B-4E34-A5D1-91B82C65323E}"/>
              </a:ext>
            </a:extLst>
          </p:cNvPr>
          <p:cNvSpPr txBox="1">
            <a:spLocks noChangeArrowheads="1"/>
          </p:cNvSpPr>
          <p:nvPr/>
        </p:nvSpPr>
        <p:spPr bwMode="auto">
          <a:xfrm>
            <a:off x="4279900" y="5129213"/>
            <a:ext cx="261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zh-CN" altLang="en-US" sz="2000">
                <a:latin typeface="Courier New" panose="02070309020205020404" pitchFamily="49" charset="0"/>
                <a:ea typeface="宋体" panose="02010600030101010101" pitchFamily="2" charset="-122"/>
              </a:rPr>
              <a:t>0</a:t>
            </a:r>
            <a:endParaRPr lang="zh-CN" altLang="en-US" sz="1800">
              <a:ea typeface="宋体" panose="02010600030101010101" pitchFamily="2" charset="-122"/>
            </a:endParaRPr>
          </a:p>
        </p:txBody>
      </p:sp>
      <p:sp>
        <p:nvSpPr>
          <p:cNvPr id="30730" name="Oval 9">
            <a:extLst>
              <a:ext uri="{FF2B5EF4-FFF2-40B4-BE49-F238E27FC236}">
                <a16:creationId xmlns:a16="http://schemas.microsoft.com/office/drawing/2014/main" id="{F4F5CDCB-7D0A-4959-9920-0AA14049C2BE}"/>
              </a:ext>
            </a:extLst>
          </p:cNvPr>
          <p:cNvSpPr>
            <a:spLocks noChangeArrowheads="1"/>
          </p:cNvSpPr>
          <p:nvPr/>
        </p:nvSpPr>
        <p:spPr bwMode="auto">
          <a:xfrm>
            <a:off x="6015038" y="5218113"/>
            <a:ext cx="146050" cy="168275"/>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30731" name="Text Box 10">
            <a:extLst>
              <a:ext uri="{FF2B5EF4-FFF2-40B4-BE49-F238E27FC236}">
                <a16:creationId xmlns:a16="http://schemas.microsoft.com/office/drawing/2014/main" id="{5CC87FCF-E398-495C-9C23-E6CCC73ABA6A}"/>
              </a:ext>
            </a:extLst>
          </p:cNvPr>
          <p:cNvSpPr txBox="1">
            <a:spLocks noChangeArrowheads="1"/>
          </p:cNvSpPr>
          <p:nvPr/>
        </p:nvSpPr>
        <p:spPr bwMode="auto">
          <a:xfrm>
            <a:off x="5940425" y="5124450"/>
            <a:ext cx="261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zh-CN" altLang="en-US" sz="2000">
                <a:latin typeface="Courier New" panose="02070309020205020404" pitchFamily="49" charset="0"/>
                <a:ea typeface="宋体" panose="02010600030101010101" pitchFamily="2" charset="-122"/>
              </a:rPr>
              <a:t>0</a:t>
            </a:r>
            <a:endParaRPr lang="zh-CN" altLang="en-US" sz="180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a:extLst>
              <a:ext uri="{FF2B5EF4-FFF2-40B4-BE49-F238E27FC236}">
                <a16:creationId xmlns:a16="http://schemas.microsoft.com/office/drawing/2014/main" id="{0D57E5CC-12D3-4E37-8C0D-93841192787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4EDDB833-2CCF-4069-9D70-B1375843EE3F}" type="slidenum">
              <a:rPr lang="en-US" altLang="zh-CN" sz="1400" smtClean="0">
                <a:latin typeface="Times New Roman" panose="02020603050405020304" pitchFamily="18" charset="0"/>
              </a:rPr>
              <a:pPr>
                <a:spcBef>
                  <a:spcPct val="0"/>
                </a:spcBef>
                <a:buClrTx/>
                <a:buSzTx/>
                <a:buFontTx/>
                <a:buNone/>
              </a:pPr>
              <a:t>21</a:t>
            </a:fld>
            <a:endParaRPr lang="en-US" altLang="zh-CN" sz="1400">
              <a:latin typeface="Times New Roman" panose="02020603050405020304" pitchFamily="18" charset="0"/>
            </a:endParaRPr>
          </a:p>
        </p:txBody>
      </p:sp>
      <p:sp>
        <p:nvSpPr>
          <p:cNvPr id="31747" name="Rectangle 2">
            <a:extLst>
              <a:ext uri="{FF2B5EF4-FFF2-40B4-BE49-F238E27FC236}">
                <a16:creationId xmlns:a16="http://schemas.microsoft.com/office/drawing/2014/main" id="{EFBA9E9B-D3DE-4731-8072-5754E25BD8E5}"/>
              </a:ext>
            </a:extLst>
          </p:cNvPr>
          <p:cNvSpPr>
            <a:spLocks noGrp="1" noChangeArrowheads="1"/>
          </p:cNvSpPr>
          <p:nvPr>
            <p:ph type="title"/>
          </p:nvPr>
        </p:nvSpPr>
        <p:spPr>
          <a:xfrm>
            <a:off x="533400" y="228600"/>
            <a:ext cx="8231188" cy="1143000"/>
          </a:xfrm>
        </p:spPr>
        <p:txBody>
          <a:bodyPr/>
          <a:lstStyle/>
          <a:p>
            <a:r>
              <a:rPr lang="en-US" altLang="zh-CN" sz="3200">
                <a:ea typeface="宋体" panose="02010600030101010101" pitchFamily="2" charset="-122"/>
              </a:rPr>
              <a:t>Checksumming: Cyclic Redundancy Check</a:t>
            </a:r>
            <a:endParaRPr lang="en-US" altLang="zh-CN">
              <a:ea typeface="宋体" panose="02010600030101010101" pitchFamily="2" charset="-122"/>
            </a:endParaRPr>
          </a:p>
        </p:txBody>
      </p:sp>
      <p:sp>
        <p:nvSpPr>
          <p:cNvPr id="31748" name="Rectangle 3">
            <a:extLst>
              <a:ext uri="{FF2B5EF4-FFF2-40B4-BE49-F238E27FC236}">
                <a16:creationId xmlns:a16="http://schemas.microsoft.com/office/drawing/2014/main" id="{5FF1BA7E-BCDE-48D2-94C8-26658419A5F3}"/>
              </a:ext>
            </a:extLst>
          </p:cNvPr>
          <p:cNvSpPr>
            <a:spLocks noGrp="1" noChangeArrowheads="1"/>
          </p:cNvSpPr>
          <p:nvPr>
            <p:ph type="body" idx="1"/>
          </p:nvPr>
        </p:nvSpPr>
        <p:spPr>
          <a:xfrm>
            <a:off x="484188" y="1362075"/>
            <a:ext cx="7772400" cy="3360738"/>
          </a:xfrm>
        </p:spPr>
        <p:txBody>
          <a:bodyPr/>
          <a:lstStyle/>
          <a:p>
            <a:r>
              <a:rPr lang="en-US" altLang="zh-CN" sz="2000">
                <a:ea typeface="宋体" panose="02010600030101010101" pitchFamily="2" charset="-122"/>
              </a:rPr>
              <a:t>view data bits, </a:t>
            </a:r>
            <a:r>
              <a:rPr lang="en-US" altLang="zh-CN" sz="2000">
                <a:solidFill>
                  <a:srgbClr val="FF0000"/>
                </a:solidFill>
                <a:ea typeface="宋体" panose="02010600030101010101" pitchFamily="2" charset="-122"/>
              </a:rPr>
              <a:t>D</a:t>
            </a:r>
            <a:r>
              <a:rPr lang="en-US" altLang="zh-CN" sz="2000">
                <a:ea typeface="宋体" panose="02010600030101010101" pitchFamily="2" charset="-122"/>
              </a:rPr>
              <a:t>, as a binary number</a:t>
            </a:r>
          </a:p>
          <a:p>
            <a:r>
              <a:rPr lang="en-US" altLang="zh-CN" sz="2000">
                <a:ea typeface="宋体" panose="02010600030101010101" pitchFamily="2" charset="-122"/>
              </a:rPr>
              <a:t>choose r+1 bit pattern (generator), </a:t>
            </a:r>
            <a:r>
              <a:rPr lang="en-US" altLang="zh-CN" sz="2000">
                <a:solidFill>
                  <a:srgbClr val="FF0000"/>
                </a:solidFill>
                <a:ea typeface="宋体" panose="02010600030101010101" pitchFamily="2" charset="-122"/>
              </a:rPr>
              <a:t>G</a:t>
            </a:r>
            <a:r>
              <a:rPr lang="en-US" altLang="zh-CN" sz="2000">
                <a:ea typeface="宋体" panose="02010600030101010101" pitchFamily="2" charset="-122"/>
              </a:rPr>
              <a:t> </a:t>
            </a:r>
          </a:p>
          <a:p>
            <a:r>
              <a:rPr lang="en-US" altLang="zh-CN" sz="2000">
                <a:ea typeface="宋体" panose="02010600030101010101" pitchFamily="2" charset="-122"/>
              </a:rPr>
              <a:t>goal: choose r CRC bits, </a:t>
            </a:r>
            <a:r>
              <a:rPr lang="en-US" altLang="zh-CN" sz="2000">
                <a:solidFill>
                  <a:srgbClr val="FF0000"/>
                </a:solidFill>
                <a:ea typeface="宋体" panose="02010600030101010101" pitchFamily="2" charset="-122"/>
              </a:rPr>
              <a:t>R</a:t>
            </a:r>
            <a:r>
              <a:rPr lang="en-US" altLang="zh-CN" sz="2000">
                <a:ea typeface="宋体" panose="02010600030101010101" pitchFamily="2" charset="-122"/>
              </a:rPr>
              <a:t>, such that</a:t>
            </a:r>
          </a:p>
          <a:p>
            <a:pPr lvl="1"/>
            <a:r>
              <a:rPr lang="en-US" altLang="zh-CN" sz="1800">
                <a:ea typeface="宋体" panose="02010600030101010101" pitchFamily="2" charset="-122"/>
              </a:rPr>
              <a:t> &lt;D,R&gt; exactly divisible by G (modulo 2) </a:t>
            </a:r>
          </a:p>
          <a:p>
            <a:pPr lvl="1"/>
            <a:r>
              <a:rPr lang="en-US" altLang="zh-CN" sz="1800">
                <a:ea typeface="宋体" panose="02010600030101010101" pitchFamily="2" charset="-122"/>
              </a:rPr>
              <a:t>receiver knows G, divides &lt;D,R&gt; by G.  If non-zero remainder: error detected!</a:t>
            </a:r>
          </a:p>
          <a:p>
            <a:pPr lvl="1"/>
            <a:r>
              <a:rPr lang="en-US" altLang="zh-CN" sz="1800">
                <a:ea typeface="宋体" panose="02010600030101010101" pitchFamily="2" charset="-122"/>
              </a:rPr>
              <a:t>can detect all burst errors less than r+1 bits</a:t>
            </a:r>
          </a:p>
          <a:p>
            <a:r>
              <a:rPr lang="en-US" altLang="zh-CN" sz="2000">
                <a:ea typeface="宋体" panose="02010600030101010101" pitchFamily="2" charset="-122"/>
              </a:rPr>
              <a:t>widely used in practice (ATM, HDCL)</a:t>
            </a:r>
          </a:p>
        </p:txBody>
      </p:sp>
      <p:pic>
        <p:nvPicPr>
          <p:cNvPr id="31749" name="Picture 4" descr="C:\Medy\cs118\Notes\TopDown Fall 99\Pictures\524 CRC code.gif">
            <a:extLst>
              <a:ext uri="{FF2B5EF4-FFF2-40B4-BE49-F238E27FC236}">
                <a16:creationId xmlns:a16="http://schemas.microsoft.com/office/drawing/2014/main" id="{C7C37DC0-9757-4C2A-B7E0-E8A2C902AE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4950" y="4543425"/>
            <a:ext cx="5738813" cy="158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a:extLst>
              <a:ext uri="{FF2B5EF4-FFF2-40B4-BE49-F238E27FC236}">
                <a16:creationId xmlns:a16="http://schemas.microsoft.com/office/drawing/2014/main" id="{CBF53095-F6A0-41F8-A598-A737183E442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23809252-609F-4924-941D-54E781DC6F3E}" type="slidenum">
              <a:rPr lang="en-US" altLang="zh-CN" sz="1400" smtClean="0">
                <a:latin typeface="Times New Roman" panose="02020603050405020304" pitchFamily="18" charset="0"/>
              </a:rPr>
              <a:pPr>
                <a:spcBef>
                  <a:spcPct val="0"/>
                </a:spcBef>
                <a:buClrTx/>
                <a:buSzTx/>
                <a:buFontTx/>
                <a:buNone/>
              </a:pPr>
              <a:t>22</a:t>
            </a:fld>
            <a:endParaRPr lang="en-US" altLang="zh-CN" sz="1400">
              <a:latin typeface="Times New Roman" panose="02020603050405020304" pitchFamily="18" charset="0"/>
            </a:endParaRPr>
          </a:p>
        </p:txBody>
      </p:sp>
      <p:pic>
        <p:nvPicPr>
          <p:cNvPr id="32771" name="Picture 3" descr="C:\Medy\cs118\Notes\TopDown Fall 99\Pictures\525 CRC Example.gif">
            <a:extLst>
              <a:ext uri="{FF2B5EF4-FFF2-40B4-BE49-F238E27FC236}">
                <a16:creationId xmlns:a16="http://schemas.microsoft.com/office/drawing/2014/main" id="{1BD1ADE9-BB00-4F35-8BDC-16684F0DE1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2150" y="1770063"/>
            <a:ext cx="3586163"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2" name="Rectangle 4">
            <a:extLst>
              <a:ext uri="{FF2B5EF4-FFF2-40B4-BE49-F238E27FC236}">
                <a16:creationId xmlns:a16="http://schemas.microsoft.com/office/drawing/2014/main" id="{1627AF53-E4F1-4618-ACFD-1EE3E4030F59}"/>
              </a:ext>
            </a:extLst>
          </p:cNvPr>
          <p:cNvSpPr>
            <a:spLocks noGrp="1" noChangeArrowheads="1"/>
          </p:cNvSpPr>
          <p:nvPr>
            <p:ph type="title"/>
          </p:nvPr>
        </p:nvSpPr>
        <p:spPr/>
        <p:txBody>
          <a:bodyPr/>
          <a:lstStyle/>
          <a:p>
            <a:r>
              <a:rPr lang="en-US" altLang="zh-CN" sz="3600">
                <a:ea typeface="宋体" panose="02010600030101010101" pitchFamily="2" charset="-122"/>
              </a:rPr>
              <a:t>CRC Example</a:t>
            </a:r>
            <a:endParaRPr lang="en-US" altLang="zh-CN">
              <a:ea typeface="宋体" panose="02010600030101010101" pitchFamily="2" charset="-122"/>
            </a:endParaRPr>
          </a:p>
        </p:txBody>
      </p:sp>
      <p:sp>
        <p:nvSpPr>
          <p:cNvPr id="32773" name="Rectangle 5">
            <a:extLst>
              <a:ext uri="{FF2B5EF4-FFF2-40B4-BE49-F238E27FC236}">
                <a16:creationId xmlns:a16="http://schemas.microsoft.com/office/drawing/2014/main" id="{FB4BDD36-B443-4350-A78E-6433DA76B340}"/>
              </a:ext>
            </a:extLst>
          </p:cNvPr>
          <p:cNvSpPr>
            <a:spLocks noGrp="1" noChangeArrowheads="1"/>
          </p:cNvSpPr>
          <p:nvPr>
            <p:ph type="body" idx="1"/>
          </p:nvPr>
        </p:nvSpPr>
        <p:spPr>
          <a:xfrm>
            <a:off x="492125" y="1281113"/>
            <a:ext cx="3478213" cy="3244850"/>
          </a:xfrm>
        </p:spPr>
        <p:txBody>
          <a:bodyPr/>
          <a:lstStyle/>
          <a:p>
            <a:pPr>
              <a:buFont typeface="ZapfDingbats" pitchFamily="82" charset="2"/>
              <a:buNone/>
            </a:pPr>
            <a:r>
              <a:rPr lang="en-US" altLang="zh-CN" sz="2400">
                <a:solidFill>
                  <a:schemeClr val="accent2"/>
                </a:solidFill>
                <a:ea typeface="宋体" panose="02010600030101010101" pitchFamily="2" charset="-122"/>
              </a:rPr>
              <a:t>Want:</a:t>
            </a:r>
            <a:endParaRPr lang="en-US" altLang="zh-CN">
              <a:ea typeface="宋体" panose="02010600030101010101" pitchFamily="2" charset="-122"/>
            </a:endParaRPr>
          </a:p>
          <a:p>
            <a:pPr lvl="1">
              <a:buFont typeface="ZapfDingbats" pitchFamily="82" charset="2"/>
              <a:buNone/>
            </a:pPr>
            <a:r>
              <a:rPr lang="en-US" altLang="zh-CN">
                <a:ea typeface="宋体" panose="02010600030101010101" pitchFamily="2" charset="-122"/>
              </a:rPr>
              <a:t>D</a:t>
            </a:r>
            <a:r>
              <a:rPr lang="en-US" altLang="zh-CN" baseline="26000">
                <a:ea typeface="宋体" panose="02010600030101010101" pitchFamily="2" charset="-122"/>
              </a:rPr>
              <a:t>.</a:t>
            </a:r>
            <a:r>
              <a:rPr lang="en-US" altLang="zh-CN">
                <a:ea typeface="宋体" panose="02010600030101010101" pitchFamily="2" charset="-122"/>
              </a:rPr>
              <a:t>2r XOR R = nG</a:t>
            </a:r>
          </a:p>
          <a:p>
            <a:pPr>
              <a:buFont typeface="ZapfDingbats" pitchFamily="82" charset="2"/>
              <a:buNone/>
            </a:pPr>
            <a:r>
              <a:rPr lang="en-US" altLang="zh-CN" sz="2400" i="1">
                <a:solidFill>
                  <a:schemeClr val="accent2"/>
                </a:solidFill>
                <a:ea typeface="宋体" panose="02010600030101010101" pitchFamily="2" charset="-122"/>
              </a:rPr>
              <a:t>equivalently:</a:t>
            </a:r>
            <a:endParaRPr lang="en-US" altLang="zh-CN">
              <a:ea typeface="宋体" panose="02010600030101010101" pitchFamily="2" charset="-122"/>
            </a:endParaRPr>
          </a:p>
          <a:p>
            <a:pPr lvl="1">
              <a:buFont typeface="ZapfDingbats" pitchFamily="82" charset="2"/>
              <a:buNone/>
            </a:pPr>
            <a:r>
              <a:rPr lang="en-US" altLang="zh-CN">
                <a:ea typeface="宋体" panose="02010600030101010101" pitchFamily="2" charset="-122"/>
              </a:rPr>
              <a:t>D</a:t>
            </a:r>
            <a:r>
              <a:rPr lang="en-US" altLang="zh-CN" baseline="26000">
                <a:ea typeface="宋体" panose="02010600030101010101" pitchFamily="2" charset="-122"/>
              </a:rPr>
              <a:t>.</a:t>
            </a:r>
            <a:r>
              <a:rPr lang="en-US" altLang="zh-CN">
                <a:ea typeface="宋体" panose="02010600030101010101" pitchFamily="2" charset="-122"/>
              </a:rPr>
              <a:t>2r = nG XOR R </a:t>
            </a:r>
          </a:p>
          <a:p>
            <a:pPr>
              <a:buFont typeface="ZapfDingbats" pitchFamily="82" charset="2"/>
              <a:buNone/>
            </a:pPr>
            <a:r>
              <a:rPr lang="en-US" altLang="zh-CN" sz="2400" i="1">
                <a:solidFill>
                  <a:schemeClr val="accent2"/>
                </a:solidFill>
                <a:ea typeface="宋体" panose="02010600030101010101" pitchFamily="2" charset="-122"/>
              </a:rPr>
              <a:t>equivalently:</a:t>
            </a:r>
            <a:r>
              <a:rPr lang="en-US" altLang="zh-CN" sz="2400">
                <a:ea typeface="宋体" panose="02010600030101010101" pitchFamily="2" charset="-122"/>
              </a:rPr>
              <a:t>  </a:t>
            </a:r>
          </a:p>
          <a:p>
            <a:pPr>
              <a:buFont typeface="ZapfDingbats" pitchFamily="82" charset="2"/>
              <a:buNone/>
            </a:pPr>
            <a:r>
              <a:rPr lang="en-US" altLang="zh-CN" sz="2400">
                <a:ea typeface="宋体" panose="02010600030101010101" pitchFamily="2" charset="-122"/>
              </a:rPr>
              <a:t>    if we divide D</a:t>
            </a:r>
            <a:r>
              <a:rPr lang="en-US" altLang="zh-CN" sz="2400" baseline="26000">
                <a:ea typeface="宋体" panose="02010600030101010101" pitchFamily="2" charset="-122"/>
              </a:rPr>
              <a:t>.</a:t>
            </a:r>
            <a:r>
              <a:rPr lang="en-US" altLang="zh-CN" sz="2400">
                <a:ea typeface="宋体" panose="02010600030101010101" pitchFamily="2" charset="-122"/>
              </a:rPr>
              <a:t>2r by G, want reminder R</a:t>
            </a:r>
            <a:endParaRPr lang="en-US" altLang="zh-CN">
              <a:ea typeface="宋体" panose="02010600030101010101" pitchFamily="2" charset="-122"/>
            </a:endParaRPr>
          </a:p>
        </p:txBody>
      </p:sp>
      <p:sp>
        <p:nvSpPr>
          <p:cNvPr id="32774" name="Text Box 6">
            <a:extLst>
              <a:ext uri="{FF2B5EF4-FFF2-40B4-BE49-F238E27FC236}">
                <a16:creationId xmlns:a16="http://schemas.microsoft.com/office/drawing/2014/main" id="{13AF244D-04D9-4950-B884-43D3E3847C2B}"/>
              </a:ext>
            </a:extLst>
          </p:cNvPr>
          <p:cNvSpPr txBox="1">
            <a:spLocks noChangeArrowheads="1"/>
          </p:cNvSpPr>
          <p:nvPr/>
        </p:nvSpPr>
        <p:spPr bwMode="auto">
          <a:xfrm>
            <a:off x="1082675" y="5213350"/>
            <a:ext cx="3767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400">
                <a:ea typeface="宋体" panose="02010600030101010101" pitchFamily="2" charset="-122"/>
              </a:rPr>
              <a:t>R</a:t>
            </a:r>
            <a:r>
              <a:rPr lang="en-US" altLang="zh-CN" sz="1800">
                <a:ea typeface="宋体" panose="02010600030101010101" pitchFamily="2" charset="-122"/>
              </a:rPr>
              <a:t> = remainder[           ]</a:t>
            </a:r>
          </a:p>
        </p:txBody>
      </p:sp>
      <p:sp>
        <p:nvSpPr>
          <p:cNvPr id="32775" name="Text Box 7">
            <a:extLst>
              <a:ext uri="{FF2B5EF4-FFF2-40B4-BE49-F238E27FC236}">
                <a16:creationId xmlns:a16="http://schemas.microsoft.com/office/drawing/2014/main" id="{FFFBEE18-8100-4375-B9BA-271F718545A5}"/>
              </a:ext>
            </a:extLst>
          </p:cNvPr>
          <p:cNvSpPr txBox="1">
            <a:spLocks noChangeArrowheads="1"/>
          </p:cNvSpPr>
          <p:nvPr/>
        </p:nvSpPr>
        <p:spPr bwMode="auto">
          <a:xfrm>
            <a:off x="2497138" y="5053013"/>
            <a:ext cx="13366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400">
                <a:ea typeface="宋体" panose="02010600030101010101" pitchFamily="2" charset="-122"/>
              </a:rPr>
              <a:t>D</a:t>
            </a:r>
            <a:r>
              <a:rPr lang="en-US" altLang="zh-CN" sz="2400" baseline="26000">
                <a:ea typeface="宋体" panose="02010600030101010101" pitchFamily="2" charset="-122"/>
              </a:rPr>
              <a:t>.</a:t>
            </a:r>
            <a:r>
              <a:rPr lang="en-US" altLang="zh-CN" sz="2400">
                <a:ea typeface="宋体" panose="02010600030101010101" pitchFamily="2" charset="-122"/>
              </a:rPr>
              <a:t>2r</a:t>
            </a:r>
          </a:p>
          <a:p>
            <a:pPr algn="ctr">
              <a:spcBef>
                <a:spcPct val="0"/>
              </a:spcBef>
              <a:buClrTx/>
              <a:buSzTx/>
              <a:buFontTx/>
              <a:buNone/>
            </a:pPr>
            <a:r>
              <a:rPr lang="en-US" altLang="zh-CN" sz="2400">
                <a:ea typeface="宋体" panose="02010600030101010101" pitchFamily="2" charset="-122"/>
              </a:rPr>
              <a:t>G</a:t>
            </a:r>
            <a:endParaRPr lang="en-US" altLang="zh-CN" sz="2400">
              <a:latin typeface="Times New Roman" panose="02020603050405020304" pitchFamily="18" charset="0"/>
              <a:ea typeface="宋体" panose="02010600030101010101" pitchFamily="2" charset="-122"/>
            </a:endParaRPr>
          </a:p>
        </p:txBody>
      </p:sp>
      <p:sp>
        <p:nvSpPr>
          <p:cNvPr id="32776" name="Line 8">
            <a:extLst>
              <a:ext uri="{FF2B5EF4-FFF2-40B4-BE49-F238E27FC236}">
                <a16:creationId xmlns:a16="http://schemas.microsoft.com/office/drawing/2014/main" id="{A1EC095B-F452-4C24-98F0-CC795B97B493}"/>
              </a:ext>
            </a:extLst>
          </p:cNvPr>
          <p:cNvSpPr>
            <a:spLocks noChangeShapeType="1"/>
          </p:cNvSpPr>
          <p:nvPr/>
        </p:nvSpPr>
        <p:spPr bwMode="auto">
          <a:xfrm>
            <a:off x="2840038" y="5468938"/>
            <a:ext cx="6318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77" name="Rectangle 10">
            <a:extLst>
              <a:ext uri="{FF2B5EF4-FFF2-40B4-BE49-F238E27FC236}">
                <a16:creationId xmlns:a16="http://schemas.microsoft.com/office/drawing/2014/main" id="{30D22D93-5423-47F0-A5DB-74C7A5EC1B89}"/>
              </a:ext>
            </a:extLst>
          </p:cNvPr>
          <p:cNvSpPr>
            <a:spLocks noChangeArrowheads="1"/>
          </p:cNvSpPr>
          <p:nvPr/>
        </p:nvSpPr>
        <p:spPr bwMode="auto">
          <a:xfrm>
            <a:off x="911225" y="4878388"/>
            <a:ext cx="3201988" cy="11906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a:extLst>
              <a:ext uri="{FF2B5EF4-FFF2-40B4-BE49-F238E27FC236}">
                <a16:creationId xmlns:a16="http://schemas.microsoft.com/office/drawing/2014/main" id="{5E06DDC7-E8BB-4D3F-B248-879940DF8FE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EAA8E25C-40FF-4686-8E95-2AB2EDCC6B33}" type="slidenum">
              <a:rPr lang="en-US" altLang="zh-CN" sz="1400" smtClean="0">
                <a:latin typeface="Times New Roman" panose="02020603050405020304" pitchFamily="18" charset="0"/>
              </a:rPr>
              <a:pPr>
                <a:spcBef>
                  <a:spcPct val="0"/>
                </a:spcBef>
                <a:buClrTx/>
                <a:buSzTx/>
                <a:buFontTx/>
                <a:buNone/>
              </a:pPr>
              <a:t>23</a:t>
            </a:fld>
            <a:endParaRPr lang="en-US" altLang="zh-CN" sz="1400">
              <a:latin typeface="Times New Roman" panose="02020603050405020304" pitchFamily="18" charset="0"/>
            </a:endParaRPr>
          </a:p>
        </p:txBody>
      </p:sp>
      <p:sp>
        <p:nvSpPr>
          <p:cNvPr id="33795" name="Rectangle 4">
            <a:extLst>
              <a:ext uri="{FF2B5EF4-FFF2-40B4-BE49-F238E27FC236}">
                <a16:creationId xmlns:a16="http://schemas.microsoft.com/office/drawing/2014/main" id="{F644CC0D-36DA-4163-BC8A-235FA004D10F}"/>
              </a:ext>
            </a:extLst>
          </p:cNvPr>
          <p:cNvSpPr>
            <a:spLocks noGrp="1" noChangeArrowheads="1"/>
          </p:cNvSpPr>
          <p:nvPr>
            <p:ph type="title"/>
          </p:nvPr>
        </p:nvSpPr>
        <p:spPr/>
        <p:txBody>
          <a:bodyPr/>
          <a:lstStyle/>
          <a:p>
            <a:r>
              <a:rPr lang="en-US" altLang="zh-CN" sz="3600">
                <a:ea typeface="宋体" panose="02010600030101010101" pitchFamily="2" charset="-122"/>
              </a:rPr>
              <a:t>CRC well-known generator</a:t>
            </a:r>
            <a:endParaRPr lang="en-US" altLang="zh-CN">
              <a:ea typeface="宋体" panose="02010600030101010101" pitchFamily="2" charset="-122"/>
            </a:endParaRPr>
          </a:p>
        </p:txBody>
      </p:sp>
      <p:sp>
        <p:nvSpPr>
          <p:cNvPr id="33796" name="Rectangle 3">
            <a:extLst>
              <a:ext uri="{FF2B5EF4-FFF2-40B4-BE49-F238E27FC236}">
                <a16:creationId xmlns:a16="http://schemas.microsoft.com/office/drawing/2014/main" id="{7C49A4B3-EAD6-4923-9821-AC936D0FC7DF}"/>
              </a:ext>
            </a:extLst>
          </p:cNvPr>
          <p:cNvSpPr txBox="1">
            <a:spLocks noChangeArrowheads="1"/>
          </p:cNvSpPr>
          <p:nvPr/>
        </p:nvSpPr>
        <p:spPr bwMode="auto">
          <a:xfrm>
            <a:off x="585788" y="1393825"/>
            <a:ext cx="7880350"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ZapfDingbats" pitchFamily="82" charset="2"/>
              <a:buChar char="r"/>
              <a:tabLst>
                <a:tab pos="2151063" algn="l"/>
              </a:tabLst>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tabLst>
                <a:tab pos="2151063" algn="l"/>
              </a:tabLst>
              <a:defRPr sz="2400">
                <a:solidFill>
                  <a:schemeClr val="tx1"/>
                </a:solidFill>
                <a:latin typeface="Comic Sans MS" panose="030F0702030302020204" pitchFamily="66" charset="0"/>
              </a:defRPr>
            </a:lvl2pPr>
            <a:lvl3pPr marL="1143000" indent="-228600">
              <a:spcBef>
                <a:spcPct val="20000"/>
              </a:spcBef>
              <a:buChar char="•"/>
              <a:tabLst>
                <a:tab pos="2151063" algn="l"/>
              </a:tabLst>
              <a:defRPr sz="2000">
                <a:solidFill>
                  <a:schemeClr val="tx1"/>
                </a:solidFill>
                <a:latin typeface="Comic Sans MS" panose="030F0702030302020204" pitchFamily="66" charset="0"/>
              </a:defRPr>
            </a:lvl3pPr>
            <a:lvl4pPr marL="1600200" indent="-228600">
              <a:spcBef>
                <a:spcPct val="20000"/>
              </a:spcBef>
              <a:buChar char="–"/>
              <a:tabLst>
                <a:tab pos="2151063" algn="l"/>
              </a:tabLst>
              <a:defRPr sz="2000">
                <a:solidFill>
                  <a:schemeClr val="tx1"/>
                </a:solidFill>
                <a:latin typeface="Times New Roman" panose="02020603050405020304" pitchFamily="18" charset="0"/>
              </a:defRPr>
            </a:lvl4pPr>
            <a:lvl5pPr marL="2057400" indent="-228600">
              <a:spcBef>
                <a:spcPct val="20000"/>
              </a:spcBef>
              <a:buChar char="»"/>
              <a:tabLst>
                <a:tab pos="2151063"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tabLst>
                <a:tab pos="2151063"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tabLst>
                <a:tab pos="2151063"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tabLst>
                <a:tab pos="2151063"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tabLst>
                <a:tab pos="2151063" algn="l"/>
              </a:tabLst>
              <a:defRPr sz="2000">
                <a:solidFill>
                  <a:schemeClr val="tx1"/>
                </a:solidFill>
                <a:latin typeface="Times New Roman" panose="02020603050405020304" pitchFamily="18" charset="0"/>
              </a:defRPr>
            </a:lvl9pPr>
          </a:lstStyle>
          <a:p>
            <a:pPr>
              <a:lnSpc>
                <a:spcPct val="110000"/>
              </a:lnSpc>
            </a:pPr>
            <a:r>
              <a:rPr lang="en-US" altLang="zh-CN" sz="2400">
                <a:ea typeface="宋体" panose="02010600030101010101" pitchFamily="2" charset="-122"/>
              </a:rPr>
              <a:t>CRC-12</a:t>
            </a:r>
            <a:r>
              <a:rPr lang="zh-CN" altLang="en-US" sz="2400">
                <a:ea typeface="宋体" panose="02010600030101010101" pitchFamily="2" charset="-122"/>
              </a:rPr>
              <a:t>：</a:t>
            </a:r>
            <a:r>
              <a:rPr lang="en-US" altLang="zh-CN" sz="2400">
                <a:ea typeface="宋体" panose="02010600030101010101" pitchFamily="2" charset="-122"/>
              </a:rPr>
              <a:t>x</a:t>
            </a:r>
            <a:r>
              <a:rPr lang="en-US" altLang="zh-CN" sz="2400" baseline="30000">
                <a:ea typeface="宋体" panose="02010600030101010101" pitchFamily="2" charset="-122"/>
              </a:rPr>
              <a:t>12 </a:t>
            </a:r>
            <a:r>
              <a:rPr lang="en-US" altLang="zh-CN" sz="2400">
                <a:ea typeface="宋体" panose="02010600030101010101" pitchFamily="2" charset="-122"/>
              </a:rPr>
              <a:t>+x</a:t>
            </a:r>
            <a:r>
              <a:rPr lang="en-US" altLang="zh-CN" sz="2400" baseline="30000">
                <a:ea typeface="宋体" panose="02010600030101010101" pitchFamily="2" charset="-122"/>
              </a:rPr>
              <a:t>11 </a:t>
            </a:r>
            <a:r>
              <a:rPr lang="en-US" altLang="zh-CN" sz="2400">
                <a:ea typeface="宋体" panose="02010600030101010101" pitchFamily="2" charset="-122"/>
              </a:rPr>
              <a:t>+x</a:t>
            </a:r>
            <a:r>
              <a:rPr lang="en-US" altLang="zh-CN" sz="2400" baseline="30000">
                <a:ea typeface="宋体" panose="02010600030101010101" pitchFamily="2" charset="-122"/>
              </a:rPr>
              <a:t>3 </a:t>
            </a:r>
            <a:r>
              <a:rPr lang="en-US" altLang="zh-CN" sz="2400">
                <a:ea typeface="宋体" panose="02010600030101010101" pitchFamily="2" charset="-122"/>
              </a:rPr>
              <a:t>+x</a:t>
            </a:r>
            <a:r>
              <a:rPr lang="en-US" altLang="zh-CN" sz="2400" baseline="30000">
                <a:ea typeface="宋体" panose="02010600030101010101" pitchFamily="2" charset="-122"/>
              </a:rPr>
              <a:t>2 </a:t>
            </a:r>
            <a:r>
              <a:rPr lang="en-US" altLang="zh-CN" sz="2400">
                <a:ea typeface="宋体" panose="02010600030101010101" pitchFamily="2" charset="-122"/>
              </a:rPr>
              <a:t>+x</a:t>
            </a:r>
            <a:r>
              <a:rPr lang="en-US" altLang="zh-CN" sz="2400" baseline="30000">
                <a:ea typeface="宋体" panose="02010600030101010101" pitchFamily="2" charset="-122"/>
              </a:rPr>
              <a:t>1 </a:t>
            </a:r>
            <a:r>
              <a:rPr lang="en-US" altLang="zh-CN" sz="2400">
                <a:ea typeface="宋体" panose="02010600030101010101" pitchFamily="2" charset="-122"/>
              </a:rPr>
              <a:t>+ 1</a:t>
            </a:r>
            <a:endParaRPr lang="zh-CN" altLang="en-US" sz="2400">
              <a:ea typeface="宋体" panose="02010600030101010101" pitchFamily="2" charset="-122"/>
            </a:endParaRPr>
          </a:p>
          <a:p>
            <a:pPr>
              <a:lnSpc>
                <a:spcPct val="110000"/>
              </a:lnSpc>
            </a:pPr>
            <a:r>
              <a:rPr lang="en-US" altLang="zh-CN" sz="2400">
                <a:ea typeface="宋体" panose="02010600030101010101" pitchFamily="2" charset="-122"/>
              </a:rPr>
              <a:t>CRC-16 </a:t>
            </a:r>
            <a:r>
              <a:rPr lang="zh-CN" altLang="en-US" sz="2400">
                <a:ea typeface="宋体" panose="02010600030101010101" pitchFamily="2" charset="-122"/>
              </a:rPr>
              <a:t>：</a:t>
            </a:r>
            <a:r>
              <a:rPr lang="en-US" altLang="zh-CN" sz="2400">
                <a:ea typeface="宋体" panose="02010600030101010101" pitchFamily="2" charset="-122"/>
              </a:rPr>
              <a:t>x</a:t>
            </a:r>
            <a:r>
              <a:rPr lang="en-US" altLang="zh-CN" sz="2400" baseline="30000">
                <a:ea typeface="宋体" panose="02010600030101010101" pitchFamily="2" charset="-122"/>
              </a:rPr>
              <a:t>16 </a:t>
            </a:r>
            <a:r>
              <a:rPr lang="en-US" altLang="zh-CN" sz="2400">
                <a:ea typeface="宋体" panose="02010600030101010101" pitchFamily="2" charset="-122"/>
              </a:rPr>
              <a:t>+x</a:t>
            </a:r>
            <a:r>
              <a:rPr lang="en-US" altLang="zh-CN" sz="2400" baseline="30000">
                <a:ea typeface="宋体" panose="02010600030101010101" pitchFamily="2" charset="-122"/>
              </a:rPr>
              <a:t>15</a:t>
            </a:r>
            <a:r>
              <a:rPr lang="en-US" altLang="zh-CN" sz="2400">
                <a:ea typeface="宋体" panose="02010600030101010101" pitchFamily="2" charset="-122"/>
              </a:rPr>
              <a:t> +x</a:t>
            </a:r>
            <a:r>
              <a:rPr lang="en-US" altLang="zh-CN" sz="2400" baseline="30000">
                <a:ea typeface="宋体" panose="02010600030101010101" pitchFamily="2" charset="-122"/>
              </a:rPr>
              <a:t>2</a:t>
            </a:r>
            <a:r>
              <a:rPr lang="en-US" altLang="zh-CN" sz="2400">
                <a:ea typeface="宋体" panose="02010600030101010101" pitchFamily="2" charset="-122"/>
              </a:rPr>
              <a:t> + 1</a:t>
            </a:r>
            <a:endParaRPr lang="zh-CN" altLang="en-US" sz="2400">
              <a:ea typeface="宋体" panose="02010600030101010101" pitchFamily="2" charset="-122"/>
            </a:endParaRPr>
          </a:p>
          <a:p>
            <a:pPr>
              <a:lnSpc>
                <a:spcPct val="110000"/>
              </a:lnSpc>
            </a:pPr>
            <a:r>
              <a:rPr lang="en-US" altLang="zh-CN" sz="2400">
                <a:ea typeface="宋体" panose="02010600030101010101" pitchFamily="2" charset="-122"/>
              </a:rPr>
              <a:t>CRC-CCITT</a:t>
            </a:r>
            <a:r>
              <a:rPr lang="en-US" altLang="zh-CN">
                <a:ea typeface="宋体" panose="02010600030101010101" pitchFamily="2" charset="-122"/>
              </a:rPr>
              <a:t> </a:t>
            </a:r>
            <a:r>
              <a:rPr lang="zh-CN" altLang="en-US" sz="2400">
                <a:ea typeface="宋体" panose="02010600030101010101" pitchFamily="2" charset="-122"/>
              </a:rPr>
              <a:t>：</a:t>
            </a:r>
            <a:r>
              <a:rPr lang="en-US" altLang="zh-CN" sz="2400">
                <a:ea typeface="宋体" panose="02010600030101010101" pitchFamily="2" charset="-122"/>
              </a:rPr>
              <a:t>x</a:t>
            </a:r>
            <a:r>
              <a:rPr lang="en-US" altLang="zh-CN" sz="2400" baseline="30000">
                <a:ea typeface="宋体" panose="02010600030101010101" pitchFamily="2" charset="-122"/>
              </a:rPr>
              <a:t>16 </a:t>
            </a:r>
            <a:r>
              <a:rPr lang="en-US" altLang="zh-CN" sz="2400">
                <a:ea typeface="宋体" panose="02010600030101010101" pitchFamily="2" charset="-122"/>
              </a:rPr>
              <a:t>+x</a:t>
            </a:r>
            <a:r>
              <a:rPr lang="en-US" altLang="zh-CN" sz="2400" baseline="30000">
                <a:ea typeface="宋体" panose="02010600030101010101" pitchFamily="2" charset="-122"/>
              </a:rPr>
              <a:t>12</a:t>
            </a:r>
            <a:r>
              <a:rPr lang="en-US" altLang="zh-CN" sz="2400">
                <a:ea typeface="宋体" panose="02010600030101010101" pitchFamily="2" charset="-122"/>
              </a:rPr>
              <a:t> +x</a:t>
            </a:r>
            <a:r>
              <a:rPr lang="en-US" altLang="zh-CN" sz="2400" baseline="30000">
                <a:ea typeface="宋体" panose="02010600030101010101" pitchFamily="2" charset="-122"/>
              </a:rPr>
              <a:t>5</a:t>
            </a:r>
            <a:r>
              <a:rPr lang="en-US" altLang="zh-CN" sz="2400">
                <a:ea typeface="宋体" panose="02010600030101010101" pitchFamily="2" charset="-122"/>
              </a:rPr>
              <a:t> + 1</a:t>
            </a:r>
            <a:endParaRPr lang="zh-CN" altLang="en-US" sz="2400">
              <a:ea typeface="宋体" panose="02010600030101010101" pitchFamily="2" charset="-122"/>
            </a:endParaRPr>
          </a:p>
          <a:p>
            <a:pPr>
              <a:lnSpc>
                <a:spcPct val="110000"/>
              </a:lnSpc>
            </a:pPr>
            <a:r>
              <a:rPr lang="en-US" altLang="zh-CN" sz="2400">
                <a:ea typeface="宋体" panose="02010600030101010101" pitchFamily="2" charset="-122"/>
              </a:rPr>
              <a:t>CRC-32</a:t>
            </a:r>
            <a:r>
              <a:rPr lang="zh-CN" altLang="en-US" sz="2400">
                <a:ea typeface="宋体" panose="02010600030101010101" pitchFamily="2" charset="-122"/>
              </a:rPr>
              <a:t>：</a:t>
            </a:r>
            <a:r>
              <a:rPr lang="en-US" altLang="zh-CN" sz="2400">
                <a:ea typeface="宋体" panose="02010600030101010101" pitchFamily="2" charset="-122"/>
              </a:rPr>
              <a:t>x</a:t>
            </a:r>
            <a:r>
              <a:rPr lang="en-US" altLang="zh-CN" sz="2400" baseline="30000">
                <a:ea typeface="宋体" panose="02010600030101010101" pitchFamily="2" charset="-122"/>
              </a:rPr>
              <a:t>32 </a:t>
            </a:r>
            <a:r>
              <a:rPr lang="en-US" altLang="zh-CN" sz="2400">
                <a:ea typeface="宋体" panose="02010600030101010101" pitchFamily="2" charset="-122"/>
              </a:rPr>
              <a:t>+x</a:t>
            </a:r>
            <a:r>
              <a:rPr lang="en-US" altLang="zh-CN" sz="2400" baseline="30000">
                <a:ea typeface="宋体" panose="02010600030101010101" pitchFamily="2" charset="-122"/>
              </a:rPr>
              <a:t>26</a:t>
            </a:r>
            <a:r>
              <a:rPr lang="en-US" altLang="zh-CN" sz="2400">
                <a:ea typeface="宋体" panose="02010600030101010101" pitchFamily="2" charset="-122"/>
              </a:rPr>
              <a:t> +x</a:t>
            </a:r>
            <a:r>
              <a:rPr lang="en-US" altLang="zh-CN" sz="2400" baseline="30000">
                <a:ea typeface="宋体" panose="02010600030101010101" pitchFamily="2" charset="-122"/>
              </a:rPr>
              <a:t>23</a:t>
            </a:r>
            <a:r>
              <a:rPr lang="en-US" altLang="zh-CN" sz="2400">
                <a:ea typeface="宋体" panose="02010600030101010101" pitchFamily="2" charset="-122"/>
              </a:rPr>
              <a:t> +x</a:t>
            </a:r>
            <a:r>
              <a:rPr lang="en-US" altLang="zh-CN" sz="2400" baseline="30000">
                <a:ea typeface="宋体" panose="02010600030101010101" pitchFamily="2" charset="-122"/>
              </a:rPr>
              <a:t>22 </a:t>
            </a:r>
            <a:r>
              <a:rPr lang="en-US" altLang="zh-CN" sz="2400">
                <a:ea typeface="宋体" panose="02010600030101010101" pitchFamily="2" charset="-122"/>
              </a:rPr>
              <a:t>+x</a:t>
            </a:r>
            <a:r>
              <a:rPr lang="en-US" altLang="zh-CN" sz="2400" baseline="30000">
                <a:ea typeface="宋体" panose="02010600030101010101" pitchFamily="2" charset="-122"/>
              </a:rPr>
              <a:t>16 </a:t>
            </a:r>
            <a:r>
              <a:rPr lang="en-US" altLang="zh-CN" sz="2400">
                <a:ea typeface="宋体" panose="02010600030101010101" pitchFamily="2" charset="-122"/>
              </a:rPr>
              <a:t>+x</a:t>
            </a:r>
            <a:r>
              <a:rPr lang="en-US" altLang="zh-CN" sz="2400" baseline="30000">
                <a:ea typeface="宋体" panose="02010600030101010101" pitchFamily="2" charset="-122"/>
              </a:rPr>
              <a:t>12</a:t>
            </a:r>
            <a:r>
              <a:rPr lang="en-US" altLang="zh-CN" sz="2400">
                <a:ea typeface="宋体" panose="02010600030101010101" pitchFamily="2" charset="-122"/>
              </a:rPr>
              <a:t> +x</a:t>
            </a:r>
            <a:r>
              <a:rPr lang="en-US" altLang="zh-CN" sz="2400" baseline="30000">
                <a:ea typeface="宋体" panose="02010600030101010101" pitchFamily="2" charset="-122"/>
              </a:rPr>
              <a:t>11</a:t>
            </a:r>
            <a:r>
              <a:rPr lang="en-US" altLang="zh-CN" sz="2400">
                <a:ea typeface="宋体" panose="02010600030101010101" pitchFamily="2" charset="-122"/>
              </a:rPr>
              <a:t> +x</a:t>
            </a:r>
            <a:r>
              <a:rPr lang="en-US" altLang="zh-CN" sz="2400" baseline="30000">
                <a:ea typeface="宋体" panose="02010600030101010101" pitchFamily="2" charset="-122"/>
              </a:rPr>
              <a:t>10</a:t>
            </a:r>
            <a:r>
              <a:rPr lang="en-US" altLang="zh-CN" sz="2400">
                <a:ea typeface="宋体" panose="02010600030101010101" pitchFamily="2" charset="-122"/>
              </a:rPr>
              <a:t> +x</a:t>
            </a:r>
            <a:r>
              <a:rPr lang="en-US" altLang="zh-CN" sz="2400" baseline="30000">
                <a:ea typeface="宋体" panose="02010600030101010101" pitchFamily="2" charset="-122"/>
              </a:rPr>
              <a:t>8</a:t>
            </a:r>
            <a:r>
              <a:rPr lang="en-US" altLang="zh-CN" sz="2400">
                <a:ea typeface="宋体" panose="02010600030101010101" pitchFamily="2" charset="-122"/>
              </a:rPr>
              <a:t> 	+x</a:t>
            </a:r>
            <a:r>
              <a:rPr lang="en-US" altLang="zh-CN" sz="2400" baseline="30000">
                <a:ea typeface="宋体" panose="02010600030101010101" pitchFamily="2" charset="-122"/>
              </a:rPr>
              <a:t>7</a:t>
            </a:r>
            <a:r>
              <a:rPr lang="en-US" altLang="zh-CN" sz="2400">
                <a:ea typeface="宋体" panose="02010600030101010101" pitchFamily="2" charset="-122"/>
              </a:rPr>
              <a:t> +x</a:t>
            </a:r>
            <a:r>
              <a:rPr lang="en-US" altLang="zh-CN" sz="2400" baseline="30000">
                <a:ea typeface="宋体" panose="02010600030101010101" pitchFamily="2" charset="-122"/>
              </a:rPr>
              <a:t>5</a:t>
            </a:r>
            <a:r>
              <a:rPr lang="en-US" altLang="zh-CN" sz="2400">
                <a:ea typeface="宋体" panose="02010600030101010101" pitchFamily="2" charset="-122"/>
              </a:rPr>
              <a:t> +x</a:t>
            </a:r>
            <a:r>
              <a:rPr lang="en-US" altLang="zh-CN" sz="2400" baseline="30000">
                <a:ea typeface="宋体" panose="02010600030101010101" pitchFamily="2" charset="-122"/>
              </a:rPr>
              <a:t>4 </a:t>
            </a:r>
            <a:r>
              <a:rPr lang="en-US" altLang="zh-CN" sz="2400">
                <a:ea typeface="宋体" panose="02010600030101010101" pitchFamily="2" charset="-122"/>
              </a:rPr>
              <a:t>+x</a:t>
            </a:r>
            <a:r>
              <a:rPr lang="en-US" altLang="zh-CN" sz="2400" baseline="30000">
                <a:ea typeface="宋体" panose="02010600030101010101" pitchFamily="2" charset="-122"/>
              </a:rPr>
              <a:t>2</a:t>
            </a:r>
            <a:r>
              <a:rPr lang="en-US" altLang="zh-CN" sz="2400">
                <a:ea typeface="宋体" panose="02010600030101010101" pitchFamily="2" charset="-122"/>
              </a:rPr>
              <a:t> +x</a:t>
            </a:r>
            <a:r>
              <a:rPr lang="en-US" altLang="zh-CN" sz="2400" baseline="30000">
                <a:ea typeface="宋体" panose="02010600030101010101" pitchFamily="2" charset="-122"/>
              </a:rPr>
              <a:t>1</a:t>
            </a:r>
            <a:r>
              <a:rPr lang="en-US" altLang="zh-CN" sz="2400">
                <a:ea typeface="宋体" panose="02010600030101010101" pitchFamily="2" charset="-122"/>
              </a:rPr>
              <a:t> + 1</a:t>
            </a:r>
            <a:endParaRPr lang="en-US" altLang="en-US" sz="2400"/>
          </a:p>
        </p:txBody>
      </p:sp>
      <p:sp>
        <p:nvSpPr>
          <p:cNvPr id="33797" name="Text Box 4">
            <a:extLst>
              <a:ext uri="{FF2B5EF4-FFF2-40B4-BE49-F238E27FC236}">
                <a16:creationId xmlns:a16="http://schemas.microsoft.com/office/drawing/2014/main" id="{7F96C7F8-8442-4875-9E8E-5C19019F39C6}"/>
              </a:ext>
            </a:extLst>
          </p:cNvPr>
          <p:cNvSpPr txBox="1">
            <a:spLocks noChangeArrowheads="1"/>
          </p:cNvSpPr>
          <p:nvPr/>
        </p:nvSpPr>
        <p:spPr bwMode="auto">
          <a:xfrm>
            <a:off x="742950" y="4238625"/>
            <a:ext cx="762000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cap="sq">
                <a:solidFill>
                  <a:srgbClr val="000000"/>
                </a:solidFill>
                <a:miter lim="800000"/>
                <a:headEnd type="none" w="sm" len="sm"/>
                <a:tailEnd type="none" w="sm" len="sm"/>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10000"/>
              </a:lnSpc>
              <a:spcBef>
                <a:spcPct val="50000"/>
              </a:spcBef>
              <a:buClrTx/>
              <a:buSzTx/>
              <a:buFontTx/>
              <a:buNone/>
            </a:pPr>
            <a:r>
              <a:rPr lang="en-US" altLang="zh-CN" sz="1600">
                <a:ea typeface="幼圆" panose="02010509060101010101" pitchFamily="49" charset="-122"/>
              </a:rPr>
              <a:t>CCITT</a:t>
            </a:r>
            <a:r>
              <a:rPr lang="zh-CN" altLang="en-US" sz="1600">
                <a:ea typeface="幼圆" panose="02010509060101010101" pitchFamily="49" charset="-122"/>
              </a:rPr>
              <a:t>：</a:t>
            </a:r>
            <a:r>
              <a:rPr lang="en-US" altLang="zh-CN" sz="1600">
                <a:ea typeface="幼圆" panose="02010509060101010101" pitchFamily="49" charset="-122"/>
              </a:rPr>
              <a:t>Consultative Committee on International Telegraphy and Telephone</a:t>
            </a:r>
            <a:endParaRPr lang="en-US" altLang="zh-CN" sz="900">
              <a:ea typeface="幼圆" panose="02010509060101010101" pitchFamily="49" charset="-122"/>
            </a:endParaRPr>
          </a:p>
          <a:p>
            <a:pPr>
              <a:lnSpc>
                <a:spcPct val="110000"/>
              </a:lnSpc>
              <a:spcBef>
                <a:spcPct val="50000"/>
              </a:spcBef>
              <a:buClrTx/>
              <a:buSzTx/>
              <a:buFontTx/>
              <a:buNone/>
            </a:pPr>
            <a:r>
              <a:rPr lang="en-US" altLang="zh-CN" sz="1600">
                <a:ea typeface="幼圆" panose="02010509060101010101" pitchFamily="49" charset="-122"/>
              </a:rPr>
              <a:t>ITU-T</a:t>
            </a:r>
            <a:r>
              <a:rPr lang="zh-CN" altLang="en-US" sz="1600">
                <a:ea typeface="幼圆" panose="02010509060101010101" pitchFamily="49" charset="-122"/>
              </a:rPr>
              <a:t>：</a:t>
            </a:r>
            <a:r>
              <a:rPr lang="en-US" altLang="zh-CN" sz="1600">
                <a:ea typeface="幼圆" panose="02010509060101010101" pitchFamily="49" charset="-122"/>
              </a:rPr>
              <a:t>International Telecommunications Union – Telecommunications Standardization Sector</a:t>
            </a:r>
            <a:endParaRPr lang="zh-CN" altLang="en-US" sz="1600">
              <a:ea typeface="幼圆" panose="02010509060101010101" pitchFamily="49"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67EC4928-2EA0-4BE9-A42D-FC3EC4AFFF25}"/>
              </a:ext>
            </a:extLst>
          </p:cNvPr>
          <p:cNvSpPr>
            <a:spLocks noGrp="1" noChangeArrowheads="1"/>
          </p:cNvSpPr>
          <p:nvPr>
            <p:ph type="title"/>
          </p:nvPr>
        </p:nvSpPr>
        <p:spPr/>
        <p:txBody>
          <a:bodyPr/>
          <a:lstStyle/>
          <a:p>
            <a:r>
              <a:rPr lang="en-US" altLang="zh-CN">
                <a:ea typeface="宋体" panose="02010600030101010101" pitchFamily="2" charset="-122"/>
              </a:rPr>
              <a:t>Exercise-2</a:t>
            </a:r>
            <a:endParaRPr lang="zh-CN" altLang="en-US">
              <a:ea typeface="宋体" panose="02010600030101010101" pitchFamily="2" charset="-122"/>
            </a:endParaRPr>
          </a:p>
        </p:txBody>
      </p:sp>
      <p:sp>
        <p:nvSpPr>
          <p:cNvPr id="35843" name="内容占位符 2">
            <a:extLst>
              <a:ext uri="{FF2B5EF4-FFF2-40B4-BE49-F238E27FC236}">
                <a16:creationId xmlns:a16="http://schemas.microsoft.com/office/drawing/2014/main" id="{3EF103F3-F398-411A-8971-5DBB76C6ECFE}"/>
              </a:ext>
            </a:extLst>
          </p:cNvPr>
          <p:cNvSpPr>
            <a:spLocks noGrp="1" noChangeArrowheads="1"/>
          </p:cNvSpPr>
          <p:nvPr>
            <p:ph idx="1"/>
          </p:nvPr>
        </p:nvSpPr>
        <p:spPr/>
        <p:txBody>
          <a:bodyPr/>
          <a:lstStyle/>
          <a:p>
            <a:pPr marL="0" indent="0" algn="just">
              <a:lnSpc>
                <a:spcPct val="114000"/>
              </a:lnSpc>
              <a:buFont typeface="ZapfDingbats" pitchFamily="82" charset="2"/>
              <a:buNone/>
            </a:pPr>
            <a:r>
              <a:rPr lang="en-US" altLang="zh-CN">
                <a:ea typeface="宋体" panose="02010600030101010101" pitchFamily="2" charset="-122"/>
              </a:rPr>
              <a:t>1. If the information received by an Ethernet adapter is 101101001 and the generator is G(x) = x</a:t>
            </a:r>
            <a:r>
              <a:rPr lang="en-US" altLang="zh-CN" baseline="30000">
                <a:ea typeface="宋体" panose="02010600030101010101" pitchFamily="2" charset="-122"/>
              </a:rPr>
              <a:t>3</a:t>
            </a:r>
            <a:r>
              <a:rPr lang="en-US" altLang="zh-CN">
                <a:ea typeface="宋体" panose="02010600030101010101" pitchFamily="2" charset="-122"/>
              </a:rPr>
              <a:t>+x</a:t>
            </a:r>
            <a:r>
              <a:rPr lang="en-US" altLang="zh-CN" baseline="30000">
                <a:ea typeface="宋体" panose="02010600030101010101" pitchFamily="2" charset="-122"/>
              </a:rPr>
              <a:t>2</a:t>
            </a:r>
            <a:r>
              <a:rPr lang="en-US" altLang="zh-CN">
                <a:ea typeface="宋体" panose="02010600030101010101" pitchFamily="2" charset="-122"/>
              </a:rPr>
              <a:t>+1, judge whether the transmission has bit error?</a:t>
            </a:r>
          </a:p>
          <a:p>
            <a:pPr marL="0" indent="0">
              <a:buFont typeface="ZapfDingbats" pitchFamily="82" charset="2"/>
              <a:buNone/>
            </a:pPr>
            <a:endParaRPr lang="en-US" altLang="zh-CN">
              <a:ea typeface="宋体" panose="02010600030101010101" pitchFamily="2" charset="-122"/>
            </a:endParaRPr>
          </a:p>
          <a:p>
            <a:pPr marL="0" indent="0">
              <a:buFont typeface="ZapfDingbats" pitchFamily="82" charset="2"/>
              <a:buNone/>
            </a:pPr>
            <a:endParaRPr lang="zh-CN" altLang="en-US">
              <a:ea typeface="宋体" panose="02010600030101010101" pitchFamily="2" charset="-122"/>
            </a:endParaRPr>
          </a:p>
        </p:txBody>
      </p:sp>
      <p:sp>
        <p:nvSpPr>
          <p:cNvPr id="35844" name="灯片编号占位符 6">
            <a:extLst>
              <a:ext uri="{FF2B5EF4-FFF2-40B4-BE49-F238E27FC236}">
                <a16:creationId xmlns:a16="http://schemas.microsoft.com/office/drawing/2014/main" id="{6B731002-E536-43C9-8857-54D4B1AC4F50}"/>
              </a:ext>
            </a:extLst>
          </p:cNvPr>
          <p:cNvSpPr txBox="1">
            <a:spLocks noGrp="1"/>
          </p:cNvSpPr>
          <p:nvPr/>
        </p:nvSpPr>
        <p:spPr bwMode="auto">
          <a:xfrm>
            <a:off x="8162925" y="6400800"/>
            <a:ext cx="676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400">
                <a:latin typeface="Times New Roman" panose="02020603050405020304" pitchFamily="18" charset="0"/>
                <a:ea typeface="宋体" panose="02010600030101010101" pitchFamily="2" charset="-122"/>
              </a:rPr>
              <a:t>3-</a:t>
            </a:r>
            <a:fld id="{252BB3DF-9751-47EB-9982-3A706B4815EE}" type="slidenum">
              <a:rPr lang="en-US" altLang="zh-CN" sz="1400">
                <a:latin typeface="Times New Roman" panose="02020603050405020304" pitchFamily="18" charset="0"/>
                <a:ea typeface="宋体" panose="02010600030101010101" pitchFamily="2" charset="-122"/>
              </a:rPr>
              <a:pPr algn="r">
                <a:spcBef>
                  <a:spcPct val="0"/>
                </a:spcBef>
                <a:buClrTx/>
                <a:buSzTx/>
                <a:buFontTx/>
                <a:buNone/>
              </a:pPr>
              <a:t>24</a:t>
            </a:fld>
            <a:endParaRPr lang="en-US" altLang="zh-CN" sz="1400">
              <a:latin typeface="Times New Roman" panose="02020603050405020304" pitchFamily="18" charset="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6" name="灯片编号占位符 6">
            <a:extLst>
              <a:ext uri="{FF2B5EF4-FFF2-40B4-BE49-F238E27FC236}">
                <a16:creationId xmlns:a16="http://schemas.microsoft.com/office/drawing/2014/main" id="{8CB8522F-D86B-452E-820D-6C0FAF28139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7E6E5162-8DBB-4242-BB03-C57DA2D61F34}" type="slidenum">
              <a:rPr lang="en-US" altLang="zh-CN" sz="1400" smtClean="0">
                <a:latin typeface="Times New Roman" panose="02020603050405020304" pitchFamily="18" charset="0"/>
              </a:rPr>
              <a:pPr>
                <a:spcBef>
                  <a:spcPct val="0"/>
                </a:spcBef>
                <a:buClrTx/>
                <a:buSzTx/>
                <a:buFontTx/>
                <a:buNone/>
              </a:pPr>
              <a:t>25</a:t>
            </a:fld>
            <a:endParaRPr lang="en-US" altLang="zh-CN" sz="1400">
              <a:latin typeface="Times New Roman" panose="02020603050405020304" pitchFamily="18" charset="0"/>
            </a:endParaRPr>
          </a:p>
        </p:txBody>
      </p:sp>
      <p:sp>
        <p:nvSpPr>
          <p:cNvPr id="36867" name="Rectangle 2">
            <a:extLst>
              <a:ext uri="{FF2B5EF4-FFF2-40B4-BE49-F238E27FC236}">
                <a16:creationId xmlns:a16="http://schemas.microsoft.com/office/drawing/2014/main" id="{2AFC84B4-BA02-405D-9D55-ACA6E72EBA37}"/>
              </a:ext>
            </a:extLst>
          </p:cNvPr>
          <p:cNvSpPr>
            <a:spLocks noGrp="1" noChangeArrowheads="1"/>
          </p:cNvSpPr>
          <p:nvPr>
            <p:ph type="title"/>
          </p:nvPr>
        </p:nvSpPr>
        <p:spPr>
          <a:xfrm>
            <a:off x="533400" y="228600"/>
            <a:ext cx="7924800" cy="1143000"/>
          </a:xfrm>
        </p:spPr>
        <p:txBody>
          <a:bodyPr/>
          <a:lstStyle/>
          <a:p>
            <a:r>
              <a:rPr lang="en-US" altLang="zh-CN" sz="3600">
                <a:ea typeface="宋体" panose="02010600030101010101" pitchFamily="2" charset="-122"/>
              </a:rPr>
              <a:t>Reliable Data Transfer</a:t>
            </a:r>
            <a:endParaRPr lang="en-US" altLang="zh-CN">
              <a:ea typeface="宋体" panose="02010600030101010101" pitchFamily="2" charset="-122"/>
            </a:endParaRPr>
          </a:p>
        </p:txBody>
      </p:sp>
      <p:sp>
        <p:nvSpPr>
          <p:cNvPr id="36868" name="Rectangle 3">
            <a:extLst>
              <a:ext uri="{FF2B5EF4-FFF2-40B4-BE49-F238E27FC236}">
                <a16:creationId xmlns:a16="http://schemas.microsoft.com/office/drawing/2014/main" id="{931C5B86-A40D-4877-81EA-92EEB28E832B}"/>
              </a:ext>
            </a:extLst>
          </p:cNvPr>
          <p:cNvSpPr>
            <a:spLocks noGrp="1" noChangeArrowheads="1"/>
          </p:cNvSpPr>
          <p:nvPr>
            <p:ph type="body" sz="half" idx="1"/>
          </p:nvPr>
        </p:nvSpPr>
        <p:spPr>
          <a:xfrm>
            <a:off x="457200" y="1333500"/>
            <a:ext cx="7658100" cy="838200"/>
          </a:xfrm>
        </p:spPr>
        <p:txBody>
          <a:bodyPr/>
          <a:lstStyle/>
          <a:p>
            <a:pPr>
              <a:lnSpc>
                <a:spcPct val="90000"/>
              </a:lnSpc>
            </a:pPr>
            <a:r>
              <a:rPr lang="en-US" altLang="zh-CN" sz="2000">
                <a:ea typeface="宋体" panose="02010600030101010101" pitchFamily="2" charset="-122"/>
              </a:rPr>
              <a:t>Important in app., transport, link layers</a:t>
            </a:r>
          </a:p>
          <a:p>
            <a:pPr>
              <a:lnSpc>
                <a:spcPct val="90000"/>
              </a:lnSpc>
            </a:pPr>
            <a:r>
              <a:rPr lang="en-US" altLang="zh-CN" sz="2000">
                <a:ea typeface="宋体" panose="02010600030101010101" pitchFamily="2" charset="-122"/>
              </a:rPr>
              <a:t>Top-10 list of important networking topics!</a:t>
            </a:r>
          </a:p>
          <a:p>
            <a:pPr>
              <a:lnSpc>
                <a:spcPct val="90000"/>
              </a:lnSpc>
            </a:pPr>
            <a:endParaRPr lang="en-US" altLang="zh-CN" sz="2000">
              <a:ea typeface="宋体" panose="02010600030101010101" pitchFamily="2" charset="-122"/>
            </a:endParaRPr>
          </a:p>
        </p:txBody>
      </p:sp>
      <p:sp>
        <p:nvSpPr>
          <p:cNvPr id="36869" name="Rectangle 4">
            <a:extLst>
              <a:ext uri="{FF2B5EF4-FFF2-40B4-BE49-F238E27FC236}">
                <a16:creationId xmlns:a16="http://schemas.microsoft.com/office/drawing/2014/main" id="{7D482D1E-CAE2-47DF-B497-413DC8F883C0}"/>
              </a:ext>
            </a:extLst>
          </p:cNvPr>
          <p:cNvSpPr>
            <a:spLocks noGrp="1" noChangeArrowheads="1"/>
          </p:cNvSpPr>
          <p:nvPr>
            <p:ph type="body" sz="half" idx="2"/>
          </p:nvPr>
        </p:nvSpPr>
        <p:spPr>
          <a:xfrm>
            <a:off x="504825" y="5619750"/>
            <a:ext cx="7781925" cy="466725"/>
          </a:xfrm>
        </p:spPr>
        <p:txBody>
          <a:bodyPr/>
          <a:lstStyle/>
          <a:p>
            <a:r>
              <a:rPr lang="en-US" altLang="zh-CN" sz="2000">
                <a:ea typeface="宋体" panose="02010600030101010101" pitchFamily="2" charset="-122"/>
              </a:rPr>
              <a:t>Characteristics of unreliable channel will determine complexity of reliable data transfer protocol (rdt)</a:t>
            </a:r>
            <a:endParaRPr lang="en-US" altLang="zh-CN" sz="2400">
              <a:ea typeface="宋体" panose="02010600030101010101" pitchFamily="2" charset="-122"/>
            </a:endParaRPr>
          </a:p>
        </p:txBody>
      </p:sp>
      <p:pic>
        <p:nvPicPr>
          <p:cNvPr id="36870" name="Picture 5" descr="rdt_service">
            <a:extLst>
              <a:ext uri="{FF2B5EF4-FFF2-40B4-BE49-F238E27FC236}">
                <a16:creationId xmlns:a16="http://schemas.microsoft.com/office/drawing/2014/main" id="{F90E94D2-9BBB-436D-A0F1-51220AAA8A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995"/>
          <a:stretch>
            <a:fillRect/>
          </a:stretch>
        </p:blipFill>
        <p:spPr bwMode="auto">
          <a:xfrm>
            <a:off x="904875" y="2219325"/>
            <a:ext cx="6784975" cy="336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890" name="灯片编号占位符 5">
            <a:extLst>
              <a:ext uri="{FF2B5EF4-FFF2-40B4-BE49-F238E27FC236}">
                <a16:creationId xmlns:a16="http://schemas.microsoft.com/office/drawing/2014/main" id="{5EDF9126-AB4D-481D-A098-F5651997286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403FD487-1B13-4854-8D80-608195613ADE}" type="slidenum">
              <a:rPr lang="en-US" altLang="zh-CN" sz="1400" smtClean="0">
                <a:latin typeface="Times New Roman" panose="02020603050405020304" pitchFamily="18" charset="0"/>
              </a:rPr>
              <a:pPr>
                <a:spcBef>
                  <a:spcPct val="0"/>
                </a:spcBef>
                <a:buClrTx/>
                <a:buSzTx/>
                <a:buFontTx/>
                <a:buNone/>
              </a:pPr>
              <a:t>26</a:t>
            </a:fld>
            <a:endParaRPr lang="en-US" altLang="zh-CN" sz="1400">
              <a:latin typeface="Times New Roman" panose="02020603050405020304" pitchFamily="18" charset="0"/>
            </a:endParaRPr>
          </a:p>
        </p:txBody>
      </p:sp>
      <p:sp>
        <p:nvSpPr>
          <p:cNvPr id="37891" name="Rectangle 2">
            <a:extLst>
              <a:ext uri="{FF2B5EF4-FFF2-40B4-BE49-F238E27FC236}">
                <a16:creationId xmlns:a16="http://schemas.microsoft.com/office/drawing/2014/main" id="{5C4F80F0-461D-49D7-AF8B-2F411F0B809F}"/>
              </a:ext>
            </a:extLst>
          </p:cNvPr>
          <p:cNvSpPr>
            <a:spLocks noGrp="1" noChangeArrowheads="1"/>
          </p:cNvSpPr>
          <p:nvPr>
            <p:ph type="title"/>
          </p:nvPr>
        </p:nvSpPr>
        <p:spPr/>
        <p:txBody>
          <a:bodyPr/>
          <a:lstStyle/>
          <a:p>
            <a:r>
              <a:rPr lang="en-US" altLang="zh-CN" sz="3600">
                <a:ea typeface="宋体" panose="02010600030101010101" pitchFamily="2" charset="-122"/>
              </a:rPr>
              <a:t>Stop-and-Wait</a:t>
            </a:r>
          </a:p>
        </p:txBody>
      </p:sp>
      <p:sp>
        <p:nvSpPr>
          <p:cNvPr id="405507" name="Text Box 3">
            <a:extLst>
              <a:ext uri="{FF2B5EF4-FFF2-40B4-BE49-F238E27FC236}">
                <a16:creationId xmlns:a16="http://schemas.microsoft.com/office/drawing/2014/main" id="{247F0CF3-B888-4B6E-9881-33A13297D6DF}"/>
              </a:ext>
            </a:extLst>
          </p:cNvPr>
          <p:cNvSpPr txBox="1">
            <a:spLocks noChangeArrowheads="1"/>
          </p:cNvSpPr>
          <p:nvPr/>
        </p:nvSpPr>
        <p:spPr bwMode="auto">
          <a:xfrm>
            <a:off x="-63500" y="1795463"/>
            <a:ext cx="3590925" cy="3540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800">
                <a:latin typeface="Arial" panose="020B0604020202020204" pitchFamily="34" charset="0"/>
                <a:ea typeface="宋体" panose="02010600030101010101" pitchFamily="2" charset="-122"/>
              </a:rPr>
              <a:t>first packet bit transmitted, t = 0</a:t>
            </a:r>
          </a:p>
        </p:txBody>
      </p:sp>
      <p:sp>
        <p:nvSpPr>
          <p:cNvPr id="405508" name="Line 4">
            <a:extLst>
              <a:ext uri="{FF2B5EF4-FFF2-40B4-BE49-F238E27FC236}">
                <a16:creationId xmlns:a16="http://schemas.microsoft.com/office/drawing/2014/main" id="{4B552960-E1B3-4AF8-A911-3FF1D53EDE1A}"/>
              </a:ext>
            </a:extLst>
          </p:cNvPr>
          <p:cNvSpPr>
            <a:spLocks noChangeShapeType="1"/>
          </p:cNvSpPr>
          <p:nvPr/>
        </p:nvSpPr>
        <p:spPr bwMode="auto">
          <a:xfrm>
            <a:off x="3546475" y="1782763"/>
            <a:ext cx="25400" cy="3170237"/>
          </a:xfrm>
          <a:prstGeom prst="line">
            <a:avLst/>
          </a:prstGeom>
          <a:noFill/>
          <a:ln w="28575">
            <a:solidFill>
              <a:srgbClr val="66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5509" name="Line 5">
            <a:extLst>
              <a:ext uri="{FF2B5EF4-FFF2-40B4-BE49-F238E27FC236}">
                <a16:creationId xmlns:a16="http://schemas.microsoft.com/office/drawing/2014/main" id="{2508D1FF-EC89-45EB-A993-696A61A73B0B}"/>
              </a:ext>
            </a:extLst>
          </p:cNvPr>
          <p:cNvSpPr>
            <a:spLocks noChangeShapeType="1"/>
          </p:cNvSpPr>
          <p:nvPr/>
        </p:nvSpPr>
        <p:spPr bwMode="auto">
          <a:xfrm>
            <a:off x="5773738" y="1795463"/>
            <a:ext cx="25400" cy="3157537"/>
          </a:xfrm>
          <a:prstGeom prst="line">
            <a:avLst/>
          </a:prstGeom>
          <a:noFill/>
          <a:ln w="28575">
            <a:solidFill>
              <a:srgbClr val="66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5510" name="Text Box 6">
            <a:extLst>
              <a:ext uri="{FF2B5EF4-FFF2-40B4-BE49-F238E27FC236}">
                <a16:creationId xmlns:a16="http://schemas.microsoft.com/office/drawing/2014/main" id="{CC6CA8DF-8342-4156-BA6F-2568C8D307BE}"/>
              </a:ext>
            </a:extLst>
          </p:cNvPr>
          <p:cNvSpPr txBox="1">
            <a:spLocks noChangeArrowheads="1"/>
          </p:cNvSpPr>
          <p:nvPr/>
        </p:nvSpPr>
        <p:spPr bwMode="auto">
          <a:xfrm>
            <a:off x="2971800" y="1371600"/>
            <a:ext cx="1096963" cy="3508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2000">
                <a:ea typeface="宋体" panose="02010600030101010101" pitchFamily="2" charset="-122"/>
              </a:rPr>
              <a:t>sender</a:t>
            </a:r>
          </a:p>
        </p:txBody>
      </p:sp>
      <p:sp>
        <p:nvSpPr>
          <p:cNvPr id="405511" name="Text Box 7">
            <a:extLst>
              <a:ext uri="{FF2B5EF4-FFF2-40B4-BE49-F238E27FC236}">
                <a16:creationId xmlns:a16="http://schemas.microsoft.com/office/drawing/2014/main" id="{2F7B4818-A539-4735-B8C9-401347DBB782}"/>
              </a:ext>
            </a:extLst>
          </p:cNvPr>
          <p:cNvSpPr txBox="1">
            <a:spLocks noChangeArrowheads="1"/>
          </p:cNvSpPr>
          <p:nvPr/>
        </p:nvSpPr>
        <p:spPr bwMode="auto">
          <a:xfrm>
            <a:off x="5029200" y="1371600"/>
            <a:ext cx="1327150" cy="3508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2000">
                <a:ea typeface="宋体" panose="02010600030101010101" pitchFamily="2" charset="-122"/>
              </a:rPr>
              <a:t>receiver</a:t>
            </a:r>
          </a:p>
        </p:txBody>
      </p:sp>
      <p:sp>
        <p:nvSpPr>
          <p:cNvPr id="405512" name="Line 8">
            <a:extLst>
              <a:ext uri="{FF2B5EF4-FFF2-40B4-BE49-F238E27FC236}">
                <a16:creationId xmlns:a16="http://schemas.microsoft.com/office/drawing/2014/main" id="{7EC62414-44D2-40F4-9394-A287042A7679}"/>
              </a:ext>
            </a:extLst>
          </p:cNvPr>
          <p:cNvSpPr>
            <a:spLocks noChangeShapeType="1"/>
          </p:cNvSpPr>
          <p:nvPr/>
        </p:nvSpPr>
        <p:spPr bwMode="auto">
          <a:xfrm>
            <a:off x="3570288" y="1997075"/>
            <a:ext cx="2190750" cy="3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5513" name="Line 9">
            <a:extLst>
              <a:ext uri="{FF2B5EF4-FFF2-40B4-BE49-F238E27FC236}">
                <a16:creationId xmlns:a16="http://schemas.microsoft.com/office/drawing/2014/main" id="{1D636A29-FD71-4BC8-81AE-5E2F128FDEAC}"/>
              </a:ext>
            </a:extLst>
          </p:cNvPr>
          <p:cNvSpPr>
            <a:spLocks noChangeShapeType="1"/>
          </p:cNvSpPr>
          <p:nvPr/>
        </p:nvSpPr>
        <p:spPr bwMode="auto">
          <a:xfrm>
            <a:off x="3575050" y="4108450"/>
            <a:ext cx="2192338"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5514" name="Line 10">
            <a:extLst>
              <a:ext uri="{FF2B5EF4-FFF2-40B4-BE49-F238E27FC236}">
                <a16:creationId xmlns:a16="http://schemas.microsoft.com/office/drawing/2014/main" id="{4B8E2CB3-7707-4357-B2F5-E10498354770}"/>
              </a:ext>
            </a:extLst>
          </p:cNvPr>
          <p:cNvSpPr>
            <a:spLocks noChangeShapeType="1"/>
          </p:cNvSpPr>
          <p:nvPr/>
        </p:nvSpPr>
        <p:spPr bwMode="auto">
          <a:xfrm flipV="1">
            <a:off x="3575050" y="3165475"/>
            <a:ext cx="2209800" cy="9223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5515" name="Freeform 11">
            <a:extLst>
              <a:ext uri="{FF2B5EF4-FFF2-40B4-BE49-F238E27FC236}">
                <a16:creationId xmlns:a16="http://schemas.microsoft.com/office/drawing/2014/main" id="{0E774437-738C-4596-B1E9-CD15B8A9AFAB}"/>
              </a:ext>
            </a:extLst>
          </p:cNvPr>
          <p:cNvSpPr>
            <a:spLocks/>
          </p:cNvSpPr>
          <p:nvPr/>
        </p:nvSpPr>
        <p:spPr bwMode="auto">
          <a:xfrm>
            <a:off x="3559175" y="2016125"/>
            <a:ext cx="2232025" cy="1155700"/>
          </a:xfrm>
          <a:custGeom>
            <a:avLst/>
            <a:gdLst>
              <a:gd name="T0" fmla="*/ 0 w 2902"/>
              <a:gd name="T1" fmla="*/ 0 h 1185"/>
              <a:gd name="T2" fmla="*/ 2147483646 w 2902"/>
              <a:gd name="T3" fmla="*/ 2147483646 h 1185"/>
              <a:gd name="T4" fmla="*/ 2147483646 w 2902"/>
              <a:gd name="T5" fmla="*/ 2147483646 h 1185"/>
              <a:gd name="T6" fmla="*/ 0 w 2902"/>
              <a:gd name="T7" fmla="*/ 2147483646 h 1185"/>
              <a:gd name="T8" fmla="*/ 0 w 2902"/>
              <a:gd name="T9" fmla="*/ 0 h 1185"/>
              <a:gd name="T10" fmla="*/ 0 60000 65536"/>
              <a:gd name="T11" fmla="*/ 0 60000 65536"/>
              <a:gd name="T12" fmla="*/ 0 60000 65536"/>
              <a:gd name="T13" fmla="*/ 0 60000 65536"/>
              <a:gd name="T14" fmla="*/ 0 60000 65536"/>
              <a:gd name="T15" fmla="*/ 0 w 2902"/>
              <a:gd name="T16" fmla="*/ 0 h 1185"/>
              <a:gd name="T17" fmla="*/ 2902 w 2902"/>
              <a:gd name="T18" fmla="*/ 1185 h 1185"/>
            </a:gdLst>
            <a:ahLst/>
            <a:cxnLst>
              <a:cxn ang="T10">
                <a:pos x="T0" y="T1"/>
              </a:cxn>
              <a:cxn ang="T11">
                <a:pos x="T2" y="T3"/>
              </a:cxn>
              <a:cxn ang="T12">
                <a:pos x="T4" y="T5"/>
              </a:cxn>
              <a:cxn ang="T13">
                <a:pos x="T6" y="T7"/>
              </a:cxn>
              <a:cxn ang="T14">
                <a:pos x="T8" y="T9"/>
              </a:cxn>
            </a:cxnLst>
            <a:rect l="T15" t="T16" r="T17" b="T18"/>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endParaRPr lang="zh-CN" altLang="en-US"/>
          </a:p>
        </p:txBody>
      </p:sp>
      <p:sp>
        <p:nvSpPr>
          <p:cNvPr id="405516" name="Line 12">
            <a:extLst>
              <a:ext uri="{FF2B5EF4-FFF2-40B4-BE49-F238E27FC236}">
                <a16:creationId xmlns:a16="http://schemas.microsoft.com/office/drawing/2014/main" id="{0D2C3B97-1208-4678-BE41-6148567CE8A4}"/>
              </a:ext>
            </a:extLst>
          </p:cNvPr>
          <p:cNvSpPr>
            <a:spLocks noChangeShapeType="1"/>
          </p:cNvSpPr>
          <p:nvPr/>
        </p:nvSpPr>
        <p:spPr bwMode="auto">
          <a:xfrm flipH="1">
            <a:off x="3408363" y="1995488"/>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5517" name="Line 13">
            <a:extLst>
              <a:ext uri="{FF2B5EF4-FFF2-40B4-BE49-F238E27FC236}">
                <a16:creationId xmlns:a16="http://schemas.microsoft.com/office/drawing/2014/main" id="{D7D4CBD1-039B-4B62-99C3-1F07B3DD096D}"/>
              </a:ext>
            </a:extLst>
          </p:cNvPr>
          <p:cNvSpPr>
            <a:spLocks noChangeShapeType="1"/>
          </p:cNvSpPr>
          <p:nvPr/>
        </p:nvSpPr>
        <p:spPr bwMode="auto">
          <a:xfrm flipH="1">
            <a:off x="3408363" y="2236788"/>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5518" name="Line 14">
            <a:extLst>
              <a:ext uri="{FF2B5EF4-FFF2-40B4-BE49-F238E27FC236}">
                <a16:creationId xmlns:a16="http://schemas.microsoft.com/office/drawing/2014/main" id="{7CAAACE7-3EED-40C7-BED3-EEED51DE4F8E}"/>
              </a:ext>
            </a:extLst>
          </p:cNvPr>
          <p:cNvSpPr>
            <a:spLocks noChangeShapeType="1"/>
          </p:cNvSpPr>
          <p:nvPr/>
        </p:nvSpPr>
        <p:spPr bwMode="auto">
          <a:xfrm flipH="1">
            <a:off x="3419475" y="4095750"/>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5519" name="Text Box 15">
            <a:extLst>
              <a:ext uri="{FF2B5EF4-FFF2-40B4-BE49-F238E27FC236}">
                <a16:creationId xmlns:a16="http://schemas.microsoft.com/office/drawing/2014/main" id="{4458F404-FB12-4069-A380-B85C213CCC00}"/>
              </a:ext>
            </a:extLst>
          </p:cNvPr>
          <p:cNvSpPr txBox="1">
            <a:spLocks noChangeArrowheads="1"/>
          </p:cNvSpPr>
          <p:nvPr/>
        </p:nvSpPr>
        <p:spPr bwMode="auto">
          <a:xfrm>
            <a:off x="2251075" y="2936875"/>
            <a:ext cx="2771775"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800">
                <a:solidFill>
                  <a:srgbClr val="FF0000"/>
                </a:solidFill>
                <a:latin typeface="Arial" panose="020B0604020202020204" pitchFamily="34" charset="0"/>
                <a:ea typeface="宋体" panose="02010600030101010101" pitchFamily="2" charset="-122"/>
              </a:rPr>
              <a:t>RTT: Round-Trip Time</a:t>
            </a:r>
            <a:r>
              <a:rPr lang="en-US" altLang="zh-CN" sz="1000">
                <a:latin typeface="Arial" panose="020B0604020202020204" pitchFamily="34" charset="0"/>
                <a:ea typeface="宋体" panose="02010600030101010101" pitchFamily="2" charset="-122"/>
              </a:rPr>
              <a:t> </a:t>
            </a:r>
            <a:endParaRPr lang="en-US" altLang="zh-CN" sz="2400">
              <a:latin typeface="Times New Roman" panose="02020603050405020304" pitchFamily="18" charset="0"/>
              <a:ea typeface="宋体" panose="02010600030101010101" pitchFamily="2" charset="-122"/>
            </a:endParaRPr>
          </a:p>
        </p:txBody>
      </p:sp>
      <p:sp>
        <p:nvSpPr>
          <p:cNvPr id="405520" name="Line 16">
            <a:extLst>
              <a:ext uri="{FF2B5EF4-FFF2-40B4-BE49-F238E27FC236}">
                <a16:creationId xmlns:a16="http://schemas.microsoft.com/office/drawing/2014/main" id="{AC9E8173-428E-4CF6-9D84-EE9B75FFF140}"/>
              </a:ext>
            </a:extLst>
          </p:cNvPr>
          <p:cNvSpPr>
            <a:spLocks noChangeShapeType="1"/>
          </p:cNvSpPr>
          <p:nvPr/>
        </p:nvSpPr>
        <p:spPr bwMode="auto">
          <a:xfrm>
            <a:off x="3443288" y="3276600"/>
            <a:ext cx="11112" cy="8112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5521" name="Line 17">
            <a:extLst>
              <a:ext uri="{FF2B5EF4-FFF2-40B4-BE49-F238E27FC236}">
                <a16:creationId xmlns:a16="http://schemas.microsoft.com/office/drawing/2014/main" id="{0A9A52E8-799C-4942-A6DE-D914867512A7}"/>
              </a:ext>
            </a:extLst>
          </p:cNvPr>
          <p:cNvSpPr>
            <a:spLocks noChangeShapeType="1"/>
          </p:cNvSpPr>
          <p:nvPr/>
        </p:nvSpPr>
        <p:spPr bwMode="auto">
          <a:xfrm flipV="1">
            <a:off x="3448050" y="2259013"/>
            <a:ext cx="3175" cy="7683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5522" name="Text Box 18">
            <a:extLst>
              <a:ext uri="{FF2B5EF4-FFF2-40B4-BE49-F238E27FC236}">
                <a16:creationId xmlns:a16="http://schemas.microsoft.com/office/drawing/2014/main" id="{60157203-785D-4089-9BD7-4E93A3A49F98}"/>
              </a:ext>
            </a:extLst>
          </p:cNvPr>
          <p:cNvSpPr txBox="1">
            <a:spLocks noChangeArrowheads="1"/>
          </p:cNvSpPr>
          <p:nvPr/>
        </p:nvSpPr>
        <p:spPr bwMode="auto">
          <a:xfrm>
            <a:off x="-74613" y="2095500"/>
            <a:ext cx="3949701"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800">
                <a:latin typeface="Arial" panose="020B0604020202020204" pitchFamily="34" charset="0"/>
                <a:ea typeface="宋体" panose="02010600030101010101" pitchFamily="2" charset="-122"/>
              </a:rPr>
              <a:t>last packet bit transmitted, </a:t>
            </a:r>
            <a:r>
              <a:rPr lang="en-US" altLang="zh-CN" sz="1800">
                <a:solidFill>
                  <a:srgbClr val="FF0000"/>
                </a:solidFill>
                <a:latin typeface="Arial" panose="020B0604020202020204" pitchFamily="34" charset="0"/>
                <a:ea typeface="宋体" panose="02010600030101010101" pitchFamily="2" charset="-122"/>
              </a:rPr>
              <a:t>t = L / R</a:t>
            </a:r>
            <a:endParaRPr lang="en-US" altLang="zh-CN" sz="1800">
              <a:solidFill>
                <a:srgbClr val="FF0000"/>
              </a:solidFill>
              <a:latin typeface="Times New Roman" panose="02020603050405020304" pitchFamily="18" charset="0"/>
              <a:ea typeface="宋体" panose="02010600030101010101" pitchFamily="2" charset="-122"/>
            </a:endParaRPr>
          </a:p>
        </p:txBody>
      </p:sp>
      <p:sp>
        <p:nvSpPr>
          <p:cNvPr id="405523" name="Line 19">
            <a:extLst>
              <a:ext uri="{FF2B5EF4-FFF2-40B4-BE49-F238E27FC236}">
                <a16:creationId xmlns:a16="http://schemas.microsoft.com/office/drawing/2014/main" id="{A5E97483-C098-4629-8A16-BAF91A97F001}"/>
              </a:ext>
            </a:extLst>
          </p:cNvPr>
          <p:cNvSpPr>
            <a:spLocks noChangeShapeType="1"/>
          </p:cNvSpPr>
          <p:nvPr/>
        </p:nvSpPr>
        <p:spPr bwMode="auto">
          <a:xfrm flipH="1">
            <a:off x="5761038" y="2909888"/>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5524" name="Text Box 20">
            <a:extLst>
              <a:ext uri="{FF2B5EF4-FFF2-40B4-BE49-F238E27FC236}">
                <a16:creationId xmlns:a16="http://schemas.microsoft.com/office/drawing/2014/main" id="{1BA3A3FF-EF5C-4801-99FF-08DC63CD9DC9}"/>
              </a:ext>
            </a:extLst>
          </p:cNvPr>
          <p:cNvSpPr txBox="1">
            <a:spLocks noChangeArrowheads="1"/>
          </p:cNvSpPr>
          <p:nvPr/>
        </p:nvSpPr>
        <p:spPr bwMode="auto">
          <a:xfrm>
            <a:off x="6019800" y="2733675"/>
            <a:ext cx="24257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first packet bit arrives</a:t>
            </a:r>
            <a:endParaRPr lang="en-US" altLang="zh-CN" sz="1800">
              <a:latin typeface="Times New Roman" panose="02020603050405020304" pitchFamily="18" charset="0"/>
              <a:ea typeface="宋体" panose="02010600030101010101" pitchFamily="2" charset="-122"/>
            </a:endParaRPr>
          </a:p>
        </p:txBody>
      </p:sp>
      <p:sp>
        <p:nvSpPr>
          <p:cNvPr id="405525" name="Line 21">
            <a:extLst>
              <a:ext uri="{FF2B5EF4-FFF2-40B4-BE49-F238E27FC236}">
                <a16:creationId xmlns:a16="http://schemas.microsoft.com/office/drawing/2014/main" id="{9B1F440D-0DAB-4B50-A498-8E100702D3D3}"/>
              </a:ext>
            </a:extLst>
          </p:cNvPr>
          <p:cNvSpPr>
            <a:spLocks noChangeShapeType="1"/>
          </p:cNvSpPr>
          <p:nvPr/>
        </p:nvSpPr>
        <p:spPr bwMode="auto">
          <a:xfrm>
            <a:off x="5784850" y="3159125"/>
            <a:ext cx="127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5526" name="Text Box 22">
            <a:extLst>
              <a:ext uri="{FF2B5EF4-FFF2-40B4-BE49-F238E27FC236}">
                <a16:creationId xmlns:a16="http://schemas.microsoft.com/office/drawing/2014/main" id="{479E0D9B-C7CF-48CF-ACAE-1B026197457C}"/>
              </a:ext>
            </a:extLst>
          </p:cNvPr>
          <p:cNvSpPr txBox="1">
            <a:spLocks noChangeArrowheads="1"/>
          </p:cNvSpPr>
          <p:nvPr/>
        </p:nvSpPr>
        <p:spPr bwMode="auto">
          <a:xfrm>
            <a:off x="6026150" y="2986088"/>
            <a:ext cx="311467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last packet bit arrives, send ACK</a:t>
            </a:r>
            <a:endParaRPr lang="en-US" altLang="zh-CN" sz="1800">
              <a:latin typeface="Times New Roman" panose="02020603050405020304" pitchFamily="18" charset="0"/>
              <a:ea typeface="宋体" panose="02010600030101010101" pitchFamily="2" charset="-122"/>
            </a:endParaRPr>
          </a:p>
        </p:txBody>
      </p:sp>
      <p:sp>
        <p:nvSpPr>
          <p:cNvPr id="405527" name="Text Box 23">
            <a:extLst>
              <a:ext uri="{FF2B5EF4-FFF2-40B4-BE49-F238E27FC236}">
                <a16:creationId xmlns:a16="http://schemas.microsoft.com/office/drawing/2014/main" id="{9D6630D6-F7E7-4728-B82D-157D9F41819F}"/>
              </a:ext>
            </a:extLst>
          </p:cNvPr>
          <p:cNvSpPr txBox="1">
            <a:spLocks noChangeArrowheads="1"/>
          </p:cNvSpPr>
          <p:nvPr/>
        </p:nvSpPr>
        <p:spPr bwMode="auto">
          <a:xfrm>
            <a:off x="666750" y="3733800"/>
            <a:ext cx="26860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800">
                <a:latin typeface="Arial" panose="020B0604020202020204" pitchFamily="34" charset="0"/>
                <a:ea typeface="宋体" panose="02010600030101010101" pitchFamily="2" charset="-122"/>
              </a:rPr>
              <a:t>ACK arrives, send next </a:t>
            </a:r>
          </a:p>
          <a:p>
            <a:pPr algn="r">
              <a:spcBef>
                <a:spcPct val="0"/>
              </a:spcBef>
              <a:buClrTx/>
              <a:buSzTx/>
              <a:buFontTx/>
              <a:buNone/>
            </a:pPr>
            <a:r>
              <a:rPr lang="en-US" altLang="zh-CN" sz="1800">
                <a:latin typeface="Arial" panose="020B0604020202020204" pitchFamily="34" charset="0"/>
                <a:ea typeface="宋体" panose="02010600030101010101" pitchFamily="2" charset="-122"/>
              </a:rPr>
              <a:t>packet, </a:t>
            </a:r>
            <a:r>
              <a:rPr lang="en-US" altLang="zh-CN" sz="1800">
                <a:solidFill>
                  <a:srgbClr val="FF0000"/>
                </a:solidFill>
                <a:latin typeface="Arial" panose="020B0604020202020204" pitchFamily="34" charset="0"/>
                <a:ea typeface="宋体" panose="02010600030101010101" pitchFamily="2" charset="-122"/>
              </a:rPr>
              <a:t>t = RTT + L / R</a:t>
            </a:r>
            <a:endParaRPr lang="en-US" altLang="zh-CN" sz="1800">
              <a:solidFill>
                <a:srgbClr val="FF0000"/>
              </a:solidFill>
              <a:latin typeface="Times New Roman" panose="02020603050405020304" pitchFamily="18" charset="0"/>
              <a:ea typeface="宋体" panose="02010600030101010101" pitchFamily="2" charset="-122"/>
            </a:endParaRPr>
          </a:p>
        </p:txBody>
      </p:sp>
      <p:sp>
        <p:nvSpPr>
          <p:cNvPr id="405528" name="Freeform 24">
            <a:extLst>
              <a:ext uri="{FF2B5EF4-FFF2-40B4-BE49-F238E27FC236}">
                <a16:creationId xmlns:a16="http://schemas.microsoft.com/office/drawing/2014/main" id="{67EEB629-CDB8-4ED1-B239-6ECC74095DB5}"/>
              </a:ext>
            </a:extLst>
          </p:cNvPr>
          <p:cNvSpPr>
            <a:spLocks/>
          </p:cNvSpPr>
          <p:nvPr/>
        </p:nvSpPr>
        <p:spPr bwMode="auto">
          <a:xfrm>
            <a:off x="3570288" y="4103688"/>
            <a:ext cx="1419225" cy="577850"/>
          </a:xfrm>
          <a:custGeom>
            <a:avLst/>
            <a:gdLst>
              <a:gd name="T0" fmla="*/ 0 w 1845"/>
              <a:gd name="T1" fmla="*/ 0 h 592"/>
              <a:gd name="T2" fmla="*/ 2147483646 w 1845"/>
              <a:gd name="T3" fmla="*/ 2147483646 h 592"/>
              <a:gd name="T4" fmla="*/ 2147483646 w 1845"/>
              <a:gd name="T5" fmla="*/ 2147483646 h 592"/>
              <a:gd name="T6" fmla="*/ 0 w 1845"/>
              <a:gd name="T7" fmla="*/ 2147483646 h 592"/>
              <a:gd name="T8" fmla="*/ 0 w 1845"/>
              <a:gd name="T9" fmla="*/ 0 h 592"/>
              <a:gd name="T10" fmla="*/ 0 60000 65536"/>
              <a:gd name="T11" fmla="*/ 0 60000 65536"/>
              <a:gd name="T12" fmla="*/ 0 60000 65536"/>
              <a:gd name="T13" fmla="*/ 0 60000 65536"/>
              <a:gd name="T14" fmla="*/ 0 60000 65536"/>
              <a:gd name="T15" fmla="*/ 0 w 1845"/>
              <a:gd name="T16" fmla="*/ 0 h 592"/>
              <a:gd name="T17" fmla="*/ 1845 w 1845"/>
              <a:gd name="T18" fmla="*/ 592 h 592"/>
            </a:gdLst>
            <a:ahLst/>
            <a:cxnLst>
              <a:cxn ang="T10">
                <a:pos x="T0" y="T1"/>
              </a:cxn>
              <a:cxn ang="T11">
                <a:pos x="T2" y="T3"/>
              </a:cxn>
              <a:cxn ang="T12">
                <a:pos x="T4" y="T5"/>
              </a:cxn>
              <a:cxn ang="T13">
                <a:pos x="T6" y="T7"/>
              </a:cxn>
              <a:cxn ang="T14">
                <a:pos x="T8" y="T9"/>
              </a:cxn>
            </a:cxnLst>
            <a:rect l="T15" t="T16" r="T17" b="T18"/>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 name="Group 25">
            <a:extLst>
              <a:ext uri="{FF2B5EF4-FFF2-40B4-BE49-F238E27FC236}">
                <a16:creationId xmlns:a16="http://schemas.microsoft.com/office/drawing/2014/main" id="{DB66E61E-11ED-4B89-8E75-6263EA585FC1}"/>
              </a:ext>
            </a:extLst>
          </p:cNvPr>
          <p:cNvGrpSpPr>
            <a:grpSpLocks/>
          </p:cNvGrpSpPr>
          <p:nvPr/>
        </p:nvGrpSpPr>
        <p:grpSpPr bwMode="auto">
          <a:xfrm>
            <a:off x="3563938" y="4095750"/>
            <a:ext cx="1281112" cy="534988"/>
            <a:chOff x="12315" y="13225"/>
            <a:chExt cx="2775" cy="913"/>
          </a:xfrm>
        </p:grpSpPr>
        <p:sp>
          <p:nvSpPr>
            <p:cNvPr id="37917" name="Line 26">
              <a:extLst>
                <a:ext uri="{FF2B5EF4-FFF2-40B4-BE49-F238E27FC236}">
                  <a16:creationId xmlns:a16="http://schemas.microsoft.com/office/drawing/2014/main" id="{1180E251-548C-4F60-8BA2-532A8BFAF359}"/>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18" name="Line 27">
              <a:extLst>
                <a:ext uri="{FF2B5EF4-FFF2-40B4-BE49-F238E27FC236}">
                  <a16:creationId xmlns:a16="http://schemas.microsoft.com/office/drawing/2014/main" id="{6AD3EC83-2B52-41DA-BD29-2B3E9BA95FC9}"/>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05532" name="Line 28">
            <a:extLst>
              <a:ext uri="{FF2B5EF4-FFF2-40B4-BE49-F238E27FC236}">
                <a16:creationId xmlns:a16="http://schemas.microsoft.com/office/drawing/2014/main" id="{F76ECDD3-6EC4-45B4-B93A-1A23DBC5C6AB}"/>
              </a:ext>
            </a:extLst>
          </p:cNvPr>
          <p:cNvSpPr>
            <a:spLocks noChangeShapeType="1"/>
          </p:cNvSpPr>
          <p:nvPr/>
        </p:nvSpPr>
        <p:spPr bwMode="auto">
          <a:xfrm>
            <a:off x="3887788" y="4460875"/>
            <a:ext cx="541337" cy="23495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05533" name="Object 2">
            <a:extLst>
              <a:ext uri="{FF2B5EF4-FFF2-40B4-BE49-F238E27FC236}">
                <a16:creationId xmlns:a16="http://schemas.microsoft.com/office/drawing/2014/main" id="{FDA58F89-0E0F-49DF-B510-C66B82915E5B}"/>
              </a:ext>
            </a:extLst>
          </p:cNvPr>
          <p:cNvGraphicFramePr>
            <a:graphicFrameLocks noChangeAspect="1"/>
          </p:cNvGraphicFramePr>
          <p:nvPr/>
        </p:nvGraphicFramePr>
        <p:xfrm>
          <a:off x="1711325" y="5238750"/>
          <a:ext cx="5994400" cy="933450"/>
        </p:xfrm>
        <a:graphic>
          <a:graphicData uri="http://schemas.openxmlformats.org/presentationml/2006/ole">
            <mc:AlternateContent xmlns:mc="http://schemas.openxmlformats.org/markup-compatibility/2006">
              <mc:Choice xmlns:v="urn:schemas-microsoft-com:vml" Requires="v">
                <p:oleObj spid="_x0000_s37925" name="Picture" r:id="rId3" imgW="3177616" imgH="498211" progId="Word.Picture.8">
                  <p:embed/>
                </p:oleObj>
              </mc:Choice>
              <mc:Fallback>
                <p:oleObj name="Picture" r:id="rId3" imgW="3177616" imgH="498211" progId="Word.Picture.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1325" y="5238750"/>
                        <a:ext cx="599440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05510"/>
                                        </p:tgtEl>
                                        <p:attrNameLst>
                                          <p:attrName>style.visibility</p:attrName>
                                        </p:attrNameLst>
                                      </p:cBhvr>
                                      <p:to>
                                        <p:strVal val="visible"/>
                                      </p:to>
                                    </p:set>
                                    <p:animEffect transition="in" filter="blinds(horizontal)">
                                      <p:cBhvr>
                                        <p:cTn id="7" dur="500"/>
                                        <p:tgtEl>
                                          <p:spTgt spid="40551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05511"/>
                                        </p:tgtEl>
                                        <p:attrNameLst>
                                          <p:attrName>style.visibility</p:attrName>
                                        </p:attrNameLst>
                                      </p:cBhvr>
                                      <p:to>
                                        <p:strVal val="visible"/>
                                      </p:to>
                                    </p:set>
                                    <p:animEffect transition="in" filter="blinds(horizontal)">
                                      <p:cBhvr>
                                        <p:cTn id="10" dur="500"/>
                                        <p:tgtEl>
                                          <p:spTgt spid="405511"/>
                                        </p:tgtEl>
                                      </p:cBhvr>
                                    </p:animEffect>
                                  </p:childTnLst>
                                </p:cTn>
                              </p:par>
                              <p:par>
                                <p:cTn id="11" presetID="3" presetClass="entr" presetSubtype="10" fill="hold" nodeType="withEffect">
                                  <p:stCondLst>
                                    <p:cond delay="0"/>
                                  </p:stCondLst>
                                  <p:childTnLst>
                                    <p:set>
                                      <p:cBhvr>
                                        <p:cTn id="12" dur="1" fill="hold">
                                          <p:stCondLst>
                                            <p:cond delay="0"/>
                                          </p:stCondLst>
                                        </p:cTn>
                                        <p:tgtEl>
                                          <p:spTgt spid="405508"/>
                                        </p:tgtEl>
                                        <p:attrNameLst>
                                          <p:attrName>style.visibility</p:attrName>
                                        </p:attrNameLst>
                                      </p:cBhvr>
                                      <p:to>
                                        <p:strVal val="visible"/>
                                      </p:to>
                                    </p:set>
                                    <p:animEffect transition="in" filter="blinds(horizontal)">
                                      <p:cBhvr>
                                        <p:cTn id="13" dur="500"/>
                                        <p:tgtEl>
                                          <p:spTgt spid="405508"/>
                                        </p:tgtEl>
                                      </p:cBhvr>
                                    </p:animEffect>
                                  </p:childTnLst>
                                </p:cTn>
                              </p:par>
                              <p:par>
                                <p:cTn id="14" presetID="3" presetClass="entr" presetSubtype="10" fill="hold" nodeType="withEffect">
                                  <p:stCondLst>
                                    <p:cond delay="0"/>
                                  </p:stCondLst>
                                  <p:childTnLst>
                                    <p:set>
                                      <p:cBhvr>
                                        <p:cTn id="15" dur="1" fill="hold">
                                          <p:stCondLst>
                                            <p:cond delay="0"/>
                                          </p:stCondLst>
                                        </p:cTn>
                                        <p:tgtEl>
                                          <p:spTgt spid="405509"/>
                                        </p:tgtEl>
                                        <p:attrNameLst>
                                          <p:attrName>style.visibility</p:attrName>
                                        </p:attrNameLst>
                                      </p:cBhvr>
                                      <p:to>
                                        <p:strVal val="visible"/>
                                      </p:to>
                                    </p:set>
                                    <p:animEffect transition="in" filter="blinds(horizontal)">
                                      <p:cBhvr>
                                        <p:cTn id="16" dur="500"/>
                                        <p:tgtEl>
                                          <p:spTgt spid="40550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405507"/>
                                        </p:tgtEl>
                                        <p:attrNameLst>
                                          <p:attrName>style.visibility</p:attrName>
                                        </p:attrNameLst>
                                      </p:cBhvr>
                                      <p:to>
                                        <p:strVal val="visible"/>
                                      </p:to>
                                    </p:set>
                                    <p:animEffect transition="in" filter="blinds(horizontal)">
                                      <p:cBhvr>
                                        <p:cTn id="21" dur="500"/>
                                        <p:tgtEl>
                                          <p:spTgt spid="405507"/>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405522"/>
                                        </p:tgtEl>
                                        <p:attrNameLst>
                                          <p:attrName>style.visibility</p:attrName>
                                        </p:attrNameLst>
                                      </p:cBhvr>
                                      <p:to>
                                        <p:strVal val="visible"/>
                                      </p:to>
                                    </p:set>
                                    <p:animEffect transition="in" filter="blinds(horizontal)">
                                      <p:cBhvr>
                                        <p:cTn id="24" dur="500"/>
                                        <p:tgtEl>
                                          <p:spTgt spid="405522"/>
                                        </p:tgtEl>
                                      </p:cBhvr>
                                    </p:animEffect>
                                  </p:childTnLst>
                                </p:cTn>
                              </p:par>
                              <p:par>
                                <p:cTn id="25" presetID="3" presetClass="entr" presetSubtype="10" fill="hold" nodeType="withEffect">
                                  <p:stCondLst>
                                    <p:cond delay="0"/>
                                  </p:stCondLst>
                                  <p:childTnLst>
                                    <p:set>
                                      <p:cBhvr>
                                        <p:cTn id="26" dur="1" fill="hold">
                                          <p:stCondLst>
                                            <p:cond delay="0"/>
                                          </p:stCondLst>
                                        </p:cTn>
                                        <p:tgtEl>
                                          <p:spTgt spid="405516"/>
                                        </p:tgtEl>
                                        <p:attrNameLst>
                                          <p:attrName>style.visibility</p:attrName>
                                        </p:attrNameLst>
                                      </p:cBhvr>
                                      <p:to>
                                        <p:strVal val="visible"/>
                                      </p:to>
                                    </p:set>
                                    <p:animEffect transition="in" filter="blinds(horizontal)">
                                      <p:cBhvr>
                                        <p:cTn id="27" dur="500"/>
                                        <p:tgtEl>
                                          <p:spTgt spid="405516"/>
                                        </p:tgtEl>
                                      </p:cBhvr>
                                    </p:animEffect>
                                  </p:childTnLst>
                                </p:cTn>
                              </p:par>
                              <p:par>
                                <p:cTn id="28" presetID="3" presetClass="entr" presetSubtype="10" fill="hold" nodeType="withEffect">
                                  <p:stCondLst>
                                    <p:cond delay="0"/>
                                  </p:stCondLst>
                                  <p:childTnLst>
                                    <p:set>
                                      <p:cBhvr>
                                        <p:cTn id="29" dur="1" fill="hold">
                                          <p:stCondLst>
                                            <p:cond delay="0"/>
                                          </p:stCondLst>
                                        </p:cTn>
                                        <p:tgtEl>
                                          <p:spTgt spid="405512"/>
                                        </p:tgtEl>
                                        <p:attrNameLst>
                                          <p:attrName>style.visibility</p:attrName>
                                        </p:attrNameLst>
                                      </p:cBhvr>
                                      <p:to>
                                        <p:strVal val="visible"/>
                                      </p:to>
                                    </p:set>
                                    <p:animEffect transition="in" filter="blinds(horizontal)">
                                      <p:cBhvr>
                                        <p:cTn id="30" dur="500"/>
                                        <p:tgtEl>
                                          <p:spTgt spid="405512"/>
                                        </p:tgtEl>
                                      </p:cBhvr>
                                    </p:animEffect>
                                  </p:childTnLst>
                                </p:cTn>
                              </p:par>
                              <p:par>
                                <p:cTn id="31" presetID="3" presetClass="entr" presetSubtype="10" fill="hold" nodeType="withEffect">
                                  <p:stCondLst>
                                    <p:cond delay="0"/>
                                  </p:stCondLst>
                                  <p:childTnLst>
                                    <p:set>
                                      <p:cBhvr>
                                        <p:cTn id="32" dur="1" fill="hold">
                                          <p:stCondLst>
                                            <p:cond delay="0"/>
                                          </p:stCondLst>
                                        </p:cTn>
                                        <p:tgtEl>
                                          <p:spTgt spid="405517"/>
                                        </p:tgtEl>
                                        <p:attrNameLst>
                                          <p:attrName>style.visibility</p:attrName>
                                        </p:attrNameLst>
                                      </p:cBhvr>
                                      <p:to>
                                        <p:strVal val="visible"/>
                                      </p:to>
                                    </p:set>
                                    <p:animEffect transition="in" filter="blinds(horizontal)">
                                      <p:cBhvr>
                                        <p:cTn id="33" dur="500"/>
                                        <p:tgtEl>
                                          <p:spTgt spid="405517"/>
                                        </p:tgtEl>
                                      </p:cBhvr>
                                    </p:animEffect>
                                  </p:childTnLst>
                                </p:cTn>
                              </p:par>
                            </p:childTnLst>
                          </p:cTn>
                        </p:par>
                        <p:par>
                          <p:cTn id="34" fill="hold" nodeType="afterGroup">
                            <p:stCondLst>
                              <p:cond delay="500"/>
                            </p:stCondLst>
                            <p:childTnLst>
                              <p:par>
                                <p:cTn id="35" presetID="22" presetClass="entr" presetSubtype="8" fill="hold" nodeType="afterEffect">
                                  <p:stCondLst>
                                    <p:cond delay="0"/>
                                  </p:stCondLst>
                                  <p:childTnLst>
                                    <p:set>
                                      <p:cBhvr>
                                        <p:cTn id="36" dur="1" fill="hold">
                                          <p:stCondLst>
                                            <p:cond delay="0"/>
                                          </p:stCondLst>
                                        </p:cTn>
                                        <p:tgtEl>
                                          <p:spTgt spid="405515"/>
                                        </p:tgtEl>
                                        <p:attrNameLst>
                                          <p:attrName>style.visibility</p:attrName>
                                        </p:attrNameLst>
                                      </p:cBhvr>
                                      <p:to>
                                        <p:strVal val="visible"/>
                                      </p:to>
                                    </p:set>
                                    <p:animEffect transition="in" filter="wipe(left)">
                                      <p:cBhvr>
                                        <p:cTn id="37" dur="500"/>
                                        <p:tgtEl>
                                          <p:spTgt spid="405515"/>
                                        </p:tgtEl>
                                      </p:cBhvr>
                                    </p:animEffect>
                                  </p:childTnLst>
                                </p:cTn>
                              </p:par>
                            </p:childTnLst>
                          </p:cTn>
                        </p:par>
                        <p:par>
                          <p:cTn id="38" fill="hold" nodeType="afterGroup">
                            <p:stCondLst>
                              <p:cond delay="1000"/>
                            </p:stCondLst>
                            <p:childTnLst>
                              <p:par>
                                <p:cTn id="39" presetID="3" presetClass="entr" presetSubtype="10" fill="hold" grpId="0" nodeType="afterEffect">
                                  <p:stCondLst>
                                    <p:cond delay="0"/>
                                  </p:stCondLst>
                                  <p:childTnLst>
                                    <p:set>
                                      <p:cBhvr>
                                        <p:cTn id="40" dur="1" fill="hold">
                                          <p:stCondLst>
                                            <p:cond delay="0"/>
                                          </p:stCondLst>
                                        </p:cTn>
                                        <p:tgtEl>
                                          <p:spTgt spid="405524"/>
                                        </p:tgtEl>
                                        <p:attrNameLst>
                                          <p:attrName>style.visibility</p:attrName>
                                        </p:attrNameLst>
                                      </p:cBhvr>
                                      <p:to>
                                        <p:strVal val="visible"/>
                                      </p:to>
                                    </p:set>
                                    <p:animEffect transition="in" filter="blinds(horizontal)">
                                      <p:cBhvr>
                                        <p:cTn id="41" dur="500"/>
                                        <p:tgtEl>
                                          <p:spTgt spid="405524"/>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405526"/>
                                        </p:tgtEl>
                                        <p:attrNameLst>
                                          <p:attrName>style.visibility</p:attrName>
                                        </p:attrNameLst>
                                      </p:cBhvr>
                                      <p:to>
                                        <p:strVal val="visible"/>
                                      </p:to>
                                    </p:set>
                                    <p:animEffect transition="in" filter="blinds(horizontal)">
                                      <p:cBhvr>
                                        <p:cTn id="44" dur="500"/>
                                        <p:tgtEl>
                                          <p:spTgt spid="405526"/>
                                        </p:tgtEl>
                                      </p:cBhvr>
                                    </p:animEffect>
                                  </p:childTnLst>
                                </p:cTn>
                              </p:par>
                              <p:par>
                                <p:cTn id="45" presetID="3" presetClass="entr" presetSubtype="10" fill="hold" nodeType="withEffect">
                                  <p:stCondLst>
                                    <p:cond delay="0"/>
                                  </p:stCondLst>
                                  <p:childTnLst>
                                    <p:set>
                                      <p:cBhvr>
                                        <p:cTn id="46" dur="1" fill="hold">
                                          <p:stCondLst>
                                            <p:cond delay="0"/>
                                          </p:stCondLst>
                                        </p:cTn>
                                        <p:tgtEl>
                                          <p:spTgt spid="405523"/>
                                        </p:tgtEl>
                                        <p:attrNameLst>
                                          <p:attrName>style.visibility</p:attrName>
                                        </p:attrNameLst>
                                      </p:cBhvr>
                                      <p:to>
                                        <p:strVal val="visible"/>
                                      </p:to>
                                    </p:set>
                                    <p:animEffect transition="in" filter="blinds(horizontal)">
                                      <p:cBhvr>
                                        <p:cTn id="47" dur="500"/>
                                        <p:tgtEl>
                                          <p:spTgt spid="405523"/>
                                        </p:tgtEl>
                                      </p:cBhvr>
                                    </p:animEffect>
                                  </p:childTnLst>
                                </p:cTn>
                              </p:par>
                              <p:par>
                                <p:cTn id="48" presetID="3" presetClass="entr" presetSubtype="10" fill="hold" nodeType="withEffect">
                                  <p:stCondLst>
                                    <p:cond delay="0"/>
                                  </p:stCondLst>
                                  <p:childTnLst>
                                    <p:set>
                                      <p:cBhvr>
                                        <p:cTn id="49" dur="1" fill="hold">
                                          <p:stCondLst>
                                            <p:cond delay="0"/>
                                          </p:stCondLst>
                                        </p:cTn>
                                        <p:tgtEl>
                                          <p:spTgt spid="405525"/>
                                        </p:tgtEl>
                                        <p:attrNameLst>
                                          <p:attrName>style.visibility</p:attrName>
                                        </p:attrNameLst>
                                      </p:cBhvr>
                                      <p:to>
                                        <p:strVal val="visible"/>
                                      </p:to>
                                    </p:set>
                                    <p:animEffect transition="in" filter="blinds(horizontal)">
                                      <p:cBhvr>
                                        <p:cTn id="50" dur="500"/>
                                        <p:tgtEl>
                                          <p:spTgt spid="40552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2" fill="hold" nodeType="clickEffect">
                                  <p:stCondLst>
                                    <p:cond delay="0"/>
                                  </p:stCondLst>
                                  <p:childTnLst>
                                    <p:set>
                                      <p:cBhvr>
                                        <p:cTn id="54" dur="1" fill="hold">
                                          <p:stCondLst>
                                            <p:cond delay="0"/>
                                          </p:stCondLst>
                                        </p:cTn>
                                        <p:tgtEl>
                                          <p:spTgt spid="405514"/>
                                        </p:tgtEl>
                                        <p:attrNameLst>
                                          <p:attrName>style.visibility</p:attrName>
                                        </p:attrNameLst>
                                      </p:cBhvr>
                                      <p:to>
                                        <p:strVal val="visible"/>
                                      </p:to>
                                    </p:set>
                                    <p:animEffect transition="in" filter="wipe(right)">
                                      <p:cBhvr>
                                        <p:cTn id="55" dur="500"/>
                                        <p:tgtEl>
                                          <p:spTgt spid="405514"/>
                                        </p:tgtEl>
                                      </p:cBhvr>
                                    </p:animEffect>
                                  </p:childTnLst>
                                </p:cTn>
                              </p:par>
                            </p:childTnLst>
                          </p:cTn>
                        </p:par>
                        <p:par>
                          <p:cTn id="56" fill="hold" nodeType="afterGroup">
                            <p:stCondLst>
                              <p:cond delay="500"/>
                            </p:stCondLst>
                            <p:childTnLst>
                              <p:par>
                                <p:cTn id="57" presetID="3" presetClass="entr" presetSubtype="10" fill="hold" grpId="0" nodeType="afterEffect">
                                  <p:stCondLst>
                                    <p:cond delay="0"/>
                                  </p:stCondLst>
                                  <p:childTnLst>
                                    <p:set>
                                      <p:cBhvr>
                                        <p:cTn id="58" dur="1" fill="hold">
                                          <p:stCondLst>
                                            <p:cond delay="0"/>
                                          </p:stCondLst>
                                        </p:cTn>
                                        <p:tgtEl>
                                          <p:spTgt spid="405527"/>
                                        </p:tgtEl>
                                        <p:attrNameLst>
                                          <p:attrName>style.visibility</p:attrName>
                                        </p:attrNameLst>
                                      </p:cBhvr>
                                      <p:to>
                                        <p:strVal val="visible"/>
                                      </p:to>
                                    </p:set>
                                    <p:animEffect transition="in" filter="blinds(horizontal)">
                                      <p:cBhvr>
                                        <p:cTn id="59" dur="500"/>
                                        <p:tgtEl>
                                          <p:spTgt spid="405527"/>
                                        </p:tgtEl>
                                      </p:cBhvr>
                                    </p:animEffect>
                                  </p:childTnLst>
                                </p:cTn>
                              </p:par>
                              <p:par>
                                <p:cTn id="60" presetID="3" presetClass="entr" presetSubtype="10" fill="hold" nodeType="withEffect">
                                  <p:stCondLst>
                                    <p:cond delay="0"/>
                                  </p:stCondLst>
                                  <p:childTnLst>
                                    <p:set>
                                      <p:cBhvr>
                                        <p:cTn id="61" dur="1" fill="hold">
                                          <p:stCondLst>
                                            <p:cond delay="0"/>
                                          </p:stCondLst>
                                        </p:cTn>
                                        <p:tgtEl>
                                          <p:spTgt spid="405518"/>
                                        </p:tgtEl>
                                        <p:attrNameLst>
                                          <p:attrName>style.visibility</p:attrName>
                                        </p:attrNameLst>
                                      </p:cBhvr>
                                      <p:to>
                                        <p:strVal val="visible"/>
                                      </p:to>
                                    </p:set>
                                    <p:animEffect transition="in" filter="blinds(horizontal)">
                                      <p:cBhvr>
                                        <p:cTn id="62" dur="500"/>
                                        <p:tgtEl>
                                          <p:spTgt spid="405518"/>
                                        </p:tgtEl>
                                      </p:cBhvr>
                                    </p:animEffect>
                                  </p:childTnLst>
                                </p:cTn>
                              </p:par>
                              <p:par>
                                <p:cTn id="63" presetID="3" presetClass="entr" presetSubtype="10" fill="hold" nodeType="withEffect">
                                  <p:stCondLst>
                                    <p:cond delay="0"/>
                                  </p:stCondLst>
                                  <p:childTnLst>
                                    <p:set>
                                      <p:cBhvr>
                                        <p:cTn id="64" dur="1" fill="hold">
                                          <p:stCondLst>
                                            <p:cond delay="0"/>
                                          </p:stCondLst>
                                        </p:cTn>
                                        <p:tgtEl>
                                          <p:spTgt spid="405520"/>
                                        </p:tgtEl>
                                        <p:attrNameLst>
                                          <p:attrName>style.visibility</p:attrName>
                                        </p:attrNameLst>
                                      </p:cBhvr>
                                      <p:to>
                                        <p:strVal val="visible"/>
                                      </p:to>
                                    </p:set>
                                    <p:animEffect transition="in" filter="blinds(horizontal)">
                                      <p:cBhvr>
                                        <p:cTn id="65" dur="500"/>
                                        <p:tgtEl>
                                          <p:spTgt spid="405520"/>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405519"/>
                                        </p:tgtEl>
                                        <p:attrNameLst>
                                          <p:attrName>style.visibility</p:attrName>
                                        </p:attrNameLst>
                                      </p:cBhvr>
                                      <p:to>
                                        <p:strVal val="visible"/>
                                      </p:to>
                                    </p:set>
                                    <p:animEffect transition="in" filter="blinds(horizontal)">
                                      <p:cBhvr>
                                        <p:cTn id="68" dur="500"/>
                                        <p:tgtEl>
                                          <p:spTgt spid="405519"/>
                                        </p:tgtEl>
                                      </p:cBhvr>
                                    </p:animEffect>
                                  </p:childTnLst>
                                </p:cTn>
                              </p:par>
                              <p:par>
                                <p:cTn id="69" presetID="3" presetClass="entr" presetSubtype="10" fill="hold" nodeType="withEffect">
                                  <p:stCondLst>
                                    <p:cond delay="0"/>
                                  </p:stCondLst>
                                  <p:childTnLst>
                                    <p:set>
                                      <p:cBhvr>
                                        <p:cTn id="70" dur="1" fill="hold">
                                          <p:stCondLst>
                                            <p:cond delay="0"/>
                                          </p:stCondLst>
                                        </p:cTn>
                                        <p:tgtEl>
                                          <p:spTgt spid="405513"/>
                                        </p:tgtEl>
                                        <p:attrNameLst>
                                          <p:attrName>style.visibility</p:attrName>
                                        </p:attrNameLst>
                                      </p:cBhvr>
                                      <p:to>
                                        <p:strVal val="visible"/>
                                      </p:to>
                                    </p:set>
                                    <p:animEffect transition="in" filter="blinds(horizontal)">
                                      <p:cBhvr>
                                        <p:cTn id="71" dur="500"/>
                                        <p:tgtEl>
                                          <p:spTgt spid="405513"/>
                                        </p:tgtEl>
                                      </p:cBhvr>
                                    </p:animEffect>
                                  </p:childTnLst>
                                </p:cTn>
                              </p:par>
                              <p:par>
                                <p:cTn id="72" presetID="3" presetClass="entr" presetSubtype="10" fill="hold" nodeType="withEffect">
                                  <p:stCondLst>
                                    <p:cond delay="0"/>
                                  </p:stCondLst>
                                  <p:childTnLst>
                                    <p:set>
                                      <p:cBhvr>
                                        <p:cTn id="73" dur="1" fill="hold">
                                          <p:stCondLst>
                                            <p:cond delay="0"/>
                                          </p:stCondLst>
                                        </p:cTn>
                                        <p:tgtEl>
                                          <p:spTgt spid="405521"/>
                                        </p:tgtEl>
                                        <p:attrNameLst>
                                          <p:attrName>style.visibility</p:attrName>
                                        </p:attrNameLst>
                                      </p:cBhvr>
                                      <p:to>
                                        <p:strVal val="visible"/>
                                      </p:to>
                                    </p:set>
                                    <p:animEffect transition="in" filter="blinds(horizontal)">
                                      <p:cBhvr>
                                        <p:cTn id="74" dur="500"/>
                                        <p:tgtEl>
                                          <p:spTgt spid="405521"/>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3" presetClass="entr" presetSubtype="10" fill="hold" nodeType="clickEffect">
                                  <p:stCondLst>
                                    <p:cond delay="0"/>
                                  </p:stCondLst>
                                  <p:childTnLst>
                                    <p:set>
                                      <p:cBhvr>
                                        <p:cTn id="78" dur="1" fill="hold">
                                          <p:stCondLst>
                                            <p:cond delay="0"/>
                                          </p:stCondLst>
                                        </p:cTn>
                                        <p:tgtEl>
                                          <p:spTgt spid="405532"/>
                                        </p:tgtEl>
                                        <p:attrNameLst>
                                          <p:attrName>style.visibility</p:attrName>
                                        </p:attrNameLst>
                                      </p:cBhvr>
                                      <p:to>
                                        <p:strVal val="visible"/>
                                      </p:to>
                                    </p:set>
                                    <p:animEffect transition="in" filter="blinds(horizontal)">
                                      <p:cBhvr>
                                        <p:cTn id="79" dur="500"/>
                                        <p:tgtEl>
                                          <p:spTgt spid="405532"/>
                                        </p:tgtEl>
                                      </p:cBhvr>
                                    </p:animEffect>
                                  </p:childTnLst>
                                </p:cTn>
                              </p:par>
                              <p:par>
                                <p:cTn id="80" presetID="3" presetClass="entr" presetSubtype="10" fill="hold" nodeType="withEffect">
                                  <p:stCondLst>
                                    <p:cond delay="0"/>
                                  </p:stCondLst>
                                  <p:childTnLst>
                                    <p:set>
                                      <p:cBhvr>
                                        <p:cTn id="81" dur="1" fill="hold">
                                          <p:stCondLst>
                                            <p:cond delay="0"/>
                                          </p:stCondLst>
                                        </p:cTn>
                                        <p:tgtEl>
                                          <p:spTgt spid="405528"/>
                                        </p:tgtEl>
                                        <p:attrNameLst>
                                          <p:attrName>style.visibility</p:attrName>
                                        </p:attrNameLst>
                                      </p:cBhvr>
                                      <p:to>
                                        <p:strVal val="visible"/>
                                      </p:to>
                                    </p:set>
                                    <p:animEffect transition="in" filter="blinds(horizontal)">
                                      <p:cBhvr>
                                        <p:cTn id="82" dur="500"/>
                                        <p:tgtEl>
                                          <p:spTgt spid="405528"/>
                                        </p:tgtEl>
                                      </p:cBhvr>
                                    </p:animEffect>
                                  </p:childTnLst>
                                </p:cTn>
                              </p:par>
                              <p:par>
                                <p:cTn id="83" presetID="3" presetClass="entr" presetSubtype="10" fill="hold" nodeType="withEffect">
                                  <p:stCondLst>
                                    <p:cond delay="0"/>
                                  </p:stCondLst>
                                  <p:childTnLst>
                                    <p:set>
                                      <p:cBhvr>
                                        <p:cTn id="84" dur="1" fill="hold">
                                          <p:stCondLst>
                                            <p:cond delay="0"/>
                                          </p:stCondLst>
                                        </p:cTn>
                                        <p:tgtEl>
                                          <p:spTgt spid="2"/>
                                        </p:tgtEl>
                                        <p:attrNameLst>
                                          <p:attrName>style.visibility</p:attrName>
                                        </p:attrNameLst>
                                      </p:cBhvr>
                                      <p:to>
                                        <p:strVal val="visible"/>
                                      </p:to>
                                    </p:set>
                                    <p:animEffect transition="in" filter="blinds(horizontal)">
                                      <p:cBhvr>
                                        <p:cTn id="85" dur="500"/>
                                        <p:tgtEl>
                                          <p:spTgt spid="2"/>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3" presetClass="entr" presetSubtype="10" fill="hold" nodeType="clickEffect">
                                  <p:stCondLst>
                                    <p:cond delay="0"/>
                                  </p:stCondLst>
                                  <p:childTnLst>
                                    <p:set>
                                      <p:cBhvr>
                                        <p:cTn id="89" dur="1" fill="hold">
                                          <p:stCondLst>
                                            <p:cond delay="0"/>
                                          </p:stCondLst>
                                        </p:cTn>
                                        <p:tgtEl>
                                          <p:spTgt spid="405533"/>
                                        </p:tgtEl>
                                        <p:attrNameLst>
                                          <p:attrName>style.visibility</p:attrName>
                                        </p:attrNameLst>
                                      </p:cBhvr>
                                      <p:to>
                                        <p:strVal val="visible"/>
                                      </p:to>
                                    </p:set>
                                    <p:animEffect transition="in" filter="blinds(horizontal)">
                                      <p:cBhvr>
                                        <p:cTn id="90" dur="500"/>
                                        <p:tgtEl>
                                          <p:spTgt spid="405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507" grpId="0" animBg="1"/>
      <p:bldP spid="405510" grpId="0" animBg="1"/>
      <p:bldP spid="405511" grpId="0" animBg="1"/>
      <p:bldP spid="405519" grpId="0"/>
      <p:bldP spid="405522" grpId="0"/>
      <p:bldP spid="405524" grpId="0"/>
      <p:bldP spid="405526" grpId="0"/>
      <p:bldP spid="405527" grpId="0"/>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914" name="灯片编号占位符 4">
            <a:extLst>
              <a:ext uri="{FF2B5EF4-FFF2-40B4-BE49-F238E27FC236}">
                <a16:creationId xmlns:a16="http://schemas.microsoft.com/office/drawing/2014/main" id="{08CE7100-F545-4448-A181-C7DD2ED6B54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DABCCC59-AD28-4E55-A7AB-8DE0075B4E6B}" type="slidenum">
              <a:rPr lang="en-US" altLang="zh-CN" sz="1400" smtClean="0">
                <a:latin typeface="Times New Roman" panose="02020603050405020304" pitchFamily="18" charset="0"/>
              </a:rPr>
              <a:pPr>
                <a:spcBef>
                  <a:spcPct val="0"/>
                </a:spcBef>
                <a:buClrTx/>
                <a:buSzTx/>
                <a:buFontTx/>
                <a:buNone/>
              </a:pPr>
              <a:t>27</a:t>
            </a:fld>
            <a:endParaRPr lang="en-US" altLang="zh-CN" sz="1400">
              <a:latin typeface="Times New Roman" panose="02020603050405020304" pitchFamily="18" charset="0"/>
            </a:endParaRPr>
          </a:p>
        </p:txBody>
      </p:sp>
      <p:sp>
        <p:nvSpPr>
          <p:cNvPr id="38915" name="Rectangle 2">
            <a:extLst>
              <a:ext uri="{FF2B5EF4-FFF2-40B4-BE49-F238E27FC236}">
                <a16:creationId xmlns:a16="http://schemas.microsoft.com/office/drawing/2014/main" id="{C6EC0E9A-A42C-47C0-8EA9-C23A6220AA08}"/>
              </a:ext>
            </a:extLst>
          </p:cNvPr>
          <p:cNvSpPr>
            <a:spLocks noGrp="1" noChangeArrowheads="1"/>
          </p:cNvSpPr>
          <p:nvPr>
            <p:ph type="title"/>
          </p:nvPr>
        </p:nvSpPr>
        <p:spPr/>
        <p:txBody>
          <a:bodyPr/>
          <a:lstStyle/>
          <a:p>
            <a:r>
              <a:rPr lang="en-US" altLang="zh-CN" sz="3600">
                <a:ea typeface="宋体" panose="02010600030101010101" pitchFamily="2" charset="-122"/>
              </a:rPr>
              <a:t>Stop-and-Wait</a:t>
            </a:r>
            <a:endParaRPr lang="en-US" altLang="zh-CN">
              <a:ea typeface="宋体" panose="02010600030101010101" pitchFamily="2" charset="-122"/>
            </a:endParaRPr>
          </a:p>
        </p:txBody>
      </p:sp>
      <p:pic>
        <p:nvPicPr>
          <p:cNvPr id="402437" name="Picture 5">
            <a:extLst>
              <a:ext uri="{FF2B5EF4-FFF2-40B4-BE49-F238E27FC236}">
                <a16:creationId xmlns:a16="http://schemas.microsoft.com/office/drawing/2014/main" id="{B77DADC6-B066-4208-8504-83DD739E19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447800"/>
            <a:ext cx="3390900"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2438" name="Picture 6">
            <a:extLst>
              <a:ext uri="{FF2B5EF4-FFF2-40B4-BE49-F238E27FC236}">
                <a16:creationId xmlns:a16="http://schemas.microsoft.com/office/drawing/2014/main" id="{B18EE699-A941-4F65-A4D3-6A7314B078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1476375"/>
            <a:ext cx="3943350" cy="423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02437"/>
                                        </p:tgtEl>
                                        <p:attrNameLst>
                                          <p:attrName>style.visibility</p:attrName>
                                        </p:attrNameLst>
                                      </p:cBhvr>
                                      <p:to>
                                        <p:strVal val="visible"/>
                                      </p:to>
                                    </p:set>
                                    <p:animEffect transition="in" filter="blinds(horizontal)">
                                      <p:cBhvr>
                                        <p:cTn id="7" dur="500"/>
                                        <p:tgtEl>
                                          <p:spTgt spid="4024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02438"/>
                                        </p:tgtEl>
                                        <p:attrNameLst>
                                          <p:attrName>style.visibility</p:attrName>
                                        </p:attrNameLst>
                                      </p:cBhvr>
                                      <p:to>
                                        <p:strVal val="visible"/>
                                      </p:to>
                                    </p:set>
                                    <p:animEffect transition="in" filter="blinds(horizontal)">
                                      <p:cBhvr>
                                        <p:cTn id="12" dur="500"/>
                                        <p:tgtEl>
                                          <p:spTgt spid="402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938" name="灯片编号占位符 4">
            <a:extLst>
              <a:ext uri="{FF2B5EF4-FFF2-40B4-BE49-F238E27FC236}">
                <a16:creationId xmlns:a16="http://schemas.microsoft.com/office/drawing/2014/main" id="{727740A6-80D7-40AA-8758-67E7AC98782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9254EB92-7872-4AE3-A00C-C8E52997822E}" type="slidenum">
              <a:rPr lang="en-US" altLang="zh-CN" sz="1400" smtClean="0">
                <a:latin typeface="Times New Roman" panose="02020603050405020304" pitchFamily="18" charset="0"/>
              </a:rPr>
              <a:pPr>
                <a:spcBef>
                  <a:spcPct val="0"/>
                </a:spcBef>
                <a:buClrTx/>
                <a:buSzTx/>
                <a:buFontTx/>
                <a:buNone/>
              </a:pPr>
              <a:t>28</a:t>
            </a:fld>
            <a:endParaRPr lang="en-US" altLang="zh-CN" sz="1400">
              <a:latin typeface="Times New Roman" panose="02020603050405020304" pitchFamily="18" charset="0"/>
            </a:endParaRPr>
          </a:p>
        </p:txBody>
      </p:sp>
      <p:sp>
        <p:nvSpPr>
          <p:cNvPr id="39939" name="Rectangle 2">
            <a:extLst>
              <a:ext uri="{FF2B5EF4-FFF2-40B4-BE49-F238E27FC236}">
                <a16:creationId xmlns:a16="http://schemas.microsoft.com/office/drawing/2014/main" id="{F4F0F8D6-7AB5-4C08-8216-8522DF9000AB}"/>
              </a:ext>
            </a:extLst>
          </p:cNvPr>
          <p:cNvSpPr>
            <a:spLocks noGrp="1" noChangeArrowheads="1"/>
          </p:cNvSpPr>
          <p:nvPr>
            <p:ph type="title"/>
          </p:nvPr>
        </p:nvSpPr>
        <p:spPr/>
        <p:txBody>
          <a:bodyPr/>
          <a:lstStyle/>
          <a:p>
            <a:r>
              <a:rPr lang="en-US" altLang="zh-CN" sz="3600">
                <a:ea typeface="宋体" panose="02010600030101010101" pitchFamily="2" charset="-122"/>
              </a:rPr>
              <a:t>Stop-and-Wait</a:t>
            </a:r>
            <a:endParaRPr lang="en-US" altLang="zh-CN">
              <a:ea typeface="宋体" panose="02010600030101010101" pitchFamily="2" charset="-122"/>
            </a:endParaRPr>
          </a:p>
        </p:txBody>
      </p:sp>
      <p:pic>
        <p:nvPicPr>
          <p:cNvPr id="403461" name="Picture 5">
            <a:extLst>
              <a:ext uri="{FF2B5EF4-FFF2-40B4-BE49-F238E27FC236}">
                <a16:creationId xmlns:a16="http://schemas.microsoft.com/office/drawing/2014/main" id="{1E35ECFC-D457-4F98-A828-38B4CB2955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371600"/>
            <a:ext cx="37338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3462" name="Picture 6">
            <a:extLst>
              <a:ext uri="{FF2B5EF4-FFF2-40B4-BE49-F238E27FC236}">
                <a16:creationId xmlns:a16="http://schemas.microsoft.com/office/drawing/2014/main" id="{E9C76DA7-CBC3-41E0-AC35-1A12769554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1050" y="1343025"/>
            <a:ext cx="386715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03461"/>
                                        </p:tgtEl>
                                        <p:attrNameLst>
                                          <p:attrName>style.visibility</p:attrName>
                                        </p:attrNameLst>
                                      </p:cBhvr>
                                      <p:to>
                                        <p:strVal val="visible"/>
                                      </p:to>
                                    </p:set>
                                    <p:animEffect transition="in" filter="blinds(horizontal)">
                                      <p:cBhvr>
                                        <p:cTn id="7" dur="500"/>
                                        <p:tgtEl>
                                          <p:spTgt spid="4034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03462"/>
                                        </p:tgtEl>
                                        <p:attrNameLst>
                                          <p:attrName>style.visibility</p:attrName>
                                        </p:attrNameLst>
                                      </p:cBhvr>
                                      <p:to>
                                        <p:strVal val="visible"/>
                                      </p:to>
                                    </p:set>
                                    <p:animEffect transition="in" filter="blinds(horizontal)">
                                      <p:cBhvr>
                                        <p:cTn id="12" dur="500"/>
                                        <p:tgtEl>
                                          <p:spTgt spid="403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62" name="灯片编号占位符 6">
            <a:extLst>
              <a:ext uri="{FF2B5EF4-FFF2-40B4-BE49-F238E27FC236}">
                <a16:creationId xmlns:a16="http://schemas.microsoft.com/office/drawing/2014/main" id="{852581C0-F8A0-4CB5-9CFC-5A0CAD7410B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EE584407-B924-4692-922F-BA32B817C8B0}" type="slidenum">
              <a:rPr lang="en-US" altLang="zh-CN" sz="1400" smtClean="0">
                <a:latin typeface="Times New Roman" panose="02020603050405020304" pitchFamily="18" charset="0"/>
              </a:rPr>
              <a:pPr>
                <a:spcBef>
                  <a:spcPct val="0"/>
                </a:spcBef>
                <a:buClrTx/>
                <a:buSzTx/>
                <a:buFontTx/>
                <a:buNone/>
              </a:pPr>
              <a:t>29</a:t>
            </a:fld>
            <a:endParaRPr lang="en-US" altLang="zh-CN" sz="1400">
              <a:latin typeface="Times New Roman" panose="02020603050405020304" pitchFamily="18" charset="0"/>
            </a:endParaRPr>
          </a:p>
        </p:txBody>
      </p:sp>
      <p:sp>
        <p:nvSpPr>
          <p:cNvPr id="40963" name="Rectangle 2">
            <a:extLst>
              <a:ext uri="{FF2B5EF4-FFF2-40B4-BE49-F238E27FC236}">
                <a16:creationId xmlns:a16="http://schemas.microsoft.com/office/drawing/2014/main" id="{00C6761A-41ED-4803-AF4C-D978E14A66D6}"/>
              </a:ext>
            </a:extLst>
          </p:cNvPr>
          <p:cNvSpPr>
            <a:spLocks noGrp="1" noChangeArrowheads="1"/>
          </p:cNvSpPr>
          <p:nvPr>
            <p:ph type="title"/>
          </p:nvPr>
        </p:nvSpPr>
        <p:spPr/>
        <p:txBody>
          <a:bodyPr/>
          <a:lstStyle/>
          <a:p>
            <a:r>
              <a:rPr lang="en-US" altLang="zh-CN" sz="3600">
                <a:ea typeface="宋体" panose="02010600030101010101" pitchFamily="2" charset="-122"/>
              </a:rPr>
              <a:t>Pipelined Protocols</a:t>
            </a:r>
            <a:endParaRPr lang="en-US" altLang="zh-CN">
              <a:ea typeface="宋体" panose="02010600030101010101" pitchFamily="2" charset="-122"/>
            </a:endParaRPr>
          </a:p>
        </p:txBody>
      </p:sp>
      <p:sp>
        <p:nvSpPr>
          <p:cNvPr id="406531" name="Rectangle 3">
            <a:extLst>
              <a:ext uri="{FF2B5EF4-FFF2-40B4-BE49-F238E27FC236}">
                <a16:creationId xmlns:a16="http://schemas.microsoft.com/office/drawing/2014/main" id="{012C0114-C34F-4C35-BC97-51BFBDE2BC64}"/>
              </a:ext>
            </a:extLst>
          </p:cNvPr>
          <p:cNvSpPr>
            <a:spLocks noGrp="1" noChangeArrowheads="1"/>
          </p:cNvSpPr>
          <p:nvPr>
            <p:ph type="body" sz="half" idx="1"/>
          </p:nvPr>
        </p:nvSpPr>
        <p:spPr>
          <a:xfrm>
            <a:off x="523875" y="1304925"/>
            <a:ext cx="7591425" cy="4648200"/>
          </a:xfrm>
        </p:spPr>
        <p:txBody>
          <a:bodyPr/>
          <a:lstStyle/>
          <a:p>
            <a:pPr>
              <a:buFont typeface="ZapfDingbats" pitchFamily="82" charset="2"/>
              <a:buNone/>
            </a:pPr>
            <a:r>
              <a:rPr lang="en-US" altLang="zh-CN" sz="2600">
                <a:solidFill>
                  <a:srgbClr val="FF0000"/>
                </a:solidFill>
                <a:ea typeface="宋体" panose="02010600030101010101" pitchFamily="2" charset="-122"/>
              </a:rPr>
              <a:t>Pipelining:</a:t>
            </a:r>
            <a:r>
              <a:rPr lang="en-US" altLang="zh-CN" sz="2600">
                <a:ea typeface="宋体" panose="02010600030101010101" pitchFamily="2" charset="-122"/>
              </a:rPr>
              <a:t> sender allows multiple, “in-flight”, yet-to-be-acknowledged pkts</a:t>
            </a:r>
          </a:p>
          <a:p>
            <a:pPr lvl="1"/>
            <a:r>
              <a:rPr lang="en-US" altLang="zh-CN" sz="2200">
                <a:ea typeface="宋体" panose="02010600030101010101" pitchFamily="2" charset="-122"/>
              </a:rPr>
              <a:t>Range of sequence numbers must be increased</a:t>
            </a:r>
          </a:p>
          <a:p>
            <a:pPr lvl="1"/>
            <a:r>
              <a:rPr lang="en-US" altLang="zh-CN" sz="2200">
                <a:ea typeface="宋体" panose="02010600030101010101" pitchFamily="2" charset="-122"/>
              </a:rPr>
              <a:t>Buffering at sender and/or receiver</a:t>
            </a:r>
          </a:p>
        </p:txBody>
      </p:sp>
      <p:pic>
        <p:nvPicPr>
          <p:cNvPr id="406532" name="Picture 4" descr="rdt_pipelined1">
            <a:extLst>
              <a:ext uri="{FF2B5EF4-FFF2-40B4-BE49-F238E27FC236}">
                <a16:creationId xmlns:a16="http://schemas.microsoft.com/office/drawing/2014/main" id="{F8F5EB68-5823-4089-94EE-0B253B49A5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9675" y="3276600"/>
            <a:ext cx="6867525" cy="266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06531">
                                            <p:txEl>
                                              <p:pRg st="0" end="0"/>
                                            </p:txEl>
                                          </p:spTgt>
                                        </p:tgtEl>
                                        <p:attrNameLst>
                                          <p:attrName>style.visibility</p:attrName>
                                        </p:attrNameLst>
                                      </p:cBhvr>
                                      <p:to>
                                        <p:strVal val="visible"/>
                                      </p:to>
                                    </p:set>
                                    <p:animEffect transition="in" filter="blinds(horizontal)">
                                      <p:cBhvr>
                                        <p:cTn id="7" dur="500"/>
                                        <p:tgtEl>
                                          <p:spTgt spid="406531">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06531">
                                            <p:txEl>
                                              <p:pRg st="1" end="1"/>
                                            </p:txEl>
                                          </p:spTgt>
                                        </p:tgtEl>
                                        <p:attrNameLst>
                                          <p:attrName>style.visibility</p:attrName>
                                        </p:attrNameLst>
                                      </p:cBhvr>
                                      <p:to>
                                        <p:strVal val="visible"/>
                                      </p:to>
                                    </p:set>
                                    <p:animEffect transition="in" filter="blinds(horizontal)">
                                      <p:cBhvr>
                                        <p:cTn id="10" dur="500"/>
                                        <p:tgtEl>
                                          <p:spTgt spid="406531">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06531">
                                            <p:txEl>
                                              <p:pRg st="2" end="2"/>
                                            </p:txEl>
                                          </p:spTgt>
                                        </p:tgtEl>
                                        <p:attrNameLst>
                                          <p:attrName>style.visibility</p:attrName>
                                        </p:attrNameLst>
                                      </p:cBhvr>
                                      <p:to>
                                        <p:strVal val="visible"/>
                                      </p:to>
                                    </p:set>
                                    <p:animEffect transition="in" filter="blinds(horizontal)">
                                      <p:cBhvr>
                                        <p:cTn id="13" dur="500"/>
                                        <p:tgtEl>
                                          <p:spTgt spid="406531">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06532"/>
                                        </p:tgtEl>
                                        <p:attrNameLst>
                                          <p:attrName>style.visibility</p:attrName>
                                        </p:attrNameLst>
                                      </p:cBhvr>
                                      <p:to>
                                        <p:strVal val="visible"/>
                                      </p:to>
                                    </p:set>
                                    <p:animEffect transition="in" filter="blinds(horizontal)">
                                      <p:cBhvr>
                                        <p:cTn id="16" dur="500"/>
                                        <p:tgtEl>
                                          <p:spTgt spid="406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986" name="灯片编号占位符 5">
            <a:extLst>
              <a:ext uri="{FF2B5EF4-FFF2-40B4-BE49-F238E27FC236}">
                <a16:creationId xmlns:a16="http://schemas.microsoft.com/office/drawing/2014/main" id="{DE066456-6743-4CE0-99D4-4FCD4548F7A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C674BE04-C900-4126-8EFC-8F521317C635}" type="slidenum">
              <a:rPr lang="en-US" altLang="zh-CN" sz="1400" smtClean="0">
                <a:latin typeface="Times New Roman" panose="02020603050405020304" pitchFamily="18" charset="0"/>
              </a:rPr>
              <a:pPr>
                <a:spcBef>
                  <a:spcPct val="0"/>
                </a:spcBef>
                <a:buClrTx/>
                <a:buSzTx/>
                <a:buFontTx/>
                <a:buNone/>
              </a:pPr>
              <a:t>30</a:t>
            </a:fld>
            <a:endParaRPr lang="en-US" altLang="zh-CN" sz="1400">
              <a:latin typeface="Times New Roman" panose="02020603050405020304" pitchFamily="18" charset="0"/>
            </a:endParaRPr>
          </a:p>
        </p:txBody>
      </p:sp>
      <p:sp>
        <p:nvSpPr>
          <p:cNvPr id="41987" name="Rectangle 2">
            <a:extLst>
              <a:ext uri="{FF2B5EF4-FFF2-40B4-BE49-F238E27FC236}">
                <a16:creationId xmlns:a16="http://schemas.microsoft.com/office/drawing/2014/main" id="{A2487215-2E21-4A47-B08B-A14EEEB31BCB}"/>
              </a:ext>
            </a:extLst>
          </p:cNvPr>
          <p:cNvSpPr>
            <a:spLocks noGrp="1" noChangeArrowheads="1"/>
          </p:cNvSpPr>
          <p:nvPr>
            <p:ph type="title"/>
          </p:nvPr>
        </p:nvSpPr>
        <p:spPr/>
        <p:txBody>
          <a:bodyPr/>
          <a:lstStyle/>
          <a:p>
            <a:r>
              <a:rPr lang="en-US" altLang="zh-CN">
                <a:ea typeface="宋体" panose="02010600030101010101" pitchFamily="2" charset="-122"/>
              </a:rPr>
              <a:t>Pipelined Protocols</a:t>
            </a:r>
          </a:p>
        </p:txBody>
      </p:sp>
      <p:sp>
        <p:nvSpPr>
          <p:cNvPr id="407555" name="Rectangle 3">
            <a:extLst>
              <a:ext uri="{FF2B5EF4-FFF2-40B4-BE49-F238E27FC236}">
                <a16:creationId xmlns:a16="http://schemas.microsoft.com/office/drawing/2014/main" id="{44AA21CC-A87A-444F-AAD3-E9EB2318CB2E}"/>
              </a:ext>
            </a:extLst>
          </p:cNvPr>
          <p:cNvSpPr>
            <a:spLocks noGrp="1" noChangeArrowheads="1"/>
          </p:cNvSpPr>
          <p:nvPr>
            <p:ph type="body" idx="1"/>
          </p:nvPr>
        </p:nvSpPr>
        <p:spPr/>
        <p:txBody>
          <a:bodyPr/>
          <a:lstStyle/>
          <a:p>
            <a:r>
              <a:rPr lang="en-US" altLang="zh-CN" sz="2600">
                <a:ea typeface="宋体" panose="02010600030101010101" pitchFamily="2" charset="-122"/>
              </a:rPr>
              <a:t>Advantage:  much better bandwidth utilization than stop-and-wait</a:t>
            </a:r>
          </a:p>
          <a:p>
            <a:r>
              <a:rPr lang="en-US" altLang="zh-CN" sz="2600">
                <a:ea typeface="宋体" panose="02010600030101010101" pitchFamily="2" charset="-122"/>
              </a:rPr>
              <a:t>Disadvantage: More complicated to deal with reliability issues, e.g., corrupted, lost, out of order data.</a:t>
            </a:r>
          </a:p>
          <a:p>
            <a:pPr lvl="1"/>
            <a:r>
              <a:rPr lang="en-US" altLang="zh-CN">
                <a:ea typeface="宋体" panose="02010600030101010101" pitchFamily="2" charset="-122"/>
              </a:rPr>
              <a:t>Two generic approaches to solving this</a:t>
            </a:r>
          </a:p>
          <a:p>
            <a:pPr lvl="2"/>
            <a:r>
              <a:rPr lang="en-US" altLang="zh-CN" sz="2200" i="1">
                <a:solidFill>
                  <a:srgbClr val="FF0000"/>
                </a:solidFill>
                <a:ea typeface="宋体" panose="02010600030101010101" pitchFamily="2" charset="-122"/>
              </a:rPr>
              <a:t>Go-Back-N </a:t>
            </a:r>
            <a:r>
              <a:rPr lang="en-US" altLang="zh-CN" sz="2200" i="1">
                <a:ea typeface="宋体" panose="02010600030101010101" pitchFamily="2" charset="-122"/>
              </a:rPr>
              <a:t>protocols</a:t>
            </a:r>
          </a:p>
          <a:p>
            <a:pPr lvl="2"/>
            <a:r>
              <a:rPr lang="en-US" altLang="zh-CN" sz="2200" i="1">
                <a:solidFill>
                  <a:srgbClr val="FF0000"/>
                </a:solidFill>
                <a:ea typeface="宋体" panose="02010600030101010101" pitchFamily="2" charset="-122"/>
              </a:rPr>
              <a:t>Selective repeat </a:t>
            </a:r>
            <a:r>
              <a:rPr lang="en-US" altLang="zh-CN" sz="2200" i="1">
                <a:ea typeface="宋体" panose="02010600030101010101" pitchFamily="2" charset="-122"/>
              </a:rPr>
              <a:t>protocols</a:t>
            </a:r>
          </a:p>
          <a:p>
            <a:pPr lvl="2">
              <a:buFontTx/>
              <a:buNone/>
            </a:pPr>
            <a:endParaRPr lang="en-US" altLang="zh-CN" sz="2200" i="1">
              <a:ea typeface="宋体" panose="02010600030101010101" pitchFamily="2" charset="-122"/>
            </a:endParaRPr>
          </a:p>
          <a:p>
            <a:r>
              <a:rPr lang="en-US" altLang="zh-CN" sz="2600">
                <a:ea typeface="宋体" panose="02010600030101010101" pitchFamily="2" charset="-122"/>
              </a:rPr>
              <a:t>Note:</a:t>
            </a:r>
            <a:r>
              <a:rPr lang="en-US" altLang="zh-CN" sz="2600" i="1">
                <a:ea typeface="宋体" panose="02010600030101010101" pitchFamily="2" charset="-122"/>
              </a:rPr>
              <a:t> TCP is not exactly either</a:t>
            </a:r>
          </a:p>
        </p:txBody>
      </p:sp>
      <p:pic>
        <p:nvPicPr>
          <p:cNvPr id="407556" name="Picture 4" descr="j0280895[1]">
            <a:extLst>
              <a:ext uri="{FF2B5EF4-FFF2-40B4-BE49-F238E27FC236}">
                <a16:creationId xmlns:a16="http://schemas.microsoft.com/office/drawing/2014/main" id="{E0A18DAB-FE06-426B-94A5-4DB318869C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0" y="4483100"/>
            <a:ext cx="1798638" cy="170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07555">
                                            <p:txEl>
                                              <p:pRg st="0" end="0"/>
                                            </p:txEl>
                                          </p:spTgt>
                                        </p:tgtEl>
                                        <p:attrNameLst>
                                          <p:attrName>style.visibility</p:attrName>
                                        </p:attrNameLst>
                                      </p:cBhvr>
                                      <p:to>
                                        <p:strVal val="visible"/>
                                      </p:to>
                                    </p:set>
                                    <p:animEffect transition="in" filter="blinds(horizontal)">
                                      <p:cBhvr>
                                        <p:cTn id="7" dur="500"/>
                                        <p:tgtEl>
                                          <p:spTgt spid="40755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07556"/>
                                        </p:tgtEl>
                                        <p:attrNameLst>
                                          <p:attrName>style.visibility</p:attrName>
                                        </p:attrNameLst>
                                      </p:cBhvr>
                                      <p:to>
                                        <p:strVal val="visible"/>
                                      </p:to>
                                    </p:set>
                                    <p:animEffect transition="in" filter="blinds(horizontal)">
                                      <p:cBhvr>
                                        <p:cTn id="10" dur="500"/>
                                        <p:tgtEl>
                                          <p:spTgt spid="40755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407555">
                                            <p:txEl>
                                              <p:pRg st="1" end="1"/>
                                            </p:txEl>
                                          </p:spTgt>
                                        </p:tgtEl>
                                        <p:attrNameLst>
                                          <p:attrName>style.visibility</p:attrName>
                                        </p:attrNameLst>
                                      </p:cBhvr>
                                      <p:to>
                                        <p:strVal val="visible"/>
                                      </p:to>
                                    </p:set>
                                    <p:animEffect transition="in" filter="blinds(horizontal)">
                                      <p:cBhvr>
                                        <p:cTn id="15" dur="500"/>
                                        <p:tgtEl>
                                          <p:spTgt spid="407555">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07555">
                                            <p:txEl>
                                              <p:pRg st="2" end="2"/>
                                            </p:txEl>
                                          </p:spTgt>
                                        </p:tgtEl>
                                        <p:attrNameLst>
                                          <p:attrName>style.visibility</p:attrName>
                                        </p:attrNameLst>
                                      </p:cBhvr>
                                      <p:to>
                                        <p:strVal val="visible"/>
                                      </p:to>
                                    </p:set>
                                    <p:animEffect transition="in" filter="blinds(horizontal)">
                                      <p:cBhvr>
                                        <p:cTn id="18" dur="500"/>
                                        <p:tgtEl>
                                          <p:spTgt spid="407555">
                                            <p:txEl>
                                              <p:pRg st="2" end="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407555">
                                            <p:txEl>
                                              <p:pRg st="3" end="3"/>
                                            </p:txEl>
                                          </p:spTgt>
                                        </p:tgtEl>
                                        <p:attrNameLst>
                                          <p:attrName>style.visibility</p:attrName>
                                        </p:attrNameLst>
                                      </p:cBhvr>
                                      <p:to>
                                        <p:strVal val="visible"/>
                                      </p:to>
                                    </p:set>
                                    <p:animEffect transition="in" filter="blinds(horizontal)">
                                      <p:cBhvr>
                                        <p:cTn id="21" dur="500"/>
                                        <p:tgtEl>
                                          <p:spTgt spid="407555">
                                            <p:txEl>
                                              <p:pRg st="3" end="3"/>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407555">
                                            <p:txEl>
                                              <p:pRg st="4" end="4"/>
                                            </p:txEl>
                                          </p:spTgt>
                                        </p:tgtEl>
                                        <p:attrNameLst>
                                          <p:attrName>style.visibility</p:attrName>
                                        </p:attrNameLst>
                                      </p:cBhvr>
                                      <p:to>
                                        <p:strVal val="visible"/>
                                      </p:to>
                                    </p:set>
                                    <p:animEffect transition="in" filter="blinds(horizontal)">
                                      <p:cBhvr>
                                        <p:cTn id="24" dur="500"/>
                                        <p:tgtEl>
                                          <p:spTgt spid="407555">
                                            <p:txEl>
                                              <p:pRg st="4" end="4"/>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407555">
                                            <p:txEl>
                                              <p:pRg st="6" end="6"/>
                                            </p:txEl>
                                          </p:spTgt>
                                        </p:tgtEl>
                                        <p:attrNameLst>
                                          <p:attrName>style.visibility</p:attrName>
                                        </p:attrNameLst>
                                      </p:cBhvr>
                                      <p:to>
                                        <p:strVal val="visible"/>
                                      </p:to>
                                    </p:set>
                                    <p:animEffect transition="in" filter="blinds(horizontal)">
                                      <p:cBhvr>
                                        <p:cTn id="29" dur="500"/>
                                        <p:tgtEl>
                                          <p:spTgt spid="40755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0" name="灯片编号占位符 5">
            <a:extLst>
              <a:ext uri="{FF2B5EF4-FFF2-40B4-BE49-F238E27FC236}">
                <a16:creationId xmlns:a16="http://schemas.microsoft.com/office/drawing/2014/main" id="{D663B060-8DD1-4D39-A88B-B948F176C4A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1C2D018D-C028-438A-AAE0-5323D7185746}" type="slidenum">
              <a:rPr lang="en-US" altLang="zh-CN" sz="1400" smtClean="0">
                <a:latin typeface="Times New Roman" panose="02020603050405020304" pitchFamily="18" charset="0"/>
              </a:rPr>
              <a:pPr>
                <a:spcBef>
                  <a:spcPct val="0"/>
                </a:spcBef>
                <a:buClrTx/>
                <a:buSzTx/>
                <a:buFontTx/>
                <a:buNone/>
              </a:pPr>
              <a:t>31</a:t>
            </a:fld>
            <a:endParaRPr lang="en-US" altLang="zh-CN" sz="1400">
              <a:latin typeface="Times New Roman" panose="02020603050405020304" pitchFamily="18" charset="0"/>
            </a:endParaRPr>
          </a:p>
        </p:txBody>
      </p:sp>
      <p:sp>
        <p:nvSpPr>
          <p:cNvPr id="43011" name="Rectangle 2">
            <a:extLst>
              <a:ext uri="{FF2B5EF4-FFF2-40B4-BE49-F238E27FC236}">
                <a16:creationId xmlns:a16="http://schemas.microsoft.com/office/drawing/2014/main" id="{FC5DDA58-75DD-4BB0-AE68-FFBC09C6C5E8}"/>
              </a:ext>
            </a:extLst>
          </p:cNvPr>
          <p:cNvSpPr>
            <a:spLocks noGrp="1" noChangeArrowheads="1"/>
          </p:cNvSpPr>
          <p:nvPr>
            <p:ph type="title"/>
          </p:nvPr>
        </p:nvSpPr>
        <p:spPr/>
        <p:txBody>
          <a:bodyPr/>
          <a:lstStyle/>
          <a:p>
            <a:r>
              <a:rPr lang="en-US" altLang="zh-CN" sz="3600">
                <a:ea typeface="宋体" panose="02010600030101010101" pitchFamily="2" charset="-122"/>
              </a:rPr>
              <a:t>Pipelining: Increased Utilization</a:t>
            </a:r>
          </a:p>
        </p:txBody>
      </p:sp>
      <p:sp>
        <p:nvSpPr>
          <p:cNvPr id="408579" name="Line 3">
            <a:extLst>
              <a:ext uri="{FF2B5EF4-FFF2-40B4-BE49-F238E27FC236}">
                <a16:creationId xmlns:a16="http://schemas.microsoft.com/office/drawing/2014/main" id="{52A82734-B1A9-44B0-8EFF-3E777E8CC563}"/>
              </a:ext>
            </a:extLst>
          </p:cNvPr>
          <p:cNvSpPr>
            <a:spLocks noChangeShapeType="1"/>
          </p:cNvSpPr>
          <p:nvPr/>
        </p:nvSpPr>
        <p:spPr bwMode="auto">
          <a:xfrm>
            <a:off x="3171825" y="1778000"/>
            <a:ext cx="2082800" cy="931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8580" name="Text Box 4">
            <a:extLst>
              <a:ext uri="{FF2B5EF4-FFF2-40B4-BE49-F238E27FC236}">
                <a16:creationId xmlns:a16="http://schemas.microsoft.com/office/drawing/2014/main" id="{BAE4E9CB-C129-4BB1-9099-CE1F31C54B5A}"/>
              </a:ext>
            </a:extLst>
          </p:cNvPr>
          <p:cNvSpPr txBox="1">
            <a:spLocks noChangeArrowheads="1"/>
          </p:cNvSpPr>
          <p:nvPr/>
        </p:nvSpPr>
        <p:spPr bwMode="auto">
          <a:xfrm>
            <a:off x="114300" y="1571625"/>
            <a:ext cx="3057525" cy="3540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600">
                <a:latin typeface="Arial" panose="020B0604020202020204" pitchFamily="34" charset="0"/>
                <a:ea typeface="宋体" panose="02010600030101010101" pitchFamily="2" charset="-122"/>
              </a:rPr>
              <a:t>first packet bit transmitted, t = 0</a:t>
            </a:r>
            <a:endParaRPr lang="en-US" altLang="zh-CN" sz="1600">
              <a:latin typeface="Times New Roman" panose="02020603050405020304" pitchFamily="18" charset="0"/>
              <a:ea typeface="宋体" panose="02010600030101010101" pitchFamily="2" charset="-122"/>
            </a:endParaRPr>
          </a:p>
        </p:txBody>
      </p:sp>
      <p:sp>
        <p:nvSpPr>
          <p:cNvPr id="408581" name="Line 5">
            <a:extLst>
              <a:ext uri="{FF2B5EF4-FFF2-40B4-BE49-F238E27FC236}">
                <a16:creationId xmlns:a16="http://schemas.microsoft.com/office/drawing/2014/main" id="{B058F3DB-77C2-4206-81ED-CAA4E2B4A173}"/>
              </a:ext>
            </a:extLst>
          </p:cNvPr>
          <p:cNvSpPr>
            <a:spLocks noChangeShapeType="1"/>
          </p:cNvSpPr>
          <p:nvPr/>
        </p:nvSpPr>
        <p:spPr bwMode="auto">
          <a:xfrm>
            <a:off x="3162300" y="1555750"/>
            <a:ext cx="38100" cy="3625850"/>
          </a:xfrm>
          <a:prstGeom prst="line">
            <a:avLst/>
          </a:prstGeom>
          <a:noFill/>
          <a:ln w="28575">
            <a:solidFill>
              <a:srgbClr val="66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8582" name="Line 6">
            <a:extLst>
              <a:ext uri="{FF2B5EF4-FFF2-40B4-BE49-F238E27FC236}">
                <a16:creationId xmlns:a16="http://schemas.microsoft.com/office/drawing/2014/main" id="{4A63B005-0DE7-408B-826E-3CCBA6F4B0C6}"/>
              </a:ext>
            </a:extLst>
          </p:cNvPr>
          <p:cNvSpPr>
            <a:spLocks noChangeShapeType="1"/>
          </p:cNvSpPr>
          <p:nvPr/>
        </p:nvSpPr>
        <p:spPr bwMode="auto">
          <a:xfrm>
            <a:off x="5243513" y="1568450"/>
            <a:ext cx="14287" cy="3536950"/>
          </a:xfrm>
          <a:prstGeom prst="line">
            <a:avLst/>
          </a:prstGeom>
          <a:noFill/>
          <a:ln w="28575">
            <a:solidFill>
              <a:srgbClr val="66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8583" name="Text Box 7">
            <a:extLst>
              <a:ext uri="{FF2B5EF4-FFF2-40B4-BE49-F238E27FC236}">
                <a16:creationId xmlns:a16="http://schemas.microsoft.com/office/drawing/2014/main" id="{6A1A980F-FE4A-4B64-9FDD-1BFA96319C30}"/>
              </a:ext>
            </a:extLst>
          </p:cNvPr>
          <p:cNvSpPr txBox="1">
            <a:spLocks noChangeArrowheads="1"/>
          </p:cNvSpPr>
          <p:nvPr/>
        </p:nvSpPr>
        <p:spPr bwMode="auto">
          <a:xfrm>
            <a:off x="2701925" y="1228725"/>
            <a:ext cx="1042988" cy="355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2000">
                <a:ea typeface="宋体" panose="02010600030101010101" pitchFamily="2" charset="-122"/>
              </a:rPr>
              <a:t>sender</a:t>
            </a:r>
          </a:p>
        </p:txBody>
      </p:sp>
      <p:sp>
        <p:nvSpPr>
          <p:cNvPr id="408584" name="Text Box 8">
            <a:extLst>
              <a:ext uri="{FF2B5EF4-FFF2-40B4-BE49-F238E27FC236}">
                <a16:creationId xmlns:a16="http://schemas.microsoft.com/office/drawing/2014/main" id="{86615F1A-BCC2-4A87-A734-3FE7EEC30876}"/>
              </a:ext>
            </a:extLst>
          </p:cNvPr>
          <p:cNvSpPr txBox="1">
            <a:spLocks noChangeArrowheads="1"/>
          </p:cNvSpPr>
          <p:nvPr/>
        </p:nvSpPr>
        <p:spPr bwMode="auto">
          <a:xfrm>
            <a:off x="4572000" y="1244600"/>
            <a:ext cx="1295400" cy="355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2000">
                <a:ea typeface="宋体" panose="02010600030101010101" pitchFamily="2" charset="-122"/>
              </a:rPr>
              <a:t>receiver</a:t>
            </a:r>
          </a:p>
        </p:txBody>
      </p:sp>
      <p:sp>
        <p:nvSpPr>
          <p:cNvPr id="408585" name="Line 9">
            <a:extLst>
              <a:ext uri="{FF2B5EF4-FFF2-40B4-BE49-F238E27FC236}">
                <a16:creationId xmlns:a16="http://schemas.microsoft.com/office/drawing/2014/main" id="{BAC247E3-B45E-4CEF-878F-6BD1DED6319F}"/>
              </a:ext>
            </a:extLst>
          </p:cNvPr>
          <p:cNvSpPr>
            <a:spLocks noChangeShapeType="1"/>
          </p:cNvSpPr>
          <p:nvPr/>
        </p:nvSpPr>
        <p:spPr bwMode="auto">
          <a:xfrm>
            <a:off x="3182938" y="1773238"/>
            <a:ext cx="2049462" cy="3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8586" name="Line 10">
            <a:extLst>
              <a:ext uri="{FF2B5EF4-FFF2-40B4-BE49-F238E27FC236}">
                <a16:creationId xmlns:a16="http://schemas.microsoft.com/office/drawing/2014/main" id="{6B429178-1652-4568-B56C-E37846C46A95}"/>
              </a:ext>
            </a:extLst>
          </p:cNvPr>
          <p:cNvSpPr>
            <a:spLocks noChangeShapeType="1"/>
          </p:cNvSpPr>
          <p:nvPr/>
        </p:nvSpPr>
        <p:spPr bwMode="auto">
          <a:xfrm>
            <a:off x="3189288" y="3905250"/>
            <a:ext cx="2049462"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8587" name="Freeform 11">
            <a:extLst>
              <a:ext uri="{FF2B5EF4-FFF2-40B4-BE49-F238E27FC236}">
                <a16:creationId xmlns:a16="http://schemas.microsoft.com/office/drawing/2014/main" id="{66B37599-F7EA-4F42-BC2E-3A9E71B3075F}"/>
              </a:ext>
            </a:extLst>
          </p:cNvPr>
          <p:cNvSpPr>
            <a:spLocks/>
          </p:cNvSpPr>
          <p:nvPr/>
        </p:nvSpPr>
        <p:spPr bwMode="auto">
          <a:xfrm>
            <a:off x="3170238" y="1766888"/>
            <a:ext cx="2087562" cy="1169987"/>
          </a:xfrm>
          <a:custGeom>
            <a:avLst/>
            <a:gdLst>
              <a:gd name="T0" fmla="*/ 0 w 2902"/>
              <a:gd name="T1" fmla="*/ 0 h 1185"/>
              <a:gd name="T2" fmla="*/ 2147483646 w 2902"/>
              <a:gd name="T3" fmla="*/ 2147483646 h 1185"/>
              <a:gd name="T4" fmla="*/ 2147483646 w 2902"/>
              <a:gd name="T5" fmla="*/ 2147483646 h 1185"/>
              <a:gd name="T6" fmla="*/ 0 w 2902"/>
              <a:gd name="T7" fmla="*/ 2147483646 h 1185"/>
              <a:gd name="T8" fmla="*/ 0 w 2902"/>
              <a:gd name="T9" fmla="*/ 0 h 1185"/>
              <a:gd name="T10" fmla="*/ 0 60000 65536"/>
              <a:gd name="T11" fmla="*/ 0 60000 65536"/>
              <a:gd name="T12" fmla="*/ 0 60000 65536"/>
              <a:gd name="T13" fmla="*/ 0 60000 65536"/>
              <a:gd name="T14" fmla="*/ 0 60000 65536"/>
              <a:gd name="T15" fmla="*/ 0 w 2902"/>
              <a:gd name="T16" fmla="*/ 0 h 1185"/>
              <a:gd name="T17" fmla="*/ 2902 w 2902"/>
              <a:gd name="T18" fmla="*/ 1185 h 1185"/>
            </a:gdLst>
            <a:ahLst/>
            <a:cxnLst>
              <a:cxn ang="T10">
                <a:pos x="T0" y="T1"/>
              </a:cxn>
              <a:cxn ang="T11">
                <a:pos x="T2" y="T3"/>
              </a:cxn>
              <a:cxn ang="T12">
                <a:pos x="T4" y="T5"/>
              </a:cxn>
              <a:cxn ang="T13">
                <a:pos x="T6" y="T7"/>
              </a:cxn>
              <a:cxn ang="T14">
                <a:pos x="T8" y="T9"/>
              </a:cxn>
            </a:cxnLst>
            <a:rect l="T15" t="T16" r="T17" b="T18"/>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endParaRPr lang="zh-CN" altLang="en-US"/>
          </a:p>
        </p:txBody>
      </p:sp>
      <p:sp>
        <p:nvSpPr>
          <p:cNvPr id="408588" name="Line 12">
            <a:extLst>
              <a:ext uri="{FF2B5EF4-FFF2-40B4-BE49-F238E27FC236}">
                <a16:creationId xmlns:a16="http://schemas.microsoft.com/office/drawing/2014/main" id="{ACA8BEEC-E957-47F1-B4CF-80266EFE6D31}"/>
              </a:ext>
            </a:extLst>
          </p:cNvPr>
          <p:cNvSpPr>
            <a:spLocks noChangeShapeType="1"/>
          </p:cNvSpPr>
          <p:nvPr/>
        </p:nvSpPr>
        <p:spPr bwMode="auto">
          <a:xfrm flipH="1">
            <a:off x="3032125" y="1770063"/>
            <a:ext cx="123825" cy="3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8589" name="Line 13">
            <a:extLst>
              <a:ext uri="{FF2B5EF4-FFF2-40B4-BE49-F238E27FC236}">
                <a16:creationId xmlns:a16="http://schemas.microsoft.com/office/drawing/2014/main" id="{91F170BA-AE92-46FF-B1C2-70DD795B5EEF}"/>
              </a:ext>
            </a:extLst>
          </p:cNvPr>
          <p:cNvSpPr>
            <a:spLocks noChangeShapeType="1"/>
          </p:cNvSpPr>
          <p:nvPr/>
        </p:nvSpPr>
        <p:spPr bwMode="auto">
          <a:xfrm flipH="1">
            <a:off x="3032125" y="2014538"/>
            <a:ext cx="1238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8590" name="Text Box 14">
            <a:extLst>
              <a:ext uri="{FF2B5EF4-FFF2-40B4-BE49-F238E27FC236}">
                <a16:creationId xmlns:a16="http://schemas.microsoft.com/office/drawing/2014/main" id="{2F4650DD-A78F-4E85-89F6-38167BEBDEB1}"/>
              </a:ext>
            </a:extLst>
          </p:cNvPr>
          <p:cNvSpPr txBox="1">
            <a:spLocks noChangeArrowheads="1"/>
          </p:cNvSpPr>
          <p:nvPr/>
        </p:nvSpPr>
        <p:spPr bwMode="auto">
          <a:xfrm>
            <a:off x="2251075" y="2754313"/>
            <a:ext cx="965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800">
                <a:latin typeface="Arial" panose="020B0604020202020204" pitchFamily="34" charset="0"/>
                <a:ea typeface="宋体" panose="02010600030101010101" pitchFamily="2" charset="-122"/>
              </a:rPr>
              <a:t>RTT </a:t>
            </a:r>
            <a:endParaRPr lang="en-US" altLang="zh-CN" sz="1800">
              <a:latin typeface="Times New Roman" panose="02020603050405020304" pitchFamily="18" charset="0"/>
              <a:ea typeface="宋体" panose="02010600030101010101" pitchFamily="2" charset="-122"/>
            </a:endParaRPr>
          </a:p>
        </p:txBody>
      </p:sp>
      <p:sp>
        <p:nvSpPr>
          <p:cNvPr id="408591" name="Line 15">
            <a:extLst>
              <a:ext uri="{FF2B5EF4-FFF2-40B4-BE49-F238E27FC236}">
                <a16:creationId xmlns:a16="http://schemas.microsoft.com/office/drawing/2014/main" id="{6B9569D3-7905-4E78-B285-ABDE0919A061}"/>
              </a:ext>
            </a:extLst>
          </p:cNvPr>
          <p:cNvSpPr>
            <a:spLocks noChangeShapeType="1"/>
          </p:cNvSpPr>
          <p:nvPr/>
        </p:nvSpPr>
        <p:spPr bwMode="auto">
          <a:xfrm>
            <a:off x="3065463" y="3065463"/>
            <a:ext cx="9525" cy="8207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8592" name="Line 16">
            <a:extLst>
              <a:ext uri="{FF2B5EF4-FFF2-40B4-BE49-F238E27FC236}">
                <a16:creationId xmlns:a16="http://schemas.microsoft.com/office/drawing/2014/main" id="{D6E160B0-ABA6-442E-8062-21D981181814}"/>
              </a:ext>
            </a:extLst>
          </p:cNvPr>
          <p:cNvSpPr>
            <a:spLocks noChangeShapeType="1"/>
          </p:cNvSpPr>
          <p:nvPr/>
        </p:nvSpPr>
        <p:spPr bwMode="auto">
          <a:xfrm flipV="1">
            <a:off x="3070225" y="2036763"/>
            <a:ext cx="1588" cy="7762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8593" name="Text Box 17">
            <a:extLst>
              <a:ext uri="{FF2B5EF4-FFF2-40B4-BE49-F238E27FC236}">
                <a16:creationId xmlns:a16="http://schemas.microsoft.com/office/drawing/2014/main" id="{579E4174-CD44-48B1-BA7D-75049AC05900}"/>
              </a:ext>
            </a:extLst>
          </p:cNvPr>
          <p:cNvSpPr txBox="1">
            <a:spLocks noChangeArrowheads="1"/>
          </p:cNvSpPr>
          <p:nvPr/>
        </p:nvSpPr>
        <p:spPr bwMode="auto">
          <a:xfrm>
            <a:off x="-254000" y="1909763"/>
            <a:ext cx="3178175"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800">
                <a:latin typeface="Arial" panose="020B0604020202020204" pitchFamily="34" charset="0"/>
                <a:ea typeface="宋体" panose="02010600030101010101" pitchFamily="2" charset="-122"/>
              </a:rPr>
              <a:t>last bit </a:t>
            </a:r>
            <a:r>
              <a:rPr lang="en-US" altLang="zh-CN" sz="1600">
                <a:latin typeface="Arial" panose="020B0604020202020204" pitchFamily="34" charset="0"/>
                <a:ea typeface="宋体" panose="02010600030101010101" pitchFamily="2" charset="-122"/>
              </a:rPr>
              <a:t>transmitted</a:t>
            </a:r>
            <a:r>
              <a:rPr lang="en-US" altLang="zh-CN" sz="1800">
                <a:latin typeface="Arial" panose="020B0604020202020204" pitchFamily="34" charset="0"/>
                <a:ea typeface="宋体" panose="02010600030101010101" pitchFamily="2" charset="-122"/>
              </a:rPr>
              <a:t>, </a:t>
            </a:r>
            <a:r>
              <a:rPr lang="en-US" altLang="zh-CN" sz="1600">
                <a:latin typeface="Arial" panose="020B0604020202020204" pitchFamily="34" charset="0"/>
                <a:ea typeface="宋体" panose="02010600030101010101" pitchFamily="2" charset="-122"/>
              </a:rPr>
              <a:t>t = L / R</a:t>
            </a:r>
            <a:endParaRPr lang="en-US" altLang="zh-CN" sz="1600">
              <a:latin typeface="Times New Roman" panose="02020603050405020304" pitchFamily="18" charset="0"/>
              <a:ea typeface="宋体" panose="02010600030101010101" pitchFamily="2" charset="-122"/>
            </a:endParaRPr>
          </a:p>
        </p:txBody>
      </p:sp>
      <p:sp>
        <p:nvSpPr>
          <p:cNvPr id="408594" name="Line 18">
            <a:extLst>
              <a:ext uri="{FF2B5EF4-FFF2-40B4-BE49-F238E27FC236}">
                <a16:creationId xmlns:a16="http://schemas.microsoft.com/office/drawing/2014/main" id="{BFA42CD1-42A1-447F-BF71-0BE70D163F22}"/>
              </a:ext>
            </a:extLst>
          </p:cNvPr>
          <p:cNvSpPr>
            <a:spLocks noChangeShapeType="1"/>
          </p:cNvSpPr>
          <p:nvPr/>
        </p:nvSpPr>
        <p:spPr bwMode="auto">
          <a:xfrm flipH="1">
            <a:off x="5232400" y="2695575"/>
            <a:ext cx="1254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8595" name="Text Box 19">
            <a:extLst>
              <a:ext uri="{FF2B5EF4-FFF2-40B4-BE49-F238E27FC236}">
                <a16:creationId xmlns:a16="http://schemas.microsoft.com/office/drawing/2014/main" id="{6F32FB35-5788-425D-B0BF-F46C2D6B35C2}"/>
              </a:ext>
            </a:extLst>
          </p:cNvPr>
          <p:cNvSpPr txBox="1">
            <a:spLocks noChangeArrowheads="1"/>
          </p:cNvSpPr>
          <p:nvPr/>
        </p:nvSpPr>
        <p:spPr bwMode="auto">
          <a:xfrm>
            <a:off x="5308600" y="2517775"/>
            <a:ext cx="26416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first packet bit arrives</a:t>
            </a:r>
            <a:endParaRPr lang="en-US" altLang="zh-CN" sz="1600">
              <a:latin typeface="Times New Roman" panose="02020603050405020304" pitchFamily="18" charset="0"/>
              <a:ea typeface="宋体" panose="02010600030101010101" pitchFamily="2" charset="-122"/>
            </a:endParaRPr>
          </a:p>
        </p:txBody>
      </p:sp>
      <p:sp>
        <p:nvSpPr>
          <p:cNvPr id="408596" name="Line 20">
            <a:extLst>
              <a:ext uri="{FF2B5EF4-FFF2-40B4-BE49-F238E27FC236}">
                <a16:creationId xmlns:a16="http://schemas.microsoft.com/office/drawing/2014/main" id="{88DD02B6-9B20-4911-906A-5DA501EF694F}"/>
              </a:ext>
            </a:extLst>
          </p:cNvPr>
          <p:cNvSpPr>
            <a:spLocks noChangeShapeType="1"/>
          </p:cNvSpPr>
          <p:nvPr/>
        </p:nvSpPr>
        <p:spPr bwMode="auto">
          <a:xfrm>
            <a:off x="5254625" y="2946400"/>
            <a:ext cx="1190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8597" name="Text Box 21">
            <a:extLst>
              <a:ext uri="{FF2B5EF4-FFF2-40B4-BE49-F238E27FC236}">
                <a16:creationId xmlns:a16="http://schemas.microsoft.com/office/drawing/2014/main" id="{2E27527D-6121-43D8-871E-16E624C30075}"/>
              </a:ext>
            </a:extLst>
          </p:cNvPr>
          <p:cNvSpPr txBox="1">
            <a:spLocks noChangeArrowheads="1"/>
          </p:cNvSpPr>
          <p:nvPr/>
        </p:nvSpPr>
        <p:spPr bwMode="auto">
          <a:xfrm>
            <a:off x="5313363" y="2770188"/>
            <a:ext cx="35814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last packet bit arrives, send ACK</a:t>
            </a:r>
            <a:endParaRPr lang="en-US" altLang="zh-CN" sz="1600">
              <a:latin typeface="Times New Roman" panose="02020603050405020304" pitchFamily="18" charset="0"/>
              <a:ea typeface="宋体" panose="02010600030101010101" pitchFamily="2" charset="-122"/>
            </a:endParaRPr>
          </a:p>
        </p:txBody>
      </p:sp>
      <p:sp>
        <p:nvSpPr>
          <p:cNvPr id="408598" name="Text Box 22">
            <a:extLst>
              <a:ext uri="{FF2B5EF4-FFF2-40B4-BE49-F238E27FC236}">
                <a16:creationId xmlns:a16="http://schemas.microsoft.com/office/drawing/2014/main" id="{03FD9E42-D0F8-46D3-97F6-4096D94C8264}"/>
              </a:ext>
            </a:extLst>
          </p:cNvPr>
          <p:cNvSpPr txBox="1">
            <a:spLocks noChangeArrowheads="1"/>
          </p:cNvSpPr>
          <p:nvPr/>
        </p:nvSpPr>
        <p:spPr bwMode="auto">
          <a:xfrm>
            <a:off x="493713" y="3562350"/>
            <a:ext cx="2635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600">
                <a:latin typeface="Arial" panose="020B0604020202020204" pitchFamily="34" charset="0"/>
                <a:ea typeface="宋体" panose="02010600030101010101" pitchFamily="2" charset="-122"/>
              </a:rPr>
              <a:t>ACK arrives, send next </a:t>
            </a:r>
          </a:p>
          <a:p>
            <a:pPr algn="r">
              <a:spcBef>
                <a:spcPct val="0"/>
              </a:spcBef>
              <a:buClrTx/>
              <a:buSzTx/>
              <a:buFontTx/>
              <a:buNone/>
            </a:pPr>
            <a:r>
              <a:rPr lang="en-US" altLang="zh-CN" sz="1600">
                <a:latin typeface="Arial" panose="020B0604020202020204" pitchFamily="34" charset="0"/>
                <a:ea typeface="宋体" panose="02010600030101010101" pitchFamily="2" charset="-122"/>
              </a:rPr>
              <a:t>packet, t = RTT + L / R</a:t>
            </a:r>
            <a:endParaRPr lang="en-US" altLang="zh-CN" sz="1600">
              <a:latin typeface="Times New Roman" panose="02020603050405020304" pitchFamily="18" charset="0"/>
              <a:ea typeface="宋体" panose="02010600030101010101" pitchFamily="2" charset="-122"/>
            </a:endParaRPr>
          </a:p>
        </p:txBody>
      </p:sp>
      <p:grpSp>
        <p:nvGrpSpPr>
          <p:cNvPr id="2" name="Group 23">
            <a:extLst>
              <a:ext uri="{FF2B5EF4-FFF2-40B4-BE49-F238E27FC236}">
                <a16:creationId xmlns:a16="http://schemas.microsoft.com/office/drawing/2014/main" id="{37633D93-053E-48F6-811C-D1A8A14C11F7}"/>
              </a:ext>
            </a:extLst>
          </p:cNvPr>
          <p:cNvGrpSpPr>
            <a:grpSpLocks/>
          </p:cNvGrpSpPr>
          <p:nvPr/>
        </p:nvGrpSpPr>
        <p:grpSpPr bwMode="auto">
          <a:xfrm>
            <a:off x="3043238" y="3892550"/>
            <a:ext cx="1466850" cy="608013"/>
            <a:chOff x="12502" y="21425"/>
            <a:chExt cx="3400" cy="1025"/>
          </a:xfrm>
        </p:grpSpPr>
        <p:sp>
          <p:nvSpPr>
            <p:cNvPr id="43061" name="Line 24">
              <a:extLst>
                <a:ext uri="{FF2B5EF4-FFF2-40B4-BE49-F238E27FC236}">
                  <a16:creationId xmlns:a16="http://schemas.microsoft.com/office/drawing/2014/main" id="{28EBC915-F1C8-45DB-ABCA-F485BC7B3379}"/>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62" name="Freeform 25">
              <a:extLst>
                <a:ext uri="{FF2B5EF4-FFF2-40B4-BE49-F238E27FC236}">
                  <a16:creationId xmlns:a16="http://schemas.microsoft.com/office/drawing/2014/main" id="{86E616E1-8435-47E9-8EB6-80AF28677122}"/>
                </a:ext>
              </a:extLst>
            </p:cNvPr>
            <p:cNvSpPr>
              <a:spLocks/>
            </p:cNvSpPr>
            <p:nvPr/>
          </p:nvSpPr>
          <p:spPr bwMode="auto">
            <a:xfrm>
              <a:off x="12827" y="21438"/>
              <a:ext cx="3075" cy="987"/>
            </a:xfrm>
            <a:custGeom>
              <a:avLst/>
              <a:gdLst>
                <a:gd name="T0" fmla="*/ 0 w 1845"/>
                <a:gd name="T1" fmla="*/ 0 h 592"/>
                <a:gd name="T2" fmla="*/ 183088 w 1845"/>
                <a:gd name="T3" fmla="*/ 58940 h 592"/>
                <a:gd name="T4" fmla="*/ 108667 w 1845"/>
                <a:gd name="T5" fmla="*/ 58940 h 592"/>
                <a:gd name="T6" fmla="*/ 0 w 1845"/>
                <a:gd name="T7" fmla="*/ 24595 h 592"/>
                <a:gd name="T8" fmla="*/ 0 w 1845"/>
                <a:gd name="T9" fmla="*/ 0 h 592"/>
                <a:gd name="T10" fmla="*/ 0 60000 65536"/>
                <a:gd name="T11" fmla="*/ 0 60000 65536"/>
                <a:gd name="T12" fmla="*/ 0 60000 65536"/>
                <a:gd name="T13" fmla="*/ 0 60000 65536"/>
                <a:gd name="T14" fmla="*/ 0 60000 65536"/>
                <a:gd name="T15" fmla="*/ 0 w 1845"/>
                <a:gd name="T16" fmla="*/ 0 h 592"/>
                <a:gd name="T17" fmla="*/ 1845 w 1845"/>
                <a:gd name="T18" fmla="*/ 592 h 592"/>
              </a:gdLst>
              <a:ahLst/>
              <a:cxnLst>
                <a:cxn ang="T10">
                  <a:pos x="T0" y="T1"/>
                </a:cxn>
                <a:cxn ang="T11">
                  <a:pos x="T2" y="T3"/>
                </a:cxn>
                <a:cxn ang="T12">
                  <a:pos x="T4" y="T5"/>
                </a:cxn>
                <a:cxn ang="T13">
                  <a:pos x="T6" y="T7"/>
                </a:cxn>
                <a:cxn ang="T14">
                  <a:pos x="T8" y="T9"/>
                </a:cxn>
              </a:cxnLst>
              <a:rect l="T15" t="T16" r="T17" b="T18"/>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063" name="Group 26">
              <a:extLst>
                <a:ext uri="{FF2B5EF4-FFF2-40B4-BE49-F238E27FC236}">
                  <a16:creationId xmlns:a16="http://schemas.microsoft.com/office/drawing/2014/main" id="{D9259DCD-B41D-43C5-B46A-65FA995A161B}"/>
                </a:ext>
              </a:extLst>
            </p:cNvPr>
            <p:cNvGrpSpPr>
              <a:grpSpLocks/>
            </p:cNvGrpSpPr>
            <p:nvPr/>
          </p:nvGrpSpPr>
          <p:grpSpPr bwMode="auto">
            <a:xfrm>
              <a:off x="12815" y="21425"/>
              <a:ext cx="2776" cy="913"/>
              <a:chOff x="12315" y="13225"/>
              <a:chExt cx="2775" cy="913"/>
            </a:xfrm>
          </p:grpSpPr>
          <p:sp>
            <p:nvSpPr>
              <p:cNvPr id="43066" name="Line 27">
                <a:extLst>
                  <a:ext uri="{FF2B5EF4-FFF2-40B4-BE49-F238E27FC236}">
                    <a16:creationId xmlns:a16="http://schemas.microsoft.com/office/drawing/2014/main" id="{EA074265-F7DD-4BC9-830D-0B6FC5EC69C5}"/>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67" name="Line 28">
                <a:extLst>
                  <a:ext uri="{FF2B5EF4-FFF2-40B4-BE49-F238E27FC236}">
                    <a16:creationId xmlns:a16="http://schemas.microsoft.com/office/drawing/2014/main" id="{918C8272-81E9-4EAA-8D36-862395B66ADB}"/>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3064" name="Line 29">
              <a:extLst>
                <a:ext uri="{FF2B5EF4-FFF2-40B4-BE49-F238E27FC236}">
                  <a16:creationId xmlns:a16="http://schemas.microsoft.com/office/drawing/2014/main" id="{B50766DA-F85A-4A9A-AF31-FA14E17C3CF1}"/>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65" name="Line 30">
              <a:extLst>
                <a:ext uri="{FF2B5EF4-FFF2-40B4-BE49-F238E27FC236}">
                  <a16:creationId xmlns:a16="http://schemas.microsoft.com/office/drawing/2014/main" id="{F8F0A448-12BE-464F-92DF-5BCAC9057BF4}"/>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08607" name="Freeform 31">
            <a:extLst>
              <a:ext uri="{FF2B5EF4-FFF2-40B4-BE49-F238E27FC236}">
                <a16:creationId xmlns:a16="http://schemas.microsoft.com/office/drawing/2014/main" id="{1F37B264-D97C-4F3F-8563-14770DA48ED2}"/>
              </a:ext>
            </a:extLst>
          </p:cNvPr>
          <p:cNvSpPr>
            <a:spLocks/>
          </p:cNvSpPr>
          <p:nvPr/>
        </p:nvSpPr>
        <p:spPr bwMode="auto">
          <a:xfrm>
            <a:off x="3171825" y="2022475"/>
            <a:ext cx="2087563" cy="1168400"/>
          </a:xfrm>
          <a:custGeom>
            <a:avLst/>
            <a:gdLst>
              <a:gd name="T0" fmla="*/ 0 w 2902"/>
              <a:gd name="T1" fmla="*/ 0 h 1185"/>
              <a:gd name="T2" fmla="*/ 2147483646 w 2902"/>
              <a:gd name="T3" fmla="*/ 2147483646 h 1185"/>
              <a:gd name="T4" fmla="*/ 2147483646 w 2902"/>
              <a:gd name="T5" fmla="*/ 2147483646 h 1185"/>
              <a:gd name="T6" fmla="*/ 0 w 2902"/>
              <a:gd name="T7" fmla="*/ 2147483646 h 1185"/>
              <a:gd name="T8" fmla="*/ 0 w 2902"/>
              <a:gd name="T9" fmla="*/ 0 h 1185"/>
              <a:gd name="T10" fmla="*/ 0 60000 65536"/>
              <a:gd name="T11" fmla="*/ 0 60000 65536"/>
              <a:gd name="T12" fmla="*/ 0 60000 65536"/>
              <a:gd name="T13" fmla="*/ 0 60000 65536"/>
              <a:gd name="T14" fmla="*/ 0 60000 65536"/>
              <a:gd name="T15" fmla="*/ 0 w 2902"/>
              <a:gd name="T16" fmla="*/ 0 h 1185"/>
              <a:gd name="T17" fmla="*/ 2902 w 2902"/>
              <a:gd name="T18" fmla="*/ 1185 h 1185"/>
            </a:gdLst>
            <a:ahLst/>
            <a:cxnLst>
              <a:cxn ang="T10">
                <a:pos x="T0" y="T1"/>
              </a:cxn>
              <a:cxn ang="T11">
                <a:pos x="T2" y="T3"/>
              </a:cxn>
              <a:cxn ang="T12">
                <a:pos x="T4" y="T5"/>
              </a:cxn>
              <a:cxn ang="T13">
                <a:pos x="T6" y="T7"/>
              </a:cxn>
              <a:cxn ang="T14">
                <a:pos x="T8" y="T9"/>
              </a:cxn>
            </a:cxnLst>
            <a:rect l="T15" t="T16" r="T17" b="T18"/>
            <a:pathLst>
              <a:path w="2902" h="1185">
                <a:moveTo>
                  <a:pt x="0" y="0"/>
                </a:moveTo>
                <a:lnTo>
                  <a:pt x="2895" y="937"/>
                </a:lnTo>
                <a:lnTo>
                  <a:pt x="2902" y="1185"/>
                </a:lnTo>
                <a:lnTo>
                  <a:pt x="0" y="247"/>
                </a:lnTo>
                <a:lnTo>
                  <a:pt x="0" y="0"/>
                </a:ln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8608" name="Freeform 32">
            <a:extLst>
              <a:ext uri="{FF2B5EF4-FFF2-40B4-BE49-F238E27FC236}">
                <a16:creationId xmlns:a16="http://schemas.microsoft.com/office/drawing/2014/main" id="{C88D3392-43F6-4D29-9B76-219F5CD875C6}"/>
              </a:ext>
            </a:extLst>
          </p:cNvPr>
          <p:cNvSpPr>
            <a:spLocks/>
          </p:cNvSpPr>
          <p:nvPr/>
        </p:nvSpPr>
        <p:spPr bwMode="auto">
          <a:xfrm>
            <a:off x="3171825" y="2273300"/>
            <a:ext cx="2087563" cy="1168400"/>
          </a:xfrm>
          <a:custGeom>
            <a:avLst/>
            <a:gdLst>
              <a:gd name="T0" fmla="*/ 0 w 2902"/>
              <a:gd name="T1" fmla="*/ 0 h 1185"/>
              <a:gd name="T2" fmla="*/ 2147483646 w 2902"/>
              <a:gd name="T3" fmla="*/ 2147483646 h 1185"/>
              <a:gd name="T4" fmla="*/ 2147483646 w 2902"/>
              <a:gd name="T5" fmla="*/ 2147483646 h 1185"/>
              <a:gd name="T6" fmla="*/ 0 w 2902"/>
              <a:gd name="T7" fmla="*/ 2147483646 h 1185"/>
              <a:gd name="T8" fmla="*/ 0 w 2902"/>
              <a:gd name="T9" fmla="*/ 0 h 1185"/>
              <a:gd name="T10" fmla="*/ 0 60000 65536"/>
              <a:gd name="T11" fmla="*/ 0 60000 65536"/>
              <a:gd name="T12" fmla="*/ 0 60000 65536"/>
              <a:gd name="T13" fmla="*/ 0 60000 65536"/>
              <a:gd name="T14" fmla="*/ 0 60000 65536"/>
              <a:gd name="T15" fmla="*/ 0 w 2902"/>
              <a:gd name="T16" fmla="*/ 0 h 1185"/>
              <a:gd name="T17" fmla="*/ 2902 w 2902"/>
              <a:gd name="T18" fmla="*/ 1185 h 1185"/>
            </a:gdLst>
            <a:ahLst/>
            <a:cxnLst>
              <a:cxn ang="T10">
                <a:pos x="T0" y="T1"/>
              </a:cxn>
              <a:cxn ang="T11">
                <a:pos x="T2" y="T3"/>
              </a:cxn>
              <a:cxn ang="T12">
                <a:pos x="T4" y="T5"/>
              </a:cxn>
              <a:cxn ang="T13">
                <a:pos x="T6" y="T7"/>
              </a:cxn>
              <a:cxn ang="T14">
                <a:pos x="T8" y="T9"/>
              </a:cxn>
            </a:cxnLst>
            <a:rect l="T15" t="T16" r="T17" b="T18"/>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endParaRPr lang="zh-CN" altLang="en-US"/>
          </a:p>
        </p:txBody>
      </p:sp>
      <p:sp>
        <p:nvSpPr>
          <p:cNvPr id="408609" name="Line 33">
            <a:extLst>
              <a:ext uri="{FF2B5EF4-FFF2-40B4-BE49-F238E27FC236}">
                <a16:creationId xmlns:a16="http://schemas.microsoft.com/office/drawing/2014/main" id="{90F8519E-279F-401C-BCE6-13600D907FF9}"/>
              </a:ext>
            </a:extLst>
          </p:cNvPr>
          <p:cNvSpPr>
            <a:spLocks noChangeShapeType="1"/>
          </p:cNvSpPr>
          <p:nvPr/>
        </p:nvSpPr>
        <p:spPr bwMode="auto">
          <a:xfrm flipV="1">
            <a:off x="3189288" y="2954338"/>
            <a:ext cx="2065337" cy="931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8610" name="Line 34">
            <a:extLst>
              <a:ext uri="{FF2B5EF4-FFF2-40B4-BE49-F238E27FC236}">
                <a16:creationId xmlns:a16="http://schemas.microsoft.com/office/drawing/2014/main" id="{6989D339-A93E-460B-87C5-95C12E6A4029}"/>
              </a:ext>
            </a:extLst>
          </p:cNvPr>
          <p:cNvSpPr>
            <a:spLocks noChangeShapeType="1"/>
          </p:cNvSpPr>
          <p:nvPr/>
        </p:nvSpPr>
        <p:spPr bwMode="auto">
          <a:xfrm flipV="1">
            <a:off x="3189288" y="3205163"/>
            <a:ext cx="2065337" cy="931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 name="Group 35">
            <a:extLst>
              <a:ext uri="{FF2B5EF4-FFF2-40B4-BE49-F238E27FC236}">
                <a16:creationId xmlns:a16="http://schemas.microsoft.com/office/drawing/2014/main" id="{5B572581-4BDC-4931-9F45-2D21EF66DF65}"/>
              </a:ext>
            </a:extLst>
          </p:cNvPr>
          <p:cNvGrpSpPr>
            <a:grpSpLocks/>
          </p:cNvGrpSpPr>
          <p:nvPr/>
        </p:nvGrpSpPr>
        <p:grpSpPr bwMode="auto">
          <a:xfrm>
            <a:off x="3032125" y="4130675"/>
            <a:ext cx="1466850" cy="606425"/>
            <a:chOff x="12502" y="21425"/>
            <a:chExt cx="3400" cy="1025"/>
          </a:xfrm>
        </p:grpSpPr>
        <p:sp>
          <p:nvSpPr>
            <p:cNvPr id="43054" name="Line 36">
              <a:extLst>
                <a:ext uri="{FF2B5EF4-FFF2-40B4-BE49-F238E27FC236}">
                  <a16:creationId xmlns:a16="http://schemas.microsoft.com/office/drawing/2014/main" id="{E11062A2-BE56-481D-AC50-B0932ABFB358}"/>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55" name="Freeform 37">
              <a:extLst>
                <a:ext uri="{FF2B5EF4-FFF2-40B4-BE49-F238E27FC236}">
                  <a16:creationId xmlns:a16="http://schemas.microsoft.com/office/drawing/2014/main" id="{F49BBA6D-FEA3-45A9-8F16-E0CDB9A18758}"/>
                </a:ext>
              </a:extLst>
            </p:cNvPr>
            <p:cNvSpPr>
              <a:spLocks/>
            </p:cNvSpPr>
            <p:nvPr/>
          </p:nvSpPr>
          <p:spPr bwMode="auto">
            <a:xfrm>
              <a:off x="12827" y="21438"/>
              <a:ext cx="3075" cy="987"/>
            </a:xfrm>
            <a:custGeom>
              <a:avLst/>
              <a:gdLst>
                <a:gd name="T0" fmla="*/ 0 w 1845"/>
                <a:gd name="T1" fmla="*/ 0 h 592"/>
                <a:gd name="T2" fmla="*/ 183088 w 1845"/>
                <a:gd name="T3" fmla="*/ 58940 h 592"/>
                <a:gd name="T4" fmla="*/ 108667 w 1845"/>
                <a:gd name="T5" fmla="*/ 58940 h 592"/>
                <a:gd name="T6" fmla="*/ 0 w 1845"/>
                <a:gd name="T7" fmla="*/ 24595 h 592"/>
                <a:gd name="T8" fmla="*/ 0 w 1845"/>
                <a:gd name="T9" fmla="*/ 0 h 592"/>
                <a:gd name="T10" fmla="*/ 0 60000 65536"/>
                <a:gd name="T11" fmla="*/ 0 60000 65536"/>
                <a:gd name="T12" fmla="*/ 0 60000 65536"/>
                <a:gd name="T13" fmla="*/ 0 60000 65536"/>
                <a:gd name="T14" fmla="*/ 0 60000 65536"/>
                <a:gd name="T15" fmla="*/ 0 w 1845"/>
                <a:gd name="T16" fmla="*/ 0 h 592"/>
                <a:gd name="T17" fmla="*/ 1845 w 1845"/>
                <a:gd name="T18" fmla="*/ 592 h 592"/>
              </a:gdLst>
              <a:ahLst/>
              <a:cxnLst>
                <a:cxn ang="T10">
                  <a:pos x="T0" y="T1"/>
                </a:cxn>
                <a:cxn ang="T11">
                  <a:pos x="T2" y="T3"/>
                </a:cxn>
                <a:cxn ang="T12">
                  <a:pos x="T4" y="T5"/>
                </a:cxn>
                <a:cxn ang="T13">
                  <a:pos x="T6" y="T7"/>
                </a:cxn>
                <a:cxn ang="T14">
                  <a:pos x="T8" y="T9"/>
                </a:cxn>
              </a:cxnLst>
              <a:rect l="T15" t="T16" r="T17" b="T18"/>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056" name="Group 38">
              <a:extLst>
                <a:ext uri="{FF2B5EF4-FFF2-40B4-BE49-F238E27FC236}">
                  <a16:creationId xmlns:a16="http://schemas.microsoft.com/office/drawing/2014/main" id="{858D45A9-11BC-4D4A-B61B-A0D93E65058C}"/>
                </a:ext>
              </a:extLst>
            </p:cNvPr>
            <p:cNvGrpSpPr>
              <a:grpSpLocks/>
            </p:cNvGrpSpPr>
            <p:nvPr/>
          </p:nvGrpSpPr>
          <p:grpSpPr bwMode="auto">
            <a:xfrm>
              <a:off x="12815" y="21425"/>
              <a:ext cx="2776" cy="913"/>
              <a:chOff x="12315" y="13225"/>
              <a:chExt cx="2775" cy="913"/>
            </a:xfrm>
          </p:grpSpPr>
          <p:sp>
            <p:nvSpPr>
              <p:cNvPr id="43059" name="Line 39">
                <a:extLst>
                  <a:ext uri="{FF2B5EF4-FFF2-40B4-BE49-F238E27FC236}">
                    <a16:creationId xmlns:a16="http://schemas.microsoft.com/office/drawing/2014/main" id="{7F9E679C-B378-4DD7-A7AE-302D87924FA1}"/>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60" name="Line 40">
                <a:extLst>
                  <a:ext uri="{FF2B5EF4-FFF2-40B4-BE49-F238E27FC236}">
                    <a16:creationId xmlns:a16="http://schemas.microsoft.com/office/drawing/2014/main" id="{1050FAA6-2481-4C7A-B10F-8D4B2BE2A5E9}"/>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3057" name="Line 41">
              <a:extLst>
                <a:ext uri="{FF2B5EF4-FFF2-40B4-BE49-F238E27FC236}">
                  <a16:creationId xmlns:a16="http://schemas.microsoft.com/office/drawing/2014/main" id="{64186658-4273-4B32-85E6-08F5DD841FE7}"/>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58" name="Line 42">
              <a:extLst>
                <a:ext uri="{FF2B5EF4-FFF2-40B4-BE49-F238E27FC236}">
                  <a16:creationId xmlns:a16="http://schemas.microsoft.com/office/drawing/2014/main" id="{6B3A7377-0610-4FBA-A87D-D1410F66429D}"/>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43">
            <a:extLst>
              <a:ext uri="{FF2B5EF4-FFF2-40B4-BE49-F238E27FC236}">
                <a16:creationId xmlns:a16="http://schemas.microsoft.com/office/drawing/2014/main" id="{BB9E2A9C-25DC-4773-8915-4711A68695DB}"/>
              </a:ext>
            </a:extLst>
          </p:cNvPr>
          <p:cNvGrpSpPr>
            <a:grpSpLocks/>
          </p:cNvGrpSpPr>
          <p:nvPr/>
        </p:nvGrpSpPr>
        <p:grpSpPr bwMode="auto">
          <a:xfrm>
            <a:off x="3043238" y="4381500"/>
            <a:ext cx="1466850" cy="606425"/>
            <a:chOff x="12502" y="21425"/>
            <a:chExt cx="3400" cy="1025"/>
          </a:xfrm>
        </p:grpSpPr>
        <p:sp>
          <p:nvSpPr>
            <p:cNvPr id="43047" name="Line 44">
              <a:extLst>
                <a:ext uri="{FF2B5EF4-FFF2-40B4-BE49-F238E27FC236}">
                  <a16:creationId xmlns:a16="http://schemas.microsoft.com/office/drawing/2014/main" id="{44F189A7-8CAC-4CB3-B02E-9511D44DBE3E}"/>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48" name="Freeform 45">
              <a:extLst>
                <a:ext uri="{FF2B5EF4-FFF2-40B4-BE49-F238E27FC236}">
                  <a16:creationId xmlns:a16="http://schemas.microsoft.com/office/drawing/2014/main" id="{780F75DD-EDA3-47BB-997E-67825F987656}"/>
                </a:ext>
              </a:extLst>
            </p:cNvPr>
            <p:cNvSpPr>
              <a:spLocks/>
            </p:cNvSpPr>
            <p:nvPr/>
          </p:nvSpPr>
          <p:spPr bwMode="auto">
            <a:xfrm>
              <a:off x="12827" y="21438"/>
              <a:ext cx="3075" cy="987"/>
            </a:xfrm>
            <a:custGeom>
              <a:avLst/>
              <a:gdLst>
                <a:gd name="T0" fmla="*/ 0 w 1845"/>
                <a:gd name="T1" fmla="*/ 0 h 592"/>
                <a:gd name="T2" fmla="*/ 183088 w 1845"/>
                <a:gd name="T3" fmla="*/ 58940 h 592"/>
                <a:gd name="T4" fmla="*/ 108667 w 1845"/>
                <a:gd name="T5" fmla="*/ 58940 h 592"/>
                <a:gd name="T6" fmla="*/ 0 w 1845"/>
                <a:gd name="T7" fmla="*/ 24595 h 592"/>
                <a:gd name="T8" fmla="*/ 0 w 1845"/>
                <a:gd name="T9" fmla="*/ 0 h 592"/>
                <a:gd name="T10" fmla="*/ 0 60000 65536"/>
                <a:gd name="T11" fmla="*/ 0 60000 65536"/>
                <a:gd name="T12" fmla="*/ 0 60000 65536"/>
                <a:gd name="T13" fmla="*/ 0 60000 65536"/>
                <a:gd name="T14" fmla="*/ 0 60000 65536"/>
                <a:gd name="T15" fmla="*/ 0 w 1845"/>
                <a:gd name="T16" fmla="*/ 0 h 592"/>
                <a:gd name="T17" fmla="*/ 1845 w 1845"/>
                <a:gd name="T18" fmla="*/ 592 h 592"/>
              </a:gdLst>
              <a:ahLst/>
              <a:cxnLst>
                <a:cxn ang="T10">
                  <a:pos x="T0" y="T1"/>
                </a:cxn>
                <a:cxn ang="T11">
                  <a:pos x="T2" y="T3"/>
                </a:cxn>
                <a:cxn ang="T12">
                  <a:pos x="T4" y="T5"/>
                </a:cxn>
                <a:cxn ang="T13">
                  <a:pos x="T6" y="T7"/>
                </a:cxn>
                <a:cxn ang="T14">
                  <a:pos x="T8" y="T9"/>
                </a:cxn>
              </a:cxnLst>
              <a:rect l="T15" t="T16" r="T17" b="T18"/>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049" name="Group 46">
              <a:extLst>
                <a:ext uri="{FF2B5EF4-FFF2-40B4-BE49-F238E27FC236}">
                  <a16:creationId xmlns:a16="http://schemas.microsoft.com/office/drawing/2014/main" id="{DD42A32A-4585-4566-B314-E9A2162185DF}"/>
                </a:ext>
              </a:extLst>
            </p:cNvPr>
            <p:cNvGrpSpPr>
              <a:grpSpLocks/>
            </p:cNvGrpSpPr>
            <p:nvPr/>
          </p:nvGrpSpPr>
          <p:grpSpPr bwMode="auto">
            <a:xfrm>
              <a:off x="12815" y="21425"/>
              <a:ext cx="2776" cy="913"/>
              <a:chOff x="12315" y="13225"/>
              <a:chExt cx="2775" cy="913"/>
            </a:xfrm>
          </p:grpSpPr>
          <p:sp>
            <p:nvSpPr>
              <p:cNvPr id="43052" name="Line 47">
                <a:extLst>
                  <a:ext uri="{FF2B5EF4-FFF2-40B4-BE49-F238E27FC236}">
                    <a16:creationId xmlns:a16="http://schemas.microsoft.com/office/drawing/2014/main" id="{3098FE18-2F7E-4437-9C1C-9B125B8C25E8}"/>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53" name="Line 48">
                <a:extLst>
                  <a:ext uri="{FF2B5EF4-FFF2-40B4-BE49-F238E27FC236}">
                    <a16:creationId xmlns:a16="http://schemas.microsoft.com/office/drawing/2014/main" id="{D1E7BC82-F1A2-4875-B7C5-F89D206BE5F2}"/>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3050" name="Line 49">
              <a:extLst>
                <a:ext uri="{FF2B5EF4-FFF2-40B4-BE49-F238E27FC236}">
                  <a16:creationId xmlns:a16="http://schemas.microsoft.com/office/drawing/2014/main" id="{8D42DB42-ADDC-462C-90AB-47DE5A341C28}"/>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51" name="Line 50">
              <a:extLst>
                <a:ext uri="{FF2B5EF4-FFF2-40B4-BE49-F238E27FC236}">
                  <a16:creationId xmlns:a16="http://schemas.microsoft.com/office/drawing/2014/main" id="{7C199A25-C996-4CD7-B3A0-8031666C0099}"/>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08627" name="Line 51">
            <a:extLst>
              <a:ext uri="{FF2B5EF4-FFF2-40B4-BE49-F238E27FC236}">
                <a16:creationId xmlns:a16="http://schemas.microsoft.com/office/drawing/2014/main" id="{8E75588F-1F78-4E70-9CF4-DE8AABCF780C}"/>
              </a:ext>
            </a:extLst>
          </p:cNvPr>
          <p:cNvSpPr>
            <a:spLocks noChangeShapeType="1"/>
          </p:cNvSpPr>
          <p:nvPr/>
        </p:nvSpPr>
        <p:spPr bwMode="auto">
          <a:xfrm flipV="1">
            <a:off x="3194050" y="3457575"/>
            <a:ext cx="2065338" cy="931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8628" name="Text Box 52">
            <a:extLst>
              <a:ext uri="{FF2B5EF4-FFF2-40B4-BE49-F238E27FC236}">
                <a16:creationId xmlns:a16="http://schemas.microsoft.com/office/drawing/2014/main" id="{A7B26C5D-C557-4F8C-9944-FDA0144DBD40}"/>
              </a:ext>
            </a:extLst>
          </p:cNvPr>
          <p:cNvSpPr txBox="1">
            <a:spLocks noChangeArrowheads="1"/>
          </p:cNvSpPr>
          <p:nvPr/>
        </p:nvSpPr>
        <p:spPr bwMode="auto">
          <a:xfrm>
            <a:off x="5310188" y="3024188"/>
            <a:ext cx="4405312"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last bit of 2</a:t>
            </a:r>
            <a:r>
              <a:rPr lang="en-US" altLang="zh-CN" sz="1600" baseline="30000">
                <a:latin typeface="Arial" panose="020B0604020202020204" pitchFamily="34" charset="0"/>
                <a:ea typeface="宋体" panose="02010600030101010101" pitchFamily="2" charset="-122"/>
              </a:rPr>
              <a:t>nd</a:t>
            </a:r>
            <a:r>
              <a:rPr lang="en-US" altLang="zh-CN" sz="1600">
                <a:latin typeface="Arial" panose="020B0604020202020204" pitchFamily="34" charset="0"/>
                <a:ea typeface="宋体" panose="02010600030101010101" pitchFamily="2" charset="-122"/>
              </a:rPr>
              <a:t> packet arrives, send ACK</a:t>
            </a:r>
            <a:endParaRPr lang="en-US" altLang="zh-CN" sz="1600">
              <a:latin typeface="Times New Roman" panose="02020603050405020304" pitchFamily="18" charset="0"/>
              <a:ea typeface="宋体" panose="02010600030101010101" pitchFamily="2" charset="-122"/>
            </a:endParaRPr>
          </a:p>
        </p:txBody>
      </p:sp>
      <p:sp>
        <p:nvSpPr>
          <p:cNvPr id="408629" name="Line 53">
            <a:extLst>
              <a:ext uri="{FF2B5EF4-FFF2-40B4-BE49-F238E27FC236}">
                <a16:creationId xmlns:a16="http://schemas.microsoft.com/office/drawing/2014/main" id="{BC42761D-15BA-45A3-B9FE-7F95B8E95D7D}"/>
              </a:ext>
            </a:extLst>
          </p:cNvPr>
          <p:cNvSpPr>
            <a:spLocks noChangeShapeType="1"/>
          </p:cNvSpPr>
          <p:nvPr/>
        </p:nvSpPr>
        <p:spPr bwMode="auto">
          <a:xfrm flipV="1">
            <a:off x="5254625" y="3182938"/>
            <a:ext cx="1127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8630" name="Line 54">
            <a:extLst>
              <a:ext uri="{FF2B5EF4-FFF2-40B4-BE49-F238E27FC236}">
                <a16:creationId xmlns:a16="http://schemas.microsoft.com/office/drawing/2014/main" id="{40CA78E6-0556-4074-9DF2-3123CE4C48EB}"/>
              </a:ext>
            </a:extLst>
          </p:cNvPr>
          <p:cNvSpPr>
            <a:spLocks noChangeShapeType="1"/>
          </p:cNvSpPr>
          <p:nvPr/>
        </p:nvSpPr>
        <p:spPr bwMode="auto">
          <a:xfrm flipV="1">
            <a:off x="5265738" y="3435350"/>
            <a:ext cx="1127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8631" name="Text Box 55">
            <a:extLst>
              <a:ext uri="{FF2B5EF4-FFF2-40B4-BE49-F238E27FC236}">
                <a16:creationId xmlns:a16="http://schemas.microsoft.com/office/drawing/2014/main" id="{046B48BB-2A36-46A2-9EFA-2C8C491034AC}"/>
              </a:ext>
            </a:extLst>
          </p:cNvPr>
          <p:cNvSpPr txBox="1">
            <a:spLocks noChangeArrowheads="1"/>
          </p:cNvSpPr>
          <p:nvPr/>
        </p:nvSpPr>
        <p:spPr bwMode="auto">
          <a:xfrm>
            <a:off x="5305425" y="3257550"/>
            <a:ext cx="428625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last bit of 3</a:t>
            </a:r>
            <a:r>
              <a:rPr lang="en-US" altLang="zh-CN" sz="1600" baseline="30000">
                <a:latin typeface="Arial" panose="020B0604020202020204" pitchFamily="34" charset="0"/>
                <a:ea typeface="宋体" panose="02010600030101010101" pitchFamily="2" charset="-122"/>
              </a:rPr>
              <a:t>rd</a:t>
            </a:r>
            <a:r>
              <a:rPr lang="en-US" altLang="zh-CN" sz="1600">
                <a:latin typeface="Arial" panose="020B0604020202020204" pitchFamily="34" charset="0"/>
                <a:ea typeface="宋体" panose="02010600030101010101" pitchFamily="2" charset="-122"/>
              </a:rPr>
              <a:t> packet arrives, send ACK</a:t>
            </a:r>
            <a:endParaRPr lang="en-US" altLang="zh-CN" sz="1600">
              <a:latin typeface="Times New Roman" panose="02020603050405020304" pitchFamily="18" charset="0"/>
              <a:ea typeface="宋体" panose="02010600030101010101" pitchFamily="2" charset="-122"/>
            </a:endParaRPr>
          </a:p>
        </p:txBody>
      </p:sp>
      <p:graphicFrame>
        <p:nvGraphicFramePr>
          <p:cNvPr id="408632" name="Object 2">
            <a:extLst>
              <a:ext uri="{FF2B5EF4-FFF2-40B4-BE49-F238E27FC236}">
                <a16:creationId xmlns:a16="http://schemas.microsoft.com/office/drawing/2014/main" id="{EBA5DD03-3104-4DD0-98C0-5BC6A9DE0B49}"/>
              </a:ext>
            </a:extLst>
          </p:cNvPr>
          <p:cNvGraphicFramePr>
            <a:graphicFrameLocks noChangeAspect="1"/>
          </p:cNvGraphicFramePr>
          <p:nvPr/>
        </p:nvGraphicFramePr>
        <p:xfrm>
          <a:off x="1462088" y="5410200"/>
          <a:ext cx="5994400" cy="933450"/>
        </p:xfrm>
        <a:graphic>
          <a:graphicData uri="http://schemas.openxmlformats.org/presentationml/2006/ole">
            <mc:AlternateContent xmlns:mc="http://schemas.openxmlformats.org/markup-compatibility/2006">
              <mc:Choice xmlns:v="urn:schemas-microsoft-com:vml" Requires="v">
                <p:oleObj spid="_x0000_s43074" name="Picture" r:id="rId3" imgW="3177616" imgH="498211" progId="Word.Picture.8">
                  <p:embed/>
                </p:oleObj>
              </mc:Choice>
              <mc:Fallback>
                <p:oleObj name="Picture" r:id="rId3" imgW="3177616" imgH="498211" progId="Word.Picture.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2088" y="5410200"/>
                        <a:ext cx="599440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8633" name="Text Box 57">
            <a:extLst>
              <a:ext uri="{FF2B5EF4-FFF2-40B4-BE49-F238E27FC236}">
                <a16:creationId xmlns:a16="http://schemas.microsoft.com/office/drawing/2014/main" id="{2155D627-98EC-423B-A111-FB830FC503CF}"/>
              </a:ext>
            </a:extLst>
          </p:cNvPr>
          <p:cNvSpPr txBox="1">
            <a:spLocks noChangeArrowheads="1"/>
          </p:cNvSpPr>
          <p:nvPr/>
        </p:nvSpPr>
        <p:spPr bwMode="auto">
          <a:xfrm>
            <a:off x="6310313" y="4665663"/>
            <a:ext cx="25050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solidFill>
                  <a:srgbClr val="FF0000"/>
                </a:solidFill>
                <a:ea typeface="宋体" panose="02010600030101010101" pitchFamily="2" charset="-122"/>
              </a:rPr>
              <a:t>Increase utilization</a:t>
            </a:r>
          </a:p>
          <a:p>
            <a:pPr>
              <a:spcBef>
                <a:spcPct val="0"/>
              </a:spcBef>
              <a:buClrTx/>
              <a:buSzTx/>
              <a:buFontTx/>
              <a:buNone/>
            </a:pPr>
            <a:r>
              <a:rPr lang="en-US" altLang="zh-CN" sz="2000">
                <a:solidFill>
                  <a:srgbClr val="FF0000"/>
                </a:solidFill>
                <a:ea typeface="宋体" panose="02010600030101010101" pitchFamily="2" charset="-122"/>
              </a:rPr>
              <a:t>by a factor of 3!</a:t>
            </a:r>
          </a:p>
        </p:txBody>
      </p:sp>
      <p:sp>
        <p:nvSpPr>
          <p:cNvPr id="408634" name="Line 58">
            <a:extLst>
              <a:ext uri="{FF2B5EF4-FFF2-40B4-BE49-F238E27FC236}">
                <a16:creationId xmlns:a16="http://schemas.microsoft.com/office/drawing/2014/main" id="{BD206857-2EC7-47C4-B058-9FD8FCCC94C2}"/>
              </a:ext>
            </a:extLst>
          </p:cNvPr>
          <p:cNvSpPr>
            <a:spLocks noChangeShapeType="1"/>
          </p:cNvSpPr>
          <p:nvPr/>
        </p:nvSpPr>
        <p:spPr bwMode="auto">
          <a:xfrm flipH="1">
            <a:off x="6386513" y="5049838"/>
            <a:ext cx="125412" cy="51276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08583"/>
                                        </p:tgtEl>
                                        <p:attrNameLst>
                                          <p:attrName>style.visibility</p:attrName>
                                        </p:attrNameLst>
                                      </p:cBhvr>
                                      <p:to>
                                        <p:strVal val="visible"/>
                                      </p:to>
                                    </p:set>
                                    <p:animEffect transition="in" filter="blinds(horizontal)">
                                      <p:cBhvr>
                                        <p:cTn id="7" dur="500"/>
                                        <p:tgtEl>
                                          <p:spTgt spid="40858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08584"/>
                                        </p:tgtEl>
                                        <p:attrNameLst>
                                          <p:attrName>style.visibility</p:attrName>
                                        </p:attrNameLst>
                                      </p:cBhvr>
                                      <p:to>
                                        <p:strVal val="visible"/>
                                      </p:to>
                                    </p:set>
                                    <p:animEffect transition="in" filter="blinds(horizontal)">
                                      <p:cBhvr>
                                        <p:cTn id="10" dur="500"/>
                                        <p:tgtEl>
                                          <p:spTgt spid="408584"/>
                                        </p:tgtEl>
                                      </p:cBhvr>
                                    </p:animEffect>
                                  </p:childTnLst>
                                </p:cTn>
                              </p:par>
                              <p:par>
                                <p:cTn id="11" presetID="3" presetClass="entr" presetSubtype="10" fill="hold" nodeType="withEffect">
                                  <p:stCondLst>
                                    <p:cond delay="0"/>
                                  </p:stCondLst>
                                  <p:childTnLst>
                                    <p:set>
                                      <p:cBhvr>
                                        <p:cTn id="12" dur="1" fill="hold">
                                          <p:stCondLst>
                                            <p:cond delay="0"/>
                                          </p:stCondLst>
                                        </p:cTn>
                                        <p:tgtEl>
                                          <p:spTgt spid="408581"/>
                                        </p:tgtEl>
                                        <p:attrNameLst>
                                          <p:attrName>style.visibility</p:attrName>
                                        </p:attrNameLst>
                                      </p:cBhvr>
                                      <p:to>
                                        <p:strVal val="visible"/>
                                      </p:to>
                                    </p:set>
                                    <p:animEffect transition="in" filter="blinds(horizontal)">
                                      <p:cBhvr>
                                        <p:cTn id="13" dur="500"/>
                                        <p:tgtEl>
                                          <p:spTgt spid="408581"/>
                                        </p:tgtEl>
                                      </p:cBhvr>
                                    </p:animEffect>
                                  </p:childTnLst>
                                </p:cTn>
                              </p:par>
                              <p:par>
                                <p:cTn id="14" presetID="3" presetClass="entr" presetSubtype="10" fill="hold" nodeType="withEffect">
                                  <p:stCondLst>
                                    <p:cond delay="0"/>
                                  </p:stCondLst>
                                  <p:childTnLst>
                                    <p:set>
                                      <p:cBhvr>
                                        <p:cTn id="15" dur="1" fill="hold">
                                          <p:stCondLst>
                                            <p:cond delay="0"/>
                                          </p:stCondLst>
                                        </p:cTn>
                                        <p:tgtEl>
                                          <p:spTgt spid="408582"/>
                                        </p:tgtEl>
                                        <p:attrNameLst>
                                          <p:attrName>style.visibility</p:attrName>
                                        </p:attrNameLst>
                                      </p:cBhvr>
                                      <p:to>
                                        <p:strVal val="visible"/>
                                      </p:to>
                                    </p:set>
                                    <p:animEffect transition="in" filter="blinds(horizontal)">
                                      <p:cBhvr>
                                        <p:cTn id="16" dur="500"/>
                                        <p:tgtEl>
                                          <p:spTgt spid="40858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408593"/>
                                        </p:tgtEl>
                                        <p:attrNameLst>
                                          <p:attrName>style.visibility</p:attrName>
                                        </p:attrNameLst>
                                      </p:cBhvr>
                                      <p:to>
                                        <p:strVal val="visible"/>
                                      </p:to>
                                    </p:set>
                                    <p:animEffect transition="in" filter="blinds(horizontal)">
                                      <p:cBhvr>
                                        <p:cTn id="21" dur="500"/>
                                        <p:tgtEl>
                                          <p:spTgt spid="408593"/>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408580"/>
                                        </p:tgtEl>
                                        <p:attrNameLst>
                                          <p:attrName>style.visibility</p:attrName>
                                        </p:attrNameLst>
                                      </p:cBhvr>
                                      <p:to>
                                        <p:strVal val="visible"/>
                                      </p:to>
                                    </p:set>
                                    <p:animEffect transition="in" filter="blinds(horizontal)">
                                      <p:cBhvr>
                                        <p:cTn id="24" dur="500"/>
                                        <p:tgtEl>
                                          <p:spTgt spid="408580"/>
                                        </p:tgtEl>
                                      </p:cBhvr>
                                    </p:animEffect>
                                  </p:childTnLst>
                                </p:cTn>
                              </p:par>
                              <p:par>
                                <p:cTn id="25" presetID="3" presetClass="entr" presetSubtype="10" fill="hold" nodeType="withEffect">
                                  <p:stCondLst>
                                    <p:cond delay="0"/>
                                  </p:stCondLst>
                                  <p:childTnLst>
                                    <p:set>
                                      <p:cBhvr>
                                        <p:cTn id="26" dur="1" fill="hold">
                                          <p:stCondLst>
                                            <p:cond delay="0"/>
                                          </p:stCondLst>
                                        </p:cTn>
                                        <p:tgtEl>
                                          <p:spTgt spid="408585"/>
                                        </p:tgtEl>
                                        <p:attrNameLst>
                                          <p:attrName>style.visibility</p:attrName>
                                        </p:attrNameLst>
                                      </p:cBhvr>
                                      <p:to>
                                        <p:strVal val="visible"/>
                                      </p:to>
                                    </p:set>
                                    <p:animEffect transition="in" filter="blinds(horizontal)">
                                      <p:cBhvr>
                                        <p:cTn id="27" dur="500"/>
                                        <p:tgtEl>
                                          <p:spTgt spid="408585"/>
                                        </p:tgtEl>
                                      </p:cBhvr>
                                    </p:animEffect>
                                  </p:childTnLst>
                                </p:cTn>
                              </p:par>
                              <p:par>
                                <p:cTn id="28" presetID="3" presetClass="entr" presetSubtype="10" fill="hold" nodeType="withEffect">
                                  <p:stCondLst>
                                    <p:cond delay="0"/>
                                  </p:stCondLst>
                                  <p:childTnLst>
                                    <p:set>
                                      <p:cBhvr>
                                        <p:cTn id="29" dur="1" fill="hold">
                                          <p:stCondLst>
                                            <p:cond delay="0"/>
                                          </p:stCondLst>
                                        </p:cTn>
                                        <p:tgtEl>
                                          <p:spTgt spid="408588"/>
                                        </p:tgtEl>
                                        <p:attrNameLst>
                                          <p:attrName>style.visibility</p:attrName>
                                        </p:attrNameLst>
                                      </p:cBhvr>
                                      <p:to>
                                        <p:strVal val="visible"/>
                                      </p:to>
                                    </p:set>
                                    <p:animEffect transition="in" filter="blinds(horizontal)">
                                      <p:cBhvr>
                                        <p:cTn id="30" dur="500"/>
                                        <p:tgtEl>
                                          <p:spTgt spid="408588"/>
                                        </p:tgtEl>
                                      </p:cBhvr>
                                    </p:animEffect>
                                  </p:childTnLst>
                                </p:cTn>
                              </p:par>
                              <p:par>
                                <p:cTn id="31" presetID="3" presetClass="entr" presetSubtype="10" fill="hold" nodeType="withEffect">
                                  <p:stCondLst>
                                    <p:cond delay="0"/>
                                  </p:stCondLst>
                                  <p:childTnLst>
                                    <p:set>
                                      <p:cBhvr>
                                        <p:cTn id="32" dur="1" fill="hold">
                                          <p:stCondLst>
                                            <p:cond delay="0"/>
                                          </p:stCondLst>
                                        </p:cTn>
                                        <p:tgtEl>
                                          <p:spTgt spid="408589"/>
                                        </p:tgtEl>
                                        <p:attrNameLst>
                                          <p:attrName>style.visibility</p:attrName>
                                        </p:attrNameLst>
                                      </p:cBhvr>
                                      <p:to>
                                        <p:strVal val="visible"/>
                                      </p:to>
                                    </p:set>
                                    <p:animEffect transition="in" filter="blinds(horizontal)">
                                      <p:cBhvr>
                                        <p:cTn id="33" dur="500"/>
                                        <p:tgtEl>
                                          <p:spTgt spid="408589"/>
                                        </p:tgtEl>
                                      </p:cBhvr>
                                    </p:animEffect>
                                  </p:childTnLst>
                                </p:cTn>
                              </p:par>
                            </p:childTnLst>
                          </p:cTn>
                        </p:par>
                        <p:par>
                          <p:cTn id="34" fill="hold" nodeType="afterGroup">
                            <p:stCondLst>
                              <p:cond delay="500"/>
                            </p:stCondLst>
                            <p:childTnLst>
                              <p:par>
                                <p:cTn id="35" presetID="22" presetClass="entr" presetSubtype="8" fill="hold" nodeType="afterEffect">
                                  <p:stCondLst>
                                    <p:cond delay="0"/>
                                  </p:stCondLst>
                                  <p:childTnLst>
                                    <p:set>
                                      <p:cBhvr>
                                        <p:cTn id="36" dur="1" fill="hold">
                                          <p:stCondLst>
                                            <p:cond delay="0"/>
                                          </p:stCondLst>
                                        </p:cTn>
                                        <p:tgtEl>
                                          <p:spTgt spid="408608"/>
                                        </p:tgtEl>
                                        <p:attrNameLst>
                                          <p:attrName>style.visibility</p:attrName>
                                        </p:attrNameLst>
                                      </p:cBhvr>
                                      <p:to>
                                        <p:strVal val="visible"/>
                                      </p:to>
                                    </p:set>
                                    <p:animEffect transition="in" filter="wipe(left)">
                                      <p:cBhvr>
                                        <p:cTn id="37" dur="500"/>
                                        <p:tgtEl>
                                          <p:spTgt spid="408608"/>
                                        </p:tgtEl>
                                      </p:cBhvr>
                                    </p:animEffect>
                                  </p:childTnLst>
                                </p:cTn>
                              </p:par>
                              <p:par>
                                <p:cTn id="38" presetID="22" presetClass="entr" presetSubtype="8" fill="hold" nodeType="withEffect">
                                  <p:stCondLst>
                                    <p:cond delay="0"/>
                                  </p:stCondLst>
                                  <p:childTnLst>
                                    <p:set>
                                      <p:cBhvr>
                                        <p:cTn id="39" dur="1" fill="hold">
                                          <p:stCondLst>
                                            <p:cond delay="0"/>
                                          </p:stCondLst>
                                        </p:cTn>
                                        <p:tgtEl>
                                          <p:spTgt spid="408587"/>
                                        </p:tgtEl>
                                        <p:attrNameLst>
                                          <p:attrName>style.visibility</p:attrName>
                                        </p:attrNameLst>
                                      </p:cBhvr>
                                      <p:to>
                                        <p:strVal val="visible"/>
                                      </p:to>
                                    </p:set>
                                    <p:animEffect transition="in" filter="wipe(left)">
                                      <p:cBhvr>
                                        <p:cTn id="40" dur="500"/>
                                        <p:tgtEl>
                                          <p:spTgt spid="408587"/>
                                        </p:tgtEl>
                                      </p:cBhvr>
                                    </p:animEffect>
                                  </p:childTnLst>
                                </p:cTn>
                              </p:par>
                              <p:par>
                                <p:cTn id="41" presetID="22" presetClass="entr" presetSubtype="8" fill="hold" nodeType="withEffect">
                                  <p:stCondLst>
                                    <p:cond delay="0"/>
                                  </p:stCondLst>
                                  <p:childTnLst>
                                    <p:set>
                                      <p:cBhvr>
                                        <p:cTn id="42" dur="1" fill="hold">
                                          <p:stCondLst>
                                            <p:cond delay="0"/>
                                          </p:stCondLst>
                                        </p:cTn>
                                        <p:tgtEl>
                                          <p:spTgt spid="408607"/>
                                        </p:tgtEl>
                                        <p:attrNameLst>
                                          <p:attrName>style.visibility</p:attrName>
                                        </p:attrNameLst>
                                      </p:cBhvr>
                                      <p:to>
                                        <p:strVal val="visible"/>
                                      </p:to>
                                    </p:set>
                                    <p:animEffect transition="in" filter="wipe(left)">
                                      <p:cBhvr>
                                        <p:cTn id="43" dur="500"/>
                                        <p:tgtEl>
                                          <p:spTgt spid="408607"/>
                                        </p:tgtEl>
                                      </p:cBhvr>
                                    </p:animEffect>
                                  </p:childTnLst>
                                </p:cTn>
                              </p:par>
                              <p:par>
                                <p:cTn id="44" presetID="22" presetClass="entr" presetSubtype="4" fill="hold" nodeType="withEffect">
                                  <p:stCondLst>
                                    <p:cond delay="0"/>
                                  </p:stCondLst>
                                  <p:childTnLst>
                                    <p:set>
                                      <p:cBhvr>
                                        <p:cTn id="45" dur="1" fill="hold">
                                          <p:stCondLst>
                                            <p:cond delay="0"/>
                                          </p:stCondLst>
                                        </p:cTn>
                                        <p:tgtEl>
                                          <p:spTgt spid="408579"/>
                                        </p:tgtEl>
                                        <p:attrNameLst>
                                          <p:attrName>style.visibility</p:attrName>
                                        </p:attrNameLst>
                                      </p:cBhvr>
                                      <p:to>
                                        <p:strVal val="visible"/>
                                      </p:to>
                                    </p:set>
                                    <p:animEffect transition="in" filter="wipe(down)">
                                      <p:cBhvr>
                                        <p:cTn id="46" dur="500"/>
                                        <p:tgtEl>
                                          <p:spTgt spid="408579"/>
                                        </p:tgtEl>
                                      </p:cBhvr>
                                    </p:animEffect>
                                  </p:childTnLst>
                                </p:cTn>
                              </p:par>
                            </p:childTnLst>
                          </p:cTn>
                        </p:par>
                        <p:par>
                          <p:cTn id="47" fill="hold" nodeType="afterGroup">
                            <p:stCondLst>
                              <p:cond delay="1000"/>
                            </p:stCondLst>
                            <p:childTnLst>
                              <p:par>
                                <p:cTn id="48" presetID="3" presetClass="entr" presetSubtype="10" fill="hold" nodeType="afterEffect">
                                  <p:stCondLst>
                                    <p:cond delay="0"/>
                                  </p:stCondLst>
                                  <p:childTnLst>
                                    <p:set>
                                      <p:cBhvr>
                                        <p:cTn id="49" dur="1" fill="hold">
                                          <p:stCondLst>
                                            <p:cond delay="0"/>
                                          </p:stCondLst>
                                        </p:cTn>
                                        <p:tgtEl>
                                          <p:spTgt spid="408594"/>
                                        </p:tgtEl>
                                        <p:attrNameLst>
                                          <p:attrName>style.visibility</p:attrName>
                                        </p:attrNameLst>
                                      </p:cBhvr>
                                      <p:to>
                                        <p:strVal val="visible"/>
                                      </p:to>
                                    </p:set>
                                    <p:animEffect transition="in" filter="blinds(horizontal)">
                                      <p:cBhvr>
                                        <p:cTn id="50" dur="500"/>
                                        <p:tgtEl>
                                          <p:spTgt spid="408594"/>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408595"/>
                                        </p:tgtEl>
                                        <p:attrNameLst>
                                          <p:attrName>style.visibility</p:attrName>
                                        </p:attrNameLst>
                                      </p:cBhvr>
                                      <p:to>
                                        <p:strVal val="visible"/>
                                      </p:to>
                                    </p:set>
                                    <p:animEffect transition="in" filter="blinds(horizontal)">
                                      <p:cBhvr>
                                        <p:cTn id="53" dur="500"/>
                                        <p:tgtEl>
                                          <p:spTgt spid="408595"/>
                                        </p:tgtEl>
                                      </p:cBhvr>
                                    </p:animEffect>
                                  </p:childTnLst>
                                </p:cTn>
                              </p:par>
                              <p:par>
                                <p:cTn id="54" presetID="3" presetClass="entr" presetSubtype="10" fill="hold" nodeType="withEffect">
                                  <p:stCondLst>
                                    <p:cond delay="0"/>
                                  </p:stCondLst>
                                  <p:childTnLst>
                                    <p:set>
                                      <p:cBhvr>
                                        <p:cTn id="55" dur="1" fill="hold">
                                          <p:stCondLst>
                                            <p:cond delay="0"/>
                                          </p:stCondLst>
                                        </p:cTn>
                                        <p:tgtEl>
                                          <p:spTgt spid="408596"/>
                                        </p:tgtEl>
                                        <p:attrNameLst>
                                          <p:attrName>style.visibility</p:attrName>
                                        </p:attrNameLst>
                                      </p:cBhvr>
                                      <p:to>
                                        <p:strVal val="visible"/>
                                      </p:to>
                                    </p:set>
                                    <p:animEffect transition="in" filter="blinds(horizontal)">
                                      <p:cBhvr>
                                        <p:cTn id="56" dur="500"/>
                                        <p:tgtEl>
                                          <p:spTgt spid="408596"/>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408597"/>
                                        </p:tgtEl>
                                        <p:attrNameLst>
                                          <p:attrName>style.visibility</p:attrName>
                                        </p:attrNameLst>
                                      </p:cBhvr>
                                      <p:to>
                                        <p:strVal val="visible"/>
                                      </p:to>
                                    </p:set>
                                    <p:animEffect transition="in" filter="blinds(horizontal)">
                                      <p:cBhvr>
                                        <p:cTn id="59" dur="500"/>
                                        <p:tgtEl>
                                          <p:spTgt spid="408597"/>
                                        </p:tgtEl>
                                      </p:cBhvr>
                                    </p:animEffect>
                                  </p:childTnLst>
                                </p:cTn>
                              </p:par>
                              <p:par>
                                <p:cTn id="60" presetID="3" presetClass="entr" presetSubtype="10" fill="hold" nodeType="withEffect">
                                  <p:stCondLst>
                                    <p:cond delay="0"/>
                                  </p:stCondLst>
                                  <p:childTnLst>
                                    <p:set>
                                      <p:cBhvr>
                                        <p:cTn id="61" dur="1" fill="hold">
                                          <p:stCondLst>
                                            <p:cond delay="0"/>
                                          </p:stCondLst>
                                        </p:cTn>
                                        <p:tgtEl>
                                          <p:spTgt spid="408629"/>
                                        </p:tgtEl>
                                        <p:attrNameLst>
                                          <p:attrName>style.visibility</p:attrName>
                                        </p:attrNameLst>
                                      </p:cBhvr>
                                      <p:to>
                                        <p:strVal val="visible"/>
                                      </p:to>
                                    </p:set>
                                    <p:animEffect transition="in" filter="blinds(horizontal)">
                                      <p:cBhvr>
                                        <p:cTn id="62" dur="500"/>
                                        <p:tgtEl>
                                          <p:spTgt spid="408629"/>
                                        </p:tgtEl>
                                      </p:cBhvr>
                                    </p:animEffect>
                                  </p:childTnLst>
                                </p:cTn>
                              </p:par>
                              <p:par>
                                <p:cTn id="63" presetID="3" presetClass="entr" presetSubtype="10" fill="hold" nodeType="withEffect">
                                  <p:stCondLst>
                                    <p:cond delay="0"/>
                                  </p:stCondLst>
                                  <p:childTnLst>
                                    <p:set>
                                      <p:cBhvr>
                                        <p:cTn id="64" dur="1" fill="hold">
                                          <p:stCondLst>
                                            <p:cond delay="0"/>
                                          </p:stCondLst>
                                        </p:cTn>
                                        <p:tgtEl>
                                          <p:spTgt spid="408630"/>
                                        </p:tgtEl>
                                        <p:attrNameLst>
                                          <p:attrName>style.visibility</p:attrName>
                                        </p:attrNameLst>
                                      </p:cBhvr>
                                      <p:to>
                                        <p:strVal val="visible"/>
                                      </p:to>
                                    </p:set>
                                    <p:animEffect transition="in" filter="blinds(horizontal)">
                                      <p:cBhvr>
                                        <p:cTn id="65" dur="500"/>
                                        <p:tgtEl>
                                          <p:spTgt spid="408630"/>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408631"/>
                                        </p:tgtEl>
                                        <p:attrNameLst>
                                          <p:attrName>style.visibility</p:attrName>
                                        </p:attrNameLst>
                                      </p:cBhvr>
                                      <p:to>
                                        <p:strVal val="visible"/>
                                      </p:to>
                                    </p:set>
                                    <p:animEffect transition="in" filter="blinds(horizontal)">
                                      <p:cBhvr>
                                        <p:cTn id="68" dur="500"/>
                                        <p:tgtEl>
                                          <p:spTgt spid="408631"/>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408628"/>
                                        </p:tgtEl>
                                        <p:attrNameLst>
                                          <p:attrName>style.visibility</p:attrName>
                                        </p:attrNameLst>
                                      </p:cBhvr>
                                      <p:to>
                                        <p:strVal val="visible"/>
                                      </p:to>
                                    </p:set>
                                    <p:animEffect transition="in" filter="blinds(horizontal)">
                                      <p:cBhvr>
                                        <p:cTn id="71" dur="500"/>
                                        <p:tgtEl>
                                          <p:spTgt spid="408628"/>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2" fill="hold" nodeType="clickEffect">
                                  <p:stCondLst>
                                    <p:cond delay="0"/>
                                  </p:stCondLst>
                                  <p:childTnLst>
                                    <p:set>
                                      <p:cBhvr>
                                        <p:cTn id="75" dur="1" fill="hold">
                                          <p:stCondLst>
                                            <p:cond delay="0"/>
                                          </p:stCondLst>
                                        </p:cTn>
                                        <p:tgtEl>
                                          <p:spTgt spid="408609"/>
                                        </p:tgtEl>
                                        <p:attrNameLst>
                                          <p:attrName>style.visibility</p:attrName>
                                        </p:attrNameLst>
                                      </p:cBhvr>
                                      <p:to>
                                        <p:strVal val="visible"/>
                                      </p:to>
                                    </p:set>
                                    <p:animEffect transition="in" filter="wipe(right)">
                                      <p:cBhvr>
                                        <p:cTn id="76" dur="500"/>
                                        <p:tgtEl>
                                          <p:spTgt spid="408609"/>
                                        </p:tgtEl>
                                      </p:cBhvr>
                                    </p:animEffect>
                                  </p:childTnLst>
                                </p:cTn>
                              </p:par>
                              <p:par>
                                <p:cTn id="77" presetID="22" presetClass="entr" presetSubtype="2" fill="hold" nodeType="withEffect">
                                  <p:stCondLst>
                                    <p:cond delay="0"/>
                                  </p:stCondLst>
                                  <p:childTnLst>
                                    <p:set>
                                      <p:cBhvr>
                                        <p:cTn id="78" dur="1" fill="hold">
                                          <p:stCondLst>
                                            <p:cond delay="0"/>
                                          </p:stCondLst>
                                        </p:cTn>
                                        <p:tgtEl>
                                          <p:spTgt spid="408610"/>
                                        </p:tgtEl>
                                        <p:attrNameLst>
                                          <p:attrName>style.visibility</p:attrName>
                                        </p:attrNameLst>
                                      </p:cBhvr>
                                      <p:to>
                                        <p:strVal val="visible"/>
                                      </p:to>
                                    </p:set>
                                    <p:animEffect transition="in" filter="wipe(right)">
                                      <p:cBhvr>
                                        <p:cTn id="79" dur="500"/>
                                        <p:tgtEl>
                                          <p:spTgt spid="408610"/>
                                        </p:tgtEl>
                                      </p:cBhvr>
                                    </p:animEffect>
                                  </p:childTnLst>
                                </p:cTn>
                              </p:par>
                              <p:par>
                                <p:cTn id="80" presetID="22" presetClass="entr" presetSubtype="2" fill="hold" nodeType="withEffect">
                                  <p:stCondLst>
                                    <p:cond delay="0"/>
                                  </p:stCondLst>
                                  <p:childTnLst>
                                    <p:set>
                                      <p:cBhvr>
                                        <p:cTn id="81" dur="1" fill="hold">
                                          <p:stCondLst>
                                            <p:cond delay="0"/>
                                          </p:stCondLst>
                                        </p:cTn>
                                        <p:tgtEl>
                                          <p:spTgt spid="408627"/>
                                        </p:tgtEl>
                                        <p:attrNameLst>
                                          <p:attrName>style.visibility</p:attrName>
                                        </p:attrNameLst>
                                      </p:cBhvr>
                                      <p:to>
                                        <p:strVal val="visible"/>
                                      </p:to>
                                    </p:set>
                                    <p:animEffect transition="in" filter="wipe(right)">
                                      <p:cBhvr>
                                        <p:cTn id="82" dur="500"/>
                                        <p:tgtEl>
                                          <p:spTgt spid="408627"/>
                                        </p:tgtEl>
                                      </p:cBhvr>
                                    </p:animEffect>
                                  </p:childTnLst>
                                </p:cTn>
                              </p:par>
                            </p:childTnLst>
                          </p:cTn>
                        </p:par>
                        <p:par>
                          <p:cTn id="83" fill="hold" nodeType="afterGroup">
                            <p:stCondLst>
                              <p:cond delay="500"/>
                            </p:stCondLst>
                            <p:childTnLst>
                              <p:par>
                                <p:cTn id="84" presetID="3" presetClass="entr" presetSubtype="10" fill="hold" nodeType="afterEffect">
                                  <p:stCondLst>
                                    <p:cond delay="0"/>
                                  </p:stCondLst>
                                  <p:childTnLst>
                                    <p:set>
                                      <p:cBhvr>
                                        <p:cTn id="85" dur="1" fill="hold">
                                          <p:stCondLst>
                                            <p:cond delay="0"/>
                                          </p:stCondLst>
                                        </p:cTn>
                                        <p:tgtEl>
                                          <p:spTgt spid="408586"/>
                                        </p:tgtEl>
                                        <p:attrNameLst>
                                          <p:attrName>style.visibility</p:attrName>
                                        </p:attrNameLst>
                                      </p:cBhvr>
                                      <p:to>
                                        <p:strVal val="visible"/>
                                      </p:to>
                                    </p:set>
                                    <p:animEffect transition="in" filter="blinds(horizontal)">
                                      <p:cBhvr>
                                        <p:cTn id="86" dur="500"/>
                                        <p:tgtEl>
                                          <p:spTgt spid="408586"/>
                                        </p:tgtEl>
                                      </p:cBhvr>
                                    </p:animEffect>
                                  </p:childTnLst>
                                </p:cTn>
                              </p:par>
                              <p:par>
                                <p:cTn id="87" presetID="3" presetClass="entr" presetSubtype="10" fill="hold" grpId="0" nodeType="withEffect">
                                  <p:stCondLst>
                                    <p:cond delay="0"/>
                                  </p:stCondLst>
                                  <p:childTnLst>
                                    <p:set>
                                      <p:cBhvr>
                                        <p:cTn id="88" dur="1" fill="hold">
                                          <p:stCondLst>
                                            <p:cond delay="0"/>
                                          </p:stCondLst>
                                        </p:cTn>
                                        <p:tgtEl>
                                          <p:spTgt spid="408598"/>
                                        </p:tgtEl>
                                        <p:attrNameLst>
                                          <p:attrName>style.visibility</p:attrName>
                                        </p:attrNameLst>
                                      </p:cBhvr>
                                      <p:to>
                                        <p:strVal val="visible"/>
                                      </p:to>
                                    </p:set>
                                    <p:animEffect transition="in" filter="blinds(horizontal)">
                                      <p:cBhvr>
                                        <p:cTn id="89" dur="500"/>
                                        <p:tgtEl>
                                          <p:spTgt spid="408598"/>
                                        </p:tgtEl>
                                      </p:cBhvr>
                                    </p:animEffect>
                                  </p:childTnLst>
                                </p:cTn>
                              </p:par>
                            </p:childTnLst>
                          </p:cTn>
                        </p:par>
                        <p:par>
                          <p:cTn id="90" fill="hold" nodeType="afterGroup">
                            <p:stCondLst>
                              <p:cond delay="1000"/>
                            </p:stCondLst>
                            <p:childTnLst>
                              <p:par>
                                <p:cTn id="91" presetID="3" presetClass="entr" presetSubtype="10" fill="hold" nodeType="afterEffect">
                                  <p:stCondLst>
                                    <p:cond delay="0"/>
                                  </p:stCondLst>
                                  <p:childTnLst>
                                    <p:set>
                                      <p:cBhvr>
                                        <p:cTn id="92" dur="1" fill="hold">
                                          <p:stCondLst>
                                            <p:cond delay="0"/>
                                          </p:stCondLst>
                                        </p:cTn>
                                        <p:tgtEl>
                                          <p:spTgt spid="408592"/>
                                        </p:tgtEl>
                                        <p:attrNameLst>
                                          <p:attrName>style.visibility</p:attrName>
                                        </p:attrNameLst>
                                      </p:cBhvr>
                                      <p:to>
                                        <p:strVal val="visible"/>
                                      </p:to>
                                    </p:set>
                                    <p:animEffect transition="in" filter="blinds(horizontal)">
                                      <p:cBhvr>
                                        <p:cTn id="93" dur="500"/>
                                        <p:tgtEl>
                                          <p:spTgt spid="408592"/>
                                        </p:tgtEl>
                                      </p:cBhvr>
                                    </p:animEffect>
                                  </p:childTnLst>
                                </p:cTn>
                              </p:par>
                              <p:par>
                                <p:cTn id="94" presetID="3" presetClass="entr" presetSubtype="10" fill="hold" nodeType="withEffect">
                                  <p:stCondLst>
                                    <p:cond delay="0"/>
                                  </p:stCondLst>
                                  <p:childTnLst>
                                    <p:set>
                                      <p:cBhvr>
                                        <p:cTn id="95" dur="1" fill="hold">
                                          <p:stCondLst>
                                            <p:cond delay="0"/>
                                          </p:stCondLst>
                                        </p:cTn>
                                        <p:tgtEl>
                                          <p:spTgt spid="408589"/>
                                        </p:tgtEl>
                                        <p:attrNameLst>
                                          <p:attrName>style.visibility</p:attrName>
                                        </p:attrNameLst>
                                      </p:cBhvr>
                                      <p:to>
                                        <p:strVal val="visible"/>
                                      </p:to>
                                    </p:set>
                                    <p:animEffect transition="in" filter="blinds(horizontal)">
                                      <p:cBhvr>
                                        <p:cTn id="96" dur="500"/>
                                        <p:tgtEl>
                                          <p:spTgt spid="408589"/>
                                        </p:tgtEl>
                                      </p:cBhvr>
                                    </p:animEffect>
                                  </p:childTnLst>
                                </p:cTn>
                              </p:par>
                              <p:par>
                                <p:cTn id="97" presetID="3" presetClass="entr" presetSubtype="10" fill="hold" grpId="0" nodeType="withEffect">
                                  <p:stCondLst>
                                    <p:cond delay="0"/>
                                  </p:stCondLst>
                                  <p:childTnLst>
                                    <p:set>
                                      <p:cBhvr>
                                        <p:cTn id="98" dur="1" fill="hold">
                                          <p:stCondLst>
                                            <p:cond delay="0"/>
                                          </p:stCondLst>
                                        </p:cTn>
                                        <p:tgtEl>
                                          <p:spTgt spid="408590"/>
                                        </p:tgtEl>
                                        <p:attrNameLst>
                                          <p:attrName>style.visibility</p:attrName>
                                        </p:attrNameLst>
                                      </p:cBhvr>
                                      <p:to>
                                        <p:strVal val="visible"/>
                                      </p:to>
                                    </p:set>
                                    <p:animEffect transition="in" filter="blinds(horizontal)">
                                      <p:cBhvr>
                                        <p:cTn id="99" dur="500"/>
                                        <p:tgtEl>
                                          <p:spTgt spid="408590"/>
                                        </p:tgtEl>
                                      </p:cBhvr>
                                    </p:animEffect>
                                  </p:childTnLst>
                                </p:cTn>
                              </p:par>
                              <p:par>
                                <p:cTn id="100" presetID="3" presetClass="entr" presetSubtype="10" fill="hold" nodeType="withEffect">
                                  <p:stCondLst>
                                    <p:cond delay="0"/>
                                  </p:stCondLst>
                                  <p:childTnLst>
                                    <p:set>
                                      <p:cBhvr>
                                        <p:cTn id="101" dur="1" fill="hold">
                                          <p:stCondLst>
                                            <p:cond delay="0"/>
                                          </p:stCondLst>
                                        </p:cTn>
                                        <p:tgtEl>
                                          <p:spTgt spid="408591"/>
                                        </p:tgtEl>
                                        <p:attrNameLst>
                                          <p:attrName>style.visibility</p:attrName>
                                        </p:attrNameLst>
                                      </p:cBhvr>
                                      <p:to>
                                        <p:strVal val="visible"/>
                                      </p:to>
                                    </p:set>
                                    <p:animEffect transition="in" filter="blinds(horizontal)">
                                      <p:cBhvr>
                                        <p:cTn id="102" dur="500"/>
                                        <p:tgtEl>
                                          <p:spTgt spid="408591"/>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2"/>
                                        </p:tgtEl>
                                        <p:attrNameLst>
                                          <p:attrName>style.visibility</p:attrName>
                                        </p:attrNameLst>
                                      </p:cBhvr>
                                      <p:to>
                                        <p:strVal val="visible"/>
                                      </p:to>
                                    </p:set>
                                    <p:animEffect transition="in" filter="wipe(left)">
                                      <p:cBhvr>
                                        <p:cTn id="107" dur="500"/>
                                        <p:tgtEl>
                                          <p:spTgt spid="2"/>
                                        </p:tgtEl>
                                      </p:cBhvr>
                                    </p:animEffect>
                                  </p:childTnLst>
                                </p:cTn>
                              </p:par>
                              <p:par>
                                <p:cTn id="108" presetID="22" presetClass="entr" presetSubtype="8" fill="hold" nodeType="withEffect">
                                  <p:stCondLst>
                                    <p:cond delay="0"/>
                                  </p:stCondLst>
                                  <p:childTnLst>
                                    <p:set>
                                      <p:cBhvr>
                                        <p:cTn id="109" dur="1" fill="hold">
                                          <p:stCondLst>
                                            <p:cond delay="0"/>
                                          </p:stCondLst>
                                        </p:cTn>
                                        <p:tgtEl>
                                          <p:spTgt spid="4"/>
                                        </p:tgtEl>
                                        <p:attrNameLst>
                                          <p:attrName>style.visibility</p:attrName>
                                        </p:attrNameLst>
                                      </p:cBhvr>
                                      <p:to>
                                        <p:strVal val="visible"/>
                                      </p:to>
                                    </p:set>
                                    <p:animEffect transition="in" filter="wipe(left)">
                                      <p:cBhvr>
                                        <p:cTn id="110" dur="500"/>
                                        <p:tgtEl>
                                          <p:spTgt spid="4"/>
                                        </p:tgtEl>
                                      </p:cBhvr>
                                    </p:animEffect>
                                  </p:childTnLst>
                                </p:cTn>
                              </p:par>
                              <p:par>
                                <p:cTn id="111" presetID="22" presetClass="entr" presetSubtype="8" fill="hold" nodeType="withEffect">
                                  <p:stCondLst>
                                    <p:cond delay="0"/>
                                  </p:stCondLst>
                                  <p:childTnLst>
                                    <p:set>
                                      <p:cBhvr>
                                        <p:cTn id="112" dur="1" fill="hold">
                                          <p:stCondLst>
                                            <p:cond delay="0"/>
                                          </p:stCondLst>
                                        </p:cTn>
                                        <p:tgtEl>
                                          <p:spTgt spid="6"/>
                                        </p:tgtEl>
                                        <p:attrNameLst>
                                          <p:attrName>style.visibility</p:attrName>
                                        </p:attrNameLst>
                                      </p:cBhvr>
                                      <p:to>
                                        <p:strVal val="visible"/>
                                      </p:to>
                                    </p:set>
                                    <p:animEffect transition="in" filter="wipe(left)">
                                      <p:cBhvr>
                                        <p:cTn id="113" dur="500"/>
                                        <p:tgtEl>
                                          <p:spTgt spid="6"/>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3" presetClass="entr" presetSubtype="10" fill="hold" nodeType="clickEffect">
                                  <p:stCondLst>
                                    <p:cond delay="0"/>
                                  </p:stCondLst>
                                  <p:childTnLst>
                                    <p:set>
                                      <p:cBhvr>
                                        <p:cTn id="117" dur="1" fill="hold">
                                          <p:stCondLst>
                                            <p:cond delay="0"/>
                                          </p:stCondLst>
                                        </p:cTn>
                                        <p:tgtEl>
                                          <p:spTgt spid="408632"/>
                                        </p:tgtEl>
                                        <p:attrNameLst>
                                          <p:attrName>style.visibility</p:attrName>
                                        </p:attrNameLst>
                                      </p:cBhvr>
                                      <p:to>
                                        <p:strVal val="visible"/>
                                      </p:to>
                                    </p:set>
                                    <p:animEffect transition="in" filter="blinds(horizontal)">
                                      <p:cBhvr>
                                        <p:cTn id="118" dur="500"/>
                                        <p:tgtEl>
                                          <p:spTgt spid="408632"/>
                                        </p:tgtEl>
                                      </p:cBhvr>
                                    </p:animEffect>
                                  </p:childTnLst>
                                </p:cTn>
                              </p:par>
                            </p:childTnLst>
                          </p:cTn>
                        </p:par>
                        <p:par>
                          <p:cTn id="119" fill="hold" nodeType="afterGroup">
                            <p:stCondLst>
                              <p:cond delay="500"/>
                            </p:stCondLst>
                            <p:childTnLst>
                              <p:par>
                                <p:cTn id="120" presetID="3" presetClass="entr" presetSubtype="10" fill="hold" grpId="0" nodeType="afterEffect">
                                  <p:stCondLst>
                                    <p:cond delay="0"/>
                                  </p:stCondLst>
                                  <p:childTnLst>
                                    <p:set>
                                      <p:cBhvr>
                                        <p:cTn id="121" dur="1" fill="hold">
                                          <p:stCondLst>
                                            <p:cond delay="0"/>
                                          </p:stCondLst>
                                        </p:cTn>
                                        <p:tgtEl>
                                          <p:spTgt spid="408633"/>
                                        </p:tgtEl>
                                        <p:attrNameLst>
                                          <p:attrName>style.visibility</p:attrName>
                                        </p:attrNameLst>
                                      </p:cBhvr>
                                      <p:to>
                                        <p:strVal val="visible"/>
                                      </p:to>
                                    </p:set>
                                    <p:animEffect transition="in" filter="blinds(horizontal)">
                                      <p:cBhvr>
                                        <p:cTn id="122" dur="500"/>
                                        <p:tgtEl>
                                          <p:spTgt spid="408633"/>
                                        </p:tgtEl>
                                      </p:cBhvr>
                                    </p:animEffect>
                                  </p:childTnLst>
                                </p:cTn>
                              </p:par>
                              <p:par>
                                <p:cTn id="123" presetID="3" presetClass="entr" presetSubtype="10" fill="hold" nodeType="withEffect">
                                  <p:stCondLst>
                                    <p:cond delay="0"/>
                                  </p:stCondLst>
                                  <p:childTnLst>
                                    <p:set>
                                      <p:cBhvr>
                                        <p:cTn id="124" dur="1" fill="hold">
                                          <p:stCondLst>
                                            <p:cond delay="0"/>
                                          </p:stCondLst>
                                        </p:cTn>
                                        <p:tgtEl>
                                          <p:spTgt spid="408634"/>
                                        </p:tgtEl>
                                        <p:attrNameLst>
                                          <p:attrName>style.visibility</p:attrName>
                                        </p:attrNameLst>
                                      </p:cBhvr>
                                      <p:to>
                                        <p:strVal val="visible"/>
                                      </p:to>
                                    </p:set>
                                    <p:animEffect transition="in" filter="blinds(horizontal)">
                                      <p:cBhvr>
                                        <p:cTn id="125" dur="500"/>
                                        <p:tgtEl>
                                          <p:spTgt spid="408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580" grpId="0" animBg="1"/>
      <p:bldP spid="408583" grpId="0" animBg="1"/>
      <p:bldP spid="408584" grpId="0" animBg="1"/>
      <p:bldP spid="408590" grpId="0"/>
      <p:bldP spid="408593" grpId="0"/>
      <p:bldP spid="408595" grpId="0"/>
      <p:bldP spid="408597" grpId="0"/>
      <p:bldP spid="408598" grpId="0"/>
      <p:bldP spid="408628" grpId="0"/>
      <p:bldP spid="408631" grpId="0"/>
      <p:bldP spid="408633" grpId="0"/>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4034" name="灯片编号占位符 6">
            <a:extLst>
              <a:ext uri="{FF2B5EF4-FFF2-40B4-BE49-F238E27FC236}">
                <a16:creationId xmlns:a16="http://schemas.microsoft.com/office/drawing/2014/main" id="{CBA11B1F-C572-403D-BCC3-EF2C270DAAA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3FB0D19F-C727-4247-B8A5-AF5CFD95D2BA}" type="slidenum">
              <a:rPr lang="en-US" altLang="zh-CN" sz="1400" smtClean="0">
                <a:latin typeface="Times New Roman" panose="02020603050405020304" pitchFamily="18" charset="0"/>
              </a:rPr>
              <a:pPr>
                <a:spcBef>
                  <a:spcPct val="0"/>
                </a:spcBef>
                <a:buClrTx/>
                <a:buSzTx/>
                <a:buFontTx/>
                <a:buNone/>
              </a:pPr>
              <a:t>32</a:t>
            </a:fld>
            <a:endParaRPr lang="en-US" altLang="zh-CN" sz="1400">
              <a:latin typeface="Times New Roman" panose="02020603050405020304" pitchFamily="18" charset="0"/>
            </a:endParaRPr>
          </a:p>
        </p:txBody>
      </p:sp>
      <p:sp>
        <p:nvSpPr>
          <p:cNvPr id="44035" name="Rectangle 2">
            <a:extLst>
              <a:ext uri="{FF2B5EF4-FFF2-40B4-BE49-F238E27FC236}">
                <a16:creationId xmlns:a16="http://schemas.microsoft.com/office/drawing/2014/main" id="{364A18B0-8BCF-40B5-B7DF-BC76F2266CCF}"/>
              </a:ext>
            </a:extLst>
          </p:cNvPr>
          <p:cNvSpPr>
            <a:spLocks noGrp="1" noChangeArrowheads="1"/>
          </p:cNvSpPr>
          <p:nvPr>
            <p:ph type="title"/>
          </p:nvPr>
        </p:nvSpPr>
        <p:spPr/>
        <p:txBody>
          <a:bodyPr/>
          <a:lstStyle/>
          <a:p>
            <a:r>
              <a:rPr lang="en-US" altLang="zh-CN">
                <a:ea typeface="宋体" panose="02010600030101010101" pitchFamily="2" charset="-122"/>
              </a:rPr>
              <a:t>Go-Back-N</a:t>
            </a:r>
          </a:p>
        </p:txBody>
      </p:sp>
      <p:sp>
        <p:nvSpPr>
          <p:cNvPr id="409603" name="Rectangle 3">
            <a:extLst>
              <a:ext uri="{FF2B5EF4-FFF2-40B4-BE49-F238E27FC236}">
                <a16:creationId xmlns:a16="http://schemas.microsoft.com/office/drawing/2014/main" id="{30959CFC-94A3-42C6-9453-6FFF5CF9AA67}"/>
              </a:ext>
            </a:extLst>
          </p:cNvPr>
          <p:cNvSpPr>
            <a:spLocks noGrp="1" noChangeArrowheads="1"/>
          </p:cNvSpPr>
          <p:nvPr>
            <p:ph type="body" sz="half" idx="1"/>
          </p:nvPr>
        </p:nvSpPr>
        <p:spPr>
          <a:xfrm>
            <a:off x="533400" y="1314450"/>
            <a:ext cx="8324850" cy="1219200"/>
          </a:xfrm>
        </p:spPr>
        <p:txBody>
          <a:bodyPr/>
          <a:lstStyle/>
          <a:p>
            <a:pPr>
              <a:buFont typeface="ZapfDingbats" pitchFamily="82" charset="2"/>
              <a:buNone/>
            </a:pPr>
            <a:r>
              <a:rPr lang="en-US" altLang="zh-CN" sz="2400">
                <a:solidFill>
                  <a:srgbClr val="FF0000"/>
                </a:solidFill>
                <a:ea typeface="宋体" panose="02010600030101010101" pitchFamily="2" charset="-122"/>
              </a:rPr>
              <a:t>Sender:</a:t>
            </a:r>
            <a:endParaRPr lang="en-US" altLang="zh-CN" sz="2400">
              <a:ea typeface="宋体" panose="02010600030101010101" pitchFamily="2" charset="-122"/>
            </a:endParaRPr>
          </a:p>
          <a:p>
            <a:r>
              <a:rPr lang="en-US" altLang="zh-CN" sz="2000">
                <a:ea typeface="宋体" panose="02010600030101010101" pitchFamily="2" charset="-122"/>
              </a:rPr>
              <a:t>K-bit seq # in pkt header</a:t>
            </a:r>
          </a:p>
          <a:p>
            <a:r>
              <a:rPr lang="en-US" altLang="zh-CN" sz="2000">
                <a:ea typeface="宋体" panose="02010600030101010101" pitchFamily="2" charset="-122"/>
              </a:rPr>
              <a:t>“Window” of up to N, consecutive unack’ed pkts allowed</a:t>
            </a:r>
            <a:endParaRPr lang="en-US" altLang="zh-CN" sz="2400">
              <a:ea typeface="宋体" panose="02010600030101010101" pitchFamily="2" charset="-122"/>
            </a:endParaRPr>
          </a:p>
        </p:txBody>
      </p:sp>
      <p:pic>
        <p:nvPicPr>
          <p:cNvPr id="409604" name="Picture 4" descr="gbn_seqnum">
            <a:extLst>
              <a:ext uri="{FF2B5EF4-FFF2-40B4-BE49-F238E27FC236}">
                <a16:creationId xmlns:a16="http://schemas.microsoft.com/office/drawing/2014/main" id="{745A98C4-C6BC-4087-8338-98E5C34757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188" y="2636838"/>
            <a:ext cx="8099425"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05" name="Rectangle 5">
            <a:extLst>
              <a:ext uri="{FF2B5EF4-FFF2-40B4-BE49-F238E27FC236}">
                <a16:creationId xmlns:a16="http://schemas.microsoft.com/office/drawing/2014/main" id="{C950220F-51E7-4AF0-AA60-A2DB0D20F1CD}"/>
              </a:ext>
            </a:extLst>
          </p:cNvPr>
          <p:cNvSpPr>
            <a:spLocks noChangeArrowheads="1"/>
          </p:cNvSpPr>
          <p:nvPr/>
        </p:nvSpPr>
        <p:spPr bwMode="auto">
          <a:xfrm>
            <a:off x="476250" y="4419600"/>
            <a:ext cx="832485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zh-CN" sz="2000">
                <a:ea typeface="宋体" panose="02010600030101010101" pitchFamily="2" charset="-122"/>
              </a:rPr>
              <a:t>ACK(n): ACKs all pkts up to, including seq # n - “cumulative ACK”</a:t>
            </a:r>
          </a:p>
          <a:p>
            <a:pPr lvl="1"/>
            <a:r>
              <a:rPr lang="en-US" altLang="zh-CN" sz="2000">
                <a:ea typeface="宋体" panose="02010600030101010101" pitchFamily="2" charset="-122"/>
              </a:rPr>
              <a:t>May receive duplicate ACKs (see receiver)</a:t>
            </a:r>
            <a:endParaRPr lang="en-US" altLang="zh-CN" sz="1800">
              <a:ea typeface="宋体" panose="02010600030101010101" pitchFamily="2" charset="-122"/>
            </a:endParaRPr>
          </a:p>
          <a:p>
            <a:r>
              <a:rPr lang="en-US" altLang="zh-CN" sz="2000">
                <a:ea typeface="宋体" panose="02010600030101010101" pitchFamily="2" charset="-122"/>
              </a:rPr>
              <a:t>Timer for each in-flight pkt</a:t>
            </a:r>
          </a:p>
          <a:p>
            <a:r>
              <a:rPr lang="en-US" altLang="zh-CN" sz="2000" i="1">
                <a:ea typeface="宋体" panose="02010600030101010101" pitchFamily="2" charset="-122"/>
              </a:rPr>
              <a:t>Timeout(n):</a:t>
            </a:r>
            <a:r>
              <a:rPr lang="en-US" altLang="zh-CN" sz="2000">
                <a:ea typeface="宋体" panose="02010600030101010101" pitchFamily="2" charset="-122"/>
              </a:rPr>
              <a:t> retransmit pkt n and all higher seq # pkts in window</a:t>
            </a:r>
          </a:p>
          <a:p>
            <a:r>
              <a:rPr lang="en-US" altLang="zh-CN" sz="2000">
                <a:ea typeface="宋体" panose="02010600030101010101" pitchFamily="2" charset="-122"/>
              </a:rPr>
              <a:t>Called a </a:t>
            </a:r>
            <a:r>
              <a:rPr lang="en-US" altLang="zh-CN" sz="2000">
                <a:solidFill>
                  <a:schemeClr val="accent2"/>
                </a:solidFill>
                <a:ea typeface="宋体" panose="02010600030101010101" pitchFamily="2" charset="-122"/>
              </a:rPr>
              <a:t>sliding-window</a:t>
            </a:r>
            <a:r>
              <a:rPr lang="en-US" altLang="zh-CN" sz="2000">
                <a:ea typeface="宋体" panose="02010600030101010101" pitchFamily="2" charset="-122"/>
              </a:rPr>
              <a:t> protocol</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09603">
                                            <p:txEl>
                                              <p:pRg st="0" end="0"/>
                                            </p:txEl>
                                          </p:spTgt>
                                        </p:tgtEl>
                                        <p:attrNameLst>
                                          <p:attrName>style.visibility</p:attrName>
                                        </p:attrNameLst>
                                      </p:cBhvr>
                                      <p:to>
                                        <p:strVal val="visible"/>
                                      </p:to>
                                    </p:set>
                                    <p:animEffect transition="in" filter="blinds(horizontal)">
                                      <p:cBhvr>
                                        <p:cTn id="7" dur="500"/>
                                        <p:tgtEl>
                                          <p:spTgt spid="40960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09603">
                                            <p:txEl>
                                              <p:pRg st="1" end="1"/>
                                            </p:txEl>
                                          </p:spTgt>
                                        </p:tgtEl>
                                        <p:attrNameLst>
                                          <p:attrName>style.visibility</p:attrName>
                                        </p:attrNameLst>
                                      </p:cBhvr>
                                      <p:to>
                                        <p:strVal val="visible"/>
                                      </p:to>
                                    </p:set>
                                    <p:animEffect transition="in" filter="blinds(horizontal)">
                                      <p:cBhvr>
                                        <p:cTn id="10" dur="500"/>
                                        <p:tgtEl>
                                          <p:spTgt spid="40960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09603">
                                            <p:txEl>
                                              <p:pRg st="2" end="2"/>
                                            </p:txEl>
                                          </p:spTgt>
                                        </p:tgtEl>
                                        <p:attrNameLst>
                                          <p:attrName>style.visibility</p:attrName>
                                        </p:attrNameLst>
                                      </p:cBhvr>
                                      <p:to>
                                        <p:strVal val="visible"/>
                                      </p:to>
                                    </p:set>
                                    <p:animEffect transition="in" filter="blinds(horizontal)">
                                      <p:cBhvr>
                                        <p:cTn id="13" dur="500"/>
                                        <p:tgtEl>
                                          <p:spTgt spid="40960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09604"/>
                                        </p:tgtEl>
                                        <p:attrNameLst>
                                          <p:attrName>style.visibility</p:attrName>
                                        </p:attrNameLst>
                                      </p:cBhvr>
                                      <p:to>
                                        <p:strVal val="visible"/>
                                      </p:to>
                                    </p:set>
                                    <p:animEffect transition="in" filter="blinds(horizontal)">
                                      <p:cBhvr>
                                        <p:cTn id="16" dur="500"/>
                                        <p:tgtEl>
                                          <p:spTgt spid="40960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409605">
                                            <p:txEl>
                                              <p:pRg st="0" end="0"/>
                                            </p:txEl>
                                          </p:spTgt>
                                        </p:tgtEl>
                                        <p:attrNameLst>
                                          <p:attrName>style.visibility</p:attrName>
                                        </p:attrNameLst>
                                      </p:cBhvr>
                                      <p:to>
                                        <p:strVal val="visible"/>
                                      </p:to>
                                    </p:set>
                                    <p:animEffect transition="in" filter="blinds(horizontal)">
                                      <p:cBhvr>
                                        <p:cTn id="21" dur="500"/>
                                        <p:tgtEl>
                                          <p:spTgt spid="409605">
                                            <p:txEl>
                                              <p:pRg st="0" end="0"/>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409605">
                                            <p:txEl>
                                              <p:pRg st="1" end="1"/>
                                            </p:txEl>
                                          </p:spTgt>
                                        </p:tgtEl>
                                        <p:attrNameLst>
                                          <p:attrName>style.visibility</p:attrName>
                                        </p:attrNameLst>
                                      </p:cBhvr>
                                      <p:to>
                                        <p:strVal val="visible"/>
                                      </p:to>
                                    </p:set>
                                    <p:animEffect transition="in" filter="blinds(horizontal)">
                                      <p:cBhvr>
                                        <p:cTn id="24" dur="500"/>
                                        <p:tgtEl>
                                          <p:spTgt spid="409605">
                                            <p:txEl>
                                              <p:pRg st="1" end="1"/>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409605">
                                            <p:txEl>
                                              <p:pRg st="2" end="2"/>
                                            </p:txEl>
                                          </p:spTgt>
                                        </p:tgtEl>
                                        <p:attrNameLst>
                                          <p:attrName>style.visibility</p:attrName>
                                        </p:attrNameLst>
                                      </p:cBhvr>
                                      <p:to>
                                        <p:strVal val="visible"/>
                                      </p:to>
                                    </p:set>
                                    <p:animEffect transition="in" filter="blinds(horizontal)">
                                      <p:cBhvr>
                                        <p:cTn id="27" dur="500"/>
                                        <p:tgtEl>
                                          <p:spTgt spid="409605">
                                            <p:txEl>
                                              <p:pRg st="2" end="2"/>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409605">
                                            <p:txEl>
                                              <p:pRg st="3" end="3"/>
                                            </p:txEl>
                                          </p:spTgt>
                                        </p:tgtEl>
                                        <p:attrNameLst>
                                          <p:attrName>style.visibility</p:attrName>
                                        </p:attrNameLst>
                                      </p:cBhvr>
                                      <p:to>
                                        <p:strVal val="visible"/>
                                      </p:to>
                                    </p:set>
                                    <p:animEffect transition="in" filter="blinds(horizontal)">
                                      <p:cBhvr>
                                        <p:cTn id="30" dur="500"/>
                                        <p:tgtEl>
                                          <p:spTgt spid="409605">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409605">
                                            <p:txEl>
                                              <p:pRg st="4" end="4"/>
                                            </p:txEl>
                                          </p:spTgt>
                                        </p:tgtEl>
                                        <p:attrNameLst>
                                          <p:attrName>style.visibility</p:attrName>
                                        </p:attrNameLst>
                                      </p:cBhvr>
                                      <p:to>
                                        <p:strVal val="visible"/>
                                      </p:to>
                                    </p:set>
                                    <p:animEffect transition="in" filter="blinds(horizontal)">
                                      <p:cBhvr>
                                        <p:cTn id="35" dur="500"/>
                                        <p:tgtEl>
                                          <p:spTgt spid="40960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058" name="灯片编号占位符 5">
            <a:extLst>
              <a:ext uri="{FF2B5EF4-FFF2-40B4-BE49-F238E27FC236}">
                <a16:creationId xmlns:a16="http://schemas.microsoft.com/office/drawing/2014/main" id="{BE42360F-BB58-4BBE-9AB9-940B1294740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4F5EC481-569D-466B-91CF-CE368444A91C}" type="slidenum">
              <a:rPr lang="en-US" altLang="zh-CN" sz="1400" smtClean="0">
                <a:latin typeface="Times New Roman" panose="02020603050405020304" pitchFamily="18" charset="0"/>
              </a:rPr>
              <a:pPr>
                <a:spcBef>
                  <a:spcPct val="0"/>
                </a:spcBef>
                <a:buClrTx/>
                <a:buSzTx/>
                <a:buFontTx/>
                <a:buNone/>
              </a:pPr>
              <a:t>33</a:t>
            </a:fld>
            <a:endParaRPr lang="en-US" altLang="zh-CN" sz="1400">
              <a:latin typeface="Times New Roman" panose="02020603050405020304" pitchFamily="18" charset="0"/>
            </a:endParaRPr>
          </a:p>
        </p:txBody>
      </p:sp>
      <p:sp>
        <p:nvSpPr>
          <p:cNvPr id="45059" name="Rectangle 2">
            <a:extLst>
              <a:ext uri="{FF2B5EF4-FFF2-40B4-BE49-F238E27FC236}">
                <a16:creationId xmlns:a16="http://schemas.microsoft.com/office/drawing/2014/main" id="{2DE2E162-5339-44F0-8AA9-DB5804DA3891}"/>
              </a:ext>
            </a:extLst>
          </p:cNvPr>
          <p:cNvSpPr>
            <a:spLocks noGrp="1" noChangeArrowheads="1"/>
          </p:cNvSpPr>
          <p:nvPr>
            <p:ph type="title"/>
          </p:nvPr>
        </p:nvSpPr>
        <p:spPr/>
        <p:txBody>
          <a:bodyPr/>
          <a:lstStyle/>
          <a:p>
            <a:r>
              <a:rPr lang="en-US" altLang="zh-CN">
                <a:ea typeface="宋体" panose="02010600030101010101" pitchFamily="2" charset="-122"/>
              </a:rPr>
              <a:t>GBN: Sender</a:t>
            </a:r>
          </a:p>
        </p:txBody>
      </p:sp>
      <p:sp>
        <p:nvSpPr>
          <p:cNvPr id="410627" name="Rectangle 3">
            <a:extLst>
              <a:ext uri="{FF2B5EF4-FFF2-40B4-BE49-F238E27FC236}">
                <a16:creationId xmlns:a16="http://schemas.microsoft.com/office/drawing/2014/main" id="{B8BF5B98-31A1-4725-9057-13DD6B7DB376}"/>
              </a:ext>
            </a:extLst>
          </p:cNvPr>
          <p:cNvSpPr>
            <a:spLocks noGrp="1" noChangeArrowheads="1"/>
          </p:cNvSpPr>
          <p:nvPr>
            <p:ph type="body" idx="1"/>
          </p:nvPr>
        </p:nvSpPr>
        <p:spPr>
          <a:xfrm>
            <a:off x="533400" y="1600200"/>
            <a:ext cx="7794625" cy="4572000"/>
          </a:xfrm>
        </p:spPr>
        <p:txBody>
          <a:bodyPr/>
          <a:lstStyle/>
          <a:p>
            <a:pPr>
              <a:lnSpc>
                <a:spcPct val="90000"/>
              </a:lnSpc>
            </a:pPr>
            <a:r>
              <a:rPr lang="en-US" altLang="zh-CN" sz="2400">
                <a:solidFill>
                  <a:srgbClr val="FF0000"/>
                </a:solidFill>
                <a:ea typeface="宋体" panose="02010600030101010101" pitchFamily="2" charset="-122"/>
              </a:rPr>
              <a:t>rdt_Send() called:</a:t>
            </a:r>
            <a:r>
              <a:rPr lang="en-US" altLang="zh-CN" sz="2400">
                <a:ea typeface="宋体" panose="02010600030101010101" pitchFamily="2" charset="-122"/>
              </a:rPr>
              <a:t> checks to see if window is full </a:t>
            </a:r>
          </a:p>
          <a:p>
            <a:pPr lvl="1">
              <a:lnSpc>
                <a:spcPct val="90000"/>
              </a:lnSpc>
            </a:pPr>
            <a:r>
              <a:rPr lang="en-US" altLang="zh-CN">
                <a:solidFill>
                  <a:srgbClr val="FF0000"/>
                </a:solidFill>
                <a:ea typeface="宋体" panose="02010600030101010101" pitchFamily="2" charset="-122"/>
              </a:rPr>
              <a:t>No:</a:t>
            </a:r>
            <a:r>
              <a:rPr lang="en-US" altLang="zh-CN">
                <a:ea typeface="宋体" panose="02010600030101010101" pitchFamily="2" charset="-122"/>
              </a:rPr>
              <a:t> send out packet</a:t>
            </a:r>
          </a:p>
          <a:p>
            <a:pPr lvl="1">
              <a:lnSpc>
                <a:spcPct val="90000"/>
              </a:lnSpc>
            </a:pPr>
            <a:r>
              <a:rPr lang="en-US" altLang="zh-CN">
                <a:solidFill>
                  <a:srgbClr val="FF0000"/>
                </a:solidFill>
                <a:ea typeface="宋体" panose="02010600030101010101" pitchFamily="2" charset="-122"/>
              </a:rPr>
              <a:t>Yes:</a:t>
            </a:r>
            <a:r>
              <a:rPr lang="en-US" altLang="zh-CN">
                <a:ea typeface="宋体" panose="02010600030101010101" pitchFamily="2" charset="-122"/>
              </a:rPr>
              <a:t> return data to upper level</a:t>
            </a:r>
          </a:p>
          <a:p>
            <a:pPr lvl="1">
              <a:lnSpc>
                <a:spcPct val="90000"/>
              </a:lnSpc>
            </a:pPr>
            <a:endParaRPr lang="en-US" altLang="zh-CN" sz="1800">
              <a:ea typeface="宋体" panose="02010600030101010101" pitchFamily="2" charset="-122"/>
            </a:endParaRPr>
          </a:p>
          <a:p>
            <a:pPr>
              <a:lnSpc>
                <a:spcPct val="90000"/>
              </a:lnSpc>
            </a:pPr>
            <a:r>
              <a:rPr lang="en-US" altLang="zh-CN" sz="2400">
                <a:solidFill>
                  <a:srgbClr val="FF0000"/>
                </a:solidFill>
                <a:ea typeface="宋体" panose="02010600030101010101" pitchFamily="2" charset="-122"/>
              </a:rPr>
              <a:t>Receipt of ACK(n):</a:t>
            </a:r>
            <a:r>
              <a:rPr lang="en-US" altLang="zh-CN" sz="2400">
                <a:ea typeface="宋体" panose="02010600030101010101" pitchFamily="2" charset="-122"/>
              </a:rPr>
              <a:t>  cumulative acknowledgement that all packets up to and including </a:t>
            </a:r>
            <a:r>
              <a:rPr lang="en-US" altLang="zh-CN" sz="2400" i="1">
                <a:ea typeface="宋体" panose="02010600030101010101" pitchFamily="2" charset="-122"/>
              </a:rPr>
              <a:t>n</a:t>
            </a:r>
            <a:r>
              <a:rPr lang="en-US" altLang="zh-CN" sz="2400">
                <a:ea typeface="宋体" panose="02010600030101010101" pitchFamily="2" charset="-122"/>
              </a:rPr>
              <a:t>  have been received.  Updates window accordingly and restarts timer</a:t>
            </a:r>
          </a:p>
          <a:p>
            <a:pPr>
              <a:lnSpc>
                <a:spcPct val="90000"/>
              </a:lnSpc>
              <a:buFont typeface="ZapfDingbats" pitchFamily="82" charset="2"/>
              <a:buNone/>
            </a:pPr>
            <a:endParaRPr lang="en-US" altLang="zh-CN" sz="1800">
              <a:ea typeface="宋体" panose="02010600030101010101" pitchFamily="2" charset="-122"/>
            </a:endParaRPr>
          </a:p>
          <a:p>
            <a:pPr>
              <a:lnSpc>
                <a:spcPct val="90000"/>
              </a:lnSpc>
            </a:pPr>
            <a:r>
              <a:rPr lang="en-US" altLang="zh-CN" sz="2400">
                <a:solidFill>
                  <a:srgbClr val="FF0000"/>
                </a:solidFill>
                <a:ea typeface="宋体" panose="02010600030101010101" pitchFamily="2" charset="-122"/>
              </a:rPr>
              <a:t>Timeout:</a:t>
            </a:r>
            <a:r>
              <a:rPr lang="en-US" altLang="zh-CN" sz="2400">
                <a:ea typeface="宋体" panose="02010600030101010101" pitchFamily="2" charset="-122"/>
              </a:rPr>
              <a:t> resends ALL packets that have been sent but not yet acknowledged.</a:t>
            </a:r>
            <a:r>
              <a:rPr lang="en-US" altLang="zh-CN" sz="2000">
                <a:ea typeface="宋体" panose="02010600030101010101" pitchFamily="2" charset="-122"/>
              </a:rPr>
              <a:t> </a:t>
            </a:r>
          </a:p>
          <a:p>
            <a:pPr lvl="1">
              <a:lnSpc>
                <a:spcPct val="90000"/>
              </a:lnSpc>
            </a:pPr>
            <a:r>
              <a:rPr lang="en-US" altLang="zh-CN" sz="2000">
                <a:solidFill>
                  <a:schemeClr val="accent2"/>
                </a:solidFill>
                <a:ea typeface="宋体" panose="02010600030101010101" pitchFamily="2" charset="-122"/>
              </a:rPr>
              <a:t>This is only event that triggers resend</a:t>
            </a:r>
            <a:endParaRPr lang="en-US" altLang="zh-CN" sz="1800">
              <a:solidFill>
                <a:schemeClr val="accent2"/>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10627">
                                            <p:txEl>
                                              <p:pRg st="0" end="0"/>
                                            </p:txEl>
                                          </p:spTgt>
                                        </p:tgtEl>
                                        <p:attrNameLst>
                                          <p:attrName>style.visibility</p:attrName>
                                        </p:attrNameLst>
                                      </p:cBhvr>
                                      <p:to>
                                        <p:strVal val="visible"/>
                                      </p:to>
                                    </p:set>
                                    <p:animEffect transition="in" filter="blinds(horizontal)">
                                      <p:cBhvr>
                                        <p:cTn id="7" dur="500"/>
                                        <p:tgtEl>
                                          <p:spTgt spid="410627">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10627">
                                            <p:txEl>
                                              <p:pRg st="1" end="1"/>
                                            </p:txEl>
                                          </p:spTgt>
                                        </p:tgtEl>
                                        <p:attrNameLst>
                                          <p:attrName>style.visibility</p:attrName>
                                        </p:attrNameLst>
                                      </p:cBhvr>
                                      <p:to>
                                        <p:strVal val="visible"/>
                                      </p:to>
                                    </p:set>
                                    <p:animEffect transition="in" filter="blinds(horizontal)">
                                      <p:cBhvr>
                                        <p:cTn id="10" dur="500"/>
                                        <p:tgtEl>
                                          <p:spTgt spid="410627">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10627">
                                            <p:txEl>
                                              <p:pRg st="2" end="2"/>
                                            </p:txEl>
                                          </p:spTgt>
                                        </p:tgtEl>
                                        <p:attrNameLst>
                                          <p:attrName>style.visibility</p:attrName>
                                        </p:attrNameLst>
                                      </p:cBhvr>
                                      <p:to>
                                        <p:strVal val="visible"/>
                                      </p:to>
                                    </p:set>
                                    <p:animEffect transition="in" filter="blinds(horizontal)">
                                      <p:cBhvr>
                                        <p:cTn id="13" dur="500"/>
                                        <p:tgtEl>
                                          <p:spTgt spid="410627">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10627">
                                            <p:txEl>
                                              <p:pRg st="4" end="4"/>
                                            </p:txEl>
                                          </p:spTgt>
                                        </p:tgtEl>
                                        <p:attrNameLst>
                                          <p:attrName>style.visibility</p:attrName>
                                        </p:attrNameLst>
                                      </p:cBhvr>
                                      <p:to>
                                        <p:strVal val="visible"/>
                                      </p:to>
                                    </p:set>
                                    <p:animEffect transition="in" filter="blinds(horizontal)">
                                      <p:cBhvr>
                                        <p:cTn id="16" dur="500"/>
                                        <p:tgtEl>
                                          <p:spTgt spid="410627">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10627">
                                            <p:txEl>
                                              <p:pRg st="6" end="6"/>
                                            </p:txEl>
                                          </p:spTgt>
                                        </p:tgtEl>
                                        <p:attrNameLst>
                                          <p:attrName>style.visibility</p:attrName>
                                        </p:attrNameLst>
                                      </p:cBhvr>
                                      <p:to>
                                        <p:strVal val="visible"/>
                                      </p:to>
                                    </p:set>
                                    <p:animEffect transition="in" filter="blinds(horizontal)">
                                      <p:cBhvr>
                                        <p:cTn id="19" dur="500"/>
                                        <p:tgtEl>
                                          <p:spTgt spid="410627">
                                            <p:txEl>
                                              <p:pRg st="6" end="6"/>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410627">
                                            <p:txEl>
                                              <p:pRg st="7" end="7"/>
                                            </p:txEl>
                                          </p:spTgt>
                                        </p:tgtEl>
                                        <p:attrNameLst>
                                          <p:attrName>style.visibility</p:attrName>
                                        </p:attrNameLst>
                                      </p:cBhvr>
                                      <p:to>
                                        <p:strVal val="visible"/>
                                      </p:to>
                                    </p:set>
                                    <p:animEffect transition="in" filter="blinds(horizontal)">
                                      <p:cBhvr>
                                        <p:cTn id="22" dur="500"/>
                                        <p:tgtEl>
                                          <p:spTgt spid="4106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082" name="灯片编号占位符 5">
            <a:extLst>
              <a:ext uri="{FF2B5EF4-FFF2-40B4-BE49-F238E27FC236}">
                <a16:creationId xmlns:a16="http://schemas.microsoft.com/office/drawing/2014/main" id="{0BC79BE9-D6A7-4C3C-AFB2-F5F908ED1D3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CA5791E3-60F7-45FE-A69B-AF1ADC1AF7D5}" type="slidenum">
              <a:rPr lang="en-US" altLang="zh-CN" sz="1400" smtClean="0">
                <a:latin typeface="Times New Roman" panose="02020603050405020304" pitchFamily="18" charset="0"/>
              </a:rPr>
              <a:pPr>
                <a:spcBef>
                  <a:spcPct val="0"/>
                </a:spcBef>
                <a:buClrTx/>
                <a:buSzTx/>
                <a:buFontTx/>
                <a:buNone/>
              </a:pPr>
              <a:t>34</a:t>
            </a:fld>
            <a:endParaRPr lang="en-US" altLang="zh-CN" sz="1400">
              <a:latin typeface="Times New Roman" panose="02020603050405020304" pitchFamily="18" charset="0"/>
            </a:endParaRPr>
          </a:p>
        </p:txBody>
      </p:sp>
      <p:sp>
        <p:nvSpPr>
          <p:cNvPr id="46083" name="Rectangle 2">
            <a:extLst>
              <a:ext uri="{FF2B5EF4-FFF2-40B4-BE49-F238E27FC236}">
                <a16:creationId xmlns:a16="http://schemas.microsoft.com/office/drawing/2014/main" id="{20F78643-ACCE-4477-B3C8-6319056FB156}"/>
              </a:ext>
            </a:extLst>
          </p:cNvPr>
          <p:cNvSpPr>
            <a:spLocks noGrp="1" noChangeArrowheads="1"/>
          </p:cNvSpPr>
          <p:nvPr>
            <p:ph type="title"/>
          </p:nvPr>
        </p:nvSpPr>
        <p:spPr/>
        <p:txBody>
          <a:bodyPr/>
          <a:lstStyle/>
          <a:p>
            <a:r>
              <a:rPr lang="en-US" altLang="zh-CN">
                <a:ea typeface="宋体" panose="02010600030101010101" pitchFamily="2" charset="-122"/>
              </a:rPr>
              <a:t>More on Receiver</a:t>
            </a:r>
          </a:p>
        </p:txBody>
      </p:sp>
      <p:sp>
        <p:nvSpPr>
          <p:cNvPr id="414723" name="Rectangle 3">
            <a:extLst>
              <a:ext uri="{FF2B5EF4-FFF2-40B4-BE49-F238E27FC236}">
                <a16:creationId xmlns:a16="http://schemas.microsoft.com/office/drawing/2014/main" id="{41C37500-4195-4E61-9671-D8800E07A5C0}"/>
              </a:ext>
            </a:extLst>
          </p:cNvPr>
          <p:cNvSpPr>
            <a:spLocks noGrp="1" noChangeArrowheads="1"/>
          </p:cNvSpPr>
          <p:nvPr>
            <p:ph type="body" idx="1"/>
          </p:nvPr>
        </p:nvSpPr>
        <p:spPr/>
        <p:txBody>
          <a:bodyPr/>
          <a:lstStyle/>
          <a:p>
            <a:r>
              <a:rPr lang="en-US" altLang="zh-CN">
                <a:ea typeface="宋体" panose="02010600030101010101" pitchFamily="2" charset="-122"/>
              </a:rPr>
              <a:t>ACK-only: the receiver always sends ACK for last correctly received packet with highest </a:t>
            </a:r>
            <a:r>
              <a:rPr lang="en-US" altLang="zh-CN" i="1">
                <a:solidFill>
                  <a:schemeClr val="accent2"/>
                </a:solidFill>
                <a:ea typeface="宋体" panose="02010600030101010101" pitchFamily="2" charset="-122"/>
              </a:rPr>
              <a:t>in-order</a:t>
            </a:r>
            <a:r>
              <a:rPr lang="en-US" altLang="zh-CN">
                <a:ea typeface="宋体" panose="02010600030101010101" pitchFamily="2" charset="-122"/>
              </a:rPr>
              <a:t> seq #</a:t>
            </a:r>
          </a:p>
          <a:p>
            <a:r>
              <a:rPr lang="en-US" altLang="zh-CN">
                <a:ea typeface="宋体" panose="02010600030101010101" pitchFamily="2" charset="-122"/>
              </a:rPr>
              <a:t>Receiver only sends ACKS (no NAKs)</a:t>
            </a:r>
          </a:p>
          <a:p>
            <a:r>
              <a:rPr lang="en-US" altLang="zh-CN">
                <a:ea typeface="宋体" panose="02010600030101010101" pitchFamily="2" charset="-122"/>
              </a:rPr>
              <a:t>Need only remember </a:t>
            </a:r>
            <a:r>
              <a:rPr lang="en-US" altLang="zh-CN" b="1">
                <a:latin typeface="Courier New" panose="02070309020205020404" pitchFamily="49" charset="0"/>
                <a:ea typeface="宋体" panose="02010600030101010101" pitchFamily="2" charset="-122"/>
              </a:rPr>
              <a:t>expectedseqnum</a:t>
            </a:r>
            <a:endParaRPr lang="en-US" altLang="zh-CN">
              <a:ea typeface="宋体" panose="02010600030101010101" pitchFamily="2" charset="-122"/>
            </a:endParaRPr>
          </a:p>
          <a:p>
            <a:r>
              <a:rPr lang="en-US" altLang="zh-CN">
                <a:ea typeface="宋体" panose="02010600030101010101" pitchFamily="2" charset="-122"/>
              </a:rPr>
              <a:t>Can generate duplicate ACKs</a:t>
            </a:r>
          </a:p>
          <a:p>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14723">
                                            <p:txEl>
                                              <p:pRg st="0" end="0"/>
                                            </p:txEl>
                                          </p:spTgt>
                                        </p:tgtEl>
                                        <p:attrNameLst>
                                          <p:attrName>style.visibility</p:attrName>
                                        </p:attrNameLst>
                                      </p:cBhvr>
                                      <p:to>
                                        <p:strVal val="visible"/>
                                      </p:to>
                                    </p:set>
                                    <p:animEffect transition="in" filter="blinds(horizontal)">
                                      <p:cBhvr>
                                        <p:cTn id="7" dur="500"/>
                                        <p:tgtEl>
                                          <p:spTgt spid="41472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14723">
                                            <p:txEl>
                                              <p:pRg st="1" end="1"/>
                                            </p:txEl>
                                          </p:spTgt>
                                        </p:tgtEl>
                                        <p:attrNameLst>
                                          <p:attrName>style.visibility</p:attrName>
                                        </p:attrNameLst>
                                      </p:cBhvr>
                                      <p:to>
                                        <p:strVal val="visible"/>
                                      </p:to>
                                    </p:set>
                                    <p:animEffect transition="in" filter="blinds(horizontal)">
                                      <p:cBhvr>
                                        <p:cTn id="10" dur="500"/>
                                        <p:tgtEl>
                                          <p:spTgt spid="41472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14723">
                                            <p:txEl>
                                              <p:pRg st="2" end="2"/>
                                            </p:txEl>
                                          </p:spTgt>
                                        </p:tgtEl>
                                        <p:attrNameLst>
                                          <p:attrName>style.visibility</p:attrName>
                                        </p:attrNameLst>
                                      </p:cBhvr>
                                      <p:to>
                                        <p:strVal val="visible"/>
                                      </p:to>
                                    </p:set>
                                    <p:animEffect transition="in" filter="blinds(horizontal)">
                                      <p:cBhvr>
                                        <p:cTn id="13" dur="500"/>
                                        <p:tgtEl>
                                          <p:spTgt spid="41472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14723">
                                            <p:txEl>
                                              <p:pRg st="3" end="3"/>
                                            </p:txEl>
                                          </p:spTgt>
                                        </p:tgtEl>
                                        <p:attrNameLst>
                                          <p:attrName>style.visibility</p:attrName>
                                        </p:attrNameLst>
                                      </p:cBhvr>
                                      <p:to>
                                        <p:strVal val="visible"/>
                                      </p:to>
                                    </p:set>
                                    <p:animEffect transition="in" filter="blinds(horizontal)">
                                      <p:cBhvr>
                                        <p:cTn id="16" dur="500"/>
                                        <p:tgtEl>
                                          <p:spTgt spid="4147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7106" name="灯片编号占位符 4">
            <a:extLst>
              <a:ext uri="{FF2B5EF4-FFF2-40B4-BE49-F238E27FC236}">
                <a16:creationId xmlns:a16="http://schemas.microsoft.com/office/drawing/2014/main" id="{94235C74-3DB5-4917-A022-342E5C22CD7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79D7F6F6-12E6-4DE8-9E87-BD0F69E189E2}" type="slidenum">
              <a:rPr lang="en-US" altLang="zh-CN" sz="1400" smtClean="0">
                <a:latin typeface="Times New Roman" panose="02020603050405020304" pitchFamily="18" charset="0"/>
              </a:rPr>
              <a:pPr>
                <a:spcBef>
                  <a:spcPct val="0"/>
                </a:spcBef>
                <a:buClrTx/>
                <a:buSzTx/>
                <a:buFontTx/>
                <a:buNone/>
              </a:pPr>
              <a:t>35</a:t>
            </a:fld>
            <a:endParaRPr lang="en-US" altLang="zh-CN" sz="1400">
              <a:latin typeface="Times New Roman" panose="02020603050405020304" pitchFamily="18" charset="0"/>
            </a:endParaRPr>
          </a:p>
        </p:txBody>
      </p:sp>
      <p:sp>
        <p:nvSpPr>
          <p:cNvPr id="47107" name="Rectangle 2">
            <a:extLst>
              <a:ext uri="{FF2B5EF4-FFF2-40B4-BE49-F238E27FC236}">
                <a16:creationId xmlns:a16="http://schemas.microsoft.com/office/drawing/2014/main" id="{EF04233B-4965-41F9-B6FB-21D268C23200}"/>
              </a:ext>
            </a:extLst>
          </p:cNvPr>
          <p:cNvSpPr>
            <a:spLocks noGrp="1" noChangeArrowheads="1"/>
          </p:cNvSpPr>
          <p:nvPr>
            <p:ph type="title"/>
          </p:nvPr>
        </p:nvSpPr>
        <p:spPr>
          <a:xfrm>
            <a:off x="542925" y="438150"/>
            <a:ext cx="7772400" cy="1143000"/>
          </a:xfrm>
        </p:spPr>
        <p:txBody>
          <a:bodyPr/>
          <a:lstStyle/>
          <a:p>
            <a:r>
              <a:rPr lang="en-US" altLang="zh-CN" sz="3600">
                <a:ea typeface="宋体" panose="02010600030101010101" pitchFamily="2" charset="-122"/>
              </a:rPr>
              <a:t>GBN In</a:t>
            </a:r>
            <a:br>
              <a:rPr lang="en-US" altLang="zh-CN" sz="3600">
                <a:ea typeface="宋体" panose="02010600030101010101" pitchFamily="2" charset="-122"/>
              </a:rPr>
            </a:br>
            <a:r>
              <a:rPr lang="en-US" altLang="zh-CN" sz="3600">
                <a:ea typeface="宋体" panose="02010600030101010101" pitchFamily="2" charset="-122"/>
              </a:rPr>
              <a:t>Action</a:t>
            </a:r>
            <a:endParaRPr lang="en-US" altLang="zh-CN">
              <a:ea typeface="宋体" panose="02010600030101010101" pitchFamily="2" charset="-122"/>
            </a:endParaRPr>
          </a:p>
        </p:txBody>
      </p:sp>
      <p:pic>
        <p:nvPicPr>
          <p:cNvPr id="415747" name="Picture 3" descr="gbn_example">
            <a:extLst>
              <a:ext uri="{FF2B5EF4-FFF2-40B4-BE49-F238E27FC236}">
                <a16:creationId xmlns:a16="http://schemas.microsoft.com/office/drawing/2014/main" id="{E3F88960-07AA-4E39-9BAF-080D72E8B6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0313" y="482600"/>
            <a:ext cx="5972175" cy="574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15747"/>
                                        </p:tgtEl>
                                        <p:attrNameLst>
                                          <p:attrName>style.visibility</p:attrName>
                                        </p:attrNameLst>
                                      </p:cBhvr>
                                      <p:to>
                                        <p:strVal val="visible"/>
                                      </p:to>
                                    </p:set>
                                    <p:animEffect transition="in" filter="wipe(up)">
                                      <p:cBhvr>
                                        <p:cTn id="7" dur="5000"/>
                                        <p:tgtEl>
                                          <p:spTgt spid="415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30" name="灯片编号占位符 5">
            <a:extLst>
              <a:ext uri="{FF2B5EF4-FFF2-40B4-BE49-F238E27FC236}">
                <a16:creationId xmlns:a16="http://schemas.microsoft.com/office/drawing/2014/main" id="{2552EB13-28DB-4987-8C09-86F4BE2BE65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AEA73EE7-3822-42E6-8728-5418B3BBF452}" type="slidenum">
              <a:rPr lang="en-US" altLang="zh-CN" sz="1400" smtClean="0">
                <a:latin typeface="Times New Roman" panose="02020603050405020304" pitchFamily="18" charset="0"/>
              </a:rPr>
              <a:pPr>
                <a:spcBef>
                  <a:spcPct val="0"/>
                </a:spcBef>
                <a:buClrTx/>
                <a:buSzTx/>
                <a:buFontTx/>
                <a:buNone/>
              </a:pPr>
              <a:t>36</a:t>
            </a:fld>
            <a:endParaRPr lang="en-US" altLang="zh-CN" sz="1400">
              <a:latin typeface="Times New Roman" panose="02020603050405020304" pitchFamily="18" charset="0"/>
            </a:endParaRPr>
          </a:p>
        </p:txBody>
      </p:sp>
      <p:sp>
        <p:nvSpPr>
          <p:cNvPr id="48131" name="Rectangle 2">
            <a:extLst>
              <a:ext uri="{FF2B5EF4-FFF2-40B4-BE49-F238E27FC236}">
                <a16:creationId xmlns:a16="http://schemas.microsoft.com/office/drawing/2014/main" id="{3E240EF4-6AF6-43C0-81FA-7A460224CF7D}"/>
              </a:ext>
            </a:extLst>
          </p:cNvPr>
          <p:cNvSpPr>
            <a:spLocks noGrp="1" noChangeArrowheads="1"/>
          </p:cNvSpPr>
          <p:nvPr>
            <p:ph type="title"/>
          </p:nvPr>
        </p:nvSpPr>
        <p:spPr>
          <a:xfrm>
            <a:off x="514350" y="228600"/>
            <a:ext cx="7791450" cy="104775"/>
          </a:xfrm>
        </p:spPr>
        <p:txBody>
          <a:bodyPr/>
          <a:lstStyle/>
          <a:p>
            <a:r>
              <a:rPr lang="en-US" altLang="zh-CN" sz="3600">
                <a:ea typeface="宋体" panose="02010600030101010101" pitchFamily="2" charset="-122"/>
              </a:rPr>
              <a:t> </a:t>
            </a:r>
          </a:p>
        </p:txBody>
      </p:sp>
      <p:sp>
        <p:nvSpPr>
          <p:cNvPr id="416771" name="Rectangle 3">
            <a:extLst>
              <a:ext uri="{FF2B5EF4-FFF2-40B4-BE49-F238E27FC236}">
                <a16:creationId xmlns:a16="http://schemas.microsoft.com/office/drawing/2014/main" id="{4706E429-3476-4111-8BEE-89C62867677E}"/>
              </a:ext>
            </a:extLst>
          </p:cNvPr>
          <p:cNvSpPr>
            <a:spLocks noChangeArrowheads="1"/>
          </p:cNvSpPr>
          <p:nvPr/>
        </p:nvSpPr>
        <p:spPr bwMode="auto">
          <a:xfrm>
            <a:off x="552450" y="914400"/>
            <a:ext cx="7829550" cy="520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zh-CN" sz="2400">
                <a:solidFill>
                  <a:srgbClr val="FF0000"/>
                </a:solidFill>
                <a:ea typeface="宋体" panose="02010600030101010101" pitchFamily="2" charset="-122"/>
              </a:rPr>
              <a:t>GBN </a:t>
            </a:r>
            <a:r>
              <a:rPr lang="en-US" altLang="zh-CN" sz="2400">
                <a:ea typeface="宋体" panose="02010600030101010101" pitchFamily="2" charset="-122"/>
              </a:rPr>
              <a:t>is easy to code but might have performance problems</a:t>
            </a:r>
          </a:p>
          <a:p>
            <a:endParaRPr lang="en-US" altLang="zh-CN" sz="2400">
              <a:ea typeface="宋体" panose="02010600030101010101" pitchFamily="2" charset="-122"/>
            </a:endParaRPr>
          </a:p>
          <a:p>
            <a:r>
              <a:rPr lang="en-US" altLang="zh-CN" sz="2400">
                <a:solidFill>
                  <a:schemeClr val="accent2"/>
                </a:solidFill>
                <a:ea typeface="宋体" panose="02010600030101010101" pitchFamily="2" charset="-122"/>
              </a:rPr>
              <a:t>In particular, if many packets are in pipeline at one time (</a:t>
            </a:r>
            <a:r>
              <a:rPr lang="en-US" altLang="zh-CN" sz="2400">
                <a:solidFill>
                  <a:srgbClr val="FF0000"/>
                </a:solidFill>
                <a:ea typeface="宋体" panose="02010600030101010101" pitchFamily="2" charset="-122"/>
              </a:rPr>
              <a:t>bandwidth-delay</a:t>
            </a:r>
            <a:r>
              <a:rPr lang="en-US" altLang="zh-CN" sz="2400">
                <a:solidFill>
                  <a:schemeClr val="accent2"/>
                </a:solidFill>
                <a:ea typeface="宋体" panose="02010600030101010101" pitchFamily="2" charset="-122"/>
              </a:rPr>
              <a:t> product large) then one error can force retransmission of huge amounts of data!</a:t>
            </a:r>
            <a:endParaRPr lang="en-US" altLang="zh-CN" sz="2400">
              <a:ea typeface="宋体" panose="02010600030101010101" pitchFamily="2" charset="-122"/>
            </a:endParaRPr>
          </a:p>
          <a:p>
            <a:endParaRPr lang="en-US" altLang="zh-CN" sz="2400">
              <a:ea typeface="宋体" panose="02010600030101010101" pitchFamily="2" charset="-122"/>
            </a:endParaRPr>
          </a:p>
          <a:p>
            <a:r>
              <a:rPr lang="en-US" altLang="zh-CN" sz="2400">
                <a:solidFill>
                  <a:srgbClr val="FF0000"/>
                </a:solidFill>
                <a:ea typeface="宋体" panose="02010600030101010101" pitchFamily="2" charset="-122"/>
              </a:rPr>
              <a:t>Selective Repeat</a:t>
            </a:r>
            <a:r>
              <a:rPr lang="en-US" altLang="zh-CN" sz="2400">
                <a:ea typeface="宋体" panose="02010600030101010101" pitchFamily="2" charset="-122"/>
              </a:rPr>
              <a:t> protocol allows receiver to buffer data and only forces retransmission of required packets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16771">
                                            <p:txEl>
                                              <p:pRg st="0" end="0"/>
                                            </p:txEl>
                                          </p:spTgt>
                                        </p:tgtEl>
                                        <p:attrNameLst>
                                          <p:attrName>style.visibility</p:attrName>
                                        </p:attrNameLst>
                                      </p:cBhvr>
                                      <p:to>
                                        <p:strVal val="visible"/>
                                      </p:to>
                                    </p:set>
                                    <p:animEffect transition="in" filter="blinds(horizontal)">
                                      <p:cBhvr>
                                        <p:cTn id="7" dur="500"/>
                                        <p:tgtEl>
                                          <p:spTgt spid="416771">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16771">
                                            <p:txEl>
                                              <p:pRg st="2" end="2"/>
                                            </p:txEl>
                                          </p:spTgt>
                                        </p:tgtEl>
                                        <p:attrNameLst>
                                          <p:attrName>style.visibility</p:attrName>
                                        </p:attrNameLst>
                                      </p:cBhvr>
                                      <p:to>
                                        <p:strVal val="visible"/>
                                      </p:to>
                                    </p:set>
                                    <p:animEffect transition="in" filter="blinds(horizontal)">
                                      <p:cBhvr>
                                        <p:cTn id="10" dur="500"/>
                                        <p:tgtEl>
                                          <p:spTgt spid="416771">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416771">
                                            <p:txEl>
                                              <p:pRg st="4" end="4"/>
                                            </p:txEl>
                                          </p:spTgt>
                                        </p:tgtEl>
                                        <p:attrNameLst>
                                          <p:attrName>style.visibility</p:attrName>
                                        </p:attrNameLst>
                                      </p:cBhvr>
                                      <p:to>
                                        <p:strVal val="visible"/>
                                      </p:to>
                                    </p:set>
                                    <p:animEffect transition="in" filter="blinds(horizontal)">
                                      <p:cBhvr>
                                        <p:cTn id="15" dur="500"/>
                                        <p:tgtEl>
                                          <p:spTgt spid="4167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178" name="灯片编号占位符 6">
            <a:extLst>
              <a:ext uri="{FF2B5EF4-FFF2-40B4-BE49-F238E27FC236}">
                <a16:creationId xmlns:a16="http://schemas.microsoft.com/office/drawing/2014/main" id="{32103925-89A3-4945-A362-1DE86780B62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44CF05D6-F597-4570-BAF6-C843F48A3A33}" type="slidenum">
              <a:rPr lang="en-US" altLang="zh-CN" sz="1400" smtClean="0">
                <a:latin typeface="Times New Roman" panose="02020603050405020304" pitchFamily="18" charset="0"/>
              </a:rPr>
              <a:pPr>
                <a:spcBef>
                  <a:spcPct val="0"/>
                </a:spcBef>
                <a:buClrTx/>
                <a:buSzTx/>
                <a:buFontTx/>
                <a:buNone/>
              </a:pPr>
              <a:t>37</a:t>
            </a:fld>
            <a:endParaRPr lang="en-US" altLang="zh-CN" sz="1400">
              <a:latin typeface="Times New Roman" panose="02020603050405020304" pitchFamily="18" charset="0"/>
            </a:endParaRPr>
          </a:p>
        </p:txBody>
      </p:sp>
      <p:sp>
        <p:nvSpPr>
          <p:cNvPr id="50179" name="Rectangle 2">
            <a:extLst>
              <a:ext uri="{FF2B5EF4-FFF2-40B4-BE49-F238E27FC236}">
                <a16:creationId xmlns:a16="http://schemas.microsoft.com/office/drawing/2014/main" id="{4C36B4D9-3D2B-4581-A556-0E1390E56158}"/>
              </a:ext>
            </a:extLst>
          </p:cNvPr>
          <p:cNvSpPr>
            <a:spLocks noGrp="1" noChangeArrowheads="1"/>
          </p:cNvSpPr>
          <p:nvPr>
            <p:ph type="title"/>
          </p:nvPr>
        </p:nvSpPr>
        <p:spPr/>
        <p:txBody>
          <a:bodyPr/>
          <a:lstStyle/>
          <a:p>
            <a:r>
              <a:rPr lang="en-US" altLang="zh-CN" sz="3600">
                <a:ea typeface="宋体" panose="02010600030101010101" pitchFamily="2" charset="-122"/>
              </a:rPr>
              <a:t>Selective Repeat</a:t>
            </a:r>
            <a:endParaRPr lang="en-US" altLang="zh-CN">
              <a:ea typeface="宋体" panose="02010600030101010101" pitchFamily="2" charset="-122"/>
            </a:endParaRPr>
          </a:p>
        </p:txBody>
      </p:sp>
      <p:sp>
        <p:nvSpPr>
          <p:cNvPr id="418819" name="Rectangle 3">
            <a:extLst>
              <a:ext uri="{FF2B5EF4-FFF2-40B4-BE49-F238E27FC236}">
                <a16:creationId xmlns:a16="http://schemas.microsoft.com/office/drawing/2014/main" id="{577BAC87-8E7A-428C-A103-7B29BB662BE6}"/>
              </a:ext>
            </a:extLst>
          </p:cNvPr>
          <p:cNvSpPr>
            <a:spLocks noGrp="1" noChangeArrowheads="1"/>
          </p:cNvSpPr>
          <p:nvPr>
            <p:ph type="body" sz="half" idx="1"/>
          </p:nvPr>
        </p:nvSpPr>
        <p:spPr>
          <a:xfrm>
            <a:off x="552450" y="1466850"/>
            <a:ext cx="7562850" cy="4648200"/>
          </a:xfrm>
        </p:spPr>
        <p:txBody>
          <a:bodyPr/>
          <a:lstStyle/>
          <a:p>
            <a:r>
              <a:rPr lang="en-US" altLang="zh-CN" sz="2400">
                <a:ea typeface="宋体" panose="02010600030101010101" pitchFamily="2" charset="-122"/>
              </a:rPr>
              <a:t>Receiver </a:t>
            </a:r>
            <a:r>
              <a:rPr lang="en-US" altLang="zh-CN" sz="2400" i="1">
                <a:ea typeface="宋体" panose="02010600030101010101" pitchFamily="2" charset="-122"/>
              </a:rPr>
              <a:t>individually</a:t>
            </a:r>
            <a:r>
              <a:rPr lang="en-US" altLang="zh-CN" sz="2400">
                <a:ea typeface="宋体" panose="02010600030101010101" pitchFamily="2" charset="-122"/>
              </a:rPr>
              <a:t> acknowledges all correctly received pkts</a:t>
            </a:r>
          </a:p>
          <a:p>
            <a:pPr lvl="1"/>
            <a:r>
              <a:rPr lang="en-US" altLang="zh-CN" sz="2000">
                <a:ea typeface="宋体" panose="02010600030101010101" pitchFamily="2" charset="-122"/>
              </a:rPr>
              <a:t>Buffers pkts, as needed, for eventual in-order delivery to upper layer</a:t>
            </a:r>
          </a:p>
          <a:p>
            <a:r>
              <a:rPr lang="en-US" altLang="zh-CN" sz="2400">
                <a:ea typeface="宋体" panose="02010600030101010101" pitchFamily="2" charset="-122"/>
              </a:rPr>
              <a:t>Sender only resends pkts for which ACK not received</a:t>
            </a:r>
          </a:p>
          <a:p>
            <a:pPr lvl="1"/>
            <a:r>
              <a:rPr lang="en-US" altLang="zh-CN" sz="2000">
                <a:ea typeface="宋体" panose="02010600030101010101" pitchFamily="2" charset="-122"/>
              </a:rPr>
              <a:t>Sender timer for </a:t>
            </a:r>
            <a:r>
              <a:rPr lang="en-US" altLang="zh-CN" sz="2000">
                <a:solidFill>
                  <a:schemeClr val="accent2"/>
                </a:solidFill>
                <a:ea typeface="宋体" panose="02010600030101010101" pitchFamily="2" charset="-122"/>
              </a:rPr>
              <a:t>each </a:t>
            </a:r>
            <a:r>
              <a:rPr lang="en-US" altLang="zh-CN" sz="2000">
                <a:ea typeface="宋体" panose="02010600030101010101" pitchFamily="2" charset="-122"/>
              </a:rPr>
              <a:t>unACKed pkt</a:t>
            </a:r>
          </a:p>
          <a:p>
            <a:pPr lvl="1"/>
            <a:r>
              <a:rPr lang="en-US" altLang="zh-CN" sz="2000">
                <a:ea typeface="宋体" panose="02010600030101010101" pitchFamily="2" charset="-122"/>
              </a:rPr>
              <a:t>Compare to GBN which only had timer for base packet</a:t>
            </a:r>
          </a:p>
          <a:p>
            <a:r>
              <a:rPr lang="en-US" altLang="zh-CN" sz="2400">
                <a:ea typeface="宋体" panose="02010600030101010101" pitchFamily="2" charset="-122"/>
              </a:rPr>
              <a:t>Sender window</a:t>
            </a:r>
          </a:p>
          <a:p>
            <a:pPr lvl="1"/>
            <a:r>
              <a:rPr lang="en-US" altLang="zh-CN" sz="2000">
                <a:ea typeface="宋体" panose="02010600030101010101" pitchFamily="2" charset="-122"/>
              </a:rPr>
              <a:t>N consecutive seq #’s</a:t>
            </a:r>
          </a:p>
          <a:p>
            <a:pPr lvl="1"/>
            <a:r>
              <a:rPr lang="en-US" altLang="zh-CN" sz="2000">
                <a:ea typeface="宋体" panose="02010600030101010101" pitchFamily="2" charset="-122"/>
              </a:rPr>
              <a:t>Again limits seq #s of sent, unACKed pkts</a:t>
            </a:r>
          </a:p>
          <a:p>
            <a:pPr lvl="1"/>
            <a:r>
              <a:rPr lang="en-US" altLang="zh-CN" sz="2000">
                <a:ea typeface="宋体" panose="02010600030101010101" pitchFamily="2" charset="-122"/>
              </a:rPr>
              <a:t>Important:  </a:t>
            </a:r>
            <a:r>
              <a:rPr lang="en-US" altLang="zh-CN" sz="2000">
                <a:solidFill>
                  <a:schemeClr val="accent2"/>
                </a:solidFill>
                <a:ea typeface="宋体" panose="02010600030101010101" pitchFamily="2" charset="-122"/>
              </a:rPr>
              <a:t>Window size &lt; seq # range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18819">
                                            <p:txEl>
                                              <p:pRg st="0" end="0"/>
                                            </p:txEl>
                                          </p:spTgt>
                                        </p:tgtEl>
                                        <p:attrNameLst>
                                          <p:attrName>style.visibility</p:attrName>
                                        </p:attrNameLst>
                                      </p:cBhvr>
                                      <p:to>
                                        <p:strVal val="visible"/>
                                      </p:to>
                                    </p:set>
                                    <p:animEffect transition="in" filter="blinds(horizontal)">
                                      <p:cBhvr>
                                        <p:cTn id="7" dur="500"/>
                                        <p:tgtEl>
                                          <p:spTgt spid="41881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18819">
                                            <p:txEl>
                                              <p:pRg st="1" end="1"/>
                                            </p:txEl>
                                          </p:spTgt>
                                        </p:tgtEl>
                                        <p:attrNameLst>
                                          <p:attrName>style.visibility</p:attrName>
                                        </p:attrNameLst>
                                      </p:cBhvr>
                                      <p:to>
                                        <p:strVal val="visible"/>
                                      </p:to>
                                    </p:set>
                                    <p:animEffect transition="in" filter="blinds(horizontal)">
                                      <p:cBhvr>
                                        <p:cTn id="10" dur="500"/>
                                        <p:tgtEl>
                                          <p:spTgt spid="418819">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418819">
                                            <p:txEl>
                                              <p:pRg st="2" end="2"/>
                                            </p:txEl>
                                          </p:spTgt>
                                        </p:tgtEl>
                                        <p:attrNameLst>
                                          <p:attrName>style.visibility</p:attrName>
                                        </p:attrNameLst>
                                      </p:cBhvr>
                                      <p:to>
                                        <p:strVal val="visible"/>
                                      </p:to>
                                    </p:set>
                                    <p:animEffect transition="in" filter="blinds(horizontal)">
                                      <p:cBhvr>
                                        <p:cTn id="15" dur="500"/>
                                        <p:tgtEl>
                                          <p:spTgt spid="418819">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18819">
                                            <p:txEl>
                                              <p:pRg st="3" end="3"/>
                                            </p:txEl>
                                          </p:spTgt>
                                        </p:tgtEl>
                                        <p:attrNameLst>
                                          <p:attrName>style.visibility</p:attrName>
                                        </p:attrNameLst>
                                      </p:cBhvr>
                                      <p:to>
                                        <p:strVal val="visible"/>
                                      </p:to>
                                    </p:set>
                                    <p:animEffect transition="in" filter="blinds(horizontal)">
                                      <p:cBhvr>
                                        <p:cTn id="18" dur="500"/>
                                        <p:tgtEl>
                                          <p:spTgt spid="418819">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418819">
                                            <p:txEl>
                                              <p:pRg st="4" end="4"/>
                                            </p:txEl>
                                          </p:spTgt>
                                        </p:tgtEl>
                                        <p:attrNameLst>
                                          <p:attrName>style.visibility</p:attrName>
                                        </p:attrNameLst>
                                      </p:cBhvr>
                                      <p:to>
                                        <p:strVal val="visible"/>
                                      </p:to>
                                    </p:set>
                                    <p:animEffect transition="in" filter="blinds(horizontal)">
                                      <p:cBhvr>
                                        <p:cTn id="21" dur="500"/>
                                        <p:tgtEl>
                                          <p:spTgt spid="418819">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418819">
                                            <p:txEl>
                                              <p:pRg st="5" end="5"/>
                                            </p:txEl>
                                          </p:spTgt>
                                        </p:tgtEl>
                                        <p:attrNameLst>
                                          <p:attrName>style.visibility</p:attrName>
                                        </p:attrNameLst>
                                      </p:cBhvr>
                                      <p:to>
                                        <p:strVal val="visible"/>
                                      </p:to>
                                    </p:set>
                                    <p:animEffect transition="in" filter="blinds(horizontal)">
                                      <p:cBhvr>
                                        <p:cTn id="26" dur="500"/>
                                        <p:tgtEl>
                                          <p:spTgt spid="418819">
                                            <p:txEl>
                                              <p:pRg st="5" end="5"/>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418819">
                                            <p:txEl>
                                              <p:pRg st="6" end="6"/>
                                            </p:txEl>
                                          </p:spTgt>
                                        </p:tgtEl>
                                        <p:attrNameLst>
                                          <p:attrName>style.visibility</p:attrName>
                                        </p:attrNameLst>
                                      </p:cBhvr>
                                      <p:to>
                                        <p:strVal val="visible"/>
                                      </p:to>
                                    </p:set>
                                    <p:animEffect transition="in" filter="blinds(horizontal)">
                                      <p:cBhvr>
                                        <p:cTn id="29" dur="500"/>
                                        <p:tgtEl>
                                          <p:spTgt spid="418819">
                                            <p:txEl>
                                              <p:pRg st="6" end="6"/>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418819">
                                            <p:txEl>
                                              <p:pRg st="7" end="7"/>
                                            </p:txEl>
                                          </p:spTgt>
                                        </p:tgtEl>
                                        <p:attrNameLst>
                                          <p:attrName>style.visibility</p:attrName>
                                        </p:attrNameLst>
                                      </p:cBhvr>
                                      <p:to>
                                        <p:strVal val="visible"/>
                                      </p:to>
                                    </p:set>
                                    <p:animEffect transition="in" filter="blinds(horizontal)">
                                      <p:cBhvr>
                                        <p:cTn id="32" dur="500"/>
                                        <p:tgtEl>
                                          <p:spTgt spid="418819">
                                            <p:txEl>
                                              <p:pRg st="7" end="7"/>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418819">
                                            <p:txEl>
                                              <p:pRg st="8" end="8"/>
                                            </p:txEl>
                                          </p:spTgt>
                                        </p:tgtEl>
                                        <p:attrNameLst>
                                          <p:attrName>style.visibility</p:attrName>
                                        </p:attrNameLst>
                                      </p:cBhvr>
                                      <p:to>
                                        <p:strVal val="visible"/>
                                      </p:to>
                                    </p:set>
                                    <p:animEffect transition="in" filter="blinds(horizontal)">
                                      <p:cBhvr>
                                        <p:cTn id="35" dur="500"/>
                                        <p:tgtEl>
                                          <p:spTgt spid="41881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02" name="灯片编号占位符 4">
            <a:extLst>
              <a:ext uri="{FF2B5EF4-FFF2-40B4-BE49-F238E27FC236}">
                <a16:creationId xmlns:a16="http://schemas.microsoft.com/office/drawing/2014/main" id="{E99C4F7F-D819-4543-BFA5-1C5125F6DAE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19E059BF-91DF-4E1A-91AA-D291031DD22A}" type="slidenum">
              <a:rPr lang="en-US" altLang="zh-CN" sz="1400" smtClean="0">
                <a:latin typeface="Times New Roman" panose="02020603050405020304" pitchFamily="18" charset="0"/>
              </a:rPr>
              <a:pPr>
                <a:spcBef>
                  <a:spcPct val="0"/>
                </a:spcBef>
                <a:buClrTx/>
                <a:buSzTx/>
                <a:buFontTx/>
                <a:buNone/>
              </a:pPr>
              <a:t>38</a:t>
            </a:fld>
            <a:endParaRPr lang="en-US" altLang="zh-CN" sz="1400">
              <a:latin typeface="Times New Roman" panose="02020603050405020304" pitchFamily="18" charset="0"/>
            </a:endParaRPr>
          </a:p>
        </p:txBody>
      </p:sp>
      <p:sp>
        <p:nvSpPr>
          <p:cNvPr id="51203" name="Rectangle 2">
            <a:extLst>
              <a:ext uri="{FF2B5EF4-FFF2-40B4-BE49-F238E27FC236}">
                <a16:creationId xmlns:a16="http://schemas.microsoft.com/office/drawing/2014/main" id="{6CCCC581-C51F-4EC6-9D08-4F359B7B3821}"/>
              </a:ext>
            </a:extLst>
          </p:cNvPr>
          <p:cNvSpPr>
            <a:spLocks noGrp="1" noChangeArrowheads="1"/>
          </p:cNvSpPr>
          <p:nvPr>
            <p:ph type="title"/>
          </p:nvPr>
        </p:nvSpPr>
        <p:spPr>
          <a:xfrm>
            <a:off x="285750" y="304800"/>
            <a:ext cx="8858250" cy="1143000"/>
          </a:xfrm>
        </p:spPr>
        <p:txBody>
          <a:bodyPr/>
          <a:lstStyle/>
          <a:p>
            <a:r>
              <a:rPr lang="en-US" altLang="zh-CN" sz="3200">
                <a:ea typeface="宋体" panose="02010600030101010101" pitchFamily="2" charset="-122"/>
              </a:rPr>
              <a:t>Selective Repeat: Sender, Receiver Windows</a:t>
            </a:r>
            <a:endParaRPr lang="en-US" altLang="zh-CN">
              <a:ea typeface="宋体" panose="02010600030101010101" pitchFamily="2" charset="-122"/>
            </a:endParaRPr>
          </a:p>
        </p:txBody>
      </p:sp>
      <p:pic>
        <p:nvPicPr>
          <p:cNvPr id="419843" name="Picture 3" descr="sr_seqnum">
            <a:extLst>
              <a:ext uri="{FF2B5EF4-FFF2-40B4-BE49-F238E27FC236}">
                <a16:creationId xmlns:a16="http://schemas.microsoft.com/office/drawing/2014/main" id="{B8BCACA7-3D63-4B2E-8226-096B247546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825" y="1404938"/>
            <a:ext cx="8235950" cy="491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19843"/>
                                        </p:tgtEl>
                                        <p:attrNameLst>
                                          <p:attrName>style.visibility</p:attrName>
                                        </p:attrNameLst>
                                      </p:cBhvr>
                                      <p:to>
                                        <p:strVal val="visible"/>
                                      </p:to>
                                    </p:set>
                                    <p:animEffect transition="in" filter="blinds(horizontal)">
                                      <p:cBhvr>
                                        <p:cTn id="7" dur="500"/>
                                        <p:tgtEl>
                                          <p:spTgt spid="4198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226" name="灯片编号占位符 6">
            <a:extLst>
              <a:ext uri="{FF2B5EF4-FFF2-40B4-BE49-F238E27FC236}">
                <a16:creationId xmlns:a16="http://schemas.microsoft.com/office/drawing/2014/main" id="{863F1837-6193-4CF7-897B-7AB9111370C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0755727E-A726-459A-BEAD-789527BEEB6D}" type="slidenum">
              <a:rPr lang="en-US" altLang="zh-CN" sz="1400" smtClean="0">
                <a:latin typeface="Times New Roman" panose="02020603050405020304" pitchFamily="18" charset="0"/>
              </a:rPr>
              <a:pPr>
                <a:spcBef>
                  <a:spcPct val="0"/>
                </a:spcBef>
                <a:buClrTx/>
                <a:buSzTx/>
                <a:buFontTx/>
                <a:buNone/>
              </a:pPr>
              <a:t>39</a:t>
            </a:fld>
            <a:endParaRPr lang="en-US" altLang="zh-CN" sz="1400">
              <a:latin typeface="Times New Roman" panose="02020603050405020304" pitchFamily="18" charset="0"/>
            </a:endParaRPr>
          </a:p>
        </p:txBody>
      </p:sp>
      <p:sp>
        <p:nvSpPr>
          <p:cNvPr id="52227" name="Rectangle 2">
            <a:extLst>
              <a:ext uri="{FF2B5EF4-FFF2-40B4-BE49-F238E27FC236}">
                <a16:creationId xmlns:a16="http://schemas.microsoft.com/office/drawing/2014/main" id="{17F3E29A-0550-4538-9DDA-64BA895ECE5A}"/>
              </a:ext>
            </a:extLst>
          </p:cNvPr>
          <p:cNvSpPr>
            <a:spLocks noGrp="1" noChangeArrowheads="1"/>
          </p:cNvSpPr>
          <p:nvPr>
            <p:ph type="title"/>
          </p:nvPr>
        </p:nvSpPr>
        <p:spPr>
          <a:xfrm>
            <a:off x="447675" y="247650"/>
            <a:ext cx="7772400" cy="838200"/>
          </a:xfrm>
        </p:spPr>
        <p:txBody>
          <a:bodyPr/>
          <a:lstStyle/>
          <a:p>
            <a:r>
              <a:rPr lang="en-US" altLang="zh-CN">
                <a:ea typeface="宋体" panose="02010600030101010101" pitchFamily="2" charset="-122"/>
              </a:rPr>
              <a:t>Selective Repeat</a:t>
            </a:r>
          </a:p>
        </p:txBody>
      </p:sp>
      <p:sp>
        <p:nvSpPr>
          <p:cNvPr id="420867" name="Rectangle 3">
            <a:extLst>
              <a:ext uri="{FF2B5EF4-FFF2-40B4-BE49-F238E27FC236}">
                <a16:creationId xmlns:a16="http://schemas.microsoft.com/office/drawing/2014/main" id="{4D85E047-FE9F-4E9A-BE3E-29899A60C663}"/>
              </a:ext>
            </a:extLst>
          </p:cNvPr>
          <p:cNvSpPr>
            <a:spLocks noGrp="1" noChangeArrowheads="1"/>
          </p:cNvSpPr>
          <p:nvPr>
            <p:ph type="body" sz="half" idx="1"/>
          </p:nvPr>
        </p:nvSpPr>
        <p:spPr>
          <a:xfrm>
            <a:off x="533400" y="1600200"/>
            <a:ext cx="4038600" cy="4648200"/>
          </a:xfrm>
        </p:spPr>
        <p:txBody>
          <a:bodyPr/>
          <a:lstStyle/>
          <a:p>
            <a:pPr>
              <a:spcBef>
                <a:spcPct val="25000"/>
              </a:spcBef>
              <a:buFont typeface="ZapfDingbats" pitchFamily="82" charset="2"/>
              <a:buNone/>
            </a:pPr>
            <a:r>
              <a:rPr lang="en-US" altLang="zh-CN" sz="2400">
                <a:solidFill>
                  <a:srgbClr val="FF0000"/>
                </a:solidFill>
                <a:ea typeface="宋体" panose="02010600030101010101" pitchFamily="2" charset="-122"/>
              </a:rPr>
              <a:t>Data from above :</a:t>
            </a:r>
            <a:endParaRPr lang="en-US" altLang="zh-CN" sz="2400">
              <a:ea typeface="宋体" panose="02010600030101010101" pitchFamily="2" charset="-122"/>
            </a:endParaRPr>
          </a:p>
          <a:p>
            <a:pPr>
              <a:spcBef>
                <a:spcPct val="25000"/>
              </a:spcBef>
            </a:pPr>
            <a:r>
              <a:rPr lang="en-US" altLang="zh-CN" sz="2000">
                <a:ea typeface="宋体" panose="02010600030101010101" pitchFamily="2" charset="-122"/>
              </a:rPr>
              <a:t>If next available seq # in window, send pkt</a:t>
            </a:r>
          </a:p>
          <a:p>
            <a:pPr>
              <a:spcBef>
                <a:spcPct val="25000"/>
              </a:spcBef>
              <a:buFont typeface="ZapfDingbats" pitchFamily="82" charset="2"/>
              <a:buNone/>
            </a:pPr>
            <a:r>
              <a:rPr lang="en-US" altLang="zh-CN" sz="2400">
                <a:solidFill>
                  <a:srgbClr val="FF0000"/>
                </a:solidFill>
                <a:ea typeface="宋体" panose="02010600030101010101" pitchFamily="2" charset="-122"/>
              </a:rPr>
              <a:t>Timeout(n):</a:t>
            </a:r>
            <a:endParaRPr lang="en-US" altLang="zh-CN" sz="2400">
              <a:ea typeface="宋体" panose="02010600030101010101" pitchFamily="2" charset="-122"/>
            </a:endParaRPr>
          </a:p>
          <a:p>
            <a:pPr>
              <a:spcBef>
                <a:spcPct val="25000"/>
              </a:spcBef>
            </a:pPr>
            <a:r>
              <a:rPr lang="en-US" altLang="zh-CN" sz="2000">
                <a:ea typeface="宋体" panose="02010600030101010101" pitchFamily="2" charset="-122"/>
              </a:rPr>
              <a:t>Resend pkt n, restart timer</a:t>
            </a:r>
          </a:p>
          <a:p>
            <a:pPr>
              <a:spcBef>
                <a:spcPct val="25000"/>
              </a:spcBef>
              <a:buFont typeface="ZapfDingbats" pitchFamily="82" charset="2"/>
              <a:buNone/>
            </a:pPr>
            <a:r>
              <a:rPr lang="en-US" altLang="zh-CN" sz="2400">
                <a:solidFill>
                  <a:srgbClr val="FF0000"/>
                </a:solidFill>
                <a:ea typeface="宋体" panose="02010600030101010101" pitchFamily="2" charset="-122"/>
              </a:rPr>
              <a:t>ACK(n) </a:t>
            </a:r>
            <a:r>
              <a:rPr lang="en-US" altLang="zh-CN" sz="2000">
                <a:ea typeface="宋体" panose="02010600030101010101" pitchFamily="2" charset="-122"/>
              </a:rPr>
              <a:t>in </a:t>
            </a:r>
            <a:r>
              <a:rPr lang="en-US" altLang="zh-CN" sz="1600">
                <a:ea typeface="宋体" panose="02010600030101010101" pitchFamily="2" charset="-122"/>
              </a:rPr>
              <a:t>[sendbase,sendbase+N]:</a:t>
            </a:r>
            <a:endParaRPr lang="en-US" altLang="zh-CN" sz="2000">
              <a:ea typeface="宋体" panose="02010600030101010101" pitchFamily="2" charset="-122"/>
            </a:endParaRPr>
          </a:p>
          <a:p>
            <a:pPr>
              <a:spcBef>
                <a:spcPct val="25000"/>
              </a:spcBef>
            </a:pPr>
            <a:r>
              <a:rPr lang="en-US" altLang="zh-CN" sz="2000">
                <a:ea typeface="宋体" panose="02010600030101010101" pitchFamily="2" charset="-122"/>
              </a:rPr>
              <a:t>Mark pkt n as received</a:t>
            </a:r>
          </a:p>
          <a:p>
            <a:pPr>
              <a:spcBef>
                <a:spcPct val="25000"/>
              </a:spcBef>
            </a:pPr>
            <a:r>
              <a:rPr lang="en-US" altLang="zh-CN" sz="2000">
                <a:ea typeface="宋体" panose="02010600030101010101" pitchFamily="2" charset="-122"/>
              </a:rPr>
              <a:t>If n smallest unACKed pkt, advance window base to next unACKed seq # </a:t>
            </a:r>
            <a:endParaRPr lang="en-US" altLang="zh-CN" sz="2400">
              <a:ea typeface="宋体" panose="02010600030101010101" pitchFamily="2" charset="-122"/>
            </a:endParaRPr>
          </a:p>
        </p:txBody>
      </p:sp>
      <p:sp>
        <p:nvSpPr>
          <p:cNvPr id="420868" name="Rectangle 4">
            <a:extLst>
              <a:ext uri="{FF2B5EF4-FFF2-40B4-BE49-F238E27FC236}">
                <a16:creationId xmlns:a16="http://schemas.microsoft.com/office/drawing/2014/main" id="{E1189BE8-B718-45A8-A6C3-FBFB92E5A425}"/>
              </a:ext>
            </a:extLst>
          </p:cNvPr>
          <p:cNvSpPr>
            <a:spLocks noChangeArrowheads="1"/>
          </p:cNvSpPr>
          <p:nvPr/>
        </p:nvSpPr>
        <p:spPr bwMode="auto">
          <a:xfrm>
            <a:off x="495300" y="1457325"/>
            <a:ext cx="4076700" cy="4610100"/>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grpSp>
        <p:nvGrpSpPr>
          <p:cNvPr id="2" name="Group 5">
            <a:extLst>
              <a:ext uri="{FF2B5EF4-FFF2-40B4-BE49-F238E27FC236}">
                <a16:creationId xmlns:a16="http://schemas.microsoft.com/office/drawing/2014/main" id="{93FA9766-14ED-49F2-97AB-71CCD7D6DFFF}"/>
              </a:ext>
            </a:extLst>
          </p:cNvPr>
          <p:cNvGrpSpPr>
            <a:grpSpLocks/>
          </p:cNvGrpSpPr>
          <p:nvPr/>
        </p:nvGrpSpPr>
        <p:grpSpPr bwMode="auto">
          <a:xfrm>
            <a:off x="703263" y="1208088"/>
            <a:ext cx="1150937" cy="457200"/>
            <a:chOff x="1103" y="3929"/>
            <a:chExt cx="725" cy="288"/>
          </a:xfrm>
        </p:grpSpPr>
        <p:sp>
          <p:nvSpPr>
            <p:cNvPr id="52236" name="Rectangle 6">
              <a:extLst>
                <a:ext uri="{FF2B5EF4-FFF2-40B4-BE49-F238E27FC236}">
                  <a16:creationId xmlns:a16="http://schemas.microsoft.com/office/drawing/2014/main" id="{A414FB63-6E12-4094-A5B6-8E3EBCAE075D}"/>
                </a:ext>
              </a:extLst>
            </p:cNvPr>
            <p:cNvSpPr>
              <a:spLocks noChangeArrowheads="1"/>
            </p:cNvSpPr>
            <p:nvPr/>
          </p:nvSpPr>
          <p:spPr bwMode="auto">
            <a:xfrm>
              <a:off x="1146" y="3984"/>
              <a:ext cx="612" cy="18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52237" name="Text Box 7">
              <a:extLst>
                <a:ext uri="{FF2B5EF4-FFF2-40B4-BE49-F238E27FC236}">
                  <a16:creationId xmlns:a16="http://schemas.microsoft.com/office/drawing/2014/main" id="{C15E75F8-63C2-46AA-94CD-8A0C21CA1169}"/>
                </a:ext>
              </a:extLst>
            </p:cNvPr>
            <p:cNvSpPr txBox="1">
              <a:spLocks noChangeArrowheads="1"/>
            </p:cNvSpPr>
            <p:nvPr/>
          </p:nvSpPr>
          <p:spPr bwMode="auto">
            <a:xfrm>
              <a:off x="1103" y="3929"/>
              <a:ext cx="72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400">
                  <a:solidFill>
                    <a:schemeClr val="accent2"/>
                  </a:solidFill>
                  <a:ea typeface="宋体" panose="02010600030101010101" pitchFamily="2" charset="-122"/>
                </a:rPr>
                <a:t>sender</a:t>
              </a:r>
              <a:endParaRPr lang="en-US" altLang="zh-CN" sz="2400">
                <a:latin typeface="Times New Roman" panose="02020603050405020304" pitchFamily="18" charset="0"/>
                <a:ea typeface="宋体" panose="02010600030101010101" pitchFamily="2" charset="-122"/>
              </a:endParaRPr>
            </a:p>
          </p:txBody>
        </p:sp>
      </p:grpSp>
      <p:sp>
        <p:nvSpPr>
          <p:cNvPr id="420872" name="Rectangle 8">
            <a:extLst>
              <a:ext uri="{FF2B5EF4-FFF2-40B4-BE49-F238E27FC236}">
                <a16:creationId xmlns:a16="http://schemas.microsoft.com/office/drawing/2014/main" id="{B6096F61-5A2D-434D-92DC-C6A4C87468E1}"/>
              </a:ext>
            </a:extLst>
          </p:cNvPr>
          <p:cNvSpPr>
            <a:spLocks noChangeArrowheads="1"/>
          </p:cNvSpPr>
          <p:nvPr/>
        </p:nvSpPr>
        <p:spPr bwMode="auto">
          <a:xfrm>
            <a:off x="4905375" y="1581150"/>
            <a:ext cx="393382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25000"/>
              </a:spcBef>
              <a:buFont typeface="ZapfDingbats" pitchFamily="82" charset="2"/>
              <a:buNone/>
            </a:pPr>
            <a:r>
              <a:rPr lang="en-US" altLang="zh-CN" sz="2400">
                <a:solidFill>
                  <a:srgbClr val="FF0000"/>
                </a:solidFill>
                <a:ea typeface="宋体" panose="02010600030101010101" pitchFamily="2" charset="-122"/>
              </a:rPr>
              <a:t>pkt n in </a:t>
            </a:r>
            <a:r>
              <a:rPr lang="en-US" altLang="zh-CN" sz="1800">
                <a:solidFill>
                  <a:srgbClr val="FF0000"/>
                </a:solidFill>
                <a:ea typeface="宋体" panose="02010600030101010101" pitchFamily="2" charset="-122"/>
              </a:rPr>
              <a:t>[rcvbase, rcvbase+N-1]</a:t>
            </a:r>
            <a:endParaRPr lang="en-US" altLang="zh-CN" sz="2400">
              <a:ea typeface="宋体" panose="02010600030101010101" pitchFamily="2" charset="-122"/>
            </a:endParaRPr>
          </a:p>
          <a:p>
            <a:pPr>
              <a:spcBef>
                <a:spcPct val="25000"/>
              </a:spcBef>
            </a:pPr>
            <a:r>
              <a:rPr lang="en-US" altLang="zh-CN" sz="2000">
                <a:ea typeface="宋体" panose="02010600030101010101" pitchFamily="2" charset="-122"/>
              </a:rPr>
              <a:t>Send ACK(n)</a:t>
            </a:r>
          </a:p>
          <a:p>
            <a:pPr>
              <a:spcBef>
                <a:spcPct val="25000"/>
              </a:spcBef>
            </a:pPr>
            <a:r>
              <a:rPr lang="en-US" altLang="zh-CN" sz="2000">
                <a:ea typeface="宋体" panose="02010600030101010101" pitchFamily="2" charset="-122"/>
              </a:rPr>
              <a:t>Out-of-order: buffer</a:t>
            </a:r>
          </a:p>
          <a:p>
            <a:pPr>
              <a:spcBef>
                <a:spcPct val="25000"/>
              </a:spcBef>
            </a:pPr>
            <a:r>
              <a:rPr lang="en-US" altLang="zh-CN" sz="2000">
                <a:ea typeface="宋体" panose="02010600030101010101" pitchFamily="2" charset="-122"/>
              </a:rPr>
              <a:t>In-order: deliver (also deliver buffered, in-order pkts), advance window to next not-yet-received pkt</a:t>
            </a:r>
          </a:p>
          <a:p>
            <a:pPr>
              <a:spcBef>
                <a:spcPct val="25000"/>
              </a:spcBef>
              <a:buFont typeface="ZapfDingbats" pitchFamily="82" charset="2"/>
              <a:buNone/>
            </a:pPr>
            <a:r>
              <a:rPr lang="en-US" altLang="zh-CN" sz="2400">
                <a:solidFill>
                  <a:srgbClr val="FF0000"/>
                </a:solidFill>
                <a:ea typeface="宋体" panose="02010600030101010101" pitchFamily="2" charset="-122"/>
              </a:rPr>
              <a:t>pkt n in </a:t>
            </a:r>
            <a:r>
              <a:rPr lang="en-US" altLang="zh-CN" sz="1800">
                <a:solidFill>
                  <a:srgbClr val="FF0000"/>
                </a:solidFill>
                <a:ea typeface="宋体" panose="02010600030101010101" pitchFamily="2" charset="-122"/>
              </a:rPr>
              <a:t>[rcvbase-N,rcvbase-1]</a:t>
            </a:r>
            <a:endParaRPr lang="en-US" altLang="zh-CN" sz="2400">
              <a:ea typeface="宋体" panose="02010600030101010101" pitchFamily="2" charset="-122"/>
            </a:endParaRPr>
          </a:p>
          <a:p>
            <a:pPr>
              <a:spcBef>
                <a:spcPct val="25000"/>
              </a:spcBef>
            </a:pPr>
            <a:r>
              <a:rPr lang="en-US" altLang="zh-CN" sz="2000">
                <a:ea typeface="宋体" panose="02010600030101010101" pitchFamily="2" charset="-122"/>
              </a:rPr>
              <a:t>ACK(n)</a:t>
            </a:r>
          </a:p>
          <a:p>
            <a:pPr>
              <a:spcBef>
                <a:spcPct val="25000"/>
              </a:spcBef>
              <a:buFont typeface="ZapfDingbats" pitchFamily="82" charset="2"/>
              <a:buNone/>
            </a:pPr>
            <a:r>
              <a:rPr lang="en-US" altLang="zh-CN" sz="2400">
                <a:solidFill>
                  <a:srgbClr val="FF0000"/>
                </a:solidFill>
                <a:ea typeface="宋体" panose="02010600030101010101" pitchFamily="2" charset="-122"/>
              </a:rPr>
              <a:t>Otherwise:</a:t>
            </a:r>
            <a:r>
              <a:rPr lang="en-US" altLang="zh-CN" sz="2000">
                <a:solidFill>
                  <a:srgbClr val="FF0000"/>
                </a:solidFill>
                <a:ea typeface="宋体" panose="02010600030101010101" pitchFamily="2" charset="-122"/>
              </a:rPr>
              <a:t> </a:t>
            </a:r>
          </a:p>
          <a:p>
            <a:pPr>
              <a:spcBef>
                <a:spcPct val="25000"/>
              </a:spcBef>
            </a:pPr>
            <a:r>
              <a:rPr lang="en-US" altLang="zh-CN" sz="2000">
                <a:ea typeface="宋体" panose="02010600030101010101" pitchFamily="2" charset="-122"/>
              </a:rPr>
              <a:t>Ignore </a:t>
            </a:r>
            <a:endParaRPr lang="en-US" altLang="zh-CN" sz="2400">
              <a:ea typeface="宋体" panose="02010600030101010101" pitchFamily="2" charset="-122"/>
            </a:endParaRPr>
          </a:p>
          <a:p>
            <a:endParaRPr lang="en-US" altLang="zh-CN" sz="2400">
              <a:ea typeface="宋体" panose="02010600030101010101" pitchFamily="2" charset="-122"/>
            </a:endParaRPr>
          </a:p>
        </p:txBody>
      </p:sp>
      <p:sp>
        <p:nvSpPr>
          <p:cNvPr id="420873" name="Rectangle 9">
            <a:extLst>
              <a:ext uri="{FF2B5EF4-FFF2-40B4-BE49-F238E27FC236}">
                <a16:creationId xmlns:a16="http://schemas.microsoft.com/office/drawing/2014/main" id="{51208D3F-0C6C-4EB9-9C9E-FAEC077652A8}"/>
              </a:ext>
            </a:extLst>
          </p:cNvPr>
          <p:cNvSpPr>
            <a:spLocks noChangeArrowheads="1"/>
          </p:cNvSpPr>
          <p:nvPr/>
        </p:nvSpPr>
        <p:spPr bwMode="auto">
          <a:xfrm>
            <a:off x="4876800" y="1438275"/>
            <a:ext cx="3924300" cy="4610100"/>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grpSp>
        <p:nvGrpSpPr>
          <p:cNvPr id="3" name="Group 10">
            <a:extLst>
              <a:ext uri="{FF2B5EF4-FFF2-40B4-BE49-F238E27FC236}">
                <a16:creationId xmlns:a16="http://schemas.microsoft.com/office/drawing/2014/main" id="{06C51553-E33D-4D7E-8384-C5FD7155B97B}"/>
              </a:ext>
            </a:extLst>
          </p:cNvPr>
          <p:cNvGrpSpPr>
            <a:grpSpLocks/>
          </p:cNvGrpSpPr>
          <p:nvPr/>
        </p:nvGrpSpPr>
        <p:grpSpPr bwMode="auto">
          <a:xfrm>
            <a:off x="5186363" y="1179513"/>
            <a:ext cx="1366837" cy="457200"/>
            <a:chOff x="3339" y="191"/>
            <a:chExt cx="861" cy="288"/>
          </a:xfrm>
        </p:grpSpPr>
        <p:sp>
          <p:nvSpPr>
            <p:cNvPr id="52234" name="Rectangle 11">
              <a:extLst>
                <a:ext uri="{FF2B5EF4-FFF2-40B4-BE49-F238E27FC236}">
                  <a16:creationId xmlns:a16="http://schemas.microsoft.com/office/drawing/2014/main" id="{136757C5-2913-41A6-B285-2F39F6E24B95}"/>
                </a:ext>
              </a:extLst>
            </p:cNvPr>
            <p:cNvSpPr>
              <a:spLocks noChangeArrowheads="1"/>
            </p:cNvSpPr>
            <p:nvPr/>
          </p:nvSpPr>
          <p:spPr bwMode="auto">
            <a:xfrm>
              <a:off x="3360" y="264"/>
              <a:ext cx="822" cy="18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52235" name="Text Box 12">
              <a:extLst>
                <a:ext uri="{FF2B5EF4-FFF2-40B4-BE49-F238E27FC236}">
                  <a16:creationId xmlns:a16="http://schemas.microsoft.com/office/drawing/2014/main" id="{3D1148C7-586E-416B-BD6B-9AEA5D12A7F8}"/>
                </a:ext>
              </a:extLst>
            </p:cNvPr>
            <p:cNvSpPr txBox="1">
              <a:spLocks noChangeArrowheads="1"/>
            </p:cNvSpPr>
            <p:nvPr/>
          </p:nvSpPr>
          <p:spPr bwMode="auto">
            <a:xfrm>
              <a:off x="3339" y="191"/>
              <a:ext cx="8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400">
                  <a:solidFill>
                    <a:schemeClr val="accent2"/>
                  </a:solidFill>
                  <a:ea typeface="宋体" panose="02010600030101010101" pitchFamily="2" charset="-122"/>
                </a:rPr>
                <a:t>receiver</a:t>
              </a:r>
              <a:endParaRPr lang="en-US" altLang="zh-CN" sz="240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20867">
                                            <p:txEl>
                                              <p:pRg st="0" end="0"/>
                                            </p:txEl>
                                          </p:spTgt>
                                        </p:tgtEl>
                                        <p:attrNameLst>
                                          <p:attrName>style.visibility</p:attrName>
                                        </p:attrNameLst>
                                      </p:cBhvr>
                                      <p:to>
                                        <p:strVal val="visible"/>
                                      </p:to>
                                    </p:set>
                                    <p:animEffect transition="in" filter="blinds(horizontal)">
                                      <p:cBhvr>
                                        <p:cTn id="7" dur="500"/>
                                        <p:tgtEl>
                                          <p:spTgt spid="42086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20867">
                                            <p:txEl>
                                              <p:pRg st="1" end="1"/>
                                            </p:txEl>
                                          </p:spTgt>
                                        </p:tgtEl>
                                        <p:attrNameLst>
                                          <p:attrName>style.visibility</p:attrName>
                                        </p:attrNameLst>
                                      </p:cBhvr>
                                      <p:to>
                                        <p:strVal val="visible"/>
                                      </p:to>
                                    </p:set>
                                    <p:animEffect transition="in" filter="blinds(horizontal)">
                                      <p:cBhvr>
                                        <p:cTn id="10" dur="500"/>
                                        <p:tgtEl>
                                          <p:spTgt spid="420867">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20867">
                                            <p:txEl>
                                              <p:pRg st="2" end="2"/>
                                            </p:txEl>
                                          </p:spTgt>
                                        </p:tgtEl>
                                        <p:attrNameLst>
                                          <p:attrName>style.visibility</p:attrName>
                                        </p:attrNameLst>
                                      </p:cBhvr>
                                      <p:to>
                                        <p:strVal val="visible"/>
                                      </p:to>
                                    </p:set>
                                    <p:animEffect transition="in" filter="blinds(horizontal)">
                                      <p:cBhvr>
                                        <p:cTn id="13" dur="500"/>
                                        <p:tgtEl>
                                          <p:spTgt spid="420867">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20867">
                                            <p:txEl>
                                              <p:pRg st="3" end="3"/>
                                            </p:txEl>
                                          </p:spTgt>
                                        </p:tgtEl>
                                        <p:attrNameLst>
                                          <p:attrName>style.visibility</p:attrName>
                                        </p:attrNameLst>
                                      </p:cBhvr>
                                      <p:to>
                                        <p:strVal val="visible"/>
                                      </p:to>
                                    </p:set>
                                    <p:animEffect transition="in" filter="blinds(horizontal)">
                                      <p:cBhvr>
                                        <p:cTn id="16" dur="500"/>
                                        <p:tgtEl>
                                          <p:spTgt spid="420867">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420867">
                                            <p:txEl>
                                              <p:pRg st="4" end="4"/>
                                            </p:txEl>
                                          </p:spTgt>
                                        </p:tgtEl>
                                        <p:attrNameLst>
                                          <p:attrName>style.visibility</p:attrName>
                                        </p:attrNameLst>
                                      </p:cBhvr>
                                      <p:to>
                                        <p:strVal val="visible"/>
                                      </p:to>
                                    </p:set>
                                    <p:animEffect transition="in" filter="blinds(horizontal)">
                                      <p:cBhvr>
                                        <p:cTn id="19" dur="500"/>
                                        <p:tgtEl>
                                          <p:spTgt spid="420867">
                                            <p:txEl>
                                              <p:pRg st="4" end="4"/>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420867">
                                            <p:txEl>
                                              <p:pRg st="5" end="5"/>
                                            </p:txEl>
                                          </p:spTgt>
                                        </p:tgtEl>
                                        <p:attrNameLst>
                                          <p:attrName>style.visibility</p:attrName>
                                        </p:attrNameLst>
                                      </p:cBhvr>
                                      <p:to>
                                        <p:strVal val="visible"/>
                                      </p:to>
                                    </p:set>
                                    <p:animEffect transition="in" filter="blinds(horizontal)">
                                      <p:cBhvr>
                                        <p:cTn id="22" dur="500"/>
                                        <p:tgtEl>
                                          <p:spTgt spid="420867">
                                            <p:txEl>
                                              <p:pRg st="5" end="5"/>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420867">
                                            <p:txEl>
                                              <p:pRg st="6" end="6"/>
                                            </p:txEl>
                                          </p:spTgt>
                                        </p:tgtEl>
                                        <p:attrNameLst>
                                          <p:attrName>style.visibility</p:attrName>
                                        </p:attrNameLst>
                                      </p:cBhvr>
                                      <p:to>
                                        <p:strVal val="visible"/>
                                      </p:to>
                                    </p:set>
                                    <p:animEffect transition="in" filter="blinds(horizontal)">
                                      <p:cBhvr>
                                        <p:cTn id="25" dur="500"/>
                                        <p:tgtEl>
                                          <p:spTgt spid="420867">
                                            <p:txEl>
                                              <p:pRg st="6" end="6"/>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420868"/>
                                        </p:tgtEl>
                                        <p:attrNameLst>
                                          <p:attrName>style.visibility</p:attrName>
                                        </p:attrNameLst>
                                      </p:cBhvr>
                                      <p:to>
                                        <p:strVal val="visible"/>
                                      </p:to>
                                    </p:set>
                                    <p:animEffect transition="in" filter="blinds(horizontal)">
                                      <p:cBhvr>
                                        <p:cTn id="31" dur="500"/>
                                        <p:tgtEl>
                                          <p:spTgt spid="42086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420872"/>
                                        </p:tgtEl>
                                        <p:attrNameLst>
                                          <p:attrName>style.visibility</p:attrName>
                                        </p:attrNameLst>
                                      </p:cBhvr>
                                      <p:to>
                                        <p:strVal val="visible"/>
                                      </p:to>
                                    </p:set>
                                    <p:animEffect transition="in" filter="blinds(horizontal)">
                                      <p:cBhvr>
                                        <p:cTn id="36" dur="500"/>
                                        <p:tgtEl>
                                          <p:spTgt spid="420872"/>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420873"/>
                                        </p:tgtEl>
                                        <p:attrNameLst>
                                          <p:attrName>style.visibility</p:attrName>
                                        </p:attrNameLst>
                                      </p:cBhvr>
                                      <p:to>
                                        <p:strVal val="visible"/>
                                      </p:to>
                                    </p:set>
                                    <p:animEffect transition="in" filter="blinds(horizontal)">
                                      <p:cBhvr>
                                        <p:cTn id="39" dur="500"/>
                                        <p:tgtEl>
                                          <p:spTgt spid="420873"/>
                                        </p:tgtEl>
                                      </p:cBhvr>
                                    </p:animEffect>
                                  </p:childTnLst>
                                </p:cTn>
                              </p:par>
                              <p:par>
                                <p:cTn id="40" presetID="3" presetClass="entr" presetSubtype="10" fill="hold" nodeType="with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blinds(horizontal)">
                                      <p:cBhvr>
                                        <p:cTn id="4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867" grpId="0" build="p"/>
      <p:bldP spid="420868" grpId="0" animBg="1"/>
      <p:bldP spid="420872" grpId="0"/>
      <p:bldP spid="420873"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250" name="灯片编号占位符 4">
            <a:extLst>
              <a:ext uri="{FF2B5EF4-FFF2-40B4-BE49-F238E27FC236}">
                <a16:creationId xmlns:a16="http://schemas.microsoft.com/office/drawing/2014/main" id="{2DE85A6E-5813-4DD8-8FD6-6BA24126B1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CDCAFF24-0610-4BA4-9B43-BE6E9C68FF6E}" type="slidenum">
              <a:rPr lang="en-US" altLang="zh-CN" sz="1400" smtClean="0">
                <a:latin typeface="Times New Roman" panose="02020603050405020304" pitchFamily="18" charset="0"/>
              </a:rPr>
              <a:pPr>
                <a:spcBef>
                  <a:spcPct val="0"/>
                </a:spcBef>
                <a:buClrTx/>
                <a:buSzTx/>
                <a:buFontTx/>
                <a:buNone/>
              </a:pPr>
              <a:t>40</a:t>
            </a:fld>
            <a:endParaRPr lang="en-US" altLang="zh-CN" sz="1400">
              <a:latin typeface="Times New Roman" panose="02020603050405020304" pitchFamily="18" charset="0"/>
            </a:endParaRPr>
          </a:p>
        </p:txBody>
      </p:sp>
      <p:sp>
        <p:nvSpPr>
          <p:cNvPr id="53251" name="Rectangle 2">
            <a:extLst>
              <a:ext uri="{FF2B5EF4-FFF2-40B4-BE49-F238E27FC236}">
                <a16:creationId xmlns:a16="http://schemas.microsoft.com/office/drawing/2014/main" id="{7044AD76-9D0A-4A12-8D8F-2A56E82A20AA}"/>
              </a:ext>
            </a:extLst>
          </p:cNvPr>
          <p:cNvSpPr>
            <a:spLocks noGrp="1" noChangeArrowheads="1"/>
          </p:cNvSpPr>
          <p:nvPr>
            <p:ph type="title"/>
          </p:nvPr>
        </p:nvSpPr>
        <p:spPr>
          <a:xfrm>
            <a:off x="339725" y="255588"/>
            <a:ext cx="7772400" cy="838200"/>
          </a:xfrm>
        </p:spPr>
        <p:txBody>
          <a:bodyPr/>
          <a:lstStyle/>
          <a:p>
            <a:r>
              <a:rPr lang="en-US" altLang="zh-CN" sz="3200">
                <a:ea typeface="宋体" panose="02010600030101010101" pitchFamily="2" charset="-122"/>
              </a:rPr>
              <a:t>Selective Repeat In Action</a:t>
            </a:r>
          </a:p>
        </p:txBody>
      </p:sp>
      <p:pic>
        <p:nvPicPr>
          <p:cNvPr id="421891" name="Picture 3" descr="03-25">
            <a:extLst>
              <a:ext uri="{FF2B5EF4-FFF2-40B4-BE49-F238E27FC236}">
                <a16:creationId xmlns:a16="http://schemas.microsoft.com/office/drawing/2014/main" id="{6B1CA913-B473-490D-AC51-CDBDD2083C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088" y="1028700"/>
            <a:ext cx="6856412" cy="582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1892" name="Oval 4">
            <a:extLst>
              <a:ext uri="{FF2B5EF4-FFF2-40B4-BE49-F238E27FC236}">
                <a16:creationId xmlns:a16="http://schemas.microsoft.com/office/drawing/2014/main" id="{8F458568-C0DA-46E0-A994-C465C6294DAC}"/>
              </a:ext>
            </a:extLst>
          </p:cNvPr>
          <p:cNvSpPr>
            <a:spLocks noChangeArrowheads="1"/>
          </p:cNvSpPr>
          <p:nvPr/>
        </p:nvSpPr>
        <p:spPr bwMode="auto">
          <a:xfrm>
            <a:off x="2971800" y="2133600"/>
            <a:ext cx="990600" cy="685800"/>
          </a:xfrm>
          <a:prstGeom prst="ellipse">
            <a:avLst/>
          </a:prstGeom>
          <a:solidFill>
            <a:srgbClr val="FF9900">
              <a:alpha val="27058"/>
            </a:srgbClr>
          </a:solidFill>
          <a:ln w="9525">
            <a:solidFill>
              <a:srgbClr val="FF66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421891"/>
                                        </p:tgtEl>
                                        <p:attrNameLst>
                                          <p:attrName>style.visibility</p:attrName>
                                        </p:attrNameLst>
                                      </p:cBhvr>
                                      <p:to>
                                        <p:strVal val="visible"/>
                                      </p:to>
                                    </p:set>
                                    <p:animEffect transition="in" filter="wipe(up)">
                                      <p:cBhvr>
                                        <p:cTn id="7" dur="2000"/>
                                        <p:tgtEl>
                                          <p:spTgt spid="421891"/>
                                        </p:tgtEl>
                                      </p:cBhvr>
                                    </p:animEffect>
                                  </p:childTnLst>
                                </p:cTn>
                              </p:par>
                            </p:childTnLst>
                          </p:cTn>
                        </p:par>
                        <p:par>
                          <p:cTn id="8" fill="hold" nodeType="afterGroup">
                            <p:stCondLst>
                              <p:cond delay="2000"/>
                            </p:stCondLst>
                            <p:childTnLst>
                              <p:par>
                                <p:cTn id="9" presetID="3" presetClass="entr" presetSubtype="10" fill="hold" grpId="0" nodeType="afterEffect">
                                  <p:stCondLst>
                                    <p:cond delay="0"/>
                                  </p:stCondLst>
                                  <p:childTnLst>
                                    <p:set>
                                      <p:cBhvr>
                                        <p:cTn id="10" dur="1" fill="hold">
                                          <p:stCondLst>
                                            <p:cond delay="0"/>
                                          </p:stCondLst>
                                        </p:cTn>
                                        <p:tgtEl>
                                          <p:spTgt spid="421892"/>
                                        </p:tgtEl>
                                        <p:attrNameLst>
                                          <p:attrName>style.visibility</p:attrName>
                                        </p:attrNameLst>
                                      </p:cBhvr>
                                      <p:to>
                                        <p:strVal val="visible"/>
                                      </p:to>
                                    </p:set>
                                    <p:animEffect transition="in" filter="blinds(horizontal)">
                                      <p:cBhvr>
                                        <p:cTn id="11" dur="500"/>
                                        <p:tgtEl>
                                          <p:spTgt spid="421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892"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274" name="灯片编号占位符 6">
            <a:extLst>
              <a:ext uri="{FF2B5EF4-FFF2-40B4-BE49-F238E27FC236}">
                <a16:creationId xmlns:a16="http://schemas.microsoft.com/office/drawing/2014/main" id="{70CE6C54-7399-481F-B872-C91342EDB32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2F9A3B79-5177-47E0-806C-19B102171529}" type="slidenum">
              <a:rPr lang="en-US" altLang="zh-CN" sz="1400" smtClean="0">
                <a:latin typeface="Times New Roman" panose="02020603050405020304" pitchFamily="18" charset="0"/>
              </a:rPr>
              <a:pPr>
                <a:spcBef>
                  <a:spcPct val="0"/>
                </a:spcBef>
                <a:buClrTx/>
                <a:buSzTx/>
                <a:buFontTx/>
                <a:buNone/>
              </a:pPr>
              <a:t>41</a:t>
            </a:fld>
            <a:endParaRPr lang="en-US" altLang="zh-CN" sz="1400">
              <a:latin typeface="Times New Roman" panose="02020603050405020304" pitchFamily="18" charset="0"/>
            </a:endParaRPr>
          </a:p>
        </p:txBody>
      </p:sp>
      <p:sp>
        <p:nvSpPr>
          <p:cNvPr id="54275" name="Rectangle 2">
            <a:extLst>
              <a:ext uri="{FF2B5EF4-FFF2-40B4-BE49-F238E27FC236}">
                <a16:creationId xmlns:a16="http://schemas.microsoft.com/office/drawing/2014/main" id="{EEB0F48E-D7AB-4EAA-8522-71961ACBF509}"/>
              </a:ext>
            </a:extLst>
          </p:cNvPr>
          <p:cNvSpPr>
            <a:spLocks noGrp="1" noChangeArrowheads="1"/>
          </p:cNvSpPr>
          <p:nvPr>
            <p:ph type="title"/>
          </p:nvPr>
        </p:nvSpPr>
        <p:spPr/>
        <p:txBody>
          <a:bodyPr/>
          <a:lstStyle/>
          <a:p>
            <a:r>
              <a:rPr lang="en-US" altLang="zh-CN" sz="3200">
                <a:ea typeface="宋体" panose="02010600030101010101" pitchFamily="2" charset="-122"/>
              </a:rPr>
              <a:t>Selective Repeat:</a:t>
            </a:r>
            <a:br>
              <a:rPr lang="en-US" altLang="zh-CN" sz="3200">
                <a:ea typeface="宋体" panose="02010600030101010101" pitchFamily="2" charset="-122"/>
              </a:rPr>
            </a:br>
            <a:r>
              <a:rPr lang="en-US" altLang="zh-CN" sz="3200">
                <a:ea typeface="宋体" panose="02010600030101010101" pitchFamily="2" charset="-122"/>
              </a:rPr>
              <a:t> Dilemma</a:t>
            </a:r>
            <a:endParaRPr lang="en-US" altLang="zh-CN">
              <a:ea typeface="宋体" panose="02010600030101010101" pitchFamily="2" charset="-122"/>
            </a:endParaRPr>
          </a:p>
        </p:txBody>
      </p:sp>
      <p:sp>
        <p:nvSpPr>
          <p:cNvPr id="422915" name="Rectangle 3">
            <a:extLst>
              <a:ext uri="{FF2B5EF4-FFF2-40B4-BE49-F238E27FC236}">
                <a16:creationId xmlns:a16="http://schemas.microsoft.com/office/drawing/2014/main" id="{4237F6C8-AFB4-48E4-8EB0-6A7043A4352C}"/>
              </a:ext>
            </a:extLst>
          </p:cNvPr>
          <p:cNvSpPr>
            <a:spLocks noGrp="1" noChangeArrowheads="1"/>
          </p:cNvSpPr>
          <p:nvPr>
            <p:ph type="body" sz="half" idx="1"/>
          </p:nvPr>
        </p:nvSpPr>
        <p:spPr>
          <a:xfrm>
            <a:off x="542925" y="1447800"/>
            <a:ext cx="3876675" cy="4648200"/>
          </a:xfrm>
        </p:spPr>
        <p:txBody>
          <a:bodyPr/>
          <a:lstStyle/>
          <a:p>
            <a:pPr>
              <a:buFont typeface="ZapfDingbats" pitchFamily="82" charset="2"/>
              <a:buNone/>
            </a:pPr>
            <a:r>
              <a:rPr lang="en-US" altLang="zh-CN" sz="2400">
                <a:ea typeface="宋体" panose="02010600030101010101" pitchFamily="2" charset="-122"/>
              </a:rPr>
              <a:t>Example: </a:t>
            </a:r>
          </a:p>
          <a:p>
            <a:r>
              <a:rPr lang="en-US" altLang="zh-CN" sz="2000">
                <a:ea typeface="宋体" panose="02010600030101010101" pitchFamily="2" charset="-122"/>
              </a:rPr>
              <a:t>seq #’s: 0, 1, 2, 3</a:t>
            </a:r>
          </a:p>
          <a:p>
            <a:r>
              <a:rPr lang="en-US" altLang="zh-CN" sz="2000">
                <a:ea typeface="宋体" panose="02010600030101010101" pitchFamily="2" charset="-122"/>
              </a:rPr>
              <a:t>window size=3</a:t>
            </a:r>
            <a:endParaRPr lang="en-US" altLang="zh-CN" sz="2400">
              <a:ea typeface="宋体" panose="02010600030101010101" pitchFamily="2" charset="-122"/>
            </a:endParaRPr>
          </a:p>
          <a:p>
            <a:endParaRPr lang="en-US" altLang="zh-CN" sz="800">
              <a:ea typeface="宋体" panose="02010600030101010101" pitchFamily="2" charset="-122"/>
            </a:endParaRPr>
          </a:p>
          <a:p>
            <a:r>
              <a:rPr lang="en-US" altLang="zh-CN" sz="2000">
                <a:ea typeface="宋体" panose="02010600030101010101" pitchFamily="2" charset="-122"/>
              </a:rPr>
              <a:t>Receiver sees no difference in two scenarios!</a:t>
            </a:r>
          </a:p>
          <a:p>
            <a:r>
              <a:rPr lang="en-US" altLang="zh-CN" sz="2000">
                <a:ea typeface="宋体" panose="02010600030101010101" pitchFamily="2" charset="-122"/>
              </a:rPr>
              <a:t>Incorrectly passes duplicate data as new in (a)</a:t>
            </a:r>
          </a:p>
          <a:p>
            <a:endParaRPr lang="en-US" altLang="zh-CN" sz="800">
              <a:ea typeface="宋体" panose="02010600030101010101" pitchFamily="2" charset="-122"/>
            </a:endParaRPr>
          </a:p>
          <a:p>
            <a:pPr>
              <a:buFont typeface="ZapfDingbats" pitchFamily="82" charset="2"/>
              <a:buNone/>
            </a:pPr>
            <a:r>
              <a:rPr lang="en-US" altLang="zh-CN" sz="2000">
                <a:solidFill>
                  <a:srgbClr val="FF0000"/>
                </a:solidFill>
                <a:ea typeface="宋体" panose="02010600030101010101" pitchFamily="2" charset="-122"/>
              </a:rPr>
              <a:t>Q:</a:t>
            </a:r>
            <a:r>
              <a:rPr lang="en-US" altLang="zh-CN" sz="2000">
                <a:ea typeface="宋体" panose="02010600030101010101" pitchFamily="2" charset="-122"/>
              </a:rPr>
              <a:t> what relationship between seq # size and window size?</a:t>
            </a:r>
          </a:p>
        </p:txBody>
      </p:sp>
      <p:pic>
        <p:nvPicPr>
          <p:cNvPr id="422916" name="Picture 4" descr="sr_dilemma">
            <a:extLst>
              <a:ext uri="{FF2B5EF4-FFF2-40B4-BE49-F238E27FC236}">
                <a16:creationId xmlns:a16="http://schemas.microsoft.com/office/drawing/2014/main" id="{C3129524-61A1-4D06-8264-5276399601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323850"/>
            <a:ext cx="4225925" cy="602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2917" name="Picture 5" descr="j0334296[1]">
            <a:extLst>
              <a:ext uri="{FF2B5EF4-FFF2-40B4-BE49-F238E27FC236}">
                <a16:creationId xmlns:a16="http://schemas.microsoft.com/office/drawing/2014/main" id="{A17A52C3-71FA-48D5-85E8-6FF54FC769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5434013"/>
            <a:ext cx="1600200"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22915">
                                            <p:txEl>
                                              <p:pRg st="0" end="0"/>
                                            </p:txEl>
                                          </p:spTgt>
                                        </p:tgtEl>
                                        <p:attrNameLst>
                                          <p:attrName>style.visibility</p:attrName>
                                        </p:attrNameLst>
                                      </p:cBhvr>
                                      <p:to>
                                        <p:strVal val="visible"/>
                                      </p:to>
                                    </p:set>
                                    <p:animEffect transition="in" filter="blinds(horizontal)">
                                      <p:cBhvr>
                                        <p:cTn id="7" dur="500"/>
                                        <p:tgtEl>
                                          <p:spTgt spid="42291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22915">
                                            <p:txEl>
                                              <p:pRg st="1" end="1"/>
                                            </p:txEl>
                                          </p:spTgt>
                                        </p:tgtEl>
                                        <p:attrNameLst>
                                          <p:attrName>style.visibility</p:attrName>
                                        </p:attrNameLst>
                                      </p:cBhvr>
                                      <p:to>
                                        <p:strVal val="visible"/>
                                      </p:to>
                                    </p:set>
                                    <p:animEffect transition="in" filter="blinds(horizontal)">
                                      <p:cBhvr>
                                        <p:cTn id="10" dur="500"/>
                                        <p:tgtEl>
                                          <p:spTgt spid="422915">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22915">
                                            <p:txEl>
                                              <p:pRg st="2" end="2"/>
                                            </p:txEl>
                                          </p:spTgt>
                                        </p:tgtEl>
                                        <p:attrNameLst>
                                          <p:attrName>style.visibility</p:attrName>
                                        </p:attrNameLst>
                                      </p:cBhvr>
                                      <p:to>
                                        <p:strVal val="visible"/>
                                      </p:to>
                                    </p:set>
                                    <p:animEffect transition="in" filter="blinds(horizontal)">
                                      <p:cBhvr>
                                        <p:cTn id="13" dur="500"/>
                                        <p:tgtEl>
                                          <p:spTgt spid="422915">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22916"/>
                                        </p:tgtEl>
                                        <p:attrNameLst>
                                          <p:attrName>style.visibility</p:attrName>
                                        </p:attrNameLst>
                                      </p:cBhvr>
                                      <p:to>
                                        <p:strVal val="visible"/>
                                      </p:to>
                                    </p:set>
                                    <p:animEffect transition="in" filter="blinds(horizontal)">
                                      <p:cBhvr>
                                        <p:cTn id="16" dur="500"/>
                                        <p:tgtEl>
                                          <p:spTgt spid="422916"/>
                                        </p:tgtEl>
                                      </p:cBhvr>
                                    </p:animEffect>
                                  </p:childTnLst>
                                </p:cTn>
                              </p:par>
                              <p:par>
                                <p:cTn id="17" presetID="3" presetClass="entr" presetSubtype="10" fill="hold" nodeType="withEffect">
                                  <p:stCondLst>
                                    <p:cond delay="0"/>
                                  </p:stCondLst>
                                  <p:childTnLst>
                                    <p:set>
                                      <p:cBhvr>
                                        <p:cTn id="18" dur="1" fill="hold">
                                          <p:stCondLst>
                                            <p:cond delay="0"/>
                                          </p:stCondLst>
                                        </p:cTn>
                                        <p:tgtEl>
                                          <p:spTgt spid="422917"/>
                                        </p:tgtEl>
                                        <p:attrNameLst>
                                          <p:attrName>style.visibility</p:attrName>
                                        </p:attrNameLst>
                                      </p:cBhvr>
                                      <p:to>
                                        <p:strVal val="visible"/>
                                      </p:to>
                                    </p:set>
                                    <p:animEffect transition="in" filter="blinds(horizontal)">
                                      <p:cBhvr>
                                        <p:cTn id="19" dur="500"/>
                                        <p:tgtEl>
                                          <p:spTgt spid="42291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422915">
                                            <p:txEl>
                                              <p:pRg st="4" end="4"/>
                                            </p:txEl>
                                          </p:spTgt>
                                        </p:tgtEl>
                                        <p:attrNameLst>
                                          <p:attrName>style.visibility</p:attrName>
                                        </p:attrNameLst>
                                      </p:cBhvr>
                                      <p:to>
                                        <p:strVal val="visible"/>
                                      </p:to>
                                    </p:set>
                                    <p:animEffect transition="in" filter="blinds(horizontal)">
                                      <p:cBhvr>
                                        <p:cTn id="24" dur="500"/>
                                        <p:tgtEl>
                                          <p:spTgt spid="422915">
                                            <p:txEl>
                                              <p:pRg st="4" end="4"/>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422915">
                                            <p:txEl>
                                              <p:pRg st="5" end="5"/>
                                            </p:txEl>
                                          </p:spTgt>
                                        </p:tgtEl>
                                        <p:attrNameLst>
                                          <p:attrName>style.visibility</p:attrName>
                                        </p:attrNameLst>
                                      </p:cBhvr>
                                      <p:to>
                                        <p:strVal val="visible"/>
                                      </p:to>
                                    </p:set>
                                    <p:animEffect transition="in" filter="blinds(horizontal)">
                                      <p:cBhvr>
                                        <p:cTn id="27" dur="500"/>
                                        <p:tgtEl>
                                          <p:spTgt spid="422915">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422915">
                                            <p:txEl>
                                              <p:pRg st="7" end="7"/>
                                            </p:txEl>
                                          </p:spTgt>
                                        </p:tgtEl>
                                        <p:attrNameLst>
                                          <p:attrName>style.visibility</p:attrName>
                                        </p:attrNameLst>
                                      </p:cBhvr>
                                      <p:to>
                                        <p:strVal val="visible"/>
                                      </p:to>
                                    </p:set>
                                    <p:animEffect transition="in" filter="blinds(horizontal)">
                                      <p:cBhvr>
                                        <p:cTn id="32" dur="500"/>
                                        <p:tgtEl>
                                          <p:spTgt spid="4229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298" name="灯片编号占位符 5">
            <a:extLst>
              <a:ext uri="{FF2B5EF4-FFF2-40B4-BE49-F238E27FC236}">
                <a16:creationId xmlns:a16="http://schemas.microsoft.com/office/drawing/2014/main" id="{2E22CEBF-1268-41D9-AACC-28119AAD404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3CEE3CD4-519C-452A-88BD-5FC656657D2D}" type="slidenum">
              <a:rPr lang="en-US" altLang="zh-CN" sz="1400" smtClean="0">
                <a:latin typeface="Times New Roman" panose="02020603050405020304" pitchFamily="18" charset="0"/>
              </a:rPr>
              <a:pPr>
                <a:spcBef>
                  <a:spcPct val="0"/>
                </a:spcBef>
                <a:buClrTx/>
                <a:buSzTx/>
                <a:buFontTx/>
                <a:buNone/>
              </a:pPr>
              <a:t>42</a:t>
            </a:fld>
            <a:endParaRPr lang="en-US" altLang="zh-CN" sz="1400">
              <a:latin typeface="Times New Roman" panose="02020603050405020304" pitchFamily="18" charset="0"/>
            </a:endParaRPr>
          </a:p>
        </p:txBody>
      </p:sp>
      <p:sp>
        <p:nvSpPr>
          <p:cNvPr id="55299" name="Rectangle 2">
            <a:extLst>
              <a:ext uri="{FF2B5EF4-FFF2-40B4-BE49-F238E27FC236}">
                <a16:creationId xmlns:a16="http://schemas.microsoft.com/office/drawing/2014/main" id="{9D123856-B04E-4D5D-8E35-58265EFB9CA5}"/>
              </a:ext>
            </a:extLst>
          </p:cNvPr>
          <p:cNvSpPr>
            <a:spLocks noGrp="1" noChangeArrowheads="1"/>
          </p:cNvSpPr>
          <p:nvPr>
            <p:ph type="title"/>
          </p:nvPr>
        </p:nvSpPr>
        <p:spPr/>
        <p:txBody>
          <a:bodyPr/>
          <a:lstStyle/>
          <a:p>
            <a:r>
              <a:rPr lang="en-US" altLang="zh-CN">
                <a:ea typeface="宋体" panose="02010600030101010101" pitchFamily="2" charset="-122"/>
              </a:rPr>
              <a:t>GBN vs. Selective Repeat</a:t>
            </a:r>
          </a:p>
        </p:txBody>
      </p:sp>
      <p:sp>
        <p:nvSpPr>
          <p:cNvPr id="423939" name="Rectangle 3">
            <a:extLst>
              <a:ext uri="{FF2B5EF4-FFF2-40B4-BE49-F238E27FC236}">
                <a16:creationId xmlns:a16="http://schemas.microsoft.com/office/drawing/2014/main" id="{E476A679-E2AF-4FCD-BFD7-A0BD4B134F2E}"/>
              </a:ext>
            </a:extLst>
          </p:cNvPr>
          <p:cNvSpPr>
            <a:spLocks noGrp="1" noChangeArrowheads="1"/>
          </p:cNvSpPr>
          <p:nvPr>
            <p:ph type="body" idx="1"/>
          </p:nvPr>
        </p:nvSpPr>
        <p:spPr/>
        <p:txBody>
          <a:bodyPr/>
          <a:lstStyle/>
          <a:p>
            <a:r>
              <a:rPr lang="en-US" altLang="zh-CN">
                <a:solidFill>
                  <a:schemeClr val="accent2"/>
                </a:solidFill>
                <a:ea typeface="宋体" panose="02010600030101010101" pitchFamily="2" charset="-122"/>
              </a:rPr>
              <a:t>Selective repeat</a:t>
            </a:r>
            <a:r>
              <a:rPr lang="en-US" altLang="zh-CN">
                <a:ea typeface="宋体" panose="02010600030101010101" pitchFamily="2" charset="-122"/>
              </a:rPr>
              <a:t> is more complicated as it needs buffering at the receiver, but only retransmit packets required for retransmission</a:t>
            </a:r>
          </a:p>
          <a:p>
            <a:endParaRPr lang="en-US" altLang="zh-CN" sz="1600">
              <a:ea typeface="宋体" panose="02010600030101010101" pitchFamily="2" charset="-122"/>
            </a:endParaRPr>
          </a:p>
          <a:p>
            <a:endParaRPr lang="en-US" altLang="zh-CN" sz="1600">
              <a:ea typeface="宋体" panose="02010600030101010101" pitchFamily="2" charset="-122"/>
            </a:endParaRPr>
          </a:p>
          <a:p>
            <a:endParaRPr lang="en-US" altLang="zh-CN" sz="1600">
              <a:ea typeface="宋体" panose="02010600030101010101" pitchFamily="2" charset="-122"/>
            </a:endParaRPr>
          </a:p>
          <a:p>
            <a:r>
              <a:rPr lang="en-US" altLang="zh-CN">
                <a:solidFill>
                  <a:schemeClr val="accent2"/>
                </a:solidFill>
                <a:ea typeface="宋体" panose="02010600030101010101" pitchFamily="2" charset="-122"/>
              </a:rPr>
              <a:t>GBN</a:t>
            </a:r>
            <a:r>
              <a:rPr lang="en-US" altLang="zh-CN">
                <a:ea typeface="宋体" panose="02010600030101010101" pitchFamily="2" charset="-122"/>
              </a:rPr>
              <a:t> is simpler, but can lead to large number of unnecessary retransmission</a:t>
            </a:r>
          </a:p>
          <a:p>
            <a:endParaRPr lang="en-US" altLang="zh-CN">
              <a:ea typeface="宋体" panose="02010600030101010101" pitchFamily="2" charset="-122"/>
            </a:endParaRPr>
          </a:p>
        </p:txBody>
      </p:sp>
      <p:pic>
        <p:nvPicPr>
          <p:cNvPr id="423940" name="Picture 4" descr="j0334330[1]">
            <a:extLst>
              <a:ext uri="{FF2B5EF4-FFF2-40B4-BE49-F238E27FC236}">
                <a16:creationId xmlns:a16="http://schemas.microsoft.com/office/drawing/2014/main" id="{CD0775BC-AC24-4267-ACEA-CAC2908691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2895600"/>
            <a:ext cx="1819275" cy="130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23939">
                                            <p:txEl>
                                              <p:pRg st="0" end="0"/>
                                            </p:txEl>
                                          </p:spTgt>
                                        </p:tgtEl>
                                        <p:attrNameLst>
                                          <p:attrName>style.visibility</p:attrName>
                                        </p:attrNameLst>
                                      </p:cBhvr>
                                      <p:to>
                                        <p:strVal val="visible"/>
                                      </p:to>
                                    </p:set>
                                    <p:animEffect transition="in" filter="blinds(horizontal)">
                                      <p:cBhvr>
                                        <p:cTn id="7" dur="500"/>
                                        <p:tgtEl>
                                          <p:spTgt spid="42393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23939">
                                            <p:txEl>
                                              <p:pRg st="4" end="4"/>
                                            </p:txEl>
                                          </p:spTgt>
                                        </p:tgtEl>
                                        <p:attrNameLst>
                                          <p:attrName>style.visibility</p:attrName>
                                        </p:attrNameLst>
                                      </p:cBhvr>
                                      <p:to>
                                        <p:strVal val="visible"/>
                                      </p:to>
                                    </p:set>
                                    <p:animEffect transition="in" filter="blinds(horizontal)">
                                      <p:cBhvr>
                                        <p:cTn id="10" dur="500"/>
                                        <p:tgtEl>
                                          <p:spTgt spid="423939">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23940"/>
                                        </p:tgtEl>
                                        <p:attrNameLst>
                                          <p:attrName>style.visibility</p:attrName>
                                        </p:attrNameLst>
                                      </p:cBhvr>
                                      <p:to>
                                        <p:strVal val="visible"/>
                                      </p:to>
                                    </p:set>
                                    <p:animEffect transition="in" filter="blinds(horizontal)">
                                      <p:cBhvr>
                                        <p:cTn id="13" dur="500"/>
                                        <p:tgtEl>
                                          <p:spTgt spid="4239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2" name="标题 1">
            <a:extLst>
              <a:ext uri="{FF2B5EF4-FFF2-40B4-BE49-F238E27FC236}">
                <a16:creationId xmlns:a16="http://schemas.microsoft.com/office/drawing/2014/main" id="{4F827FAA-168F-476B-B5C9-021C3194B227}"/>
              </a:ext>
            </a:extLst>
          </p:cNvPr>
          <p:cNvSpPr>
            <a:spLocks noGrp="1" noChangeArrowheads="1"/>
          </p:cNvSpPr>
          <p:nvPr>
            <p:ph type="title"/>
          </p:nvPr>
        </p:nvSpPr>
        <p:spPr/>
        <p:txBody>
          <a:bodyPr/>
          <a:lstStyle/>
          <a:p>
            <a:r>
              <a:rPr lang="en-US" altLang="zh-CN">
                <a:ea typeface="宋体" panose="02010600030101010101" pitchFamily="2" charset="-122"/>
              </a:rPr>
              <a:t>Exercises-3</a:t>
            </a:r>
            <a:endParaRPr lang="zh-CN" altLang="en-US">
              <a:ea typeface="宋体" panose="02010600030101010101" pitchFamily="2" charset="-122"/>
            </a:endParaRPr>
          </a:p>
        </p:txBody>
      </p:sp>
      <p:sp>
        <p:nvSpPr>
          <p:cNvPr id="56323" name="内容占位符 2">
            <a:extLst>
              <a:ext uri="{FF2B5EF4-FFF2-40B4-BE49-F238E27FC236}">
                <a16:creationId xmlns:a16="http://schemas.microsoft.com/office/drawing/2014/main" id="{FE72F239-C879-42EF-99B1-870B39F52E60}"/>
              </a:ext>
            </a:extLst>
          </p:cNvPr>
          <p:cNvSpPr>
            <a:spLocks noGrp="1" noChangeArrowheads="1"/>
          </p:cNvSpPr>
          <p:nvPr>
            <p:ph idx="1"/>
          </p:nvPr>
        </p:nvSpPr>
        <p:spPr/>
        <p:txBody>
          <a:bodyPr/>
          <a:lstStyle/>
          <a:p>
            <a:pPr marL="514350" indent="-514350">
              <a:buFont typeface="ZapfDingbats" pitchFamily="82" charset="2"/>
              <a:buAutoNum type="arabicPeriod"/>
            </a:pPr>
            <a:r>
              <a:rPr lang="en-US" altLang="zh-CN">
                <a:ea typeface="宋体" panose="02010600030101010101" pitchFamily="2" charset="-122"/>
              </a:rPr>
              <a:t>The data link layer uses the GBN protocol, and the sender has sent frames numbered 0 ~ 7. When the timer expires, if the sender only receives the acknowledgement of frames 0, 2 and 3, the number of frames to be retransmitted by the sender is ( )</a:t>
            </a:r>
          </a:p>
          <a:p>
            <a:pPr marL="514350" indent="-514350">
              <a:buFont typeface="ZapfDingbats" pitchFamily="82" charset="2"/>
              <a:buNone/>
            </a:pPr>
            <a:r>
              <a:rPr lang="en-US" altLang="zh-CN">
                <a:ea typeface="宋体" panose="02010600030101010101" pitchFamily="2" charset="-122"/>
              </a:rPr>
              <a:t> A. 2      B. 3       C. 4       D.5</a:t>
            </a:r>
          </a:p>
          <a:p>
            <a:pPr marL="514350" indent="-514350">
              <a:buFont typeface="ZapfDingbats" pitchFamily="82" charset="2"/>
              <a:buNone/>
            </a:pPr>
            <a:endParaRPr lang="zh-CN" altLang="en-US">
              <a:ea typeface="宋体" panose="02010600030101010101" pitchFamily="2" charset="-122"/>
            </a:endParaRPr>
          </a:p>
        </p:txBody>
      </p:sp>
      <p:sp>
        <p:nvSpPr>
          <p:cNvPr id="56324" name="灯片编号占位符 5">
            <a:extLst>
              <a:ext uri="{FF2B5EF4-FFF2-40B4-BE49-F238E27FC236}">
                <a16:creationId xmlns:a16="http://schemas.microsoft.com/office/drawing/2014/main" id="{BD58C6A8-272A-4D6D-AAF8-06C5DDF29DEA}"/>
              </a:ext>
            </a:extLst>
          </p:cNvPr>
          <p:cNvSpPr txBox="1">
            <a:spLocks noGrp="1"/>
          </p:cNvSpPr>
          <p:nvPr/>
        </p:nvSpPr>
        <p:spPr bwMode="auto">
          <a:xfrm>
            <a:off x="8162925" y="6400800"/>
            <a:ext cx="676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400">
                <a:latin typeface="Times New Roman" panose="02020603050405020304" pitchFamily="18" charset="0"/>
                <a:ea typeface="宋体" panose="02010600030101010101" pitchFamily="2" charset="-122"/>
              </a:rPr>
              <a:t>3-</a:t>
            </a:r>
            <a:fld id="{AA2D8F42-864B-48E2-9832-53767C6B9B17}" type="slidenum">
              <a:rPr lang="en-US" altLang="zh-CN" sz="1400">
                <a:latin typeface="Times New Roman" panose="02020603050405020304" pitchFamily="18" charset="0"/>
                <a:ea typeface="宋体" panose="02010600030101010101" pitchFamily="2" charset="-122"/>
              </a:rPr>
              <a:pPr algn="r">
                <a:spcBef>
                  <a:spcPct val="0"/>
                </a:spcBef>
                <a:buClrTx/>
                <a:buSzTx/>
                <a:buFontTx/>
                <a:buNone/>
              </a:pPr>
              <a:t>43</a:t>
            </a:fld>
            <a:endParaRPr lang="en-US" altLang="zh-CN" sz="1400">
              <a:latin typeface="Times New Roman" panose="02020603050405020304" pitchFamily="18" charset="0"/>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370" name="标题 1">
            <a:extLst>
              <a:ext uri="{FF2B5EF4-FFF2-40B4-BE49-F238E27FC236}">
                <a16:creationId xmlns:a16="http://schemas.microsoft.com/office/drawing/2014/main" id="{C93AA734-192A-4EB9-AE2C-BEFB58277F50}"/>
              </a:ext>
            </a:extLst>
          </p:cNvPr>
          <p:cNvSpPr>
            <a:spLocks noGrp="1" noChangeArrowheads="1"/>
          </p:cNvSpPr>
          <p:nvPr>
            <p:ph type="title"/>
          </p:nvPr>
        </p:nvSpPr>
        <p:spPr/>
        <p:txBody>
          <a:bodyPr/>
          <a:lstStyle/>
          <a:p>
            <a:r>
              <a:rPr lang="en-US" altLang="zh-CN">
                <a:ea typeface="宋体" panose="02010600030101010101" pitchFamily="2" charset="-122"/>
              </a:rPr>
              <a:t>Exercise-3</a:t>
            </a:r>
            <a:endParaRPr lang="zh-CN" altLang="en-US">
              <a:ea typeface="宋体" panose="02010600030101010101" pitchFamily="2" charset="-122"/>
            </a:endParaRPr>
          </a:p>
        </p:txBody>
      </p:sp>
      <p:sp>
        <p:nvSpPr>
          <p:cNvPr id="58371" name="内容占位符 2">
            <a:extLst>
              <a:ext uri="{FF2B5EF4-FFF2-40B4-BE49-F238E27FC236}">
                <a16:creationId xmlns:a16="http://schemas.microsoft.com/office/drawing/2014/main" id="{AC713866-70E2-4D0D-820E-C24CD94757B5}"/>
              </a:ext>
            </a:extLst>
          </p:cNvPr>
          <p:cNvSpPr>
            <a:spLocks noGrp="1" noChangeArrowheads="1"/>
          </p:cNvSpPr>
          <p:nvPr>
            <p:ph idx="1"/>
          </p:nvPr>
        </p:nvSpPr>
        <p:spPr/>
        <p:txBody>
          <a:bodyPr/>
          <a:lstStyle/>
          <a:p>
            <a:pPr marL="0" indent="0">
              <a:buFont typeface="ZapfDingbats" pitchFamily="82" charset="2"/>
              <a:buNone/>
            </a:pPr>
            <a:r>
              <a:rPr lang="en-US" altLang="zh-CN">
                <a:ea typeface="宋体" panose="02010600030101010101" pitchFamily="2" charset="-122"/>
              </a:rPr>
              <a:t>2. Considering GBN protocol and SR protocol, assuming that the length of sequence number space is </a:t>
            </a:r>
            <a:r>
              <a:rPr lang="en-US" altLang="zh-CN" i="1">
                <a:solidFill>
                  <a:srgbClr val="FF0000"/>
                </a:solidFill>
                <a:ea typeface="宋体" panose="02010600030101010101" pitchFamily="2" charset="-122"/>
              </a:rPr>
              <a:t>n</a:t>
            </a:r>
            <a:r>
              <a:rPr lang="en-US" altLang="zh-CN">
                <a:ea typeface="宋体" panose="02010600030101010101" pitchFamily="2" charset="-122"/>
              </a:rPr>
              <a:t>, what is the maximum allowed sender window?</a:t>
            </a:r>
          </a:p>
          <a:p>
            <a:pPr marL="0" indent="0">
              <a:buFont typeface="ZapfDingbats" pitchFamily="82" charset="2"/>
              <a:buNone/>
            </a:pPr>
            <a:endParaRPr lang="zh-CN" altLang="en-US">
              <a:ea typeface="宋体" panose="02010600030101010101" pitchFamily="2" charset="-122"/>
            </a:endParaRPr>
          </a:p>
        </p:txBody>
      </p:sp>
      <p:sp>
        <p:nvSpPr>
          <p:cNvPr id="58372" name="灯片编号占位符 5">
            <a:extLst>
              <a:ext uri="{FF2B5EF4-FFF2-40B4-BE49-F238E27FC236}">
                <a16:creationId xmlns:a16="http://schemas.microsoft.com/office/drawing/2014/main" id="{274AC830-A7DD-42E5-8423-79364D4A0132}"/>
              </a:ext>
            </a:extLst>
          </p:cNvPr>
          <p:cNvSpPr txBox="1">
            <a:spLocks noGrp="1"/>
          </p:cNvSpPr>
          <p:nvPr/>
        </p:nvSpPr>
        <p:spPr bwMode="auto">
          <a:xfrm>
            <a:off x="8162925" y="6400800"/>
            <a:ext cx="676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400">
                <a:latin typeface="Times New Roman" panose="02020603050405020304" pitchFamily="18" charset="0"/>
                <a:ea typeface="宋体" panose="02010600030101010101" pitchFamily="2" charset="-122"/>
              </a:rPr>
              <a:t>3-</a:t>
            </a:r>
            <a:fld id="{2395628F-478C-4CA3-B5AA-935DC393068B}" type="slidenum">
              <a:rPr lang="en-US" altLang="zh-CN" sz="1400">
                <a:latin typeface="Times New Roman" panose="02020603050405020304" pitchFamily="18" charset="0"/>
                <a:ea typeface="宋体" panose="02010600030101010101" pitchFamily="2" charset="-122"/>
              </a:rPr>
              <a:pPr algn="r">
                <a:spcBef>
                  <a:spcPct val="0"/>
                </a:spcBef>
                <a:buClrTx/>
                <a:buSzTx/>
                <a:buFontTx/>
                <a:buNone/>
              </a:pPr>
              <a:t>44</a:t>
            </a:fld>
            <a:endParaRPr lang="en-US" altLang="zh-CN" sz="1400">
              <a:latin typeface="Times New Roman" panose="02020603050405020304" pitchFamily="18" charset="0"/>
              <a:ea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DF70C8E5-5EE9-4339-B4D5-0515188303CB}"/>
              </a:ext>
            </a:extLst>
          </p:cNvPr>
          <p:cNvSpPr>
            <a:spLocks noGrp="1" noChangeArrowheads="1"/>
          </p:cNvSpPr>
          <p:nvPr>
            <p:ph type="title"/>
          </p:nvPr>
        </p:nvSpPr>
        <p:spPr/>
        <p:txBody>
          <a:bodyPr/>
          <a:lstStyle/>
          <a:p>
            <a:r>
              <a:rPr lang="en-US" altLang="zh-CN" sz="3200">
                <a:ea typeface="宋体" panose="02010600030101010101" pitchFamily="2" charset="-122"/>
              </a:rPr>
              <a:t>Multiple Access Links and Protocols</a:t>
            </a:r>
            <a:endParaRPr lang="en-US" altLang="zh-CN">
              <a:ea typeface="宋体" panose="02010600030101010101" pitchFamily="2" charset="-122"/>
            </a:endParaRPr>
          </a:p>
        </p:txBody>
      </p:sp>
      <p:sp>
        <p:nvSpPr>
          <p:cNvPr id="60419" name="Rectangle 3">
            <a:extLst>
              <a:ext uri="{FF2B5EF4-FFF2-40B4-BE49-F238E27FC236}">
                <a16:creationId xmlns:a16="http://schemas.microsoft.com/office/drawing/2014/main" id="{ACEA43C6-B82F-4CDB-8C37-41B304B66E3A}"/>
              </a:ext>
            </a:extLst>
          </p:cNvPr>
          <p:cNvSpPr>
            <a:spLocks noGrp="1" noChangeArrowheads="1"/>
          </p:cNvSpPr>
          <p:nvPr>
            <p:ph type="body" idx="1"/>
          </p:nvPr>
        </p:nvSpPr>
        <p:spPr>
          <a:xfrm>
            <a:off x="533400" y="1370013"/>
            <a:ext cx="7772400" cy="4648200"/>
          </a:xfrm>
        </p:spPr>
        <p:txBody>
          <a:bodyPr/>
          <a:lstStyle/>
          <a:p>
            <a:pPr>
              <a:buFont typeface="ZapfDingbats" pitchFamily="82" charset="2"/>
              <a:buNone/>
            </a:pPr>
            <a:r>
              <a:rPr lang="en-US" altLang="zh-CN">
                <a:ea typeface="宋体" panose="02010600030101010101" pitchFamily="2" charset="-122"/>
              </a:rPr>
              <a:t>Three types of “links”:</a:t>
            </a:r>
          </a:p>
          <a:p>
            <a:r>
              <a:rPr lang="en-US" altLang="zh-CN" sz="2400">
                <a:ea typeface="宋体" panose="02010600030101010101" pitchFamily="2" charset="-122"/>
              </a:rPr>
              <a:t>point-to-point (single wire, e.g. PPP, SLIP)</a:t>
            </a:r>
          </a:p>
          <a:p>
            <a:r>
              <a:rPr lang="en-US" altLang="zh-CN" sz="2400">
                <a:solidFill>
                  <a:srgbClr val="FF0000"/>
                </a:solidFill>
                <a:ea typeface="宋体" panose="02010600030101010101" pitchFamily="2" charset="-122"/>
              </a:rPr>
              <a:t>broadcast</a:t>
            </a:r>
            <a:r>
              <a:rPr lang="en-US" altLang="zh-CN" sz="2400">
                <a:ea typeface="宋体" panose="02010600030101010101" pitchFamily="2" charset="-122"/>
              </a:rPr>
              <a:t> (shared wire or medium; e.g, Ethernet, Wavelan, etc.)</a:t>
            </a:r>
          </a:p>
          <a:p>
            <a:endParaRPr lang="en-US" altLang="zh-CN" sz="2400">
              <a:ea typeface="宋体" panose="02010600030101010101" pitchFamily="2" charset="-122"/>
            </a:endParaRPr>
          </a:p>
          <a:p>
            <a:endParaRPr lang="en-US" altLang="zh-CN" sz="2400">
              <a:ea typeface="宋体" panose="02010600030101010101" pitchFamily="2" charset="-122"/>
            </a:endParaRPr>
          </a:p>
          <a:p>
            <a:endParaRPr lang="en-US" altLang="zh-CN" sz="2400">
              <a:ea typeface="宋体" panose="02010600030101010101" pitchFamily="2" charset="-122"/>
            </a:endParaRPr>
          </a:p>
          <a:p>
            <a:endParaRPr lang="en-US" altLang="zh-CN" sz="2400">
              <a:ea typeface="宋体" panose="02010600030101010101" pitchFamily="2" charset="-122"/>
            </a:endParaRPr>
          </a:p>
          <a:p>
            <a:endParaRPr lang="en-US" altLang="zh-CN" sz="2400">
              <a:ea typeface="宋体" panose="02010600030101010101" pitchFamily="2" charset="-122"/>
            </a:endParaRPr>
          </a:p>
          <a:p>
            <a:r>
              <a:rPr lang="en-US" altLang="zh-CN" sz="2400">
                <a:ea typeface="宋体" panose="02010600030101010101" pitchFamily="2" charset="-122"/>
              </a:rPr>
              <a:t>switched (e.g., switched Ethernet, ATM etc)</a:t>
            </a:r>
            <a:endParaRPr lang="en-US" altLang="zh-CN">
              <a:ea typeface="宋体" panose="02010600030101010101" pitchFamily="2" charset="-122"/>
            </a:endParaRPr>
          </a:p>
        </p:txBody>
      </p:sp>
      <p:pic>
        <p:nvPicPr>
          <p:cNvPr id="60420" name="Picture 4" descr="C:\WINDOWS\Profiles\gerla\My Documents\kurose-pictures\5.3-1 multiple_access1.gif">
            <a:extLst>
              <a:ext uri="{FF2B5EF4-FFF2-40B4-BE49-F238E27FC236}">
                <a16:creationId xmlns:a16="http://schemas.microsoft.com/office/drawing/2014/main" id="{9B33CB85-AFD1-4DDE-881F-2888A4C1AF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6338" y="3179763"/>
            <a:ext cx="5800725" cy="194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灯片编号占位符 6">
            <a:extLst>
              <a:ext uri="{FF2B5EF4-FFF2-40B4-BE49-F238E27FC236}">
                <a16:creationId xmlns:a16="http://schemas.microsoft.com/office/drawing/2014/main" id="{1F6AD671-936D-4D67-A8F1-7DF5488488AB}"/>
              </a:ext>
            </a:extLst>
          </p:cNvPr>
          <p:cNvSpPr txBox="1">
            <a:spLocks noGrp="1"/>
          </p:cNvSpPr>
          <p:nvPr/>
        </p:nvSpPr>
        <p:spPr bwMode="auto">
          <a:xfrm>
            <a:off x="8162925" y="6503988"/>
            <a:ext cx="676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400">
                <a:latin typeface="Times New Roman" panose="02020603050405020304" pitchFamily="18" charset="0"/>
                <a:ea typeface="宋体" panose="02010600030101010101" pitchFamily="2" charset="-122"/>
              </a:rPr>
              <a:t>3-</a:t>
            </a:r>
            <a:fld id="{09C0A037-0F00-4840-A609-846E10103C01}" type="slidenum">
              <a:rPr lang="en-US" altLang="zh-CN" sz="1400">
                <a:latin typeface="Times New Roman" panose="02020603050405020304" pitchFamily="18" charset="0"/>
                <a:ea typeface="宋体" panose="02010600030101010101" pitchFamily="2" charset="-122"/>
              </a:rPr>
              <a:pPr algn="r">
                <a:spcBef>
                  <a:spcPct val="0"/>
                </a:spcBef>
                <a:buClrTx/>
                <a:buSzTx/>
                <a:buFontTx/>
                <a:buNone/>
              </a:pPr>
              <a:t>45</a:t>
            </a:fld>
            <a:endParaRPr lang="en-US" altLang="zh-CN" sz="1400">
              <a:latin typeface="Times New Roman" panose="02020603050405020304" pitchFamily="18" charset="0"/>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148F7A17-0D7E-4CC5-98FE-995DCC9A70BD}"/>
              </a:ext>
            </a:extLst>
          </p:cNvPr>
          <p:cNvSpPr>
            <a:spLocks noGrp="1" noChangeArrowheads="1"/>
          </p:cNvSpPr>
          <p:nvPr>
            <p:ph type="title"/>
          </p:nvPr>
        </p:nvSpPr>
        <p:spPr/>
        <p:txBody>
          <a:bodyPr/>
          <a:lstStyle/>
          <a:p>
            <a:r>
              <a:rPr lang="en-US" altLang="zh-CN">
                <a:ea typeface="宋体" panose="02010600030101010101" pitchFamily="2" charset="-122"/>
              </a:rPr>
              <a:t>Multiple Access protocols</a:t>
            </a:r>
          </a:p>
        </p:txBody>
      </p:sp>
      <p:sp>
        <p:nvSpPr>
          <p:cNvPr id="61443" name="Rectangle 3">
            <a:extLst>
              <a:ext uri="{FF2B5EF4-FFF2-40B4-BE49-F238E27FC236}">
                <a16:creationId xmlns:a16="http://schemas.microsoft.com/office/drawing/2014/main" id="{307B0166-7AF3-4734-99E3-CD62DE77F514}"/>
              </a:ext>
            </a:extLst>
          </p:cNvPr>
          <p:cNvSpPr>
            <a:spLocks noGrp="1" noChangeArrowheads="1"/>
          </p:cNvSpPr>
          <p:nvPr>
            <p:ph type="body" idx="1"/>
          </p:nvPr>
        </p:nvSpPr>
        <p:spPr>
          <a:xfrm>
            <a:off x="500063" y="1395413"/>
            <a:ext cx="8396287" cy="4648200"/>
          </a:xfrm>
        </p:spPr>
        <p:txBody>
          <a:bodyPr/>
          <a:lstStyle/>
          <a:p>
            <a:r>
              <a:rPr lang="en-US" altLang="zh-CN" sz="2400">
                <a:ea typeface="宋体" panose="02010600030101010101" pitchFamily="2" charset="-122"/>
              </a:rPr>
              <a:t>single shared communication channel </a:t>
            </a:r>
          </a:p>
          <a:p>
            <a:r>
              <a:rPr lang="en-US" altLang="zh-CN" sz="2400">
                <a:ea typeface="宋体" panose="02010600030101010101" pitchFamily="2" charset="-122"/>
              </a:rPr>
              <a:t>two or more simultaneous transmissions by nodes: interference </a:t>
            </a:r>
          </a:p>
          <a:p>
            <a:pPr lvl="1"/>
            <a:r>
              <a:rPr lang="en-US" altLang="zh-CN" sz="2000">
                <a:ea typeface="宋体" panose="02010600030101010101" pitchFamily="2" charset="-122"/>
              </a:rPr>
              <a:t>collision  if node receives two or more signals at the same time</a:t>
            </a:r>
          </a:p>
          <a:p>
            <a:pPr lvl="1"/>
            <a:r>
              <a:rPr lang="en-US" altLang="zh-CN" sz="2000">
                <a:ea typeface="宋体" panose="02010600030101010101" pitchFamily="2" charset="-122"/>
              </a:rPr>
              <a:t>only one node can send </a:t>
            </a:r>
            <a:r>
              <a:rPr lang="en-US" altLang="zh-CN" sz="2000">
                <a:solidFill>
                  <a:srgbClr val="FF0000"/>
                </a:solidFill>
                <a:ea typeface="宋体" panose="02010600030101010101" pitchFamily="2" charset="-122"/>
              </a:rPr>
              <a:t>successfully</a:t>
            </a:r>
            <a:r>
              <a:rPr lang="en-US" altLang="zh-CN" sz="2000">
                <a:ea typeface="宋体" panose="02010600030101010101" pitchFamily="2" charset="-122"/>
              </a:rPr>
              <a:t> at a time </a:t>
            </a:r>
          </a:p>
          <a:p>
            <a:r>
              <a:rPr lang="en-US" altLang="zh-CN" sz="2400" i="1">
                <a:solidFill>
                  <a:srgbClr val="FF0000"/>
                </a:solidFill>
                <a:ea typeface="宋体" panose="02010600030101010101" pitchFamily="2" charset="-122"/>
              </a:rPr>
              <a:t>multiple access protocol:</a:t>
            </a:r>
            <a:endParaRPr lang="en-US" altLang="zh-CN" sz="2400">
              <a:ea typeface="宋体" panose="02010600030101010101" pitchFamily="2" charset="-122"/>
            </a:endParaRPr>
          </a:p>
          <a:p>
            <a:pPr lvl="1"/>
            <a:r>
              <a:rPr lang="en-US" altLang="zh-CN" sz="2000">
                <a:ea typeface="宋体" panose="02010600030101010101" pitchFamily="2" charset="-122"/>
              </a:rPr>
              <a:t>distributed algorithm that determines how nodes share channel, i.e., determine when node can transmit</a:t>
            </a:r>
          </a:p>
          <a:p>
            <a:pPr lvl="1"/>
            <a:r>
              <a:rPr lang="en-US" altLang="zh-CN" sz="2000">
                <a:ea typeface="宋体" panose="02010600030101010101" pitchFamily="2" charset="-122"/>
              </a:rPr>
              <a:t>communication about channel sharing must use channel itself! </a:t>
            </a:r>
          </a:p>
          <a:p>
            <a:pPr lvl="1"/>
            <a:r>
              <a:rPr lang="en-US" altLang="zh-CN" sz="2000">
                <a:ea typeface="宋体" panose="02010600030101010101" pitchFamily="2" charset="-122"/>
              </a:rPr>
              <a:t>what to look for in multiple access protocols: </a:t>
            </a:r>
          </a:p>
          <a:p>
            <a:pPr lvl="2"/>
            <a:r>
              <a:rPr lang="en-US" altLang="zh-CN">
                <a:ea typeface="宋体" panose="02010600030101010101" pitchFamily="2" charset="-122"/>
              </a:rPr>
              <a:t>synchronous or asynchronous </a:t>
            </a:r>
          </a:p>
          <a:p>
            <a:pPr lvl="2"/>
            <a:r>
              <a:rPr lang="en-US" altLang="zh-CN">
                <a:ea typeface="宋体" panose="02010600030101010101" pitchFamily="2" charset="-122"/>
              </a:rPr>
              <a:t>information needed about other stations </a:t>
            </a:r>
          </a:p>
          <a:p>
            <a:pPr lvl="2"/>
            <a:r>
              <a:rPr lang="en-US" altLang="zh-CN">
                <a:ea typeface="宋体" panose="02010600030101010101" pitchFamily="2" charset="-122"/>
              </a:rPr>
              <a:t>robustness (e.g., to channel errors) </a:t>
            </a:r>
          </a:p>
          <a:p>
            <a:pPr lvl="2"/>
            <a:r>
              <a:rPr lang="en-US" altLang="zh-CN">
                <a:ea typeface="宋体" panose="02010600030101010101" pitchFamily="2" charset="-122"/>
              </a:rPr>
              <a:t>performance </a:t>
            </a:r>
          </a:p>
        </p:txBody>
      </p:sp>
      <p:sp>
        <p:nvSpPr>
          <p:cNvPr id="61444" name="灯片编号占位符 6">
            <a:extLst>
              <a:ext uri="{FF2B5EF4-FFF2-40B4-BE49-F238E27FC236}">
                <a16:creationId xmlns:a16="http://schemas.microsoft.com/office/drawing/2014/main" id="{8D19F77F-A012-45BF-A0F0-CF85B6FB35E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B65E655A-DB1A-4E5A-A18B-BDC0D8A2C98C}" type="slidenum">
              <a:rPr lang="en-US" altLang="zh-CN" sz="1400" smtClean="0">
                <a:latin typeface="Times New Roman" panose="02020603050405020304" pitchFamily="18" charset="0"/>
              </a:rPr>
              <a:pPr>
                <a:spcBef>
                  <a:spcPct val="0"/>
                </a:spcBef>
                <a:buClrTx/>
                <a:buSzTx/>
                <a:buFontTx/>
                <a:buNone/>
              </a:pPr>
              <a:t>46</a:t>
            </a:fld>
            <a:endParaRPr lang="en-US" altLang="zh-CN" sz="1400">
              <a:latin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F2254223-101F-4C5F-948B-23ADD404045F}"/>
              </a:ext>
            </a:extLst>
          </p:cNvPr>
          <p:cNvSpPr>
            <a:spLocks noGrp="1" noChangeArrowheads="1"/>
          </p:cNvSpPr>
          <p:nvPr>
            <p:ph type="title"/>
          </p:nvPr>
        </p:nvSpPr>
        <p:spPr/>
        <p:txBody>
          <a:bodyPr/>
          <a:lstStyle/>
          <a:p>
            <a:r>
              <a:rPr lang="en-US" altLang="zh-CN">
                <a:ea typeface="宋体" panose="02010600030101010101" pitchFamily="2" charset="-122"/>
              </a:rPr>
              <a:t>Multiple Access protocols</a:t>
            </a:r>
          </a:p>
        </p:txBody>
      </p:sp>
      <p:sp>
        <p:nvSpPr>
          <p:cNvPr id="62467" name="Rectangle 3">
            <a:extLst>
              <a:ext uri="{FF2B5EF4-FFF2-40B4-BE49-F238E27FC236}">
                <a16:creationId xmlns:a16="http://schemas.microsoft.com/office/drawing/2014/main" id="{556D559E-EE1C-4561-85C9-9E988E0FF2AB}"/>
              </a:ext>
            </a:extLst>
          </p:cNvPr>
          <p:cNvSpPr>
            <a:spLocks noGrp="1" noChangeArrowheads="1"/>
          </p:cNvSpPr>
          <p:nvPr>
            <p:ph type="body" idx="1"/>
          </p:nvPr>
        </p:nvSpPr>
        <p:spPr/>
        <p:txBody>
          <a:bodyPr/>
          <a:lstStyle/>
          <a:p>
            <a:r>
              <a:rPr lang="en-US" altLang="zh-CN">
                <a:ea typeface="宋体" panose="02010600030101010101" pitchFamily="2" charset="-122"/>
              </a:rPr>
              <a:t>claim: humans use multiple access protocols all the time </a:t>
            </a:r>
          </a:p>
          <a:p>
            <a:r>
              <a:rPr lang="en-US" altLang="zh-CN">
                <a:ea typeface="宋体" panose="02010600030101010101" pitchFamily="2" charset="-122"/>
              </a:rPr>
              <a:t>class can "guess" multiple access protocols </a:t>
            </a:r>
          </a:p>
          <a:p>
            <a:pPr lvl="1"/>
            <a:r>
              <a:rPr lang="en-US" altLang="zh-CN">
                <a:ea typeface="宋体" panose="02010600030101010101" pitchFamily="2" charset="-122"/>
              </a:rPr>
              <a:t>multiaccess protocol 1:</a:t>
            </a:r>
          </a:p>
          <a:p>
            <a:pPr lvl="1"/>
            <a:r>
              <a:rPr lang="en-US" altLang="zh-CN">
                <a:ea typeface="宋体" panose="02010600030101010101" pitchFamily="2" charset="-122"/>
              </a:rPr>
              <a:t>multiaccess protocol 2:</a:t>
            </a:r>
          </a:p>
          <a:p>
            <a:pPr lvl="1"/>
            <a:r>
              <a:rPr lang="en-US" altLang="zh-CN">
                <a:ea typeface="宋体" panose="02010600030101010101" pitchFamily="2" charset="-122"/>
              </a:rPr>
              <a:t>multiaccess protocol 3:</a:t>
            </a:r>
          </a:p>
          <a:p>
            <a:pPr lvl="1"/>
            <a:r>
              <a:rPr lang="en-US" altLang="zh-CN">
                <a:ea typeface="宋体" panose="02010600030101010101" pitchFamily="2" charset="-122"/>
              </a:rPr>
              <a:t>multiaccess protocol 4:</a:t>
            </a:r>
          </a:p>
        </p:txBody>
      </p:sp>
      <p:sp>
        <p:nvSpPr>
          <p:cNvPr id="62468" name="灯片编号占位符 6">
            <a:extLst>
              <a:ext uri="{FF2B5EF4-FFF2-40B4-BE49-F238E27FC236}">
                <a16:creationId xmlns:a16="http://schemas.microsoft.com/office/drawing/2014/main" id="{7D5DB77A-B0BA-430E-80E5-7A1928C1C04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277DE84F-A451-4200-961E-C7F52EA4DA68}" type="slidenum">
              <a:rPr lang="en-US" altLang="zh-CN" sz="1400" smtClean="0">
                <a:latin typeface="Times New Roman" panose="02020603050405020304" pitchFamily="18" charset="0"/>
              </a:rPr>
              <a:pPr>
                <a:spcBef>
                  <a:spcPct val="0"/>
                </a:spcBef>
                <a:buClrTx/>
                <a:buSzTx/>
                <a:buFontTx/>
                <a:buNone/>
              </a:pPr>
              <a:t>47</a:t>
            </a:fld>
            <a:endParaRPr lang="en-US" altLang="zh-CN" sz="1400">
              <a:latin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6330998D-98E4-4F6F-87D1-FCC29057D6A2}"/>
              </a:ext>
            </a:extLst>
          </p:cNvPr>
          <p:cNvSpPr>
            <a:spLocks noGrp="1" noChangeArrowheads="1"/>
          </p:cNvSpPr>
          <p:nvPr>
            <p:ph type="title"/>
          </p:nvPr>
        </p:nvSpPr>
        <p:spPr>
          <a:xfrm>
            <a:off x="533400" y="228600"/>
            <a:ext cx="8101013" cy="1143000"/>
          </a:xfrm>
        </p:spPr>
        <p:txBody>
          <a:bodyPr/>
          <a:lstStyle/>
          <a:p>
            <a:r>
              <a:rPr lang="en-US" altLang="zh-CN" sz="3200">
                <a:ea typeface="宋体" panose="02010600030101010101" pitchFamily="2" charset="-122"/>
              </a:rPr>
              <a:t>MAC Protocols: a taxonomy</a:t>
            </a:r>
            <a:endParaRPr lang="en-US" altLang="zh-CN">
              <a:ea typeface="宋体" panose="02010600030101010101" pitchFamily="2" charset="-122"/>
            </a:endParaRPr>
          </a:p>
        </p:txBody>
      </p:sp>
      <p:sp>
        <p:nvSpPr>
          <p:cNvPr id="64515" name="Rectangle 3">
            <a:extLst>
              <a:ext uri="{FF2B5EF4-FFF2-40B4-BE49-F238E27FC236}">
                <a16:creationId xmlns:a16="http://schemas.microsoft.com/office/drawing/2014/main" id="{332F18B4-E2B3-49DE-AF03-E2C027726643}"/>
              </a:ext>
            </a:extLst>
          </p:cNvPr>
          <p:cNvSpPr>
            <a:spLocks noGrp="1" noChangeArrowheads="1"/>
          </p:cNvSpPr>
          <p:nvPr>
            <p:ph type="body" idx="1"/>
          </p:nvPr>
        </p:nvSpPr>
        <p:spPr>
          <a:xfrm>
            <a:off x="533400" y="1271588"/>
            <a:ext cx="7772400" cy="4648200"/>
          </a:xfrm>
        </p:spPr>
        <p:txBody>
          <a:bodyPr/>
          <a:lstStyle/>
          <a:p>
            <a:pPr>
              <a:buFont typeface="ZapfDingbats" pitchFamily="82" charset="2"/>
              <a:buNone/>
            </a:pPr>
            <a:r>
              <a:rPr lang="en-US" altLang="zh-CN" sz="2400">
                <a:ea typeface="宋体" panose="02010600030101010101" pitchFamily="2" charset="-122"/>
              </a:rPr>
              <a:t>Three broad classes:</a:t>
            </a:r>
          </a:p>
          <a:p>
            <a:r>
              <a:rPr lang="en-US" altLang="zh-CN" sz="2400">
                <a:solidFill>
                  <a:srgbClr val="FF0000"/>
                </a:solidFill>
                <a:ea typeface="宋体" panose="02010600030101010101" pitchFamily="2" charset="-122"/>
              </a:rPr>
              <a:t>Channel Partitioning</a:t>
            </a:r>
            <a:endParaRPr lang="en-US" altLang="zh-CN">
              <a:ea typeface="宋体" panose="02010600030101010101" pitchFamily="2" charset="-122"/>
            </a:endParaRPr>
          </a:p>
          <a:p>
            <a:pPr lvl="1"/>
            <a:r>
              <a:rPr lang="en-US" altLang="zh-CN" sz="2000">
                <a:ea typeface="宋体" panose="02010600030101010101" pitchFamily="2" charset="-122"/>
              </a:rPr>
              <a:t>divide channel into smaller “pieces” (time slots, frequency)</a:t>
            </a:r>
          </a:p>
          <a:p>
            <a:pPr lvl="1"/>
            <a:r>
              <a:rPr lang="en-US" altLang="zh-CN" sz="2000">
                <a:ea typeface="宋体" panose="02010600030101010101" pitchFamily="2" charset="-122"/>
              </a:rPr>
              <a:t>allocate piece to node for exclusive use</a:t>
            </a:r>
            <a:endParaRPr lang="en-US" altLang="zh-CN">
              <a:ea typeface="宋体" panose="02010600030101010101" pitchFamily="2" charset="-122"/>
            </a:endParaRPr>
          </a:p>
          <a:p>
            <a:r>
              <a:rPr lang="en-US" altLang="zh-CN" sz="2400">
                <a:solidFill>
                  <a:srgbClr val="FF0000"/>
                </a:solidFill>
                <a:ea typeface="宋体" panose="02010600030101010101" pitchFamily="2" charset="-122"/>
              </a:rPr>
              <a:t>Random Access</a:t>
            </a:r>
            <a:endParaRPr lang="en-US" altLang="zh-CN">
              <a:ea typeface="宋体" panose="02010600030101010101" pitchFamily="2" charset="-122"/>
            </a:endParaRPr>
          </a:p>
          <a:p>
            <a:pPr lvl="1"/>
            <a:r>
              <a:rPr lang="en-US" altLang="zh-CN">
                <a:ea typeface="宋体" panose="02010600030101010101" pitchFamily="2" charset="-122"/>
              </a:rPr>
              <a:t>allow collisions</a:t>
            </a:r>
          </a:p>
          <a:p>
            <a:pPr lvl="1"/>
            <a:r>
              <a:rPr lang="en-US" altLang="zh-CN">
                <a:ea typeface="宋体" panose="02010600030101010101" pitchFamily="2" charset="-122"/>
              </a:rPr>
              <a:t>“recover” from collisions</a:t>
            </a:r>
          </a:p>
          <a:p>
            <a:r>
              <a:rPr lang="en-US" altLang="zh-CN" sz="2400" b="1">
                <a:solidFill>
                  <a:srgbClr val="FF0000"/>
                </a:solidFill>
                <a:ea typeface="宋体" panose="02010600030101010101" pitchFamily="2" charset="-122"/>
              </a:rPr>
              <a:t>“Taking turns”</a:t>
            </a:r>
            <a:endParaRPr lang="en-US" altLang="zh-CN">
              <a:ea typeface="宋体" panose="02010600030101010101" pitchFamily="2" charset="-122"/>
            </a:endParaRPr>
          </a:p>
          <a:p>
            <a:pPr lvl="1"/>
            <a:r>
              <a:rPr lang="en-US" altLang="zh-CN" sz="2000">
                <a:ea typeface="宋体" panose="02010600030101010101" pitchFamily="2" charset="-122"/>
              </a:rPr>
              <a:t>tightly coordinate shared access to avoid collisions</a:t>
            </a:r>
            <a:endParaRPr lang="en-US" altLang="zh-CN">
              <a:ea typeface="宋体" panose="02010600030101010101" pitchFamily="2" charset="-122"/>
            </a:endParaRPr>
          </a:p>
        </p:txBody>
      </p:sp>
      <p:sp>
        <p:nvSpPr>
          <p:cNvPr id="64516" name="Text Box 5">
            <a:extLst>
              <a:ext uri="{FF2B5EF4-FFF2-40B4-BE49-F238E27FC236}">
                <a16:creationId xmlns:a16="http://schemas.microsoft.com/office/drawing/2014/main" id="{92F4F72C-5545-41E6-A8A7-3EE7D90B7366}"/>
              </a:ext>
            </a:extLst>
          </p:cNvPr>
          <p:cNvSpPr txBox="1">
            <a:spLocks noChangeArrowheads="1"/>
          </p:cNvSpPr>
          <p:nvPr/>
        </p:nvSpPr>
        <p:spPr bwMode="auto">
          <a:xfrm>
            <a:off x="1206500" y="5684838"/>
            <a:ext cx="71596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a:solidFill>
                  <a:schemeClr val="accent2"/>
                </a:solidFill>
                <a:ea typeface="宋体" panose="02010600030101010101" pitchFamily="2" charset="-122"/>
              </a:rPr>
              <a:t>Goal:</a:t>
            </a:r>
            <a:r>
              <a:rPr lang="en-US" altLang="zh-CN">
                <a:ea typeface="宋体" panose="02010600030101010101" pitchFamily="2" charset="-122"/>
              </a:rPr>
              <a:t> efficient, fair, simple, decentralized</a:t>
            </a:r>
            <a:endParaRPr lang="en-US" altLang="zh-CN" sz="2400" b="1">
              <a:latin typeface="Times New Roman" panose="02020603050405020304" pitchFamily="18" charset="0"/>
              <a:ea typeface="宋体" panose="02010600030101010101" pitchFamily="2" charset="-122"/>
            </a:endParaRPr>
          </a:p>
        </p:txBody>
      </p:sp>
      <p:sp>
        <p:nvSpPr>
          <p:cNvPr id="64517" name="灯片编号占位符 6">
            <a:extLst>
              <a:ext uri="{FF2B5EF4-FFF2-40B4-BE49-F238E27FC236}">
                <a16:creationId xmlns:a16="http://schemas.microsoft.com/office/drawing/2014/main" id="{BC4F524D-7089-4096-8F92-9F3D16AC277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A137FE93-19A6-4B83-B255-9D56F1EADA7E}" type="slidenum">
              <a:rPr lang="en-US" altLang="zh-CN" sz="1400" smtClean="0">
                <a:latin typeface="Times New Roman" panose="02020603050405020304" pitchFamily="18" charset="0"/>
              </a:rPr>
              <a:pPr>
                <a:spcBef>
                  <a:spcPct val="0"/>
                </a:spcBef>
                <a:buClrTx/>
                <a:buSzTx/>
                <a:buFontTx/>
                <a:buNone/>
              </a:pPr>
              <a:t>48</a:t>
            </a:fld>
            <a:endParaRPr lang="en-US" altLang="zh-CN" sz="1400">
              <a:latin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6568B463-B72B-494A-8B01-0EDAD0474CDD}"/>
              </a:ext>
            </a:extLst>
          </p:cNvPr>
          <p:cNvSpPr>
            <a:spLocks noGrp="1" noChangeArrowheads="1"/>
          </p:cNvSpPr>
          <p:nvPr>
            <p:ph type="title"/>
          </p:nvPr>
        </p:nvSpPr>
        <p:spPr>
          <a:xfrm>
            <a:off x="230188" y="228600"/>
            <a:ext cx="8629650" cy="1143000"/>
          </a:xfrm>
        </p:spPr>
        <p:txBody>
          <a:bodyPr/>
          <a:lstStyle/>
          <a:p>
            <a:r>
              <a:rPr lang="en-US" altLang="zh-CN" sz="3200">
                <a:ea typeface="宋体" panose="02010600030101010101" pitchFamily="2" charset="-122"/>
              </a:rPr>
              <a:t>Channel Partitioning MAC protocols: TDMA</a:t>
            </a:r>
            <a:endParaRPr lang="en-US" altLang="zh-CN">
              <a:ea typeface="宋体" panose="02010600030101010101" pitchFamily="2" charset="-122"/>
            </a:endParaRPr>
          </a:p>
        </p:txBody>
      </p:sp>
      <p:sp>
        <p:nvSpPr>
          <p:cNvPr id="65539" name="Rectangle 3">
            <a:extLst>
              <a:ext uri="{FF2B5EF4-FFF2-40B4-BE49-F238E27FC236}">
                <a16:creationId xmlns:a16="http://schemas.microsoft.com/office/drawing/2014/main" id="{3FA5F1C7-FD01-45FB-8653-C32805639123}"/>
              </a:ext>
            </a:extLst>
          </p:cNvPr>
          <p:cNvSpPr>
            <a:spLocks noGrp="1" noChangeArrowheads="1"/>
          </p:cNvSpPr>
          <p:nvPr>
            <p:ph type="body" idx="1"/>
          </p:nvPr>
        </p:nvSpPr>
        <p:spPr>
          <a:xfrm>
            <a:off x="501650" y="1422400"/>
            <a:ext cx="7772400" cy="4648200"/>
          </a:xfrm>
        </p:spPr>
        <p:txBody>
          <a:bodyPr/>
          <a:lstStyle/>
          <a:p>
            <a:pPr>
              <a:buFont typeface="ZapfDingbats" pitchFamily="82" charset="2"/>
              <a:buNone/>
            </a:pPr>
            <a:r>
              <a:rPr lang="en-US" altLang="zh-CN">
                <a:solidFill>
                  <a:srgbClr val="FF0000"/>
                </a:solidFill>
                <a:ea typeface="宋体" panose="02010600030101010101" pitchFamily="2" charset="-122"/>
              </a:rPr>
              <a:t>TDMA: time division multiple access</a:t>
            </a:r>
            <a:r>
              <a:rPr lang="en-US" altLang="zh-CN">
                <a:ea typeface="宋体" panose="02010600030101010101" pitchFamily="2" charset="-122"/>
              </a:rPr>
              <a:t> </a:t>
            </a:r>
          </a:p>
          <a:p>
            <a:r>
              <a:rPr lang="en-US" altLang="zh-CN" sz="2400">
                <a:ea typeface="宋体" panose="02010600030101010101" pitchFamily="2" charset="-122"/>
              </a:rPr>
              <a:t>access to channel in "rounds" </a:t>
            </a:r>
          </a:p>
          <a:p>
            <a:r>
              <a:rPr lang="en-US" altLang="zh-CN" sz="2400">
                <a:ea typeface="宋体" panose="02010600030101010101" pitchFamily="2" charset="-122"/>
              </a:rPr>
              <a:t>each station gets fixed length slot (length = pkt trans time) in each round </a:t>
            </a:r>
          </a:p>
          <a:p>
            <a:r>
              <a:rPr lang="en-US" altLang="zh-CN" sz="2400">
                <a:ea typeface="宋体" panose="02010600030101010101" pitchFamily="2" charset="-122"/>
              </a:rPr>
              <a:t>unused slots go idle </a:t>
            </a:r>
          </a:p>
          <a:p>
            <a:r>
              <a:rPr lang="en-US" altLang="zh-CN" sz="2400">
                <a:ea typeface="宋体" panose="02010600030101010101" pitchFamily="2" charset="-122"/>
              </a:rPr>
              <a:t>example: 6-station LAN, 1,3,4 have pkt, slots 2,5,6 idle </a:t>
            </a:r>
          </a:p>
          <a:p>
            <a:endParaRPr lang="en-US" altLang="zh-CN" sz="2400">
              <a:ea typeface="宋体" panose="02010600030101010101" pitchFamily="2" charset="-122"/>
            </a:endParaRPr>
          </a:p>
          <a:p>
            <a:endParaRPr lang="en-US" altLang="zh-CN" sz="2400">
              <a:ea typeface="宋体" panose="02010600030101010101" pitchFamily="2" charset="-122"/>
            </a:endParaRPr>
          </a:p>
        </p:txBody>
      </p:sp>
      <p:sp>
        <p:nvSpPr>
          <p:cNvPr id="7" name="Line 7">
            <a:extLst>
              <a:ext uri="{FF2B5EF4-FFF2-40B4-BE49-F238E27FC236}">
                <a16:creationId xmlns:a16="http://schemas.microsoft.com/office/drawing/2014/main" id="{2455E6E3-C29E-456E-8F2A-DF9EBD7A2DF7}"/>
              </a:ext>
            </a:extLst>
          </p:cNvPr>
          <p:cNvSpPr>
            <a:spLocks noChangeShapeType="1"/>
          </p:cNvSpPr>
          <p:nvPr/>
        </p:nvSpPr>
        <p:spPr bwMode="auto">
          <a:xfrm>
            <a:off x="1052513" y="5440363"/>
            <a:ext cx="60848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8" name="Rectangle 8">
            <a:extLst>
              <a:ext uri="{FF2B5EF4-FFF2-40B4-BE49-F238E27FC236}">
                <a16:creationId xmlns:a16="http://schemas.microsoft.com/office/drawing/2014/main" id="{E221D5D6-D054-428E-B822-4A39B20FE7CF}"/>
              </a:ext>
            </a:extLst>
          </p:cNvPr>
          <p:cNvSpPr>
            <a:spLocks noChangeArrowheads="1"/>
          </p:cNvSpPr>
          <p:nvPr/>
        </p:nvSpPr>
        <p:spPr bwMode="auto">
          <a:xfrm>
            <a:off x="1274763" y="5213350"/>
            <a:ext cx="479425" cy="230188"/>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9" name="Rectangle 10">
            <a:extLst>
              <a:ext uri="{FF2B5EF4-FFF2-40B4-BE49-F238E27FC236}">
                <a16:creationId xmlns:a16="http://schemas.microsoft.com/office/drawing/2014/main" id="{BA960AB7-0A27-49EA-A1CA-6A378B0262E8}"/>
              </a:ext>
            </a:extLst>
          </p:cNvPr>
          <p:cNvSpPr>
            <a:spLocks noChangeArrowheads="1"/>
          </p:cNvSpPr>
          <p:nvPr/>
        </p:nvSpPr>
        <p:spPr bwMode="auto">
          <a:xfrm>
            <a:off x="2233613" y="5213350"/>
            <a:ext cx="479425" cy="230188"/>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0" name="Rectangle 11">
            <a:extLst>
              <a:ext uri="{FF2B5EF4-FFF2-40B4-BE49-F238E27FC236}">
                <a16:creationId xmlns:a16="http://schemas.microsoft.com/office/drawing/2014/main" id="{6BB0C4F5-D36C-4A9D-8964-75C0782A60C8}"/>
              </a:ext>
            </a:extLst>
          </p:cNvPr>
          <p:cNvSpPr>
            <a:spLocks noChangeArrowheads="1"/>
          </p:cNvSpPr>
          <p:nvPr/>
        </p:nvSpPr>
        <p:spPr bwMode="auto">
          <a:xfrm>
            <a:off x="2708275" y="5213350"/>
            <a:ext cx="479425" cy="2301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1" name="Line 13">
            <a:extLst>
              <a:ext uri="{FF2B5EF4-FFF2-40B4-BE49-F238E27FC236}">
                <a16:creationId xmlns:a16="http://schemas.microsoft.com/office/drawing/2014/main" id="{DC5022AA-142A-48EF-988D-501D1FB3BB39}"/>
              </a:ext>
            </a:extLst>
          </p:cNvPr>
          <p:cNvSpPr>
            <a:spLocks noChangeShapeType="1"/>
          </p:cNvSpPr>
          <p:nvPr/>
        </p:nvSpPr>
        <p:spPr bwMode="auto">
          <a:xfrm>
            <a:off x="1276350" y="5100638"/>
            <a:ext cx="0" cy="33813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2" name="Line 16">
            <a:extLst>
              <a:ext uri="{FF2B5EF4-FFF2-40B4-BE49-F238E27FC236}">
                <a16:creationId xmlns:a16="http://schemas.microsoft.com/office/drawing/2014/main" id="{71B1948F-4EFF-473D-881F-7029FD9633EF}"/>
              </a:ext>
            </a:extLst>
          </p:cNvPr>
          <p:cNvSpPr>
            <a:spLocks noChangeShapeType="1"/>
          </p:cNvSpPr>
          <p:nvPr/>
        </p:nvSpPr>
        <p:spPr bwMode="auto">
          <a:xfrm>
            <a:off x="4141788" y="5103813"/>
            <a:ext cx="0" cy="3381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3" name="Text Box 23">
            <a:extLst>
              <a:ext uri="{FF2B5EF4-FFF2-40B4-BE49-F238E27FC236}">
                <a16:creationId xmlns:a16="http://schemas.microsoft.com/office/drawing/2014/main" id="{1327DDC5-D8AE-4F76-BC0D-6B5EA72A585B}"/>
              </a:ext>
            </a:extLst>
          </p:cNvPr>
          <p:cNvSpPr txBox="1">
            <a:spLocks noChangeArrowheads="1"/>
          </p:cNvSpPr>
          <p:nvPr/>
        </p:nvSpPr>
        <p:spPr bwMode="auto">
          <a:xfrm>
            <a:off x="1374775" y="5180013"/>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dirty="0">
                <a:solidFill>
                  <a:schemeClr val="bg1"/>
                </a:solidFill>
                <a:latin typeface="Arial" charset="0"/>
              </a:rPr>
              <a:t>1</a:t>
            </a:r>
          </a:p>
        </p:txBody>
      </p:sp>
      <p:sp>
        <p:nvSpPr>
          <p:cNvPr id="14" name="Text Box 24">
            <a:extLst>
              <a:ext uri="{FF2B5EF4-FFF2-40B4-BE49-F238E27FC236}">
                <a16:creationId xmlns:a16="http://schemas.microsoft.com/office/drawing/2014/main" id="{61F2FFEB-4B9B-4ACE-A70B-EB1E9F62A01F}"/>
              </a:ext>
            </a:extLst>
          </p:cNvPr>
          <p:cNvSpPr txBox="1">
            <a:spLocks noChangeArrowheads="1"/>
          </p:cNvSpPr>
          <p:nvPr/>
        </p:nvSpPr>
        <p:spPr bwMode="auto">
          <a:xfrm>
            <a:off x="2320925" y="5165725"/>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dirty="0">
                <a:solidFill>
                  <a:schemeClr val="bg1"/>
                </a:solidFill>
                <a:latin typeface="Arial" charset="0"/>
              </a:rPr>
              <a:t>3</a:t>
            </a:r>
          </a:p>
        </p:txBody>
      </p:sp>
      <p:sp>
        <p:nvSpPr>
          <p:cNvPr id="15" name="Text Box 25">
            <a:extLst>
              <a:ext uri="{FF2B5EF4-FFF2-40B4-BE49-F238E27FC236}">
                <a16:creationId xmlns:a16="http://schemas.microsoft.com/office/drawing/2014/main" id="{D24619B3-086F-4671-A87E-BF7561BDC545}"/>
              </a:ext>
            </a:extLst>
          </p:cNvPr>
          <p:cNvSpPr txBox="1">
            <a:spLocks noChangeArrowheads="1"/>
          </p:cNvSpPr>
          <p:nvPr/>
        </p:nvSpPr>
        <p:spPr bwMode="auto">
          <a:xfrm>
            <a:off x="2786063" y="5172075"/>
            <a:ext cx="2968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dirty="0">
                <a:solidFill>
                  <a:schemeClr val="bg1"/>
                </a:solidFill>
                <a:latin typeface="Arial" charset="0"/>
              </a:rPr>
              <a:t>4</a:t>
            </a:r>
          </a:p>
        </p:txBody>
      </p:sp>
      <p:sp>
        <p:nvSpPr>
          <p:cNvPr id="16" name="Rectangle 26">
            <a:extLst>
              <a:ext uri="{FF2B5EF4-FFF2-40B4-BE49-F238E27FC236}">
                <a16:creationId xmlns:a16="http://schemas.microsoft.com/office/drawing/2014/main" id="{1EFDE5A2-03B1-45B1-B296-B10F1DDD941B}"/>
              </a:ext>
            </a:extLst>
          </p:cNvPr>
          <p:cNvSpPr>
            <a:spLocks noChangeArrowheads="1"/>
          </p:cNvSpPr>
          <p:nvPr/>
        </p:nvSpPr>
        <p:spPr bwMode="auto">
          <a:xfrm>
            <a:off x="4132263" y="5208588"/>
            <a:ext cx="479425" cy="230187"/>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 name="Rectangle 27">
            <a:extLst>
              <a:ext uri="{FF2B5EF4-FFF2-40B4-BE49-F238E27FC236}">
                <a16:creationId xmlns:a16="http://schemas.microsoft.com/office/drawing/2014/main" id="{67DFD22F-C79C-44E0-A136-0FD355835BDF}"/>
              </a:ext>
            </a:extLst>
          </p:cNvPr>
          <p:cNvSpPr>
            <a:spLocks noChangeArrowheads="1"/>
          </p:cNvSpPr>
          <p:nvPr/>
        </p:nvSpPr>
        <p:spPr bwMode="auto">
          <a:xfrm>
            <a:off x="5091113" y="5208588"/>
            <a:ext cx="479425" cy="230187"/>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8" name="Rectangle 28">
            <a:extLst>
              <a:ext uri="{FF2B5EF4-FFF2-40B4-BE49-F238E27FC236}">
                <a16:creationId xmlns:a16="http://schemas.microsoft.com/office/drawing/2014/main" id="{6D86F522-131A-4D37-BF39-9847D22D7032}"/>
              </a:ext>
            </a:extLst>
          </p:cNvPr>
          <p:cNvSpPr>
            <a:spLocks noChangeArrowheads="1"/>
          </p:cNvSpPr>
          <p:nvPr/>
        </p:nvSpPr>
        <p:spPr bwMode="auto">
          <a:xfrm>
            <a:off x="5565775" y="5208588"/>
            <a:ext cx="479425" cy="23018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9" name="Line 29">
            <a:extLst>
              <a:ext uri="{FF2B5EF4-FFF2-40B4-BE49-F238E27FC236}">
                <a16:creationId xmlns:a16="http://schemas.microsoft.com/office/drawing/2014/main" id="{BB8B6E5C-F3A8-4E10-83B9-9550B7D934B7}"/>
              </a:ext>
            </a:extLst>
          </p:cNvPr>
          <p:cNvSpPr>
            <a:spLocks noChangeShapeType="1"/>
          </p:cNvSpPr>
          <p:nvPr/>
        </p:nvSpPr>
        <p:spPr bwMode="auto">
          <a:xfrm>
            <a:off x="4133850" y="5095875"/>
            <a:ext cx="0" cy="3381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20" name="Text Box 30">
            <a:extLst>
              <a:ext uri="{FF2B5EF4-FFF2-40B4-BE49-F238E27FC236}">
                <a16:creationId xmlns:a16="http://schemas.microsoft.com/office/drawing/2014/main" id="{F58F84FE-EDE3-4315-B4AF-FE795F05846D}"/>
              </a:ext>
            </a:extLst>
          </p:cNvPr>
          <p:cNvSpPr txBox="1">
            <a:spLocks noChangeArrowheads="1"/>
          </p:cNvSpPr>
          <p:nvPr/>
        </p:nvSpPr>
        <p:spPr bwMode="auto">
          <a:xfrm>
            <a:off x="4232275" y="5175250"/>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dirty="0">
                <a:solidFill>
                  <a:schemeClr val="bg1"/>
                </a:solidFill>
                <a:latin typeface="Arial" charset="0"/>
              </a:rPr>
              <a:t>1</a:t>
            </a:r>
          </a:p>
        </p:txBody>
      </p:sp>
      <p:sp>
        <p:nvSpPr>
          <p:cNvPr id="21" name="Text Box 31">
            <a:extLst>
              <a:ext uri="{FF2B5EF4-FFF2-40B4-BE49-F238E27FC236}">
                <a16:creationId xmlns:a16="http://schemas.microsoft.com/office/drawing/2014/main" id="{609C5343-F472-45D0-998B-C1406F64043E}"/>
              </a:ext>
            </a:extLst>
          </p:cNvPr>
          <p:cNvSpPr txBox="1">
            <a:spLocks noChangeArrowheads="1"/>
          </p:cNvSpPr>
          <p:nvPr/>
        </p:nvSpPr>
        <p:spPr bwMode="auto">
          <a:xfrm>
            <a:off x="5178425" y="5160963"/>
            <a:ext cx="2968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dirty="0">
                <a:solidFill>
                  <a:schemeClr val="bg1"/>
                </a:solidFill>
                <a:latin typeface="Arial" charset="0"/>
              </a:rPr>
              <a:t>3</a:t>
            </a:r>
          </a:p>
        </p:txBody>
      </p:sp>
      <p:sp>
        <p:nvSpPr>
          <p:cNvPr id="22" name="Text Box 32">
            <a:extLst>
              <a:ext uri="{FF2B5EF4-FFF2-40B4-BE49-F238E27FC236}">
                <a16:creationId xmlns:a16="http://schemas.microsoft.com/office/drawing/2014/main" id="{E53EC07B-C6CA-4D4A-90E4-2DCEBBC38B66}"/>
              </a:ext>
            </a:extLst>
          </p:cNvPr>
          <p:cNvSpPr txBox="1">
            <a:spLocks noChangeArrowheads="1"/>
          </p:cNvSpPr>
          <p:nvPr/>
        </p:nvSpPr>
        <p:spPr bwMode="auto">
          <a:xfrm>
            <a:off x="5643563" y="5167313"/>
            <a:ext cx="2968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b="1" i="0" dirty="0">
                <a:solidFill>
                  <a:schemeClr val="bg1"/>
                </a:solidFill>
                <a:latin typeface="Arial" charset="0"/>
              </a:rPr>
              <a:t>4</a:t>
            </a:r>
          </a:p>
        </p:txBody>
      </p:sp>
      <p:sp>
        <p:nvSpPr>
          <p:cNvPr id="23" name="Line 34">
            <a:extLst>
              <a:ext uri="{FF2B5EF4-FFF2-40B4-BE49-F238E27FC236}">
                <a16:creationId xmlns:a16="http://schemas.microsoft.com/office/drawing/2014/main" id="{8FDE7A1B-BC68-440B-AD7C-3A0BFB253C93}"/>
              </a:ext>
            </a:extLst>
          </p:cNvPr>
          <p:cNvSpPr>
            <a:spLocks noChangeShapeType="1"/>
          </p:cNvSpPr>
          <p:nvPr/>
        </p:nvSpPr>
        <p:spPr bwMode="auto">
          <a:xfrm>
            <a:off x="1757363" y="5205413"/>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24" name="Line 35">
            <a:extLst>
              <a:ext uri="{FF2B5EF4-FFF2-40B4-BE49-F238E27FC236}">
                <a16:creationId xmlns:a16="http://schemas.microsoft.com/office/drawing/2014/main" id="{04D6C5AD-2CB2-44E3-BE5B-528DA7BAD718}"/>
              </a:ext>
            </a:extLst>
          </p:cNvPr>
          <p:cNvSpPr>
            <a:spLocks noChangeShapeType="1"/>
          </p:cNvSpPr>
          <p:nvPr/>
        </p:nvSpPr>
        <p:spPr bwMode="auto">
          <a:xfrm>
            <a:off x="2233613" y="5210175"/>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25" name="Line 36">
            <a:extLst>
              <a:ext uri="{FF2B5EF4-FFF2-40B4-BE49-F238E27FC236}">
                <a16:creationId xmlns:a16="http://schemas.microsoft.com/office/drawing/2014/main" id="{8EFF05CE-1267-4849-8D5B-B53497ACB7C3}"/>
              </a:ext>
            </a:extLst>
          </p:cNvPr>
          <p:cNvSpPr>
            <a:spLocks noChangeShapeType="1"/>
          </p:cNvSpPr>
          <p:nvPr/>
        </p:nvSpPr>
        <p:spPr bwMode="auto">
          <a:xfrm>
            <a:off x="2709863" y="5210175"/>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26" name="Line 37">
            <a:extLst>
              <a:ext uri="{FF2B5EF4-FFF2-40B4-BE49-F238E27FC236}">
                <a16:creationId xmlns:a16="http://schemas.microsoft.com/office/drawing/2014/main" id="{D72BA686-DC8E-4F69-8D02-245A63E85697}"/>
              </a:ext>
            </a:extLst>
          </p:cNvPr>
          <p:cNvSpPr>
            <a:spLocks noChangeShapeType="1"/>
          </p:cNvSpPr>
          <p:nvPr/>
        </p:nvSpPr>
        <p:spPr bwMode="auto">
          <a:xfrm>
            <a:off x="3186113" y="5210175"/>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27" name="Line 38">
            <a:extLst>
              <a:ext uri="{FF2B5EF4-FFF2-40B4-BE49-F238E27FC236}">
                <a16:creationId xmlns:a16="http://schemas.microsoft.com/office/drawing/2014/main" id="{A6690D4A-65DC-49E9-8128-63148BB83E42}"/>
              </a:ext>
            </a:extLst>
          </p:cNvPr>
          <p:cNvSpPr>
            <a:spLocks noChangeShapeType="1"/>
          </p:cNvSpPr>
          <p:nvPr/>
        </p:nvSpPr>
        <p:spPr bwMode="auto">
          <a:xfrm>
            <a:off x="3667125" y="5200650"/>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28" name="Line 39">
            <a:extLst>
              <a:ext uri="{FF2B5EF4-FFF2-40B4-BE49-F238E27FC236}">
                <a16:creationId xmlns:a16="http://schemas.microsoft.com/office/drawing/2014/main" id="{1AC20851-5289-4489-AB6C-89BD3EF724DA}"/>
              </a:ext>
            </a:extLst>
          </p:cNvPr>
          <p:cNvSpPr>
            <a:spLocks noChangeShapeType="1"/>
          </p:cNvSpPr>
          <p:nvPr/>
        </p:nvSpPr>
        <p:spPr bwMode="auto">
          <a:xfrm>
            <a:off x="4614863" y="5205413"/>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29" name="Line 40">
            <a:extLst>
              <a:ext uri="{FF2B5EF4-FFF2-40B4-BE49-F238E27FC236}">
                <a16:creationId xmlns:a16="http://schemas.microsoft.com/office/drawing/2014/main" id="{8D604569-DE6E-4992-970D-C5782A5EDC7C}"/>
              </a:ext>
            </a:extLst>
          </p:cNvPr>
          <p:cNvSpPr>
            <a:spLocks noChangeShapeType="1"/>
          </p:cNvSpPr>
          <p:nvPr/>
        </p:nvSpPr>
        <p:spPr bwMode="auto">
          <a:xfrm>
            <a:off x="5562600" y="5200650"/>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30" name="Line 41">
            <a:extLst>
              <a:ext uri="{FF2B5EF4-FFF2-40B4-BE49-F238E27FC236}">
                <a16:creationId xmlns:a16="http://schemas.microsoft.com/office/drawing/2014/main" id="{D3CD3A67-40C6-441C-8C50-8B2B1C13EA22}"/>
              </a:ext>
            </a:extLst>
          </p:cNvPr>
          <p:cNvSpPr>
            <a:spLocks noChangeShapeType="1"/>
          </p:cNvSpPr>
          <p:nvPr/>
        </p:nvSpPr>
        <p:spPr bwMode="auto">
          <a:xfrm>
            <a:off x="6510338" y="5195888"/>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31" name="Line 42">
            <a:extLst>
              <a:ext uri="{FF2B5EF4-FFF2-40B4-BE49-F238E27FC236}">
                <a16:creationId xmlns:a16="http://schemas.microsoft.com/office/drawing/2014/main" id="{1AF81CF7-4D59-45BD-89A7-C713027D2BE6}"/>
              </a:ext>
            </a:extLst>
          </p:cNvPr>
          <p:cNvSpPr>
            <a:spLocks noChangeShapeType="1"/>
          </p:cNvSpPr>
          <p:nvPr/>
        </p:nvSpPr>
        <p:spPr bwMode="auto">
          <a:xfrm>
            <a:off x="6043613" y="5205413"/>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32" name="Line 43">
            <a:extLst>
              <a:ext uri="{FF2B5EF4-FFF2-40B4-BE49-F238E27FC236}">
                <a16:creationId xmlns:a16="http://schemas.microsoft.com/office/drawing/2014/main" id="{19E5D679-D5ED-42B8-BCF1-868B32E402B1}"/>
              </a:ext>
            </a:extLst>
          </p:cNvPr>
          <p:cNvSpPr>
            <a:spLocks noChangeShapeType="1"/>
          </p:cNvSpPr>
          <p:nvPr/>
        </p:nvSpPr>
        <p:spPr bwMode="auto">
          <a:xfrm>
            <a:off x="6991350" y="5110163"/>
            <a:ext cx="0" cy="33813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33" name="Line 44">
            <a:extLst>
              <a:ext uri="{FF2B5EF4-FFF2-40B4-BE49-F238E27FC236}">
                <a16:creationId xmlns:a16="http://schemas.microsoft.com/office/drawing/2014/main" id="{6429F968-83B3-4B46-8DB0-9DDF7DA9EEDF}"/>
              </a:ext>
            </a:extLst>
          </p:cNvPr>
          <p:cNvSpPr>
            <a:spLocks noChangeShapeType="1"/>
          </p:cNvSpPr>
          <p:nvPr/>
        </p:nvSpPr>
        <p:spPr bwMode="auto">
          <a:xfrm>
            <a:off x="5091113" y="5205413"/>
            <a:ext cx="0" cy="2381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34" name="Text Box 45">
            <a:extLst>
              <a:ext uri="{FF2B5EF4-FFF2-40B4-BE49-F238E27FC236}">
                <a16:creationId xmlns:a16="http://schemas.microsoft.com/office/drawing/2014/main" id="{702310C4-04BF-410B-B5B1-D9BD8A388BD8}"/>
              </a:ext>
            </a:extLst>
          </p:cNvPr>
          <p:cNvSpPr txBox="1">
            <a:spLocks noChangeArrowheads="1"/>
          </p:cNvSpPr>
          <p:nvPr/>
        </p:nvSpPr>
        <p:spPr bwMode="auto">
          <a:xfrm>
            <a:off x="2320925" y="4581525"/>
            <a:ext cx="7048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i="0" dirty="0">
                <a:latin typeface="Arial" charset="0"/>
              </a:rPr>
              <a:t>6-slot</a:t>
            </a:r>
          </a:p>
          <a:p>
            <a:pPr>
              <a:defRPr/>
            </a:pPr>
            <a:r>
              <a:rPr lang="en-US" sz="1600" i="0" dirty="0">
                <a:latin typeface="Arial" charset="0"/>
              </a:rPr>
              <a:t>frame</a:t>
            </a:r>
          </a:p>
        </p:txBody>
      </p:sp>
      <p:sp>
        <p:nvSpPr>
          <p:cNvPr id="35" name="Line 46">
            <a:extLst>
              <a:ext uri="{FF2B5EF4-FFF2-40B4-BE49-F238E27FC236}">
                <a16:creationId xmlns:a16="http://schemas.microsoft.com/office/drawing/2014/main" id="{9A7FE5B7-7A28-4E6A-9CFB-248E98A30584}"/>
              </a:ext>
            </a:extLst>
          </p:cNvPr>
          <p:cNvSpPr>
            <a:spLocks noChangeShapeType="1"/>
          </p:cNvSpPr>
          <p:nvPr/>
        </p:nvSpPr>
        <p:spPr bwMode="auto">
          <a:xfrm>
            <a:off x="3132138" y="4918075"/>
            <a:ext cx="9890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36" name="Line 47">
            <a:extLst>
              <a:ext uri="{FF2B5EF4-FFF2-40B4-BE49-F238E27FC236}">
                <a16:creationId xmlns:a16="http://schemas.microsoft.com/office/drawing/2014/main" id="{65961ABD-31E0-4DA7-8C70-0B17CAF9F893}"/>
              </a:ext>
            </a:extLst>
          </p:cNvPr>
          <p:cNvSpPr>
            <a:spLocks noChangeShapeType="1"/>
          </p:cNvSpPr>
          <p:nvPr/>
        </p:nvSpPr>
        <p:spPr bwMode="auto">
          <a:xfrm flipH="1">
            <a:off x="1287463" y="4913313"/>
            <a:ext cx="9890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37" name="Line 48">
            <a:extLst>
              <a:ext uri="{FF2B5EF4-FFF2-40B4-BE49-F238E27FC236}">
                <a16:creationId xmlns:a16="http://schemas.microsoft.com/office/drawing/2014/main" id="{2080E807-9EC8-4A4E-9B5A-3A9425098829}"/>
              </a:ext>
            </a:extLst>
          </p:cNvPr>
          <p:cNvSpPr>
            <a:spLocks noChangeShapeType="1"/>
          </p:cNvSpPr>
          <p:nvPr/>
        </p:nvSpPr>
        <p:spPr bwMode="auto">
          <a:xfrm>
            <a:off x="1266825" y="4826000"/>
            <a:ext cx="0" cy="3048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38" name="Line 49">
            <a:extLst>
              <a:ext uri="{FF2B5EF4-FFF2-40B4-BE49-F238E27FC236}">
                <a16:creationId xmlns:a16="http://schemas.microsoft.com/office/drawing/2014/main" id="{9A491029-62E2-4894-9299-D7B918F0C474}"/>
              </a:ext>
            </a:extLst>
          </p:cNvPr>
          <p:cNvSpPr>
            <a:spLocks noChangeShapeType="1"/>
          </p:cNvSpPr>
          <p:nvPr/>
        </p:nvSpPr>
        <p:spPr bwMode="auto">
          <a:xfrm>
            <a:off x="4125913" y="4816475"/>
            <a:ext cx="0" cy="3048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39" name="Text Box 51">
            <a:extLst>
              <a:ext uri="{FF2B5EF4-FFF2-40B4-BE49-F238E27FC236}">
                <a16:creationId xmlns:a16="http://schemas.microsoft.com/office/drawing/2014/main" id="{A0356E49-A3AD-4EAE-9B6C-7A85457C3055}"/>
              </a:ext>
            </a:extLst>
          </p:cNvPr>
          <p:cNvSpPr txBox="1">
            <a:spLocks noChangeArrowheads="1"/>
          </p:cNvSpPr>
          <p:nvPr/>
        </p:nvSpPr>
        <p:spPr bwMode="auto">
          <a:xfrm>
            <a:off x="5184775" y="4554538"/>
            <a:ext cx="7048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600" i="0" dirty="0">
                <a:latin typeface="Arial" charset="0"/>
              </a:rPr>
              <a:t>6-slot</a:t>
            </a:r>
          </a:p>
          <a:p>
            <a:pPr>
              <a:defRPr/>
            </a:pPr>
            <a:r>
              <a:rPr lang="en-US" sz="1600" i="0" dirty="0">
                <a:latin typeface="Arial" charset="0"/>
              </a:rPr>
              <a:t>frame</a:t>
            </a:r>
          </a:p>
        </p:txBody>
      </p:sp>
      <p:sp>
        <p:nvSpPr>
          <p:cNvPr id="40" name="Line 52">
            <a:extLst>
              <a:ext uri="{FF2B5EF4-FFF2-40B4-BE49-F238E27FC236}">
                <a16:creationId xmlns:a16="http://schemas.microsoft.com/office/drawing/2014/main" id="{96BE447A-EF99-4229-97A0-C675DFB7C82B}"/>
              </a:ext>
            </a:extLst>
          </p:cNvPr>
          <p:cNvSpPr>
            <a:spLocks noChangeShapeType="1"/>
          </p:cNvSpPr>
          <p:nvPr/>
        </p:nvSpPr>
        <p:spPr bwMode="auto">
          <a:xfrm>
            <a:off x="5995988" y="4924425"/>
            <a:ext cx="9890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41" name="Line 53">
            <a:extLst>
              <a:ext uri="{FF2B5EF4-FFF2-40B4-BE49-F238E27FC236}">
                <a16:creationId xmlns:a16="http://schemas.microsoft.com/office/drawing/2014/main" id="{FB1DF2C8-DABD-4C8E-AF9D-A2FAB028D109}"/>
              </a:ext>
            </a:extLst>
          </p:cNvPr>
          <p:cNvSpPr>
            <a:spLocks noChangeShapeType="1"/>
          </p:cNvSpPr>
          <p:nvPr/>
        </p:nvSpPr>
        <p:spPr bwMode="auto">
          <a:xfrm flipH="1">
            <a:off x="4151313" y="4919663"/>
            <a:ext cx="9890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42" name="Line 55">
            <a:extLst>
              <a:ext uri="{FF2B5EF4-FFF2-40B4-BE49-F238E27FC236}">
                <a16:creationId xmlns:a16="http://schemas.microsoft.com/office/drawing/2014/main" id="{A5DB080B-D96D-4EB7-B283-B8E92AD619EA}"/>
              </a:ext>
            </a:extLst>
          </p:cNvPr>
          <p:cNvSpPr>
            <a:spLocks noChangeShapeType="1"/>
          </p:cNvSpPr>
          <p:nvPr/>
        </p:nvSpPr>
        <p:spPr bwMode="auto">
          <a:xfrm>
            <a:off x="6989763" y="4789488"/>
            <a:ext cx="0" cy="3048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65576" name="灯片编号占位符 6">
            <a:extLst>
              <a:ext uri="{FF2B5EF4-FFF2-40B4-BE49-F238E27FC236}">
                <a16:creationId xmlns:a16="http://schemas.microsoft.com/office/drawing/2014/main" id="{BAB09076-BFA9-4185-97D1-1D68422826D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22312104-541D-4BEC-92A0-A7DFB0704173}" type="slidenum">
              <a:rPr lang="en-US" altLang="zh-CN" sz="1400" smtClean="0">
                <a:latin typeface="Times New Roman" panose="02020603050405020304" pitchFamily="18" charset="0"/>
              </a:rPr>
              <a:pPr>
                <a:spcBef>
                  <a:spcPct val="0"/>
                </a:spcBef>
                <a:buClrTx/>
                <a:buSzTx/>
                <a:buFontTx/>
                <a:buNone/>
              </a:pPr>
              <a:t>49</a:t>
            </a:fld>
            <a:endParaRPr lang="en-US" altLang="zh-CN" sz="1400">
              <a:latin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C1895A85-6337-45B6-A23E-06789BBE6319}"/>
              </a:ext>
            </a:extLst>
          </p:cNvPr>
          <p:cNvSpPr>
            <a:spLocks noGrp="1" noChangeArrowheads="1"/>
          </p:cNvSpPr>
          <p:nvPr>
            <p:ph type="title"/>
          </p:nvPr>
        </p:nvSpPr>
        <p:spPr>
          <a:xfrm>
            <a:off x="230188" y="228600"/>
            <a:ext cx="8629650" cy="1143000"/>
          </a:xfrm>
        </p:spPr>
        <p:txBody>
          <a:bodyPr/>
          <a:lstStyle/>
          <a:p>
            <a:r>
              <a:rPr lang="en-US" altLang="zh-CN" sz="3200">
                <a:ea typeface="宋体" panose="02010600030101010101" pitchFamily="2" charset="-122"/>
              </a:rPr>
              <a:t>Channel Partitioning MAC protocols: FDMA</a:t>
            </a:r>
            <a:endParaRPr lang="en-US" altLang="zh-CN">
              <a:ea typeface="宋体" panose="02010600030101010101" pitchFamily="2" charset="-122"/>
            </a:endParaRPr>
          </a:p>
        </p:txBody>
      </p:sp>
      <p:sp>
        <p:nvSpPr>
          <p:cNvPr id="67587" name="Rectangle 3">
            <a:extLst>
              <a:ext uri="{FF2B5EF4-FFF2-40B4-BE49-F238E27FC236}">
                <a16:creationId xmlns:a16="http://schemas.microsoft.com/office/drawing/2014/main" id="{EBC99BF0-A8FA-47DB-9D98-C65710565592}"/>
              </a:ext>
            </a:extLst>
          </p:cNvPr>
          <p:cNvSpPr>
            <a:spLocks noGrp="1" noChangeArrowheads="1"/>
          </p:cNvSpPr>
          <p:nvPr>
            <p:ph type="body" idx="1"/>
          </p:nvPr>
        </p:nvSpPr>
        <p:spPr>
          <a:xfrm>
            <a:off x="501650" y="1370013"/>
            <a:ext cx="8223250" cy="4648200"/>
          </a:xfrm>
        </p:spPr>
        <p:txBody>
          <a:bodyPr/>
          <a:lstStyle/>
          <a:p>
            <a:pPr>
              <a:buFont typeface="ZapfDingbats" pitchFamily="82" charset="2"/>
              <a:buNone/>
            </a:pPr>
            <a:r>
              <a:rPr lang="en-US" altLang="zh-CN">
                <a:solidFill>
                  <a:srgbClr val="FF0000"/>
                </a:solidFill>
                <a:ea typeface="宋体" panose="02010600030101010101" pitchFamily="2" charset="-122"/>
              </a:rPr>
              <a:t>FDMA: frequency division multiple access</a:t>
            </a:r>
            <a:r>
              <a:rPr lang="en-US" altLang="zh-CN">
                <a:ea typeface="宋体" panose="02010600030101010101" pitchFamily="2" charset="-122"/>
              </a:rPr>
              <a:t> </a:t>
            </a:r>
          </a:p>
          <a:p>
            <a:r>
              <a:rPr lang="en-US" altLang="zh-CN" sz="2400">
                <a:ea typeface="宋体" panose="02010600030101010101" pitchFamily="2" charset="-122"/>
              </a:rPr>
              <a:t>channel spectrum divided into frequency bands</a:t>
            </a:r>
          </a:p>
          <a:p>
            <a:r>
              <a:rPr lang="en-US" altLang="zh-CN" sz="2400">
                <a:ea typeface="宋体" panose="02010600030101010101" pitchFamily="2" charset="-122"/>
              </a:rPr>
              <a:t>each station assigned fixed frequency band</a:t>
            </a:r>
          </a:p>
          <a:p>
            <a:r>
              <a:rPr lang="en-US" altLang="zh-CN" sz="2400">
                <a:ea typeface="宋体" panose="02010600030101010101" pitchFamily="2" charset="-122"/>
              </a:rPr>
              <a:t>unused transmission time in frequency bands go idle </a:t>
            </a:r>
          </a:p>
          <a:p>
            <a:r>
              <a:rPr lang="en-US" altLang="zh-CN" sz="2400">
                <a:ea typeface="宋体" panose="02010600030101010101" pitchFamily="2" charset="-122"/>
              </a:rPr>
              <a:t>example: 6-station LAN, 1,3,4 have pkt, frequency bands 2,5,6 idle </a:t>
            </a:r>
          </a:p>
          <a:p>
            <a:endParaRPr lang="en-US" altLang="zh-CN" sz="2400">
              <a:ea typeface="宋体" panose="02010600030101010101" pitchFamily="2" charset="-122"/>
            </a:endParaRPr>
          </a:p>
          <a:p>
            <a:endParaRPr lang="en-US" altLang="zh-CN" sz="2400">
              <a:ea typeface="宋体" panose="02010600030101010101" pitchFamily="2" charset="-122"/>
            </a:endParaRPr>
          </a:p>
          <a:p>
            <a:endParaRPr lang="en-US" altLang="zh-CN" sz="2400">
              <a:ea typeface="宋体" panose="02010600030101010101" pitchFamily="2" charset="-122"/>
            </a:endParaRPr>
          </a:p>
          <a:p>
            <a:endParaRPr lang="en-US" altLang="zh-CN" sz="2400">
              <a:ea typeface="宋体" panose="02010600030101010101" pitchFamily="2" charset="-122"/>
            </a:endParaRPr>
          </a:p>
          <a:p>
            <a:endParaRPr lang="en-US" altLang="zh-CN" sz="2400">
              <a:ea typeface="宋体" panose="02010600030101010101" pitchFamily="2" charset="-122"/>
            </a:endParaRPr>
          </a:p>
          <a:p>
            <a:endParaRPr lang="en-US" altLang="zh-CN" sz="2400">
              <a:ea typeface="宋体" panose="02010600030101010101" pitchFamily="2" charset="-122"/>
            </a:endParaRPr>
          </a:p>
        </p:txBody>
      </p:sp>
      <p:sp>
        <p:nvSpPr>
          <p:cNvPr id="26" name="Rectangle 4">
            <a:extLst>
              <a:ext uri="{FF2B5EF4-FFF2-40B4-BE49-F238E27FC236}">
                <a16:creationId xmlns:a16="http://schemas.microsoft.com/office/drawing/2014/main" id="{EFEF17C6-A126-403C-8EB3-94961E19FE60}"/>
              </a:ext>
            </a:extLst>
          </p:cNvPr>
          <p:cNvSpPr>
            <a:spLocks noChangeArrowheads="1"/>
          </p:cNvSpPr>
          <p:nvPr/>
        </p:nvSpPr>
        <p:spPr bwMode="auto">
          <a:xfrm>
            <a:off x="4627563" y="4138613"/>
            <a:ext cx="627062" cy="2251075"/>
          </a:xfrm>
          <a:prstGeom prst="rect">
            <a:avLst/>
          </a:prstGeom>
          <a:solidFill>
            <a:srgbClr val="FFFFFF"/>
          </a:solidFill>
          <a:ln w="1905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27" name="Line 5">
            <a:extLst>
              <a:ext uri="{FF2B5EF4-FFF2-40B4-BE49-F238E27FC236}">
                <a16:creationId xmlns:a16="http://schemas.microsoft.com/office/drawing/2014/main" id="{46D3E258-3D40-4CE8-8FBD-7C953D0BE9F7}"/>
              </a:ext>
            </a:extLst>
          </p:cNvPr>
          <p:cNvSpPr>
            <a:spLocks noChangeShapeType="1"/>
          </p:cNvSpPr>
          <p:nvPr/>
        </p:nvSpPr>
        <p:spPr bwMode="auto">
          <a:xfrm flipV="1">
            <a:off x="4625975" y="5243513"/>
            <a:ext cx="622300" cy="15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8" name="Line 6">
            <a:extLst>
              <a:ext uri="{FF2B5EF4-FFF2-40B4-BE49-F238E27FC236}">
                <a16:creationId xmlns:a16="http://schemas.microsoft.com/office/drawing/2014/main" id="{35F2BA2A-D42C-4984-B40F-EE2649F9423F}"/>
              </a:ext>
            </a:extLst>
          </p:cNvPr>
          <p:cNvSpPr>
            <a:spLocks noChangeShapeType="1"/>
          </p:cNvSpPr>
          <p:nvPr/>
        </p:nvSpPr>
        <p:spPr bwMode="auto">
          <a:xfrm flipV="1">
            <a:off x="4621213" y="5635625"/>
            <a:ext cx="631825" cy="63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29" name="Line 7">
            <a:extLst>
              <a:ext uri="{FF2B5EF4-FFF2-40B4-BE49-F238E27FC236}">
                <a16:creationId xmlns:a16="http://schemas.microsoft.com/office/drawing/2014/main" id="{0B06559E-61E5-476E-950A-9CC2EB3F1C9B}"/>
              </a:ext>
            </a:extLst>
          </p:cNvPr>
          <p:cNvSpPr>
            <a:spLocks noChangeShapeType="1"/>
          </p:cNvSpPr>
          <p:nvPr/>
        </p:nvSpPr>
        <p:spPr bwMode="auto">
          <a:xfrm flipV="1">
            <a:off x="4625975" y="6021388"/>
            <a:ext cx="627063" cy="15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30" name="Line 8">
            <a:extLst>
              <a:ext uri="{FF2B5EF4-FFF2-40B4-BE49-F238E27FC236}">
                <a16:creationId xmlns:a16="http://schemas.microsoft.com/office/drawing/2014/main" id="{225A1540-5830-4856-8E79-F9D5A96B9D11}"/>
              </a:ext>
            </a:extLst>
          </p:cNvPr>
          <p:cNvSpPr>
            <a:spLocks noChangeShapeType="1"/>
          </p:cNvSpPr>
          <p:nvPr/>
        </p:nvSpPr>
        <p:spPr bwMode="auto">
          <a:xfrm flipV="1">
            <a:off x="4621213" y="4857750"/>
            <a:ext cx="631825" cy="63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31" name="Line 9">
            <a:extLst>
              <a:ext uri="{FF2B5EF4-FFF2-40B4-BE49-F238E27FC236}">
                <a16:creationId xmlns:a16="http://schemas.microsoft.com/office/drawing/2014/main" id="{E09794D0-CCB9-48A5-B6BE-40E65F6EFB9A}"/>
              </a:ext>
            </a:extLst>
          </p:cNvPr>
          <p:cNvSpPr>
            <a:spLocks noChangeShapeType="1"/>
          </p:cNvSpPr>
          <p:nvPr/>
        </p:nvSpPr>
        <p:spPr bwMode="auto">
          <a:xfrm flipV="1">
            <a:off x="4625975" y="4471988"/>
            <a:ext cx="631825" cy="63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32" name="Line 11">
            <a:extLst>
              <a:ext uri="{FF2B5EF4-FFF2-40B4-BE49-F238E27FC236}">
                <a16:creationId xmlns:a16="http://schemas.microsoft.com/office/drawing/2014/main" id="{000B6AB5-7D52-4708-A710-6613299A0D9D}"/>
              </a:ext>
            </a:extLst>
          </p:cNvPr>
          <p:cNvSpPr>
            <a:spLocks noChangeShapeType="1"/>
          </p:cNvSpPr>
          <p:nvPr/>
        </p:nvSpPr>
        <p:spPr bwMode="auto">
          <a:xfrm>
            <a:off x="5346700" y="4411663"/>
            <a:ext cx="222885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7595" name="Freeform 12">
            <a:extLst>
              <a:ext uri="{FF2B5EF4-FFF2-40B4-BE49-F238E27FC236}">
                <a16:creationId xmlns:a16="http://schemas.microsoft.com/office/drawing/2014/main" id="{B9B16C32-5830-44DD-AF07-32534E6470BD}"/>
              </a:ext>
            </a:extLst>
          </p:cNvPr>
          <p:cNvSpPr>
            <a:spLocks/>
          </p:cNvSpPr>
          <p:nvPr/>
        </p:nvSpPr>
        <p:spPr bwMode="auto">
          <a:xfrm>
            <a:off x="5494338" y="4292600"/>
            <a:ext cx="1728787" cy="114300"/>
          </a:xfrm>
          <a:custGeom>
            <a:avLst/>
            <a:gdLst>
              <a:gd name="T0" fmla="*/ 0 w 1089"/>
              <a:gd name="T1" fmla="*/ 2147483646 h 72"/>
              <a:gd name="T2" fmla="*/ 0 w 1089"/>
              <a:gd name="T3" fmla="*/ 2147483646 h 72"/>
              <a:gd name="T4" fmla="*/ 2147483646 w 1089"/>
              <a:gd name="T5" fmla="*/ 0 h 72"/>
              <a:gd name="T6" fmla="*/ 2147483646 w 1089"/>
              <a:gd name="T7" fmla="*/ 2147483646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9" h="72">
                <a:moveTo>
                  <a:pt x="0" y="72"/>
                </a:moveTo>
                <a:lnTo>
                  <a:pt x="0" y="3"/>
                </a:lnTo>
                <a:lnTo>
                  <a:pt x="1089" y="0"/>
                </a:lnTo>
                <a:lnTo>
                  <a:pt x="1089" y="72"/>
                </a:lnTo>
              </a:path>
            </a:pathLst>
          </a:custGeom>
          <a:solidFill>
            <a:schemeClr val="accent2"/>
          </a:solidFill>
          <a:ln w="1905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13">
            <a:extLst>
              <a:ext uri="{FF2B5EF4-FFF2-40B4-BE49-F238E27FC236}">
                <a16:creationId xmlns:a16="http://schemas.microsoft.com/office/drawing/2014/main" id="{10830457-E0D3-4C32-B02F-076D810275F8}"/>
              </a:ext>
            </a:extLst>
          </p:cNvPr>
          <p:cNvSpPr>
            <a:spLocks noChangeShapeType="1"/>
          </p:cNvSpPr>
          <p:nvPr/>
        </p:nvSpPr>
        <p:spPr bwMode="auto">
          <a:xfrm>
            <a:off x="5394325" y="4814888"/>
            <a:ext cx="222885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35" name="Line 15">
            <a:extLst>
              <a:ext uri="{FF2B5EF4-FFF2-40B4-BE49-F238E27FC236}">
                <a16:creationId xmlns:a16="http://schemas.microsoft.com/office/drawing/2014/main" id="{041873A0-9BF3-4152-98C3-7C3C215FBEA1}"/>
              </a:ext>
            </a:extLst>
          </p:cNvPr>
          <p:cNvSpPr>
            <a:spLocks noChangeShapeType="1"/>
          </p:cNvSpPr>
          <p:nvPr/>
        </p:nvSpPr>
        <p:spPr bwMode="auto">
          <a:xfrm>
            <a:off x="5394325" y="5213350"/>
            <a:ext cx="222885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7598" name="Freeform 16">
            <a:extLst>
              <a:ext uri="{FF2B5EF4-FFF2-40B4-BE49-F238E27FC236}">
                <a16:creationId xmlns:a16="http://schemas.microsoft.com/office/drawing/2014/main" id="{12B64B40-C39C-45AB-BF8D-F53FCB379952}"/>
              </a:ext>
            </a:extLst>
          </p:cNvPr>
          <p:cNvSpPr>
            <a:spLocks/>
          </p:cNvSpPr>
          <p:nvPr/>
        </p:nvSpPr>
        <p:spPr bwMode="auto">
          <a:xfrm>
            <a:off x="5541963" y="5094288"/>
            <a:ext cx="1728787" cy="114300"/>
          </a:xfrm>
          <a:custGeom>
            <a:avLst/>
            <a:gdLst>
              <a:gd name="T0" fmla="*/ 0 w 1089"/>
              <a:gd name="T1" fmla="*/ 2147483646 h 72"/>
              <a:gd name="T2" fmla="*/ 0 w 1089"/>
              <a:gd name="T3" fmla="*/ 2147483646 h 72"/>
              <a:gd name="T4" fmla="*/ 2147483646 w 1089"/>
              <a:gd name="T5" fmla="*/ 0 h 72"/>
              <a:gd name="T6" fmla="*/ 2147483646 w 1089"/>
              <a:gd name="T7" fmla="*/ 2147483646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9" h="72">
                <a:moveTo>
                  <a:pt x="0" y="72"/>
                </a:moveTo>
                <a:lnTo>
                  <a:pt x="0" y="3"/>
                </a:lnTo>
                <a:lnTo>
                  <a:pt x="1089" y="0"/>
                </a:lnTo>
                <a:lnTo>
                  <a:pt x="1089" y="72"/>
                </a:lnTo>
              </a:path>
            </a:pathLst>
          </a:custGeom>
          <a:solidFill>
            <a:srgbClr val="FF0000"/>
          </a:solidFill>
          <a:ln w="1905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7599" name="Group 17">
            <a:extLst>
              <a:ext uri="{FF2B5EF4-FFF2-40B4-BE49-F238E27FC236}">
                <a16:creationId xmlns:a16="http://schemas.microsoft.com/office/drawing/2014/main" id="{C806BB2F-04BB-48E8-A595-AA71D3B22044}"/>
              </a:ext>
            </a:extLst>
          </p:cNvPr>
          <p:cNvGrpSpPr>
            <a:grpSpLocks/>
          </p:cNvGrpSpPr>
          <p:nvPr/>
        </p:nvGrpSpPr>
        <p:grpSpPr bwMode="auto">
          <a:xfrm>
            <a:off x="5411788" y="5499100"/>
            <a:ext cx="2228850" cy="119063"/>
            <a:chOff x="1884" y="2826"/>
            <a:chExt cx="1404" cy="75"/>
          </a:xfrm>
        </p:grpSpPr>
        <p:sp>
          <p:nvSpPr>
            <p:cNvPr id="38" name="Line 18">
              <a:extLst>
                <a:ext uri="{FF2B5EF4-FFF2-40B4-BE49-F238E27FC236}">
                  <a16:creationId xmlns:a16="http://schemas.microsoft.com/office/drawing/2014/main" id="{BC9A0A00-86AE-46D9-82EB-FE9A5B9F7B13}"/>
                </a:ext>
              </a:extLst>
            </p:cNvPr>
            <p:cNvSpPr>
              <a:spLocks noChangeShapeType="1"/>
            </p:cNvSpPr>
            <p:nvPr/>
          </p:nvSpPr>
          <p:spPr bwMode="auto">
            <a:xfrm>
              <a:off x="1884" y="2901"/>
              <a:ext cx="140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67615" name="Freeform 19">
              <a:extLst>
                <a:ext uri="{FF2B5EF4-FFF2-40B4-BE49-F238E27FC236}">
                  <a16:creationId xmlns:a16="http://schemas.microsoft.com/office/drawing/2014/main" id="{6848C4C9-944B-44DF-AB50-59A99FEBD729}"/>
                </a:ext>
              </a:extLst>
            </p:cNvPr>
            <p:cNvSpPr>
              <a:spLocks/>
            </p:cNvSpPr>
            <p:nvPr/>
          </p:nvSpPr>
          <p:spPr bwMode="auto">
            <a:xfrm>
              <a:off x="1977" y="2826"/>
              <a:ext cx="1089" cy="72"/>
            </a:xfrm>
            <a:custGeom>
              <a:avLst/>
              <a:gdLst>
                <a:gd name="T0" fmla="*/ 0 w 1089"/>
                <a:gd name="T1" fmla="*/ 72 h 72"/>
                <a:gd name="T2" fmla="*/ 0 w 1089"/>
                <a:gd name="T3" fmla="*/ 3 h 72"/>
                <a:gd name="T4" fmla="*/ 1089 w 1089"/>
                <a:gd name="T5" fmla="*/ 0 h 72"/>
                <a:gd name="T6" fmla="*/ 1089 w 1089"/>
                <a:gd name="T7" fmla="*/ 72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89" h="72">
                  <a:moveTo>
                    <a:pt x="0" y="72"/>
                  </a:moveTo>
                  <a:lnTo>
                    <a:pt x="0" y="3"/>
                  </a:lnTo>
                  <a:lnTo>
                    <a:pt x="1089" y="0"/>
                  </a:lnTo>
                  <a:lnTo>
                    <a:pt x="1089" y="72"/>
                  </a:lnTo>
                </a:path>
              </a:pathLst>
            </a:custGeom>
            <a:solidFill>
              <a:srgbClr val="00CC66"/>
            </a:solidFill>
            <a:ln w="19050"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0" name="Line 20">
            <a:extLst>
              <a:ext uri="{FF2B5EF4-FFF2-40B4-BE49-F238E27FC236}">
                <a16:creationId xmlns:a16="http://schemas.microsoft.com/office/drawing/2014/main" id="{9A211CF6-9A21-4873-BF45-6D29C7C39B37}"/>
              </a:ext>
            </a:extLst>
          </p:cNvPr>
          <p:cNvSpPr>
            <a:spLocks noChangeShapeType="1"/>
          </p:cNvSpPr>
          <p:nvPr/>
        </p:nvSpPr>
        <p:spPr bwMode="auto">
          <a:xfrm>
            <a:off x="5441950" y="6024563"/>
            <a:ext cx="222885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dirty="0"/>
          </a:p>
        </p:txBody>
      </p:sp>
      <p:sp>
        <p:nvSpPr>
          <p:cNvPr id="41" name="Text Box 22">
            <a:extLst>
              <a:ext uri="{FF2B5EF4-FFF2-40B4-BE49-F238E27FC236}">
                <a16:creationId xmlns:a16="http://schemas.microsoft.com/office/drawing/2014/main" id="{FCA53E23-830B-47BD-B9C7-9C1304A6C69E}"/>
              </a:ext>
            </a:extLst>
          </p:cNvPr>
          <p:cNvSpPr txBox="1">
            <a:spLocks noChangeArrowheads="1"/>
          </p:cNvSpPr>
          <p:nvPr/>
        </p:nvSpPr>
        <p:spPr bwMode="auto">
          <a:xfrm rot="-5400000">
            <a:off x="3423444" y="5018882"/>
            <a:ext cx="18732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latin typeface="Arial" charset="0"/>
              </a:rPr>
              <a:t>frequency bands</a:t>
            </a:r>
          </a:p>
        </p:txBody>
      </p:sp>
      <p:sp>
        <p:nvSpPr>
          <p:cNvPr id="42" name="Text Box 23">
            <a:extLst>
              <a:ext uri="{FF2B5EF4-FFF2-40B4-BE49-F238E27FC236}">
                <a16:creationId xmlns:a16="http://schemas.microsoft.com/office/drawing/2014/main" id="{13A85306-F9F2-4D64-A13C-0C8C90C651FB}"/>
              </a:ext>
            </a:extLst>
          </p:cNvPr>
          <p:cNvSpPr txBox="1">
            <a:spLocks noChangeArrowheads="1"/>
          </p:cNvSpPr>
          <p:nvPr/>
        </p:nvSpPr>
        <p:spPr bwMode="auto">
          <a:xfrm rot="67766">
            <a:off x="7332663" y="3960813"/>
            <a:ext cx="61595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latin typeface="Arial" charset="0"/>
              </a:rPr>
              <a:t>time</a:t>
            </a:r>
          </a:p>
        </p:txBody>
      </p:sp>
      <p:sp>
        <p:nvSpPr>
          <p:cNvPr id="67603" name="Freeform 54">
            <a:extLst>
              <a:ext uri="{FF2B5EF4-FFF2-40B4-BE49-F238E27FC236}">
                <a16:creationId xmlns:a16="http://schemas.microsoft.com/office/drawing/2014/main" id="{D3568011-608C-4882-B741-DBE6F1B496E1}"/>
              </a:ext>
            </a:extLst>
          </p:cNvPr>
          <p:cNvSpPr>
            <a:spLocks/>
          </p:cNvSpPr>
          <p:nvPr/>
        </p:nvSpPr>
        <p:spPr bwMode="auto">
          <a:xfrm>
            <a:off x="2032000" y="4348163"/>
            <a:ext cx="595313" cy="1538287"/>
          </a:xfrm>
          <a:custGeom>
            <a:avLst/>
            <a:gdLst>
              <a:gd name="T0" fmla="*/ 2147483646 w 375"/>
              <a:gd name="T1" fmla="*/ 0 h 969"/>
              <a:gd name="T2" fmla="*/ 0 w 375"/>
              <a:gd name="T3" fmla="*/ 2147483646 h 969"/>
              <a:gd name="T4" fmla="*/ 2147483646 w 375"/>
              <a:gd name="T5" fmla="*/ 2147483646 h 969"/>
              <a:gd name="T6" fmla="*/ 2147483646 w 375"/>
              <a:gd name="T7" fmla="*/ 0 h 96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5" h="969">
                <a:moveTo>
                  <a:pt x="375" y="0"/>
                </a:moveTo>
                <a:lnTo>
                  <a:pt x="0" y="485"/>
                </a:lnTo>
                <a:lnTo>
                  <a:pt x="375" y="969"/>
                </a:lnTo>
                <a:lnTo>
                  <a:pt x="375" y="0"/>
                </a:lnTo>
                <a:close/>
              </a:path>
            </a:pathLst>
          </a:custGeom>
          <a:gradFill rotWithShape="1">
            <a:gsLst>
              <a:gs pos="0">
                <a:schemeClr val="tx1"/>
              </a:gs>
              <a:gs pos="100000">
                <a:schemeClr val="bg1"/>
              </a:gs>
            </a:gsLst>
            <a:lin ang="0" scaled="1"/>
          </a:gradFill>
          <a:ln>
            <a:noFill/>
          </a:ln>
          <a:effectLst/>
          <a:extLst>
            <a:ext uri="{91240B29-F687-4F45-9708-019B960494DF}">
              <a14:hiddenLine xmlns:a14="http://schemas.microsoft.com/office/drawing/2010/main" w="3175" cmpd="sng">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7604" name="Group 56">
            <a:extLst>
              <a:ext uri="{FF2B5EF4-FFF2-40B4-BE49-F238E27FC236}">
                <a16:creationId xmlns:a16="http://schemas.microsoft.com/office/drawing/2014/main" id="{3E144E45-A225-41DB-B691-123C85217C6A}"/>
              </a:ext>
            </a:extLst>
          </p:cNvPr>
          <p:cNvGrpSpPr>
            <a:grpSpLocks/>
          </p:cNvGrpSpPr>
          <p:nvPr/>
        </p:nvGrpSpPr>
        <p:grpSpPr bwMode="auto">
          <a:xfrm>
            <a:off x="293688" y="4986338"/>
            <a:ext cx="1666875" cy="314325"/>
            <a:chOff x="1614" y="1494"/>
            <a:chExt cx="1050" cy="198"/>
          </a:xfrm>
        </p:grpSpPr>
        <p:sp>
          <p:nvSpPr>
            <p:cNvPr id="45" name="Rectangle 57">
              <a:extLst>
                <a:ext uri="{FF2B5EF4-FFF2-40B4-BE49-F238E27FC236}">
                  <a16:creationId xmlns:a16="http://schemas.microsoft.com/office/drawing/2014/main" id="{3105A17D-790A-4043-8263-2D10887BC60A}"/>
                </a:ext>
              </a:extLst>
            </p:cNvPr>
            <p:cNvSpPr>
              <a:spLocks noChangeArrowheads="1"/>
            </p:cNvSpPr>
            <p:nvPr/>
          </p:nvSpPr>
          <p:spPr bwMode="auto">
            <a:xfrm>
              <a:off x="2358" y="1500"/>
              <a:ext cx="168" cy="17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46" name="Freeform 58">
              <a:extLst>
                <a:ext uri="{FF2B5EF4-FFF2-40B4-BE49-F238E27FC236}">
                  <a16:creationId xmlns:a16="http://schemas.microsoft.com/office/drawing/2014/main" id="{C67FEFF8-7BB5-4CFF-9938-80FEF03294A3}"/>
                </a:ext>
              </a:extLst>
            </p:cNvPr>
            <p:cNvSpPr>
              <a:spLocks/>
            </p:cNvSpPr>
            <p:nvPr/>
          </p:nvSpPr>
          <p:spPr bwMode="auto">
            <a:xfrm>
              <a:off x="1614" y="1494"/>
              <a:ext cx="896" cy="198"/>
            </a:xfrm>
            <a:custGeom>
              <a:avLst/>
              <a:gdLst>
                <a:gd name="T0" fmla="*/ 18 w 896"/>
                <a:gd name="T1" fmla="*/ 0 h 198"/>
                <a:gd name="T2" fmla="*/ 0 w 896"/>
                <a:gd name="T3" fmla="*/ 96 h 198"/>
                <a:gd name="T4" fmla="*/ 18 w 896"/>
                <a:gd name="T5" fmla="*/ 198 h 198"/>
                <a:gd name="T6" fmla="*/ 774 w 896"/>
                <a:gd name="T7" fmla="*/ 198 h 198"/>
                <a:gd name="T8" fmla="*/ 750 w 896"/>
                <a:gd name="T9" fmla="*/ 90 h 198"/>
                <a:gd name="T10" fmla="*/ 774 w 896"/>
                <a:gd name="T11" fmla="*/ 0 h 198"/>
                <a:gd name="T12" fmla="*/ 18 w 896"/>
                <a:gd name="T13" fmla="*/ 0 h 19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96" h="198">
                  <a:moveTo>
                    <a:pt x="18" y="0"/>
                  </a:moveTo>
                  <a:lnTo>
                    <a:pt x="0" y="96"/>
                  </a:lnTo>
                  <a:lnTo>
                    <a:pt x="18" y="198"/>
                  </a:lnTo>
                  <a:lnTo>
                    <a:pt x="774" y="198"/>
                  </a:lnTo>
                  <a:cubicBezTo>
                    <a:pt x="896" y="180"/>
                    <a:pt x="750" y="123"/>
                    <a:pt x="750" y="90"/>
                  </a:cubicBezTo>
                  <a:cubicBezTo>
                    <a:pt x="750" y="57"/>
                    <a:pt x="896" y="15"/>
                    <a:pt x="774" y="0"/>
                  </a:cubicBezTo>
                  <a:lnTo>
                    <a:pt x="18" y="0"/>
                  </a:lnTo>
                  <a:close/>
                </a:path>
              </a:pathLst>
            </a:custGeom>
            <a:gradFill rotWithShape="1">
              <a:gsLst>
                <a:gs pos="0">
                  <a:schemeClr val="tx1"/>
                </a:gs>
                <a:gs pos="50000">
                  <a:schemeClr val="bg1"/>
                </a:gs>
                <a:gs pos="100000">
                  <a:schemeClr val="tx1"/>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dirty="0"/>
            </a:p>
          </p:txBody>
        </p:sp>
        <p:sp>
          <p:nvSpPr>
            <p:cNvPr id="47" name="Oval 59">
              <a:extLst>
                <a:ext uri="{FF2B5EF4-FFF2-40B4-BE49-F238E27FC236}">
                  <a16:creationId xmlns:a16="http://schemas.microsoft.com/office/drawing/2014/main" id="{A683506F-3983-4B21-AA3A-7109BA0D0680}"/>
                </a:ext>
              </a:extLst>
            </p:cNvPr>
            <p:cNvSpPr>
              <a:spLocks noChangeArrowheads="1"/>
            </p:cNvSpPr>
            <p:nvPr/>
          </p:nvSpPr>
          <p:spPr bwMode="auto">
            <a:xfrm>
              <a:off x="2502" y="1506"/>
              <a:ext cx="62" cy="16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48" name="Line 60">
              <a:extLst>
                <a:ext uri="{FF2B5EF4-FFF2-40B4-BE49-F238E27FC236}">
                  <a16:creationId xmlns:a16="http://schemas.microsoft.com/office/drawing/2014/main" id="{64315304-A2D4-4976-81A5-42D3FDC812CE}"/>
                </a:ext>
              </a:extLst>
            </p:cNvPr>
            <p:cNvSpPr>
              <a:spLocks noChangeShapeType="1"/>
            </p:cNvSpPr>
            <p:nvPr/>
          </p:nvSpPr>
          <p:spPr bwMode="auto">
            <a:xfrm>
              <a:off x="2526" y="1584"/>
              <a:ext cx="13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p>
          </p:txBody>
        </p:sp>
      </p:grpSp>
      <p:sp>
        <p:nvSpPr>
          <p:cNvPr id="67605" name="Freeform 65">
            <a:extLst>
              <a:ext uri="{FF2B5EF4-FFF2-40B4-BE49-F238E27FC236}">
                <a16:creationId xmlns:a16="http://schemas.microsoft.com/office/drawing/2014/main" id="{B841A8CA-0D0C-46DE-933A-A61EB117AA2C}"/>
              </a:ext>
            </a:extLst>
          </p:cNvPr>
          <p:cNvSpPr>
            <a:spLocks/>
          </p:cNvSpPr>
          <p:nvPr/>
        </p:nvSpPr>
        <p:spPr bwMode="auto">
          <a:xfrm>
            <a:off x="2803525" y="5040313"/>
            <a:ext cx="892175" cy="173037"/>
          </a:xfrm>
          <a:custGeom>
            <a:avLst/>
            <a:gdLst>
              <a:gd name="T0" fmla="*/ 2147483646 w 562"/>
              <a:gd name="T1" fmla="*/ 2147483646 h 266"/>
              <a:gd name="T2" fmla="*/ 2147483646 w 562"/>
              <a:gd name="T3" fmla="*/ 2147483646 h 266"/>
              <a:gd name="T4" fmla="*/ 2147483646 w 562"/>
              <a:gd name="T5" fmla="*/ 2147483646 h 266"/>
              <a:gd name="T6" fmla="*/ 2147483646 w 562"/>
              <a:gd name="T7" fmla="*/ 0 h 266"/>
              <a:gd name="T8" fmla="*/ 2147483646 w 562"/>
              <a:gd name="T9" fmla="*/ 2147483646 h 266"/>
              <a:gd name="T10" fmla="*/ 2147483646 w 562"/>
              <a:gd name="T11" fmla="*/ 2147483646 h 266"/>
              <a:gd name="T12" fmla="*/ 2147483646 w 562"/>
              <a:gd name="T13" fmla="*/ 2147483646 h 266"/>
              <a:gd name="T14" fmla="*/ 2147483646 w 562"/>
              <a:gd name="T15" fmla="*/ 2147483646 h 266"/>
              <a:gd name="T16" fmla="*/ 2147483646 w 562"/>
              <a:gd name="T17" fmla="*/ 2147483646 h 266"/>
              <a:gd name="T18" fmla="*/ 2147483646 w 562"/>
              <a:gd name="T19" fmla="*/ 2147483646 h 266"/>
              <a:gd name="T20" fmla="*/ 2147483646 w 562"/>
              <a:gd name="T21" fmla="*/ 2147483646 h 2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62" h="266">
                <a:moveTo>
                  <a:pt x="4" y="264"/>
                </a:moveTo>
                <a:cubicBezTo>
                  <a:pt x="4" y="212"/>
                  <a:pt x="0" y="4"/>
                  <a:pt x="52" y="6"/>
                </a:cubicBezTo>
                <a:cubicBezTo>
                  <a:pt x="106" y="4"/>
                  <a:pt x="58" y="266"/>
                  <a:pt x="108" y="266"/>
                </a:cubicBezTo>
                <a:cubicBezTo>
                  <a:pt x="158" y="266"/>
                  <a:pt x="126" y="0"/>
                  <a:pt x="174" y="0"/>
                </a:cubicBezTo>
                <a:cubicBezTo>
                  <a:pt x="222" y="0"/>
                  <a:pt x="184" y="266"/>
                  <a:pt x="228" y="264"/>
                </a:cubicBezTo>
                <a:cubicBezTo>
                  <a:pt x="272" y="262"/>
                  <a:pt x="244" y="8"/>
                  <a:pt x="288" y="8"/>
                </a:cubicBezTo>
                <a:cubicBezTo>
                  <a:pt x="332" y="8"/>
                  <a:pt x="304" y="266"/>
                  <a:pt x="354" y="266"/>
                </a:cubicBezTo>
                <a:cubicBezTo>
                  <a:pt x="404" y="266"/>
                  <a:pt x="336" y="8"/>
                  <a:pt x="402" y="8"/>
                </a:cubicBezTo>
                <a:cubicBezTo>
                  <a:pt x="468" y="8"/>
                  <a:pt x="416" y="266"/>
                  <a:pt x="464" y="264"/>
                </a:cubicBezTo>
                <a:cubicBezTo>
                  <a:pt x="512" y="262"/>
                  <a:pt x="450" y="4"/>
                  <a:pt x="506" y="6"/>
                </a:cubicBezTo>
                <a:cubicBezTo>
                  <a:pt x="562" y="8"/>
                  <a:pt x="546" y="192"/>
                  <a:pt x="556" y="266"/>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06" name="Freeform 66">
            <a:extLst>
              <a:ext uri="{FF2B5EF4-FFF2-40B4-BE49-F238E27FC236}">
                <a16:creationId xmlns:a16="http://schemas.microsoft.com/office/drawing/2014/main" id="{FE810450-6892-41CB-93F8-52D669C5EDF4}"/>
              </a:ext>
            </a:extLst>
          </p:cNvPr>
          <p:cNvSpPr>
            <a:spLocks/>
          </p:cNvSpPr>
          <p:nvPr/>
        </p:nvSpPr>
        <p:spPr bwMode="auto">
          <a:xfrm>
            <a:off x="2846388" y="4270375"/>
            <a:ext cx="427037" cy="219075"/>
          </a:xfrm>
          <a:custGeom>
            <a:avLst/>
            <a:gdLst>
              <a:gd name="T0" fmla="*/ 2147483646 w 562"/>
              <a:gd name="T1" fmla="*/ 2147483646 h 266"/>
              <a:gd name="T2" fmla="*/ 2147483646 w 562"/>
              <a:gd name="T3" fmla="*/ 2147483646 h 266"/>
              <a:gd name="T4" fmla="*/ 2147483646 w 562"/>
              <a:gd name="T5" fmla="*/ 2147483646 h 266"/>
              <a:gd name="T6" fmla="*/ 2147483646 w 562"/>
              <a:gd name="T7" fmla="*/ 0 h 266"/>
              <a:gd name="T8" fmla="*/ 2147483646 w 562"/>
              <a:gd name="T9" fmla="*/ 2147483646 h 266"/>
              <a:gd name="T10" fmla="*/ 2147483646 w 562"/>
              <a:gd name="T11" fmla="*/ 2147483646 h 266"/>
              <a:gd name="T12" fmla="*/ 2147483646 w 562"/>
              <a:gd name="T13" fmla="*/ 2147483646 h 266"/>
              <a:gd name="T14" fmla="*/ 2147483646 w 562"/>
              <a:gd name="T15" fmla="*/ 2147483646 h 266"/>
              <a:gd name="T16" fmla="*/ 2147483646 w 562"/>
              <a:gd name="T17" fmla="*/ 2147483646 h 266"/>
              <a:gd name="T18" fmla="*/ 2147483646 w 562"/>
              <a:gd name="T19" fmla="*/ 2147483646 h 266"/>
              <a:gd name="T20" fmla="*/ 2147483646 w 562"/>
              <a:gd name="T21" fmla="*/ 2147483646 h 2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62" h="266">
                <a:moveTo>
                  <a:pt x="4" y="264"/>
                </a:moveTo>
                <a:cubicBezTo>
                  <a:pt x="4" y="212"/>
                  <a:pt x="0" y="4"/>
                  <a:pt x="52" y="6"/>
                </a:cubicBezTo>
                <a:cubicBezTo>
                  <a:pt x="106" y="4"/>
                  <a:pt x="58" y="266"/>
                  <a:pt x="108" y="266"/>
                </a:cubicBezTo>
                <a:cubicBezTo>
                  <a:pt x="158" y="266"/>
                  <a:pt x="126" y="0"/>
                  <a:pt x="174" y="0"/>
                </a:cubicBezTo>
                <a:cubicBezTo>
                  <a:pt x="222" y="0"/>
                  <a:pt x="184" y="266"/>
                  <a:pt x="228" y="264"/>
                </a:cubicBezTo>
                <a:cubicBezTo>
                  <a:pt x="272" y="262"/>
                  <a:pt x="244" y="8"/>
                  <a:pt x="288" y="8"/>
                </a:cubicBezTo>
                <a:cubicBezTo>
                  <a:pt x="332" y="8"/>
                  <a:pt x="304" y="266"/>
                  <a:pt x="354" y="266"/>
                </a:cubicBezTo>
                <a:cubicBezTo>
                  <a:pt x="404" y="266"/>
                  <a:pt x="336" y="8"/>
                  <a:pt x="402" y="8"/>
                </a:cubicBezTo>
                <a:cubicBezTo>
                  <a:pt x="468" y="8"/>
                  <a:pt x="416" y="266"/>
                  <a:pt x="464" y="264"/>
                </a:cubicBezTo>
                <a:cubicBezTo>
                  <a:pt x="512" y="262"/>
                  <a:pt x="450" y="4"/>
                  <a:pt x="506" y="6"/>
                </a:cubicBezTo>
                <a:cubicBezTo>
                  <a:pt x="562" y="8"/>
                  <a:pt x="546" y="192"/>
                  <a:pt x="556" y="266"/>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607" name="Freeform 68">
            <a:extLst>
              <a:ext uri="{FF2B5EF4-FFF2-40B4-BE49-F238E27FC236}">
                <a16:creationId xmlns:a16="http://schemas.microsoft.com/office/drawing/2014/main" id="{3B3EF961-3627-4587-9AC8-CB458A35EF62}"/>
              </a:ext>
            </a:extLst>
          </p:cNvPr>
          <p:cNvSpPr>
            <a:spLocks/>
          </p:cNvSpPr>
          <p:nvPr/>
        </p:nvSpPr>
        <p:spPr bwMode="auto">
          <a:xfrm>
            <a:off x="2755900" y="6069013"/>
            <a:ext cx="989013" cy="185737"/>
          </a:xfrm>
          <a:custGeom>
            <a:avLst/>
            <a:gdLst>
              <a:gd name="T0" fmla="*/ 2147483646 w 623"/>
              <a:gd name="T1" fmla="*/ 2147483646 h 117"/>
              <a:gd name="T2" fmla="*/ 2147483646 w 623"/>
              <a:gd name="T3" fmla="*/ 2147483646 h 117"/>
              <a:gd name="T4" fmla="*/ 2147483646 w 623"/>
              <a:gd name="T5" fmla="*/ 2147483646 h 117"/>
              <a:gd name="T6" fmla="*/ 2147483646 w 623"/>
              <a:gd name="T7" fmla="*/ 0 h 117"/>
              <a:gd name="T8" fmla="*/ 2147483646 w 623"/>
              <a:gd name="T9" fmla="*/ 2147483646 h 117"/>
              <a:gd name="T10" fmla="*/ 2147483646 w 623"/>
              <a:gd name="T11" fmla="*/ 2147483646 h 11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23" h="117">
                <a:moveTo>
                  <a:pt x="20" y="113"/>
                </a:moveTo>
                <a:cubicBezTo>
                  <a:pt x="44" y="68"/>
                  <a:pt x="0" y="1"/>
                  <a:pt x="114" y="2"/>
                </a:cubicBezTo>
                <a:cubicBezTo>
                  <a:pt x="233" y="1"/>
                  <a:pt x="144" y="114"/>
                  <a:pt x="256" y="114"/>
                </a:cubicBezTo>
                <a:cubicBezTo>
                  <a:pt x="368" y="114"/>
                  <a:pt x="288" y="0"/>
                  <a:pt x="394" y="0"/>
                </a:cubicBezTo>
                <a:cubicBezTo>
                  <a:pt x="500" y="0"/>
                  <a:pt x="421" y="117"/>
                  <a:pt x="522" y="116"/>
                </a:cubicBezTo>
                <a:cubicBezTo>
                  <a:pt x="623" y="115"/>
                  <a:pt x="570" y="64"/>
                  <a:pt x="616" y="14"/>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Text Box 69">
            <a:extLst>
              <a:ext uri="{FF2B5EF4-FFF2-40B4-BE49-F238E27FC236}">
                <a16:creationId xmlns:a16="http://schemas.microsoft.com/office/drawing/2014/main" id="{CB0B4D12-0110-4F1A-B376-E37B2A369B5A}"/>
              </a:ext>
            </a:extLst>
          </p:cNvPr>
          <p:cNvSpPr txBox="1">
            <a:spLocks noChangeArrowheads="1"/>
          </p:cNvSpPr>
          <p:nvPr/>
        </p:nvSpPr>
        <p:spPr bwMode="auto">
          <a:xfrm>
            <a:off x="442913" y="5699125"/>
            <a:ext cx="1289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i="0" dirty="0">
                <a:latin typeface="Arial" charset="0"/>
              </a:rPr>
              <a:t>FDM cable</a:t>
            </a:r>
          </a:p>
        </p:txBody>
      </p:sp>
      <p:sp>
        <p:nvSpPr>
          <p:cNvPr id="67609" name="灯片编号占位符 6">
            <a:extLst>
              <a:ext uri="{FF2B5EF4-FFF2-40B4-BE49-F238E27FC236}">
                <a16:creationId xmlns:a16="http://schemas.microsoft.com/office/drawing/2014/main" id="{F3444C49-17BB-47D7-985C-51D3D2414DD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DBA6101B-3DF9-44CD-8219-BFFF52CFBEF7}" type="slidenum">
              <a:rPr lang="en-US" altLang="zh-CN" sz="1400" smtClean="0">
                <a:latin typeface="Times New Roman" panose="02020603050405020304" pitchFamily="18" charset="0"/>
              </a:rPr>
              <a:pPr>
                <a:spcBef>
                  <a:spcPct val="0"/>
                </a:spcBef>
                <a:buClrTx/>
                <a:buSzTx/>
                <a:buFontTx/>
                <a:buNone/>
              </a:pPr>
              <a:t>50</a:t>
            </a:fld>
            <a:endParaRPr lang="en-US" altLang="zh-CN" sz="1400">
              <a:latin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5B883446-335C-4654-9CAB-19251627F9FA}"/>
              </a:ext>
            </a:extLst>
          </p:cNvPr>
          <p:cNvSpPr>
            <a:spLocks noGrp="1" noChangeArrowheads="1"/>
          </p:cNvSpPr>
          <p:nvPr>
            <p:ph type="title"/>
          </p:nvPr>
        </p:nvSpPr>
        <p:spPr>
          <a:xfrm>
            <a:off x="284163" y="114300"/>
            <a:ext cx="8364537" cy="1143000"/>
          </a:xfrm>
        </p:spPr>
        <p:txBody>
          <a:bodyPr/>
          <a:lstStyle/>
          <a:p>
            <a:r>
              <a:rPr lang="en-US" altLang="zh-CN" sz="3200">
                <a:ea typeface="宋体" panose="02010600030101010101" pitchFamily="2" charset="-122"/>
              </a:rPr>
              <a:t>Code Division Multiple Access (CDMA)</a:t>
            </a:r>
          </a:p>
        </p:txBody>
      </p:sp>
      <p:sp>
        <p:nvSpPr>
          <p:cNvPr id="68611" name="Rectangle 3">
            <a:extLst>
              <a:ext uri="{FF2B5EF4-FFF2-40B4-BE49-F238E27FC236}">
                <a16:creationId xmlns:a16="http://schemas.microsoft.com/office/drawing/2014/main" id="{43EAA79E-EC3D-4EBF-8DA7-C80A5BCB9F7A}"/>
              </a:ext>
            </a:extLst>
          </p:cNvPr>
          <p:cNvSpPr>
            <a:spLocks noGrp="1" noChangeArrowheads="1"/>
          </p:cNvSpPr>
          <p:nvPr>
            <p:ph type="body" idx="1"/>
          </p:nvPr>
        </p:nvSpPr>
        <p:spPr>
          <a:xfrm>
            <a:off x="492125" y="1265238"/>
            <a:ext cx="7934325" cy="4648200"/>
          </a:xfrm>
        </p:spPr>
        <p:txBody>
          <a:bodyPr/>
          <a:lstStyle/>
          <a:p>
            <a:pPr>
              <a:lnSpc>
                <a:spcPct val="80000"/>
              </a:lnSpc>
            </a:pPr>
            <a:r>
              <a:rPr lang="en-US" altLang="zh-CN">
                <a:ea typeface="宋体" panose="02010600030101010101" pitchFamily="2" charset="-122"/>
              </a:rPr>
              <a:t>unique </a:t>
            </a:r>
            <a:r>
              <a:rPr lang="ja-JP" altLang="en-US">
                <a:ea typeface="MS PGothic" panose="020B0600070205080204" pitchFamily="34" charset="-128"/>
              </a:rPr>
              <a:t>“</a:t>
            </a:r>
            <a:r>
              <a:rPr lang="en-US" altLang="zh-CN">
                <a:ea typeface="宋体" panose="02010600030101010101" pitchFamily="2" charset="-122"/>
              </a:rPr>
              <a:t>code</a:t>
            </a:r>
            <a:r>
              <a:rPr lang="ja-JP" altLang="en-US">
                <a:ea typeface="MS PGothic" panose="020B0600070205080204" pitchFamily="34" charset="-128"/>
              </a:rPr>
              <a:t>”</a:t>
            </a:r>
            <a:r>
              <a:rPr lang="en-US" altLang="zh-CN">
                <a:ea typeface="宋体" panose="02010600030101010101" pitchFamily="2" charset="-122"/>
              </a:rPr>
              <a:t> assigned to each user; i.e., code set partitioning</a:t>
            </a:r>
          </a:p>
          <a:p>
            <a:pPr lvl="1">
              <a:lnSpc>
                <a:spcPct val="80000"/>
              </a:lnSpc>
            </a:pPr>
            <a:r>
              <a:rPr lang="en-US" altLang="zh-CN">
                <a:ea typeface="宋体" panose="02010600030101010101" pitchFamily="2" charset="-122"/>
              </a:rPr>
              <a:t>all users share same frequency, but each user has own </a:t>
            </a:r>
            <a:r>
              <a:rPr lang="ja-JP" altLang="en-US">
                <a:ea typeface="MS PGothic" panose="020B0600070205080204" pitchFamily="34" charset="-128"/>
              </a:rPr>
              <a:t>“</a:t>
            </a:r>
            <a:r>
              <a:rPr lang="en-US" altLang="zh-CN">
                <a:ea typeface="宋体" panose="02010600030101010101" pitchFamily="2" charset="-122"/>
              </a:rPr>
              <a:t>chipping</a:t>
            </a:r>
            <a:r>
              <a:rPr lang="ja-JP" altLang="en-US">
                <a:ea typeface="MS PGothic" panose="020B0600070205080204" pitchFamily="34" charset="-128"/>
              </a:rPr>
              <a:t>”</a:t>
            </a:r>
            <a:r>
              <a:rPr lang="en-US" altLang="zh-CN">
                <a:ea typeface="宋体" panose="02010600030101010101" pitchFamily="2" charset="-122"/>
              </a:rPr>
              <a:t> sequence (i.e., code) to encode data</a:t>
            </a:r>
          </a:p>
          <a:p>
            <a:pPr lvl="1">
              <a:lnSpc>
                <a:spcPct val="80000"/>
              </a:lnSpc>
            </a:pPr>
            <a:r>
              <a:rPr lang="en-US" altLang="zh-CN">
                <a:ea typeface="宋体" panose="02010600030101010101" pitchFamily="2" charset="-122"/>
              </a:rPr>
              <a:t>allows multiple users to </a:t>
            </a:r>
            <a:r>
              <a:rPr lang="ja-JP" altLang="en-US">
                <a:ea typeface="MS PGothic" panose="020B0600070205080204" pitchFamily="34" charset="-128"/>
              </a:rPr>
              <a:t>“</a:t>
            </a:r>
            <a:r>
              <a:rPr lang="en-US" altLang="zh-CN">
                <a:ea typeface="宋体" panose="02010600030101010101" pitchFamily="2" charset="-122"/>
              </a:rPr>
              <a:t>coexist</a:t>
            </a:r>
            <a:r>
              <a:rPr lang="ja-JP" altLang="en-US">
                <a:ea typeface="MS PGothic" panose="020B0600070205080204" pitchFamily="34" charset="-128"/>
              </a:rPr>
              <a:t>”</a:t>
            </a:r>
            <a:r>
              <a:rPr lang="en-US" altLang="zh-CN">
                <a:ea typeface="宋体" panose="02010600030101010101" pitchFamily="2" charset="-122"/>
              </a:rPr>
              <a:t> and transmit simultaneously with minimal interference (if codes are </a:t>
            </a:r>
            <a:r>
              <a:rPr lang="ja-JP" altLang="en-US">
                <a:ea typeface="MS PGothic" panose="020B0600070205080204" pitchFamily="34" charset="-128"/>
              </a:rPr>
              <a:t>“</a:t>
            </a:r>
            <a:r>
              <a:rPr lang="en-US" altLang="zh-CN">
                <a:ea typeface="宋体" panose="02010600030101010101" pitchFamily="2" charset="-122"/>
              </a:rPr>
              <a:t>orthogonal</a:t>
            </a:r>
            <a:r>
              <a:rPr lang="ja-JP" altLang="en-US">
                <a:ea typeface="MS PGothic" panose="020B0600070205080204" pitchFamily="34" charset="-128"/>
              </a:rPr>
              <a:t>”</a:t>
            </a:r>
            <a:r>
              <a:rPr lang="en-US" altLang="zh-CN">
                <a:ea typeface="宋体" panose="02010600030101010101" pitchFamily="2" charset="-122"/>
              </a:rPr>
              <a:t>)</a:t>
            </a:r>
          </a:p>
          <a:p>
            <a:pPr>
              <a:lnSpc>
                <a:spcPct val="80000"/>
              </a:lnSpc>
            </a:pPr>
            <a:r>
              <a:rPr lang="en-US" altLang="zh-CN" i="1">
                <a:solidFill>
                  <a:srgbClr val="C00000"/>
                </a:solidFill>
                <a:ea typeface="宋体" panose="02010600030101010101" pitchFamily="2" charset="-122"/>
              </a:rPr>
              <a:t>encoded signal</a:t>
            </a:r>
            <a:r>
              <a:rPr lang="en-US" altLang="zh-CN">
                <a:solidFill>
                  <a:srgbClr val="C00000"/>
                </a:solidFill>
                <a:ea typeface="宋体" panose="02010600030101010101" pitchFamily="2" charset="-122"/>
              </a:rPr>
              <a:t> </a:t>
            </a:r>
            <a:r>
              <a:rPr lang="en-US" altLang="zh-CN">
                <a:ea typeface="宋体" panose="02010600030101010101" pitchFamily="2" charset="-122"/>
              </a:rPr>
              <a:t>= (original data) X (chipping sequence)</a:t>
            </a:r>
          </a:p>
          <a:p>
            <a:pPr>
              <a:lnSpc>
                <a:spcPct val="80000"/>
              </a:lnSpc>
            </a:pPr>
            <a:r>
              <a:rPr lang="en-US" altLang="zh-CN" i="1">
                <a:solidFill>
                  <a:srgbClr val="C00000"/>
                </a:solidFill>
                <a:ea typeface="宋体" panose="02010600030101010101" pitchFamily="2" charset="-122"/>
              </a:rPr>
              <a:t>decoding:</a:t>
            </a:r>
            <a:r>
              <a:rPr lang="en-US" altLang="zh-CN">
                <a:solidFill>
                  <a:srgbClr val="C00000"/>
                </a:solidFill>
                <a:ea typeface="宋体" panose="02010600030101010101" pitchFamily="2" charset="-122"/>
              </a:rPr>
              <a:t> </a:t>
            </a:r>
            <a:r>
              <a:rPr lang="en-US" altLang="zh-CN">
                <a:ea typeface="宋体" panose="02010600030101010101" pitchFamily="2" charset="-122"/>
              </a:rPr>
              <a:t>inner-product of encoded signal and chipping sequence</a:t>
            </a:r>
          </a:p>
          <a:p>
            <a:pPr>
              <a:lnSpc>
                <a:spcPct val="80000"/>
              </a:lnSpc>
            </a:pPr>
            <a:endParaRPr lang="en-US" altLang="zh-CN" sz="3200">
              <a:latin typeface="Gill Sans MT" panose="020B0502020104020203" pitchFamily="34" charset="0"/>
              <a:ea typeface="宋体" panose="02010600030101010101" pitchFamily="2" charset="-122"/>
            </a:endParaRPr>
          </a:p>
        </p:txBody>
      </p:sp>
      <p:sp>
        <p:nvSpPr>
          <p:cNvPr id="68612" name="灯片编号占位符 6">
            <a:extLst>
              <a:ext uri="{FF2B5EF4-FFF2-40B4-BE49-F238E27FC236}">
                <a16:creationId xmlns:a16="http://schemas.microsoft.com/office/drawing/2014/main" id="{503A11DB-A974-4F4E-8392-4D974AD7F41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1C1B810B-D784-44D4-91E6-9BC4CDF94410}" type="slidenum">
              <a:rPr lang="en-US" altLang="zh-CN" sz="1400" smtClean="0">
                <a:latin typeface="Times New Roman" panose="02020603050405020304" pitchFamily="18" charset="0"/>
              </a:rPr>
              <a:pPr>
                <a:spcBef>
                  <a:spcPct val="0"/>
                </a:spcBef>
                <a:buClrTx/>
                <a:buSzTx/>
                <a:buFontTx/>
                <a:buNone/>
              </a:pPr>
              <a:t>51</a:t>
            </a:fld>
            <a:endParaRPr lang="en-US" altLang="zh-CN" sz="1400">
              <a:latin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D1DF1CCE-86E2-4F92-90CE-FF5AFDAE8068}"/>
              </a:ext>
            </a:extLst>
          </p:cNvPr>
          <p:cNvSpPr>
            <a:spLocks noGrp="1" noChangeArrowheads="1"/>
          </p:cNvSpPr>
          <p:nvPr>
            <p:ph type="title"/>
          </p:nvPr>
        </p:nvSpPr>
        <p:spPr>
          <a:xfrm>
            <a:off x="320675" y="0"/>
            <a:ext cx="7772400" cy="1143000"/>
          </a:xfrm>
        </p:spPr>
        <p:txBody>
          <a:bodyPr/>
          <a:lstStyle/>
          <a:p>
            <a:r>
              <a:rPr lang="en-US" altLang="zh-CN" sz="3600">
                <a:ea typeface="宋体" panose="02010600030101010101" pitchFamily="2" charset="-122"/>
              </a:rPr>
              <a:t>CDMA encode/decode</a:t>
            </a:r>
          </a:p>
        </p:txBody>
      </p:sp>
      <p:sp>
        <p:nvSpPr>
          <p:cNvPr id="17413" name="Line 6">
            <a:extLst>
              <a:ext uri="{FF2B5EF4-FFF2-40B4-BE49-F238E27FC236}">
                <a16:creationId xmlns:a16="http://schemas.microsoft.com/office/drawing/2014/main" id="{B125F8A8-0DFF-4ACE-A868-2EB2AAA88636}"/>
              </a:ext>
            </a:extLst>
          </p:cNvPr>
          <p:cNvSpPr>
            <a:spLocks noChangeShapeType="1"/>
          </p:cNvSpPr>
          <p:nvPr/>
        </p:nvSpPr>
        <p:spPr bwMode="auto">
          <a:xfrm>
            <a:off x="3219450" y="1552575"/>
            <a:ext cx="0" cy="1624013"/>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14" name="Line 9">
            <a:extLst>
              <a:ext uri="{FF2B5EF4-FFF2-40B4-BE49-F238E27FC236}">
                <a16:creationId xmlns:a16="http://schemas.microsoft.com/office/drawing/2014/main" id="{21578FCC-3454-404C-A210-08461444A212}"/>
              </a:ext>
            </a:extLst>
          </p:cNvPr>
          <p:cNvSpPr>
            <a:spLocks noChangeShapeType="1"/>
          </p:cNvSpPr>
          <p:nvPr/>
        </p:nvSpPr>
        <p:spPr bwMode="auto">
          <a:xfrm>
            <a:off x="4276725" y="1528763"/>
            <a:ext cx="0" cy="1624012"/>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15" name="Text Box 10">
            <a:extLst>
              <a:ext uri="{FF2B5EF4-FFF2-40B4-BE49-F238E27FC236}">
                <a16:creationId xmlns:a16="http://schemas.microsoft.com/office/drawing/2014/main" id="{37E643D5-0740-4641-8D11-0A455FB6BA2A}"/>
              </a:ext>
            </a:extLst>
          </p:cNvPr>
          <p:cNvSpPr txBox="1">
            <a:spLocks noChangeArrowheads="1"/>
          </p:cNvSpPr>
          <p:nvPr/>
        </p:nvSpPr>
        <p:spPr bwMode="auto">
          <a:xfrm>
            <a:off x="2389188" y="2960688"/>
            <a:ext cx="669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600" dirty="0">
                <a:latin typeface="Arial" charset="0"/>
                <a:cs typeface="Arial" charset="0"/>
              </a:rPr>
              <a:t>slot 1</a:t>
            </a:r>
          </a:p>
        </p:txBody>
      </p:sp>
      <p:sp>
        <p:nvSpPr>
          <p:cNvPr id="17416" name="Text Box 11">
            <a:extLst>
              <a:ext uri="{FF2B5EF4-FFF2-40B4-BE49-F238E27FC236}">
                <a16:creationId xmlns:a16="http://schemas.microsoft.com/office/drawing/2014/main" id="{BCEB7FF6-0B6C-4489-934F-C5C99CBF8AC0}"/>
              </a:ext>
            </a:extLst>
          </p:cNvPr>
          <p:cNvSpPr txBox="1">
            <a:spLocks noChangeArrowheads="1"/>
          </p:cNvSpPr>
          <p:nvPr/>
        </p:nvSpPr>
        <p:spPr bwMode="auto">
          <a:xfrm>
            <a:off x="3408363" y="2965450"/>
            <a:ext cx="669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600" dirty="0">
                <a:latin typeface="Arial" charset="0"/>
                <a:cs typeface="Arial" charset="0"/>
              </a:rPr>
              <a:t>slot 0</a:t>
            </a:r>
          </a:p>
        </p:txBody>
      </p:sp>
      <p:grpSp>
        <p:nvGrpSpPr>
          <p:cNvPr id="404630" name="Group 150">
            <a:extLst>
              <a:ext uri="{FF2B5EF4-FFF2-40B4-BE49-F238E27FC236}">
                <a16:creationId xmlns:a16="http://schemas.microsoft.com/office/drawing/2014/main" id="{4EAF9EFD-0817-46AF-85FC-E99F7240E134}"/>
              </a:ext>
            </a:extLst>
          </p:cNvPr>
          <p:cNvGrpSpPr>
            <a:grpSpLocks/>
          </p:cNvGrpSpPr>
          <p:nvPr/>
        </p:nvGrpSpPr>
        <p:grpSpPr bwMode="auto">
          <a:xfrm>
            <a:off x="2084388" y="1462088"/>
            <a:ext cx="1254125" cy="1624012"/>
            <a:chOff x="1313" y="921"/>
            <a:chExt cx="790" cy="1023"/>
          </a:xfrm>
        </p:grpSpPr>
        <p:sp>
          <p:nvSpPr>
            <p:cNvPr id="17669" name="Line 5">
              <a:extLst>
                <a:ext uri="{FF2B5EF4-FFF2-40B4-BE49-F238E27FC236}">
                  <a16:creationId xmlns:a16="http://schemas.microsoft.com/office/drawing/2014/main" id="{A48B7EF2-1F25-4753-88C4-B660A4EB0774}"/>
                </a:ext>
              </a:extLst>
            </p:cNvPr>
            <p:cNvSpPr>
              <a:spLocks noChangeShapeType="1"/>
            </p:cNvSpPr>
            <p:nvPr/>
          </p:nvSpPr>
          <p:spPr bwMode="auto">
            <a:xfrm>
              <a:off x="1350" y="921"/>
              <a:ext cx="0" cy="1023"/>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670" name="Rectangle 12">
              <a:extLst>
                <a:ext uri="{FF2B5EF4-FFF2-40B4-BE49-F238E27FC236}">
                  <a16:creationId xmlns:a16="http://schemas.microsoft.com/office/drawing/2014/main" id="{2AA33615-D7D6-4F0F-98B4-F697A935A9E6}"/>
                </a:ext>
              </a:extLst>
            </p:cNvPr>
            <p:cNvSpPr>
              <a:spLocks noChangeArrowheads="1"/>
            </p:cNvSpPr>
            <p:nvPr/>
          </p:nvSpPr>
          <p:spPr bwMode="auto">
            <a:xfrm>
              <a:off x="1350" y="1218"/>
              <a:ext cx="678" cy="13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71" name="Text Box 15">
              <a:extLst>
                <a:ext uri="{FF2B5EF4-FFF2-40B4-BE49-F238E27FC236}">
                  <a16:creationId xmlns:a16="http://schemas.microsoft.com/office/drawing/2014/main" id="{2642C273-25FA-4519-9A97-811675A1C274}"/>
                </a:ext>
              </a:extLst>
            </p:cNvPr>
            <p:cNvSpPr txBox="1">
              <a:spLocks noChangeArrowheads="1"/>
            </p:cNvSpPr>
            <p:nvPr/>
          </p:nvSpPr>
          <p:spPr bwMode="auto">
            <a:xfrm>
              <a:off x="1436" y="1194"/>
              <a:ext cx="40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200" dirty="0">
                  <a:latin typeface="Arial" charset="0"/>
                  <a:cs typeface="Arial" charset="0"/>
                </a:rPr>
                <a:t>d</a:t>
              </a:r>
              <a:r>
                <a:rPr lang="en-US" sz="1200" baseline="-25000" dirty="0">
                  <a:latin typeface="Arial" charset="0"/>
                  <a:cs typeface="Arial" charset="0"/>
                </a:rPr>
                <a:t>1</a:t>
              </a:r>
              <a:r>
                <a:rPr lang="en-US" sz="1200" dirty="0">
                  <a:latin typeface="Arial" charset="0"/>
                  <a:cs typeface="Arial" charset="0"/>
                </a:rPr>
                <a:t> = -1</a:t>
              </a:r>
            </a:p>
          </p:txBody>
        </p:sp>
        <p:grpSp>
          <p:nvGrpSpPr>
            <p:cNvPr id="70918" name="Group 44">
              <a:extLst>
                <a:ext uri="{FF2B5EF4-FFF2-40B4-BE49-F238E27FC236}">
                  <a16:creationId xmlns:a16="http://schemas.microsoft.com/office/drawing/2014/main" id="{D5B6753C-4223-4D31-B2C2-E3A24C625FDF}"/>
                </a:ext>
              </a:extLst>
            </p:cNvPr>
            <p:cNvGrpSpPr>
              <a:grpSpLocks/>
            </p:cNvGrpSpPr>
            <p:nvPr/>
          </p:nvGrpSpPr>
          <p:grpSpPr bwMode="auto">
            <a:xfrm>
              <a:off x="1313" y="1534"/>
              <a:ext cx="790" cy="307"/>
              <a:chOff x="1313" y="1534"/>
              <a:chExt cx="790" cy="307"/>
            </a:xfrm>
          </p:grpSpPr>
          <p:sp>
            <p:nvSpPr>
              <p:cNvPr id="17673" name="Text Box 17">
                <a:extLst>
                  <a:ext uri="{FF2B5EF4-FFF2-40B4-BE49-F238E27FC236}">
                    <a16:creationId xmlns:a16="http://schemas.microsoft.com/office/drawing/2014/main" id="{830E9042-7C8D-4B19-9A9A-BC7A373591EF}"/>
                  </a:ext>
                </a:extLst>
              </p:cNvPr>
              <p:cNvSpPr txBox="1">
                <a:spLocks noChangeArrowheads="1"/>
              </p:cNvSpPr>
              <p:nvPr/>
            </p:nvSpPr>
            <p:spPr bwMode="auto">
              <a:xfrm>
                <a:off x="1313"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70920" name="Group 22">
                <a:extLst>
                  <a:ext uri="{FF2B5EF4-FFF2-40B4-BE49-F238E27FC236}">
                    <a16:creationId xmlns:a16="http://schemas.microsoft.com/office/drawing/2014/main" id="{77FEBC81-8A7C-4D7E-929D-0CB0BA25C436}"/>
                  </a:ext>
                </a:extLst>
              </p:cNvPr>
              <p:cNvGrpSpPr>
                <a:grpSpLocks/>
              </p:cNvGrpSpPr>
              <p:nvPr/>
            </p:nvGrpSpPr>
            <p:grpSpPr bwMode="auto">
              <a:xfrm>
                <a:off x="1353" y="1539"/>
                <a:ext cx="258" cy="147"/>
                <a:chOff x="1353" y="1539"/>
                <a:chExt cx="258" cy="144"/>
              </a:xfrm>
            </p:grpSpPr>
            <p:sp>
              <p:nvSpPr>
                <p:cNvPr id="17696" name="Rectangle 18">
                  <a:extLst>
                    <a:ext uri="{FF2B5EF4-FFF2-40B4-BE49-F238E27FC236}">
                      <a16:creationId xmlns:a16="http://schemas.microsoft.com/office/drawing/2014/main" id="{2160703B-4E0F-4323-9A72-935B1057D610}"/>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97" name="Line 20">
                  <a:extLst>
                    <a:ext uri="{FF2B5EF4-FFF2-40B4-BE49-F238E27FC236}">
                      <a16:creationId xmlns:a16="http://schemas.microsoft.com/office/drawing/2014/main" id="{2D4155AB-2659-4A80-877C-FF4144BC0F2E}"/>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698" name="Line 21">
                  <a:extLst>
                    <a:ext uri="{FF2B5EF4-FFF2-40B4-BE49-F238E27FC236}">
                      <a16:creationId xmlns:a16="http://schemas.microsoft.com/office/drawing/2014/main" id="{9B905288-0D7F-40E7-8F9A-DF015E48FEEC}"/>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grpSp>
            <p:nvGrpSpPr>
              <p:cNvPr id="70921" name="Group 23">
                <a:extLst>
                  <a:ext uri="{FF2B5EF4-FFF2-40B4-BE49-F238E27FC236}">
                    <a16:creationId xmlns:a16="http://schemas.microsoft.com/office/drawing/2014/main" id="{A9D5CFDF-5E09-4BB1-8BC0-9DB6D16ED559}"/>
                  </a:ext>
                </a:extLst>
              </p:cNvPr>
              <p:cNvGrpSpPr>
                <a:grpSpLocks/>
              </p:cNvGrpSpPr>
              <p:nvPr/>
            </p:nvGrpSpPr>
            <p:grpSpPr bwMode="auto">
              <a:xfrm>
                <a:off x="1773" y="1686"/>
                <a:ext cx="258" cy="144"/>
                <a:chOff x="1353" y="1539"/>
                <a:chExt cx="258" cy="144"/>
              </a:xfrm>
            </p:grpSpPr>
            <p:sp>
              <p:nvSpPr>
                <p:cNvPr id="17693" name="Rectangle 24">
                  <a:extLst>
                    <a:ext uri="{FF2B5EF4-FFF2-40B4-BE49-F238E27FC236}">
                      <a16:creationId xmlns:a16="http://schemas.microsoft.com/office/drawing/2014/main" id="{3CDAED51-9103-4F72-B3A5-4891E2C40896}"/>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94" name="Line 25">
                  <a:extLst>
                    <a:ext uri="{FF2B5EF4-FFF2-40B4-BE49-F238E27FC236}">
                      <a16:creationId xmlns:a16="http://schemas.microsoft.com/office/drawing/2014/main" id="{84BBC4AB-9D9B-4337-8FFB-3E8F7761A0F3}"/>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695" name="Line 26">
                  <a:extLst>
                    <a:ext uri="{FF2B5EF4-FFF2-40B4-BE49-F238E27FC236}">
                      <a16:creationId xmlns:a16="http://schemas.microsoft.com/office/drawing/2014/main" id="{D84B49EC-28DC-4031-9DC6-7B6EC3A9ED99}"/>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sp>
            <p:nvSpPr>
              <p:cNvPr id="17676" name="Rectangle 27">
                <a:extLst>
                  <a:ext uri="{FF2B5EF4-FFF2-40B4-BE49-F238E27FC236}">
                    <a16:creationId xmlns:a16="http://schemas.microsoft.com/office/drawing/2014/main" id="{073176CB-1777-4A17-A0D1-1887454E8062}"/>
                  </a:ext>
                </a:extLst>
              </p:cNvPr>
              <p:cNvSpPr>
                <a:spLocks noChangeArrowheads="1"/>
              </p:cNvSpPr>
              <p:nvPr/>
            </p:nvSpPr>
            <p:spPr bwMode="auto">
              <a:xfrm>
                <a:off x="1611" y="1686"/>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77" name="Rectangle 28">
                <a:extLst>
                  <a:ext uri="{FF2B5EF4-FFF2-40B4-BE49-F238E27FC236}">
                    <a16:creationId xmlns:a16="http://schemas.microsoft.com/office/drawing/2014/main" id="{03D5E777-CB49-4EF1-96BC-877B7E93B849}"/>
                  </a:ext>
                </a:extLst>
              </p:cNvPr>
              <p:cNvSpPr>
                <a:spLocks noChangeArrowheads="1"/>
              </p:cNvSpPr>
              <p:nvPr/>
            </p:nvSpPr>
            <p:spPr bwMode="auto">
              <a:xfrm>
                <a:off x="1692" y="1536"/>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78" name="Text Box 29">
                <a:extLst>
                  <a:ext uri="{FF2B5EF4-FFF2-40B4-BE49-F238E27FC236}">
                    <a16:creationId xmlns:a16="http://schemas.microsoft.com/office/drawing/2014/main" id="{95486AC4-C485-4B47-8480-26D609A08F8A}"/>
                  </a:ext>
                </a:extLst>
              </p:cNvPr>
              <p:cNvSpPr txBox="1">
                <a:spLocks noChangeArrowheads="1"/>
              </p:cNvSpPr>
              <p:nvPr/>
            </p:nvSpPr>
            <p:spPr bwMode="auto">
              <a:xfrm>
                <a:off x="1391"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79" name="Text Box 30">
                <a:extLst>
                  <a:ext uri="{FF2B5EF4-FFF2-40B4-BE49-F238E27FC236}">
                    <a16:creationId xmlns:a16="http://schemas.microsoft.com/office/drawing/2014/main" id="{8F684C33-8EDF-421C-B0C1-D34DFDCAD721}"/>
                  </a:ext>
                </a:extLst>
              </p:cNvPr>
              <p:cNvSpPr txBox="1">
                <a:spLocks noChangeArrowheads="1"/>
              </p:cNvSpPr>
              <p:nvPr/>
            </p:nvSpPr>
            <p:spPr bwMode="auto">
              <a:xfrm>
                <a:off x="1478"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80" name="Text Box 31">
                <a:extLst>
                  <a:ext uri="{FF2B5EF4-FFF2-40B4-BE49-F238E27FC236}">
                    <a16:creationId xmlns:a16="http://schemas.microsoft.com/office/drawing/2014/main" id="{20E3C374-0E77-4373-93BA-109BAFF6ECB7}"/>
                  </a:ext>
                </a:extLst>
              </p:cNvPr>
              <p:cNvSpPr txBox="1">
                <a:spLocks noChangeArrowheads="1"/>
              </p:cNvSpPr>
              <p:nvPr/>
            </p:nvSpPr>
            <p:spPr bwMode="auto">
              <a:xfrm>
                <a:off x="1652" y="1540"/>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70927" name="Group 34">
                <a:extLst>
                  <a:ext uri="{FF2B5EF4-FFF2-40B4-BE49-F238E27FC236}">
                    <a16:creationId xmlns:a16="http://schemas.microsoft.com/office/drawing/2014/main" id="{512526CF-4F3C-42BF-B50A-B26CBED8EE22}"/>
                  </a:ext>
                </a:extLst>
              </p:cNvPr>
              <p:cNvGrpSpPr>
                <a:grpSpLocks/>
              </p:cNvGrpSpPr>
              <p:nvPr/>
            </p:nvGrpSpPr>
            <p:grpSpPr bwMode="auto">
              <a:xfrm>
                <a:off x="1565" y="1684"/>
                <a:ext cx="211" cy="157"/>
                <a:chOff x="857" y="1909"/>
                <a:chExt cx="211" cy="157"/>
              </a:xfrm>
            </p:grpSpPr>
            <p:sp>
              <p:nvSpPr>
                <p:cNvPr id="17691" name="Text Box 32">
                  <a:extLst>
                    <a:ext uri="{FF2B5EF4-FFF2-40B4-BE49-F238E27FC236}">
                      <a16:creationId xmlns:a16="http://schemas.microsoft.com/office/drawing/2014/main" id="{ADAE6228-69AA-4F3F-894D-07212954A79F}"/>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92" name="Text Box 33">
                  <a:extLst>
                    <a:ext uri="{FF2B5EF4-FFF2-40B4-BE49-F238E27FC236}">
                      <a16:creationId xmlns:a16="http://schemas.microsoft.com/office/drawing/2014/main" id="{BD53440B-ECC4-4832-9EBF-F3F373E9DF41}"/>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70928" name="Group 35">
                <a:extLst>
                  <a:ext uri="{FF2B5EF4-FFF2-40B4-BE49-F238E27FC236}">
                    <a16:creationId xmlns:a16="http://schemas.microsoft.com/office/drawing/2014/main" id="{0F102F9C-2BA3-405C-9281-CECC37EF6D2E}"/>
                  </a:ext>
                </a:extLst>
              </p:cNvPr>
              <p:cNvGrpSpPr>
                <a:grpSpLocks/>
              </p:cNvGrpSpPr>
              <p:nvPr/>
            </p:nvGrpSpPr>
            <p:grpSpPr bwMode="auto">
              <a:xfrm>
                <a:off x="1730" y="1684"/>
                <a:ext cx="211" cy="157"/>
                <a:chOff x="857" y="1909"/>
                <a:chExt cx="211" cy="157"/>
              </a:xfrm>
            </p:grpSpPr>
            <p:sp>
              <p:nvSpPr>
                <p:cNvPr id="17689" name="Text Box 36">
                  <a:extLst>
                    <a:ext uri="{FF2B5EF4-FFF2-40B4-BE49-F238E27FC236}">
                      <a16:creationId xmlns:a16="http://schemas.microsoft.com/office/drawing/2014/main" id="{C2A7BE69-CCCA-45F8-BE83-75D526CF5C2C}"/>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90" name="Text Box 37">
                  <a:extLst>
                    <a:ext uri="{FF2B5EF4-FFF2-40B4-BE49-F238E27FC236}">
                      <a16:creationId xmlns:a16="http://schemas.microsoft.com/office/drawing/2014/main" id="{9695B17F-A477-4FC0-9D52-BC423F22AB99}"/>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70929" name="Group 38">
                <a:extLst>
                  <a:ext uri="{FF2B5EF4-FFF2-40B4-BE49-F238E27FC236}">
                    <a16:creationId xmlns:a16="http://schemas.microsoft.com/office/drawing/2014/main" id="{12E780DA-90B3-46D8-BF98-C3144FFE6331}"/>
                  </a:ext>
                </a:extLst>
              </p:cNvPr>
              <p:cNvGrpSpPr>
                <a:grpSpLocks/>
              </p:cNvGrpSpPr>
              <p:nvPr/>
            </p:nvGrpSpPr>
            <p:grpSpPr bwMode="auto">
              <a:xfrm>
                <a:off x="1808" y="1684"/>
                <a:ext cx="211" cy="157"/>
                <a:chOff x="857" y="1909"/>
                <a:chExt cx="211" cy="157"/>
              </a:xfrm>
            </p:grpSpPr>
            <p:sp>
              <p:nvSpPr>
                <p:cNvPr id="17687" name="Text Box 39">
                  <a:extLst>
                    <a:ext uri="{FF2B5EF4-FFF2-40B4-BE49-F238E27FC236}">
                      <a16:creationId xmlns:a16="http://schemas.microsoft.com/office/drawing/2014/main" id="{EC7E69B9-D4A4-4F06-A3E4-EAA8846C69B2}"/>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88" name="Text Box 40">
                  <a:extLst>
                    <a:ext uri="{FF2B5EF4-FFF2-40B4-BE49-F238E27FC236}">
                      <a16:creationId xmlns:a16="http://schemas.microsoft.com/office/drawing/2014/main" id="{D0A39DE7-957F-45DF-91E7-A8AD9734AE65}"/>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70930" name="Group 41">
                <a:extLst>
                  <a:ext uri="{FF2B5EF4-FFF2-40B4-BE49-F238E27FC236}">
                    <a16:creationId xmlns:a16="http://schemas.microsoft.com/office/drawing/2014/main" id="{6D69517D-B118-4C72-B554-6AD04F579B1E}"/>
                  </a:ext>
                </a:extLst>
              </p:cNvPr>
              <p:cNvGrpSpPr>
                <a:grpSpLocks/>
              </p:cNvGrpSpPr>
              <p:nvPr/>
            </p:nvGrpSpPr>
            <p:grpSpPr bwMode="auto">
              <a:xfrm>
                <a:off x="1892" y="1681"/>
                <a:ext cx="211" cy="157"/>
                <a:chOff x="857" y="1909"/>
                <a:chExt cx="211" cy="157"/>
              </a:xfrm>
            </p:grpSpPr>
            <p:sp>
              <p:nvSpPr>
                <p:cNvPr id="17685" name="Text Box 42">
                  <a:extLst>
                    <a:ext uri="{FF2B5EF4-FFF2-40B4-BE49-F238E27FC236}">
                      <a16:creationId xmlns:a16="http://schemas.microsoft.com/office/drawing/2014/main" id="{27389AE5-FC37-48EA-8547-7262092CF1F2}"/>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86" name="Text Box 43">
                  <a:extLst>
                    <a:ext uri="{FF2B5EF4-FFF2-40B4-BE49-F238E27FC236}">
                      <a16:creationId xmlns:a16="http://schemas.microsoft.com/office/drawing/2014/main" id="{23487596-ACD5-4C7D-B7B9-B04EFA003DAC}"/>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grpSp>
      <p:sp>
        <p:nvSpPr>
          <p:cNvPr id="17418" name="Oval 74">
            <a:extLst>
              <a:ext uri="{FF2B5EF4-FFF2-40B4-BE49-F238E27FC236}">
                <a16:creationId xmlns:a16="http://schemas.microsoft.com/office/drawing/2014/main" id="{E201B4F5-219F-4DB7-869F-EFAEB78CBBDB}"/>
              </a:ext>
            </a:extLst>
          </p:cNvPr>
          <p:cNvSpPr>
            <a:spLocks noChangeArrowheads="1"/>
          </p:cNvSpPr>
          <p:nvPr/>
        </p:nvSpPr>
        <p:spPr bwMode="auto">
          <a:xfrm>
            <a:off x="4672013" y="1855788"/>
            <a:ext cx="419100" cy="42386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419" name="Text Box 75">
            <a:extLst>
              <a:ext uri="{FF2B5EF4-FFF2-40B4-BE49-F238E27FC236}">
                <a16:creationId xmlns:a16="http://schemas.microsoft.com/office/drawing/2014/main" id="{46CA4D48-EB08-4790-98DA-41BC5DCF7233}"/>
              </a:ext>
            </a:extLst>
          </p:cNvPr>
          <p:cNvSpPr txBox="1">
            <a:spLocks noChangeArrowheads="1"/>
          </p:cNvSpPr>
          <p:nvPr/>
        </p:nvSpPr>
        <p:spPr bwMode="auto">
          <a:xfrm>
            <a:off x="4298950" y="1444625"/>
            <a:ext cx="11969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latin typeface="Arial" charset="0"/>
                <a:cs typeface="Arial" charset="0"/>
              </a:rPr>
              <a:t>Z</a:t>
            </a:r>
            <a:r>
              <a:rPr lang="en-US" baseline="-25000" dirty="0">
                <a:latin typeface="Arial" charset="0"/>
                <a:cs typeface="Arial" charset="0"/>
              </a:rPr>
              <a:t>i,m</a:t>
            </a:r>
            <a:r>
              <a:rPr lang="en-US" dirty="0">
                <a:latin typeface="Arial" charset="0"/>
                <a:cs typeface="Arial" charset="0"/>
              </a:rPr>
              <a:t>= d</a:t>
            </a:r>
            <a:r>
              <a:rPr lang="en-US" baseline="-25000" dirty="0">
                <a:latin typeface="Arial" charset="0"/>
                <a:cs typeface="Arial" charset="0"/>
              </a:rPr>
              <a:t>i</a:t>
            </a:r>
            <a:r>
              <a:rPr lang="en-US" sz="2400" baseline="30000" dirty="0">
                <a:latin typeface="Arial" charset="0"/>
                <a:cs typeface="Arial" charset="0"/>
              </a:rPr>
              <a:t>.</a:t>
            </a:r>
            <a:r>
              <a:rPr lang="en-US" dirty="0">
                <a:latin typeface="Arial" charset="0"/>
                <a:cs typeface="Arial" charset="0"/>
              </a:rPr>
              <a:t>c</a:t>
            </a:r>
            <a:r>
              <a:rPr lang="en-US" baseline="-25000" dirty="0">
                <a:latin typeface="Arial" charset="0"/>
                <a:cs typeface="Arial" charset="0"/>
              </a:rPr>
              <a:t>m</a:t>
            </a:r>
          </a:p>
        </p:txBody>
      </p:sp>
      <p:sp>
        <p:nvSpPr>
          <p:cNvPr id="17420" name="Line 72">
            <a:extLst>
              <a:ext uri="{FF2B5EF4-FFF2-40B4-BE49-F238E27FC236}">
                <a16:creationId xmlns:a16="http://schemas.microsoft.com/office/drawing/2014/main" id="{84F08205-0C86-4DBF-97FC-C74CE28B6A4B}"/>
              </a:ext>
            </a:extLst>
          </p:cNvPr>
          <p:cNvSpPr>
            <a:spLocks noChangeShapeType="1"/>
          </p:cNvSpPr>
          <p:nvPr/>
        </p:nvSpPr>
        <p:spPr bwMode="auto">
          <a:xfrm>
            <a:off x="4319588" y="1985963"/>
            <a:ext cx="319087" cy="47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21" name="Line 73">
            <a:extLst>
              <a:ext uri="{FF2B5EF4-FFF2-40B4-BE49-F238E27FC236}">
                <a16:creationId xmlns:a16="http://schemas.microsoft.com/office/drawing/2014/main" id="{193DBDAB-3255-48C7-9E34-660B5C49AB3C}"/>
              </a:ext>
            </a:extLst>
          </p:cNvPr>
          <p:cNvSpPr>
            <a:spLocks noChangeShapeType="1"/>
          </p:cNvSpPr>
          <p:nvPr/>
        </p:nvSpPr>
        <p:spPr bwMode="auto">
          <a:xfrm flipV="1">
            <a:off x="4333875" y="2251075"/>
            <a:ext cx="403225" cy="43021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nvGrpSpPr>
          <p:cNvPr id="404629" name="Group 149">
            <a:extLst>
              <a:ext uri="{FF2B5EF4-FFF2-40B4-BE49-F238E27FC236}">
                <a16:creationId xmlns:a16="http://schemas.microsoft.com/office/drawing/2014/main" id="{119901BE-3D52-4F5C-9553-92277A1ECF01}"/>
              </a:ext>
            </a:extLst>
          </p:cNvPr>
          <p:cNvGrpSpPr>
            <a:grpSpLocks/>
          </p:cNvGrpSpPr>
          <p:nvPr/>
        </p:nvGrpSpPr>
        <p:grpSpPr bwMode="auto">
          <a:xfrm>
            <a:off x="3141663" y="1695450"/>
            <a:ext cx="1254125" cy="1236663"/>
            <a:chOff x="1979" y="1068"/>
            <a:chExt cx="790" cy="779"/>
          </a:xfrm>
        </p:grpSpPr>
        <p:sp>
          <p:nvSpPr>
            <p:cNvPr id="17640" name="Rectangle 13">
              <a:extLst>
                <a:ext uri="{FF2B5EF4-FFF2-40B4-BE49-F238E27FC236}">
                  <a16:creationId xmlns:a16="http://schemas.microsoft.com/office/drawing/2014/main" id="{1F27183F-6B92-4840-8AF2-BC71991F7286}"/>
                </a:ext>
              </a:extLst>
            </p:cNvPr>
            <p:cNvSpPr>
              <a:spLocks noChangeArrowheads="1"/>
            </p:cNvSpPr>
            <p:nvPr/>
          </p:nvSpPr>
          <p:spPr bwMode="auto">
            <a:xfrm>
              <a:off x="2028" y="1092"/>
              <a:ext cx="669" cy="13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41" name="Text Box 16">
              <a:extLst>
                <a:ext uri="{FF2B5EF4-FFF2-40B4-BE49-F238E27FC236}">
                  <a16:creationId xmlns:a16="http://schemas.microsoft.com/office/drawing/2014/main" id="{839F5B89-4EF1-4052-911A-FEF3359AEB95}"/>
                </a:ext>
              </a:extLst>
            </p:cNvPr>
            <p:cNvSpPr txBox="1">
              <a:spLocks noChangeArrowheads="1"/>
            </p:cNvSpPr>
            <p:nvPr/>
          </p:nvSpPr>
          <p:spPr bwMode="auto">
            <a:xfrm>
              <a:off x="2186" y="1068"/>
              <a:ext cx="36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200" dirty="0">
                  <a:latin typeface="Arial" charset="0"/>
                  <a:cs typeface="Arial" charset="0"/>
                </a:rPr>
                <a:t>d</a:t>
              </a:r>
              <a:r>
                <a:rPr lang="en-US" sz="1200" baseline="-25000" dirty="0">
                  <a:latin typeface="Arial" charset="0"/>
                  <a:cs typeface="Arial" charset="0"/>
                </a:rPr>
                <a:t>0</a:t>
              </a:r>
              <a:r>
                <a:rPr lang="en-US" sz="1200" dirty="0">
                  <a:latin typeface="Arial" charset="0"/>
                  <a:cs typeface="Arial" charset="0"/>
                </a:rPr>
                <a:t> = 1</a:t>
              </a:r>
            </a:p>
          </p:txBody>
        </p:sp>
        <p:grpSp>
          <p:nvGrpSpPr>
            <p:cNvPr id="70888" name="Group 45">
              <a:extLst>
                <a:ext uri="{FF2B5EF4-FFF2-40B4-BE49-F238E27FC236}">
                  <a16:creationId xmlns:a16="http://schemas.microsoft.com/office/drawing/2014/main" id="{BE27F39A-A0F7-4480-A419-12F329750949}"/>
                </a:ext>
              </a:extLst>
            </p:cNvPr>
            <p:cNvGrpSpPr>
              <a:grpSpLocks/>
            </p:cNvGrpSpPr>
            <p:nvPr/>
          </p:nvGrpSpPr>
          <p:grpSpPr bwMode="auto">
            <a:xfrm>
              <a:off x="1979" y="1540"/>
              <a:ext cx="790" cy="307"/>
              <a:chOff x="1313" y="1534"/>
              <a:chExt cx="790" cy="307"/>
            </a:xfrm>
          </p:grpSpPr>
          <p:sp>
            <p:nvSpPr>
              <p:cNvPr id="17643" name="Text Box 46">
                <a:extLst>
                  <a:ext uri="{FF2B5EF4-FFF2-40B4-BE49-F238E27FC236}">
                    <a16:creationId xmlns:a16="http://schemas.microsoft.com/office/drawing/2014/main" id="{7E0C56E2-A243-454D-AA60-DA17255404C0}"/>
                  </a:ext>
                </a:extLst>
              </p:cNvPr>
              <p:cNvSpPr txBox="1">
                <a:spLocks noChangeArrowheads="1"/>
              </p:cNvSpPr>
              <p:nvPr/>
            </p:nvSpPr>
            <p:spPr bwMode="auto">
              <a:xfrm>
                <a:off x="1313"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70890" name="Group 47">
                <a:extLst>
                  <a:ext uri="{FF2B5EF4-FFF2-40B4-BE49-F238E27FC236}">
                    <a16:creationId xmlns:a16="http://schemas.microsoft.com/office/drawing/2014/main" id="{E7024D56-D102-438D-A121-8653FE513FD5}"/>
                  </a:ext>
                </a:extLst>
              </p:cNvPr>
              <p:cNvGrpSpPr>
                <a:grpSpLocks/>
              </p:cNvGrpSpPr>
              <p:nvPr/>
            </p:nvGrpSpPr>
            <p:grpSpPr bwMode="auto">
              <a:xfrm>
                <a:off x="1353" y="1539"/>
                <a:ext cx="258" cy="147"/>
                <a:chOff x="1353" y="1539"/>
                <a:chExt cx="258" cy="144"/>
              </a:xfrm>
            </p:grpSpPr>
            <p:sp>
              <p:nvSpPr>
                <p:cNvPr id="17666" name="Rectangle 48">
                  <a:extLst>
                    <a:ext uri="{FF2B5EF4-FFF2-40B4-BE49-F238E27FC236}">
                      <a16:creationId xmlns:a16="http://schemas.microsoft.com/office/drawing/2014/main" id="{4031B31F-C053-458C-B656-33D9A3C87B37}"/>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67" name="Line 49">
                  <a:extLst>
                    <a:ext uri="{FF2B5EF4-FFF2-40B4-BE49-F238E27FC236}">
                      <a16:creationId xmlns:a16="http://schemas.microsoft.com/office/drawing/2014/main" id="{E6F0505E-2F63-43D8-BFB5-B8535590CFFF}"/>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668" name="Line 50">
                  <a:extLst>
                    <a:ext uri="{FF2B5EF4-FFF2-40B4-BE49-F238E27FC236}">
                      <a16:creationId xmlns:a16="http://schemas.microsoft.com/office/drawing/2014/main" id="{3A9BE461-FF59-48E3-B91D-C825E354E89A}"/>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grpSp>
            <p:nvGrpSpPr>
              <p:cNvPr id="70891" name="Group 51">
                <a:extLst>
                  <a:ext uri="{FF2B5EF4-FFF2-40B4-BE49-F238E27FC236}">
                    <a16:creationId xmlns:a16="http://schemas.microsoft.com/office/drawing/2014/main" id="{84DD8CDB-3333-467B-8BEF-19193D8A8990}"/>
                  </a:ext>
                </a:extLst>
              </p:cNvPr>
              <p:cNvGrpSpPr>
                <a:grpSpLocks/>
              </p:cNvGrpSpPr>
              <p:nvPr/>
            </p:nvGrpSpPr>
            <p:grpSpPr bwMode="auto">
              <a:xfrm>
                <a:off x="1773" y="1686"/>
                <a:ext cx="258" cy="144"/>
                <a:chOff x="1353" y="1539"/>
                <a:chExt cx="258" cy="144"/>
              </a:xfrm>
            </p:grpSpPr>
            <p:sp>
              <p:nvSpPr>
                <p:cNvPr id="17663" name="Rectangle 52">
                  <a:extLst>
                    <a:ext uri="{FF2B5EF4-FFF2-40B4-BE49-F238E27FC236}">
                      <a16:creationId xmlns:a16="http://schemas.microsoft.com/office/drawing/2014/main" id="{0FC39BDC-7393-416A-BBD9-16C470E047DD}"/>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64" name="Line 53">
                  <a:extLst>
                    <a:ext uri="{FF2B5EF4-FFF2-40B4-BE49-F238E27FC236}">
                      <a16:creationId xmlns:a16="http://schemas.microsoft.com/office/drawing/2014/main" id="{EB9ACD71-A48A-4E33-A5E3-3CEC87189AFF}"/>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665" name="Line 54">
                  <a:extLst>
                    <a:ext uri="{FF2B5EF4-FFF2-40B4-BE49-F238E27FC236}">
                      <a16:creationId xmlns:a16="http://schemas.microsoft.com/office/drawing/2014/main" id="{715F612E-FEE1-46CF-B755-5C324884B6F6}"/>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sp>
            <p:nvSpPr>
              <p:cNvPr id="17646" name="Rectangle 55">
                <a:extLst>
                  <a:ext uri="{FF2B5EF4-FFF2-40B4-BE49-F238E27FC236}">
                    <a16:creationId xmlns:a16="http://schemas.microsoft.com/office/drawing/2014/main" id="{539C0268-8C82-407F-99FB-DD02AF4BFB47}"/>
                  </a:ext>
                </a:extLst>
              </p:cNvPr>
              <p:cNvSpPr>
                <a:spLocks noChangeArrowheads="1"/>
              </p:cNvSpPr>
              <p:nvPr/>
            </p:nvSpPr>
            <p:spPr bwMode="auto">
              <a:xfrm>
                <a:off x="1611" y="1686"/>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47" name="Rectangle 56">
                <a:extLst>
                  <a:ext uri="{FF2B5EF4-FFF2-40B4-BE49-F238E27FC236}">
                    <a16:creationId xmlns:a16="http://schemas.microsoft.com/office/drawing/2014/main" id="{F7296375-4139-4694-9190-D05431C96E8A}"/>
                  </a:ext>
                </a:extLst>
              </p:cNvPr>
              <p:cNvSpPr>
                <a:spLocks noChangeArrowheads="1"/>
              </p:cNvSpPr>
              <p:nvPr/>
            </p:nvSpPr>
            <p:spPr bwMode="auto">
              <a:xfrm>
                <a:off x="1692" y="1536"/>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48" name="Text Box 57">
                <a:extLst>
                  <a:ext uri="{FF2B5EF4-FFF2-40B4-BE49-F238E27FC236}">
                    <a16:creationId xmlns:a16="http://schemas.microsoft.com/office/drawing/2014/main" id="{B51DB029-A8F1-49B0-94D4-D0A80CA40999}"/>
                  </a:ext>
                </a:extLst>
              </p:cNvPr>
              <p:cNvSpPr txBox="1">
                <a:spLocks noChangeArrowheads="1"/>
              </p:cNvSpPr>
              <p:nvPr/>
            </p:nvSpPr>
            <p:spPr bwMode="auto">
              <a:xfrm>
                <a:off x="1391"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49" name="Text Box 58">
                <a:extLst>
                  <a:ext uri="{FF2B5EF4-FFF2-40B4-BE49-F238E27FC236}">
                    <a16:creationId xmlns:a16="http://schemas.microsoft.com/office/drawing/2014/main" id="{FFEC0E5C-0E6B-4306-BBC8-646B9A6730C3}"/>
                  </a:ext>
                </a:extLst>
              </p:cNvPr>
              <p:cNvSpPr txBox="1">
                <a:spLocks noChangeArrowheads="1"/>
              </p:cNvSpPr>
              <p:nvPr/>
            </p:nvSpPr>
            <p:spPr bwMode="auto">
              <a:xfrm>
                <a:off x="1478"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50" name="Text Box 59">
                <a:extLst>
                  <a:ext uri="{FF2B5EF4-FFF2-40B4-BE49-F238E27FC236}">
                    <a16:creationId xmlns:a16="http://schemas.microsoft.com/office/drawing/2014/main" id="{27FC2A2C-86CE-4F25-BBDF-2DAA265A7BC2}"/>
                  </a:ext>
                </a:extLst>
              </p:cNvPr>
              <p:cNvSpPr txBox="1">
                <a:spLocks noChangeArrowheads="1"/>
              </p:cNvSpPr>
              <p:nvPr/>
            </p:nvSpPr>
            <p:spPr bwMode="auto">
              <a:xfrm>
                <a:off x="1652" y="1540"/>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70897" name="Group 60">
                <a:extLst>
                  <a:ext uri="{FF2B5EF4-FFF2-40B4-BE49-F238E27FC236}">
                    <a16:creationId xmlns:a16="http://schemas.microsoft.com/office/drawing/2014/main" id="{0AF60599-597A-493C-944F-94C21C96E540}"/>
                  </a:ext>
                </a:extLst>
              </p:cNvPr>
              <p:cNvGrpSpPr>
                <a:grpSpLocks/>
              </p:cNvGrpSpPr>
              <p:nvPr/>
            </p:nvGrpSpPr>
            <p:grpSpPr bwMode="auto">
              <a:xfrm>
                <a:off x="1565" y="1684"/>
                <a:ext cx="211" cy="157"/>
                <a:chOff x="857" y="1909"/>
                <a:chExt cx="211" cy="157"/>
              </a:xfrm>
            </p:grpSpPr>
            <p:sp>
              <p:nvSpPr>
                <p:cNvPr id="17661" name="Text Box 61">
                  <a:extLst>
                    <a:ext uri="{FF2B5EF4-FFF2-40B4-BE49-F238E27FC236}">
                      <a16:creationId xmlns:a16="http://schemas.microsoft.com/office/drawing/2014/main" id="{5640073A-53C0-43DC-9B34-BC019C73AE57}"/>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62" name="Text Box 62">
                  <a:extLst>
                    <a:ext uri="{FF2B5EF4-FFF2-40B4-BE49-F238E27FC236}">
                      <a16:creationId xmlns:a16="http://schemas.microsoft.com/office/drawing/2014/main" id="{01579486-1360-4F8E-A171-CA70C8E78E0C}"/>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70898" name="Group 63">
                <a:extLst>
                  <a:ext uri="{FF2B5EF4-FFF2-40B4-BE49-F238E27FC236}">
                    <a16:creationId xmlns:a16="http://schemas.microsoft.com/office/drawing/2014/main" id="{96288B3F-8DD4-4F89-9B2D-EC6A9D9AF4B0}"/>
                  </a:ext>
                </a:extLst>
              </p:cNvPr>
              <p:cNvGrpSpPr>
                <a:grpSpLocks/>
              </p:cNvGrpSpPr>
              <p:nvPr/>
            </p:nvGrpSpPr>
            <p:grpSpPr bwMode="auto">
              <a:xfrm>
                <a:off x="1730" y="1684"/>
                <a:ext cx="211" cy="157"/>
                <a:chOff x="857" y="1909"/>
                <a:chExt cx="211" cy="157"/>
              </a:xfrm>
            </p:grpSpPr>
            <p:sp>
              <p:nvSpPr>
                <p:cNvPr id="17659" name="Text Box 64">
                  <a:extLst>
                    <a:ext uri="{FF2B5EF4-FFF2-40B4-BE49-F238E27FC236}">
                      <a16:creationId xmlns:a16="http://schemas.microsoft.com/office/drawing/2014/main" id="{776F104B-44BC-48D2-A922-C092EDC1F60B}"/>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60" name="Text Box 65">
                  <a:extLst>
                    <a:ext uri="{FF2B5EF4-FFF2-40B4-BE49-F238E27FC236}">
                      <a16:creationId xmlns:a16="http://schemas.microsoft.com/office/drawing/2014/main" id="{2C05321B-FDAA-4BBC-8C91-A8ACDF1154EF}"/>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70899" name="Group 66">
                <a:extLst>
                  <a:ext uri="{FF2B5EF4-FFF2-40B4-BE49-F238E27FC236}">
                    <a16:creationId xmlns:a16="http://schemas.microsoft.com/office/drawing/2014/main" id="{077B152F-9A81-4806-A8B4-CED37CB2501C}"/>
                  </a:ext>
                </a:extLst>
              </p:cNvPr>
              <p:cNvGrpSpPr>
                <a:grpSpLocks/>
              </p:cNvGrpSpPr>
              <p:nvPr/>
            </p:nvGrpSpPr>
            <p:grpSpPr bwMode="auto">
              <a:xfrm>
                <a:off x="1808" y="1684"/>
                <a:ext cx="211" cy="157"/>
                <a:chOff x="857" y="1909"/>
                <a:chExt cx="211" cy="157"/>
              </a:xfrm>
            </p:grpSpPr>
            <p:sp>
              <p:nvSpPr>
                <p:cNvPr id="17657" name="Text Box 67">
                  <a:extLst>
                    <a:ext uri="{FF2B5EF4-FFF2-40B4-BE49-F238E27FC236}">
                      <a16:creationId xmlns:a16="http://schemas.microsoft.com/office/drawing/2014/main" id="{C6D7387E-54DF-4286-927B-62106433449C}"/>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58" name="Text Box 68">
                  <a:extLst>
                    <a:ext uri="{FF2B5EF4-FFF2-40B4-BE49-F238E27FC236}">
                      <a16:creationId xmlns:a16="http://schemas.microsoft.com/office/drawing/2014/main" id="{71BB9CC4-696B-4271-9241-DB364B3887DA}"/>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70900" name="Group 69">
                <a:extLst>
                  <a:ext uri="{FF2B5EF4-FFF2-40B4-BE49-F238E27FC236}">
                    <a16:creationId xmlns:a16="http://schemas.microsoft.com/office/drawing/2014/main" id="{2BD66CCB-23D2-4BC3-8BD8-6E9784A184ED}"/>
                  </a:ext>
                </a:extLst>
              </p:cNvPr>
              <p:cNvGrpSpPr>
                <a:grpSpLocks/>
              </p:cNvGrpSpPr>
              <p:nvPr/>
            </p:nvGrpSpPr>
            <p:grpSpPr bwMode="auto">
              <a:xfrm>
                <a:off x="1892" y="1681"/>
                <a:ext cx="211" cy="157"/>
                <a:chOff x="857" y="1909"/>
                <a:chExt cx="211" cy="157"/>
              </a:xfrm>
            </p:grpSpPr>
            <p:sp>
              <p:nvSpPr>
                <p:cNvPr id="17655" name="Text Box 70">
                  <a:extLst>
                    <a:ext uri="{FF2B5EF4-FFF2-40B4-BE49-F238E27FC236}">
                      <a16:creationId xmlns:a16="http://schemas.microsoft.com/office/drawing/2014/main" id="{8EB9859D-DDB5-450B-97FD-77424CAA5012}"/>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56" name="Text Box 71">
                  <a:extLst>
                    <a:ext uri="{FF2B5EF4-FFF2-40B4-BE49-F238E27FC236}">
                      <a16:creationId xmlns:a16="http://schemas.microsoft.com/office/drawing/2014/main" id="{359E0C7A-72BC-4F04-8F1D-869A9CADEF51}"/>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grpSp>
      <p:grpSp>
        <p:nvGrpSpPr>
          <p:cNvPr id="404556" name="Group 76">
            <a:extLst>
              <a:ext uri="{FF2B5EF4-FFF2-40B4-BE49-F238E27FC236}">
                <a16:creationId xmlns:a16="http://schemas.microsoft.com/office/drawing/2014/main" id="{BF370557-99EC-4D49-B7E5-DE5CACADB40E}"/>
              </a:ext>
            </a:extLst>
          </p:cNvPr>
          <p:cNvGrpSpPr>
            <a:grpSpLocks/>
          </p:cNvGrpSpPr>
          <p:nvPr/>
        </p:nvGrpSpPr>
        <p:grpSpPr bwMode="auto">
          <a:xfrm>
            <a:off x="6461125" y="1830388"/>
            <a:ext cx="1254125" cy="487362"/>
            <a:chOff x="1313" y="1534"/>
            <a:chExt cx="790" cy="307"/>
          </a:xfrm>
        </p:grpSpPr>
        <p:sp>
          <p:nvSpPr>
            <p:cNvPr id="17614" name="Text Box 77">
              <a:extLst>
                <a:ext uri="{FF2B5EF4-FFF2-40B4-BE49-F238E27FC236}">
                  <a16:creationId xmlns:a16="http://schemas.microsoft.com/office/drawing/2014/main" id="{7438F335-4013-44A6-A2E4-8DCF46999BC9}"/>
                </a:ext>
              </a:extLst>
            </p:cNvPr>
            <p:cNvSpPr txBox="1">
              <a:spLocks noChangeArrowheads="1"/>
            </p:cNvSpPr>
            <p:nvPr/>
          </p:nvSpPr>
          <p:spPr bwMode="auto">
            <a:xfrm>
              <a:off x="1313"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70861" name="Group 78">
              <a:extLst>
                <a:ext uri="{FF2B5EF4-FFF2-40B4-BE49-F238E27FC236}">
                  <a16:creationId xmlns:a16="http://schemas.microsoft.com/office/drawing/2014/main" id="{9E7F7F56-F7A9-4204-8AA6-EA3985FC44B5}"/>
                </a:ext>
              </a:extLst>
            </p:cNvPr>
            <p:cNvGrpSpPr>
              <a:grpSpLocks/>
            </p:cNvGrpSpPr>
            <p:nvPr/>
          </p:nvGrpSpPr>
          <p:grpSpPr bwMode="auto">
            <a:xfrm>
              <a:off x="1353" y="1539"/>
              <a:ext cx="258" cy="147"/>
              <a:chOff x="1353" y="1539"/>
              <a:chExt cx="258" cy="144"/>
            </a:xfrm>
          </p:grpSpPr>
          <p:sp>
            <p:nvSpPr>
              <p:cNvPr id="17637" name="Rectangle 79">
                <a:extLst>
                  <a:ext uri="{FF2B5EF4-FFF2-40B4-BE49-F238E27FC236}">
                    <a16:creationId xmlns:a16="http://schemas.microsoft.com/office/drawing/2014/main" id="{610E604D-86F6-46F7-94E7-28268811F9D7}"/>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38" name="Line 80">
                <a:extLst>
                  <a:ext uri="{FF2B5EF4-FFF2-40B4-BE49-F238E27FC236}">
                    <a16:creationId xmlns:a16="http://schemas.microsoft.com/office/drawing/2014/main" id="{EEB1B50C-450F-4663-9999-5978F586C1DF}"/>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639" name="Line 81">
                <a:extLst>
                  <a:ext uri="{FF2B5EF4-FFF2-40B4-BE49-F238E27FC236}">
                    <a16:creationId xmlns:a16="http://schemas.microsoft.com/office/drawing/2014/main" id="{837F6830-E9A4-4AE6-A7BC-2CC7AA884674}"/>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grpSp>
          <p:nvGrpSpPr>
            <p:cNvPr id="70862" name="Group 82">
              <a:extLst>
                <a:ext uri="{FF2B5EF4-FFF2-40B4-BE49-F238E27FC236}">
                  <a16:creationId xmlns:a16="http://schemas.microsoft.com/office/drawing/2014/main" id="{DA617CE1-4F24-4587-BD64-AAE91F6B4D22}"/>
                </a:ext>
              </a:extLst>
            </p:cNvPr>
            <p:cNvGrpSpPr>
              <a:grpSpLocks/>
            </p:cNvGrpSpPr>
            <p:nvPr/>
          </p:nvGrpSpPr>
          <p:grpSpPr bwMode="auto">
            <a:xfrm>
              <a:off x="1773" y="1686"/>
              <a:ext cx="258" cy="144"/>
              <a:chOff x="1353" y="1539"/>
              <a:chExt cx="258" cy="144"/>
            </a:xfrm>
          </p:grpSpPr>
          <p:sp>
            <p:nvSpPr>
              <p:cNvPr id="17634" name="Rectangle 83">
                <a:extLst>
                  <a:ext uri="{FF2B5EF4-FFF2-40B4-BE49-F238E27FC236}">
                    <a16:creationId xmlns:a16="http://schemas.microsoft.com/office/drawing/2014/main" id="{5A62BE18-13B4-41AB-9202-56F569AE0A99}"/>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35" name="Line 84">
                <a:extLst>
                  <a:ext uri="{FF2B5EF4-FFF2-40B4-BE49-F238E27FC236}">
                    <a16:creationId xmlns:a16="http://schemas.microsoft.com/office/drawing/2014/main" id="{BC36F4D1-F3F0-4839-A72F-676F4B9D3DC8}"/>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636" name="Line 85">
                <a:extLst>
                  <a:ext uri="{FF2B5EF4-FFF2-40B4-BE49-F238E27FC236}">
                    <a16:creationId xmlns:a16="http://schemas.microsoft.com/office/drawing/2014/main" id="{13E8B38E-030C-4FAE-82A6-A56BEE758C02}"/>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sp>
          <p:nvSpPr>
            <p:cNvPr id="17617" name="Rectangle 86">
              <a:extLst>
                <a:ext uri="{FF2B5EF4-FFF2-40B4-BE49-F238E27FC236}">
                  <a16:creationId xmlns:a16="http://schemas.microsoft.com/office/drawing/2014/main" id="{B404BEF5-7B55-4B03-BE6C-8023FBFFC694}"/>
                </a:ext>
              </a:extLst>
            </p:cNvPr>
            <p:cNvSpPr>
              <a:spLocks noChangeArrowheads="1"/>
            </p:cNvSpPr>
            <p:nvPr/>
          </p:nvSpPr>
          <p:spPr bwMode="auto">
            <a:xfrm>
              <a:off x="1611" y="1686"/>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18" name="Rectangle 87">
              <a:extLst>
                <a:ext uri="{FF2B5EF4-FFF2-40B4-BE49-F238E27FC236}">
                  <a16:creationId xmlns:a16="http://schemas.microsoft.com/office/drawing/2014/main" id="{496DC7F5-A2B7-44D3-9B16-C244D821B9C3}"/>
                </a:ext>
              </a:extLst>
            </p:cNvPr>
            <p:cNvSpPr>
              <a:spLocks noChangeArrowheads="1"/>
            </p:cNvSpPr>
            <p:nvPr/>
          </p:nvSpPr>
          <p:spPr bwMode="auto">
            <a:xfrm>
              <a:off x="1692" y="1536"/>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19" name="Text Box 88">
              <a:extLst>
                <a:ext uri="{FF2B5EF4-FFF2-40B4-BE49-F238E27FC236}">
                  <a16:creationId xmlns:a16="http://schemas.microsoft.com/office/drawing/2014/main" id="{C89CB85F-2F4D-43BC-9420-F5108F1D65D4}"/>
                </a:ext>
              </a:extLst>
            </p:cNvPr>
            <p:cNvSpPr txBox="1">
              <a:spLocks noChangeArrowheads="1"/>
            </p:cNvSpPr>
            <p:nvPr/>
          </p:nvSpPr>
          <p:spPr bwMode="auto">
            <a:xfrm>
              <a:off x="1391"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20" name="Text Box 89">
              <a:extLst>
                <a:ext uri="{FF2B5EF4-FFF2-40B4-BE49-F238E27FC236}">
                  <a16:creationId xmlns:a16="http://schemas.microsoft.com/office/drawing/2014/main" id="{0781C574-B998-45B9-B383-84F304386407}"/>
                </a:ext>
              </a:extLst>
            </p:cNvPr>
            <p:cNvSpPr txBox="1">
              <a:spLocks noChangeArrowheads="1"/>
            </p:cNvSpPr>
            <p:nvPr/>
          </p:nvSpPr>
          <p:spPr bwMode="auto">
            <a:xfrm>
              <a:off x="1478"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21" name="Text Box 90">
              <a:extLst>
                <a:ext uri="{FF2B5EF4-FFF2-40B4-BE49-F238E27FC236}">
                  <a16:creationId xmlns:a16="http://schemas.microsoft.com/office/drawing/2014/main" id="{A6E4A6AE-B1B7-4655-826E-42AB857F4425}"/>
                </a:ext>
              </a:extLst>
            </p:cNvPr>
            <p:cNvSpPr txBox="1">
              <a:spLocks noChangeArrowheads="1"/>
            </p:cNvSpPr>
            <p:nvPr/>
          </p:nvSpPr>
          <p:spPr bwMode="auto">
            <a:xfrm>
              <a:off x="1652" y="1540"/>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70868" name="Group 91">
              <a:extLst>
                <a:ext uri="{FF2B5EF4-FFF2-40B4-BE49-F238E27FC236}">
                  <a16:creationId xmlns:a16="http://schemas.microsoft.com/office/drawing/2014/main" id="{2FADC66A-8652-4801-B62B-C4B3CE8EFC0F}"/>
                </a:ext>
              </a:extLst>
            </p:cNvPr>
            <p:cNvGrpSpPr>
              <a:grpSpLocks/>
            </p:cNvGrpSpPr>
            <p:nvPr/>
          </p:nvGrpSpPr>
          <p:grpSpPr bwMode="auto">
            <a:xfrm>
              <a:off x="1565" y="1684"/>
              <a:ext cx="211" cy="157"/>
              <a:chOff x="857" y="1909"/>
              <a:chExt cx="211" cy="157"/>
            </a:xfrm>
          </p:grpSpPr>
          <p:sp>
            <p:nvSpPr>
              <p:cNvPr id="17632" name="Text Box 92">
                <a:extLst>
                  <a:ext uri="{FF2B5EF4-FFF2-40B4-BE49-F238E27FC236}">
                    <a16:creationId xmlns:a16="http://schemas.microsoft.com/office/drawing/2014/main" id="{32CE939D-8915-47F3-A15C-8D9B24644016}"/>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33" name="Text Box 93">
                <a:extLst>
                  <a:ext uri="{FF2B5EF4-FFF2-40B4-BE49-F238E27FC236}">
                    <a16:creationId xmlns:a16="http://schemas.microsoft.com/office/drawing/2014/main" id="{190197CD-03A9-436B-9B5D-9FFC7505F4FA}"/>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70869" name="Group 94">
              <a:extLst>
                <a:ext uri="{FF2B5EF4-FFF2-40B4-BE49-F238E27FC236}">
                  <a16:creationId xmlns:a16="http://schemas.microsoft.com/office/drawing/2014/main" id="{DF77A2C5-4A3B-41B5-81C4-24E8592B70D6}"/>
                </a:ext>
              </a:extLst>
            </p:cNvPr>
            <p:cNvGrpSpPr>
              <a:grpSpLocks/>
            </p:cNvGrpSpPr>
            <p:nvPr/>
          </p:nvGrpSpPr>
          <p:grpSpPr bwMode="auto">
            <a:xfrm>
              <a:off x="1730" y="1684"/>
              <a:ext cx="211" cy="157"/>
              <a:chOff x="857" y="1909"/>
              <a:chExt cx="211" cy="157"/>
            </a:xfrm>
          </p:grpSpPr>
          <p:sp>
            <p:nvSpPr>
              <p:cNvPr id="17630" name="Text Box 95">
                <a:extLst>
                  <a:ext uri="{FF2B5EF4-FFF2-40B4-BE49-F238E27FC236}">
                    <a16:creationId xmlns:a16="http://schemas.microsoft.com/office/drawing/2014/main" id="{8B1C5F78-35F1-4E54-BF31-71C4BAC8217D}"/>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31" name="Text Box 96">
                <a:extLst>
                  <a:ext uri="{FF2B5EF4-FFF2-40B4-BE49-F238E27FC236}">
                    <a16:creationId xmlns:a16="http://schemas.microsoft.com/office/drawing/2014/main" id="{7A782BBD-1057-4D6F-BCF8-AEAC20AA8A60}"/>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70870" name="Group 97">
              <a:extLst>
                <a:ext uri="{FF2B5EF4-FFF2-40B4-BE49-F238E27FC236}">
                  <a16:creationId xmlns:a16="http://schemas.microsoft.com/office/drawing/2014/main" id="{A4AAFAA2-97A0-430C-8C78-AD500E619106}"/>
                </a:ext>
              </a:extLst>
            </p:cNvPr>
            <p:cNvGrpSpPr>
              <a:grpSpLocks/>
            </p:cNvGrpSpPr>
            <p:nvPr/>
          </p:nvGrpSpPr>
          <p:grpSpPr bwMode="auto">
            <a:xfrm>
              <a:off x="1808" y="1684"/>
              <a:ext cx="211" cy="157"/>
              <a:chOff x="857" y="1909"/>
              <a:chExt cx="211" cy="157"/>
            </a:xfrm>
          </p:grpSpPr>
          <p:sp>
            <p:nvSpPr>
              <p:cNvPr id="17628" name="Text Box 98">
                <a:extLst>
                  <a:ext uri="{FF2B5EF4-FFF2-40B4-BE49-F238E27FC236}">
                    <a16:creationId xmlns:a16="http://schemas.microsoft.com/office/drawing/2014/main" id="{E185EAA5-1E88-42BF-8451-704325C4D68A}"/>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29" name="Text Box 99">
                <a:extLst>
                  <a:ext uri="{FF2B5EF4-FFF2-40B4-BE49-F238E27FC236}">
                    <a16:creationId xmlns:a16="http://schemas.microsoft.com/office/drawing/2014/main" id="{520AA667-3B3E-4C8E-BF82-0B4BA3329CC8}"/>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70871" name="Group 100">
              <a:extLst>
                <a:ext uri="{FF2B5EF4-FFF2-40B4-BE49-F238E27FC236}">
                  <a16:creationId xmlns:a16="http://schemas.microsoft.com/office/drawing/2014/main" id="{DE29B57C-2090-4FC6-B55A-D249D4A38346}"/>
                </a:ext>
              </a:extLst>
            </p:cNvPr>
            <p:cNvGrpSpPr>
              <a:grpSpLocks/>
            </p:cNvGrpSpPr>
            <p:nvPr/>
          </p:nvGrpSpPr>
          <p:grpSpPr bwMode="auto">
            <a:xfrm>
              <a:off x="1892" y="1681"/>
              <a:ext cx="211" cy="157"/>
              <a:chOff x="857" y="1909"/>
              <a:chExt cx="211" cy="157"/>
            </a:xfrm>
          </p:grpSpPr>
          <p:sp>
            <p:nvSpPr>
              <p:cNvPr id="17626" name="Text Box 101">
                <a:extLst>
                  <a:ext uri="{FF2B5EF4-FFF2-40B4-BE49-F238E27FC236}">
                    <a16:creationId xmlns:a16="http://schemas.microsoft.com/office/drawing/2014/main" id="{8AA19796-0CC1-4D10-A1E5-954F8E5C1BFA}"/>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27" name="Text Box 102">
                <a:extLst>
                  <a:ext uri="{FF2B5EF4-FFF2-40B4-BE49-F238E27FC236}">
                    <a16:creationId xmlns:a16="http://schemas.microsoft.com/office/drawing/2014/main" id="{FEB6DFFE-02A3-42E8-B6A4-907CC4C47968}"/>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grpSp>
        <p:nvGrpSpPr>
          <p:cNvPr id="404616" name="Group 136">
            <a:extLst>
              <a:ext uri="{FF2B5EF4-FFF2-40B4-BE49-F238E27FC236}">
                <a16:creationId xmlns:a16="http://schemas.microsoft.com/office/drawing/2014/main" id="{0B665743-0CAF-4816-88F7-BB274260661E}"/>
              </a:ext>
            </a:extLst>
          </p:cNvPr>
          <p:cNvGrpSpPr>
            <a:grpSpLocks/>
          </p:cNvGrpSpPr>
          <p:nvPr/>
        </p:nvGrpSpPr>
        <p:grpSpPr bwMode="auto">
          <a:xfrm>
            <a:off x="5360988" y="1830388"/>
            <a:ext cx="1249362" cy="487362"/>
            <a:chOff x="4928" y="1534"/>
            <a:chExt cx="787" cy="307"/>
          </a:xfrm>
        </p:grpSpPr>
        <p:grpSp>
          <p:nvGrpSpPr>
            <p:cNvPr id="70829" name="Group 134">
              <a:extLst>
                <a:ext uri="{FF2B5EF4-FFF2-40B4-BE49-F238E27FC236}">
                  <a16:creationId xmlns:a16="http://schemas.microsoft.com/office/drawing/2014/main" id="{63018554-465A-46A6-9093-35E0D9CC9BA4}"/>
                </a:ext>
              </a:extLst>
            </p:cNvPr>
            <p:cNvGrpSpPr>
              <a:grpSpLocks/>
            </p:cNvGrpSpPr>
            <p:nvPr/>
          </p:nvGrpSpPr>
          <p:grpSpPr bwMode="auto">
            <a:xfrm>
              <a:off x="5354" y="1534"/>
              <a:ext cx="361" cy="154"/>
              <a:chOff x="5009" y="1132"/>
              <a:chExt cx="361" cy="154"/>
            </a:xfrm>
          </p:grpSpPr>
          <p:sp>
            <p:nvSpPr>
              <p:cNvPr id="17607" name="Text Box 104">
                <a:extLst>
                  <a:ext uri="{FF2B5EF4-FFF2-40B4-BE49-F238E27FC236}">
                    <a16:creationId xmlns:a16="http://schemas.microsoft.com/office/drawing/2014/main" id="{317A13F1-ED99-49A1-B7EC-1E4E06A348D7}"/>
                  </a:ext>
                </a:extLst>
              </p:cNvPr>
              <p:cNvSpPr txBox="1">
                <a:spLocks noChangeArrowheads="1"/>
              </p:cNvSpPr>
              <p:nvPr/>
            </p:nvSpPr>
            <p:spPr bwMode="auto">
              <a:xfrm>
                <a:off x="5009" y="113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70854" name="Group 105">
                <a:extLst>
                  <a:ext uri="{FF2B5EF4-FFF2-40B4-BE49-F238E27FC236}">
                    <a16:creationId xmlns:a16="http://schemas.microsoft.com/office/drawing/2014/main" id="{8BDAC19C-6676-44BB-85C3-8BAE2D9AD5B5}"/>
                  </a:ext>
                </a:extLst>
              </p:cNvPr>
              <p:cNvGrpSpPr>
                <a:grpSpLocks/>
              </p:cNvGrpSpPr>
              <p:nvPr/>
            </p:nvGrpSpPr>
            <p:grpSpPr bwMode="auto">
              <a:xfrm>
                <a:off x="5049" y="1137"/>
                <a:ext cx="258" cy="147"/>
                <a:chOff x="1353" y="1539"/>
                <a:chExt cx="258" cy="144"/>
              </a:xfrm>
            </p:grpSpPr>
            <p:sp>
              <p:nvSpPr>
                <p:cNvPr id="17611" name="Rectangle 106">
                  <a:extLst>
                    <a:ext uri="{FF2B5EF4-FFF2-40B4-BE49-F238E27FC236}">
                      <a16:creationId xmlns:a16="http://schemas.microsoft.com/office/drawing/2014/main" id="{4ACE02F7-7687-4BD6-9CB5-B3B2FA073DF7}"/>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12" name="Line 107">
                  <a:extLst>
                    <a:ext uri="{FF2B5EF4-FFF2-40B4-BE49-F238E27FC236}">
                      <a16:creationId xmlns:a16="http://schemas.microsoft.com/office/drawing/2014/main" id="{AC45BB95-B828-4DD5-B26F-5B6F9044D8A9}"/>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613" name="Line 108">
                  <a:extLst>
                    <a:ext uri="{FF2B5EF4-FFF2-40B4-BE49-F238E27FC236}">
                      <a16:creationId xmlns:a16="http://schemas.microsoft.com/office/drawing/2014/main" id="{FD10C8A1-EBA3-4D36-9E60-A82EEF16DD34}"/>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sp>
            <p:nvSpPr>
              <p:cNvPr id="17609" name="Text Box 115">
                <a:extLst>
                  <a:ext uri="{FF2B5EF4-FFF2-40B4-BE49-F238E27FC236}">
                    <a16:creationId xmlns:a16="http://schemas.microsoft.com/office/drawing/2014/main" id="{00AA4773-9D8D-4135-9849-A6B5175BA80A}"/>
                  </a:ext>
                </a:extLst>
              </p:cNvPr>
              <p:cNvSpPr txBox="1">
                <a:spLocks noChangeArrowheads="1"/>
              </p:cNvSpPr>
              <p:nvPr/>
            </p:nvSpPr>
            <p:spPr bwMode="auto">
              <a:xfrm>
                <a:off x="5087" y="113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10" name="Text Box 116">
                <a:extLst>
                  <a:ext uri="{FF2B5EF4-FFF2-40B4-BE49-F238E27FC236}">
                    <a16:creationId xmlns:a16="http://schemas.microsoft.com/office/drawing/2014/main" id="{D84F8745-BD64-4FC7-93BB-FFFD59AD1D84}"/>
                  </a:ext>
                </a:extLst>
              </p:cNvPr>
              <p:cNvSpPr txBox="1">
                <a:spLocks noChangeArrowheads="1"/>
              </p:cNvSpPr>
              <p:nvPr/>
            </p:nvSpPr>
            <p:spPr bwMode="auto">
              <a:xfrm>
                <a:off x="5174" y="113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grpSp>
          <p:nvGrpSpPr>
            <p:cNvPr id="70830" name="Group 135">
              <a:extLst>
                <a:ext uri="{FF2B5EF4-FFF2-40B4-BE49-F238E27FC236}">
                  <a16:creationId xmlns:a16="http://schemas.microsoft.com/office/drawing/2014/main" id="{9240D786-4050-4D91-8364-0457CAE87F6B}"/>
                </a:ext>
              </a:extLst>
            </p:cNvPr>
            <p:cNvGrpSpPr>
              <a:grpSpLocks/>
            </p:cNvGrpSpPr>
            <p:nvPr/>
          </p:nvGrpSpPr>
          <p:grpSpPr bwMode="auto">
            <a:xfrm>
              <a:off x="4928" y="1536"/>
              <a:ext cx="550" cy="305"/>
              <a:chOff x="5114" y="1518"/>
              <a:chExt cx="550" cy="305"/>
            </a:xfrm>
          </p:grpSpPr>
          <p:grpSp>
            <p:nvGrpSpPr>
              <p:cNvPr id="70831" name="Group 133">
                <a:extLst>
                  <a:ext uri="{FF2B5EF4-FFF2-40B4-BE49-F238E27FC236}">
                    <a16:creationId xmlns:a16="http://schemas.microsoft.com/office/drawing/2014/main" id="{1C3E82B7-96D9-4806-8AB2-9E287B18D42F}"/>
                  </a:ext>
                </a:extLst>
              </p:cNvPr>
              <p:cNvGrpSpPr>
                <a:grpSpLocks/>
              </p:cNvGrpSpPr>
              <p:nvPr/>
            </p:nvGrpSpPr>
            <p:grpSpPr bwMode="auto">
              <a:xfrm>
                <a:off x="5375" y="1518"/>
                <a:ext cx="196" cy="158"/>
                <a:chOff x="5378" y="1518"/>
                <a:chExt cx="196" cy="158"/>
              </a:xfrm>
            </p:grpSpPr>
            <p:sp>
              <p:nvSpPr>
                <p:cNvPr id="17605" name="Rectangle 114">
                  <a:extLst>
                    <a:ext uri="{FF2B5EF4-FFF2-40B4-BE49-F238E27FC236}">
                      <a16:creationId xmlns:a16="http://schemas.microsoft.com/office/drawing/2014/main" id="{B9E654A7-365D-40EA-8A69-69CBDD10FDB7}"/>
                    </a:ext>
                  </a:extLst>
                </p:cNvPr>
                <p:cNvSpPr>
                  <a:spLocks noChangeArrowheads="1"/>
                </p:cNvSpPr>
                <p:nvPr/>
              </p:nvSpPr>
              <p:spPr bwMode="auto">
                <a:xfrm>
                  <a:off x="5418" y="1518"/>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606" name="Text Box 117">
                  <a:extLst>
                    <a:ext uri="{FF2B5EF4-FFF2-40B4-BE49-F238E27FC236}">
                      <a16:creationId xmlns:a16="http://schemas.microsoft.com/office/drawing/2014/main" id="{8F06B7CD-5C8A-4C3E-8B87-F596196D58F0}"/>
                    </a:ext>
                  </a:extLst>
                </p:cNvPr>
                <p:cNvSpPr txBox="1">
                  <a:spLocks noChangeArrowheads="1"/>
                </p:cNvSpPr>
                <p:nvPr/>
              </p:nvSpPr>
              <p:spPr bwMode="auto">
                <a:xfrm>
                  <a:off x="5378" y="152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grpSp>
            <p:nvGrpSpPr>
              <p:cNvPr id="70832" name="Group 132">
                <a:extLst>
                  <a:ext uri="{FF2B5EF4-FFF2-40B4-BE49-F238E27FC236}">
                    <a16:creationId xmlns:a16="http://schemas.microsoft.com/office/drawing/2014/main" id="{738C8477-1444-4945-AC05-6753863D3864}"/>
                  </a:ext>
                </a:extLst>
              </p:cNvPr>
              <p:cNvGrpSpPr>
                <a:grpSpLocks/>
              </p:cNvGrpSpPr>
              <p:nvPr/>
            </p:nvGrpSpPr>
            <p:grpSpPr bwMode="auto">
              <a:xfrm>
                <a:off x="5453" y="1666"/>
                <a:ext cx="211" cy="157"/>
                <a:chOff x="5261" y="1282"/>
                <a:chExt cx="211" cy="157"/>
              </a:xfrm>
            </p:grpSpPr>
            <p:sp>
              <p:nvSpPr>
                <p:cNvPr id="17601" name="Rectangle 113">
                  <a:extLst>
                    <a:ext uri="{FF2B5EF4-FFF2-40B4-BE49-F238E27FC236}">
                      <a16:creationId xmlns:a16="http://schemas.microsoft.com/office/drawing/2014/main" id="{FDB6A753-4985-4297-BD99-D5F0A81C987A}"/>
                    </a:ext>
                  </a:extLst>
                </p:cNvPr>
                <p:cNvSpPr>
                  <a:spLocks noChangeArrowheads="1"/>
                </p:cNvSpPr>
                <p:nvPr/>
              </p:nvSpPr>
              <p:spPr bwMode="auto">
                <a:xfrm>
                  <a:off x="5307" y="1284"/>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grpSp>
              <p:nvGrpSpPr>
                <p:cNvPr id="70848" name="Group 118">
                  <a:extLst>
                    <a:ext uri="{FF2B5EF4-FFF2-40B4-BE49-F238E27FC236}">
                      <a16:creationId xmlns:a16="http://schemas.microsoft.com/office/drawing/2014/main" id="{94F55D61-ABBF-49C0-A1B3-24541F2B1732}"/>
                    </a:ext>
                  </a:extLst>
                </p:cNvPr>
                <p:cNvGrpSpPr>
                  <a:grpSpLocks/>
                </p:cNvGrpSpPr>
                <p:nvPr/>
              </p:nvGrpSpPr>
              <p:grpSpPr bwMode="auto">
                <a:xfrm>
                  <a:off x="5261" y="1282"/>
                  <a:ext cx="211" cy="157"/>
                  <a:chOff x="857" y="1909"/>
                  <a:chExt cx="211" cy="157"/>
                </a:xfrm>
              </p:grpSpPr>
              <p:sp>
                <p:nvSpPr>
                  <p:cNvPr id="17603" name="Text Box 119">
                    <a:extLst>
                      <a:ext uri="{FF2B5EF4-FFF2-40B4-BE49-F238E27FC236}">
                        <a16:creationId xmlns:a16="http://schemas.microsoft.com/office/drawing/2014/main" id="{DEB82752-CBA7-472A-8B4F-DC694DB29B96}"/>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604" name="Text Box 120">
                    <a:extLst>
                      <a:ext uri="{FF2B5EF4-FFF2-40B4-BE49-F238E27FC236}">
                        <a16:creationId xmlns:a16="http://schemas.microsoft.com/office/drawing/2014/main" id="{EBB87E9E-4E36-4A4B-A362-783EA450403C}"/>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grpSp>
            <p:nvGrpSpPr>
              <p:cNvPr id="70833" name="Group 131">
                <a:extLst>
                  <a:ext uri="{FF2B5EF4-FFF2-40B4-BE49-F238E27FC236}">
                    <a16:creationId xmlns:a16="http://schemas.microsoft.com/office/drawing/2014/main" id="{05392FE3-00A6-4E81-B10B-F811411C4CFB}"/>
                  </a:ext>
                </a:extLst>
              </p:cNvPr>
              <p:cNvGrpSpPr>
                <a:grpSpLocks/>
              </p:cNvGrpSpPr>
              <p:nvPr/>
            </p:nvGrpSpPr>
            <p:grpSpPr bwMode="auto">
              <a:xfrm>
                <a:off x="5114" y="1663"/>
                <a:ext cx="373" cy="160"/>
                <a:chOff x="5426" y="1279"/>
                <a:chExt cx="373" cy="160"/>
              </a:xfrm>
            </p:grpSpPr>
            <p:grpSp>
              <p:nvGrpSpPr>
                <p:cNvPr id="70834" name="Group 109">
                  <a:extLst>
                    <a:ext uri="{FF2B5EF4-FFF2-40B4-BE49-F238E27FC236}">
                      <a16:creationId xmlns:a16="http://schemas.microsoft.com/office/drawing/2014/main" id="{1B171982-276B-4B79-95C6-6508B2D49CBD}"/>
                    </a:ext>
                  </a:extLst>
                </p:cNvPr>
                <p:cNvGrpSpPr>
                  <a:grpSpLocks/>
                </p:cNvGrpSpPr>
                <p:nvPr/>
              </p:nvGrpSpPr>
              <p:grpSpPr bwMode="auto">
                <a:xfrm>
                  <a:off x="5469" y="1284"/>
                  <a:ext cx="258" cy="144"/>
                  <a:chOff x="1353" y="1539"/>
                  <a:chExt cx="258" cy="144"/>
                </a:xfrm>
              </p:grpSpPr>
              <p:sp>
                <p:nvSpPr>
                  <p:cNvPr id="17598" name="Rectangle 110">
                    <a:extLst>
                      <a:ext uri="{FF2B5EF4-FFF2-40B4-BE49-F238E27FC236}">
                        <a16:creationId xmlns:a16="http://schemas.microsoft.com/office/drawing/2014/main" id="{D9FE8F99-61D6-473B-95D4-FEBEED8085B0}"/>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99" name="Line 111">
                    <a:extLst>
                      <a:ext uri="{FF2B5EF4-FFF2-40B4-BE49-F238E27FC236}">
                        <a16:creationId xmlns:a16="http://schemas.microsoft.com/office/drawing/2014/main" id="{B080517E-36B3-4DB4-B540-05CE770107BE}"/>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600" name="Line 112">
                    <a:extLst>
                      <a:ext uri="{FF2B5EF4-FFF2-40B4-BE49-F238E27FC236}">
                        <a16:creationId xmlns:a16="http://schemas.microsoft.com/office/drawing/2014/main" id="{A8134A41-75A5-4BC3-9E0B-9ADA6C7A1C6C}"/>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grpSp>
              <p:nvGrpSpPr>
                <p:cNvPr id="70835" name="Group 121">
                  <a:extLst>
                    <a:ext uri="{FF2B5EF4-FFF2-40B4-BE49-F238E27FC236}">
                      <a16:creationId xmlns:a16="http://schemas.microsoft.com/office/drawing/2014/main" id="{539B2714-7090-4976-BD4E-914A7B83FAA7}"/>
                    </a:ext>
                  </a:extLst>
                </p:cNvPr>
                <p:cNvGrpSpPr>
                  <a:grpSpLocks/>
                </p:cNvGrpSpPr>
                <p:nvPr/>
              </p:nvGrpSpPr>
              <p:grpSpPr bwMode="auto">
                <a:xfrm>
                  <a:off x="5426" y="1282"/>
                  <a:ext cx="211" cy="157"/>
                  <a:chOff x="857" y="1909"/>
                  <a:chExt cx="211" cy="157"/>
                </a:xfrm>
              </p:grpSpPr>
              <p:sp>
                <p:nvSpPr>
                  <p:cNvPr id="17596" name="Text Box 122">
                    <a:extLst>
                      <a:ext uri="{FF2B5EF4-FFF2-40B4-BE49-F238E27FC236}">
                        <a16:creationId xmlns:a16="http://schemas.microsoft.com/office/drawing/2014/main" id="{C222AF6F-B14F-40A1-8608-37E97FA99E0F}"/>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97" name="Text Box 123">
                    <a:extLst>
                      <a:ext uri="{FF2B5EF4-FFF2-40B4-BE49-F238E27FC236}">
                        <a16:creationId xmlns:a16="http://schemas.microsoft.com/office/drawing/2014/main" id="{9C994B66-79B3-47FC-AF6D-56E1361AEAF1}"/>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70836" name="Group 124">
                  <a:extLst>
                    <a:ext uri="{FF2B5EF4-FFF2-40B4-BE49-F238E27FC236}">
                      <a16:creationId xmlns:a16="http://schemas.microsoft.com/office/drawing/2014/main" id="{D202E865-8241-4A1A-AA95-6E9D40605B17}"/>
                    </a:ext>
                  </a:extLst>
                </p:cNvPr>
                <p:cNvGrpSpPr>
                  <a:grpSpLocks/>
                </p:cNvGrpSpPr>
                <p:nvPr/>
              </p:nvGrpSpPr>
              <p:grpSpPr bwMode="auto">
                <a:xfrm>
                  <a:off x="5504" y="1282"/>
                  <a:ext cx="211" cy="157"/>
                  <a:chOff x="857" y="1909"/>
                  <a:chExt cx="211" cy="157"/>
                </a:xfrm>
              </p:grpSpPr>
              <p:sp>
                <p:nvSpPr>
                  <p:cNvPr id="17594" name="Text Box 125">
                    <a:extLst>
                      <a:ext uri="{FF2B5EF4-FFF2-40B4-BE49-F238E27FC236}">
                        <a16:creationId xmlns:a16="http://schemas.microsoft.com/office/drawing/2014/main" id="{7482AC84-8FED-4504-A286-D42129BC756B}"/>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95" name="Text Box 126">
                    <a:extLst>
                      <a:ext uri="{FF2B5EF4-FFF2-40B4-BE49-F238E27FC236}">
                        <a16:creationId xmlns:a16="http://schemas.microsoft.com/office/drawing/2014/main" id="{FCE64DAC-CFFB-458A-8263-F5A349723150}"/>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70837" name="Group 127">
                  <a:extLst>
                    <a:ext uri="{FF2B5EF4-FFF2-40B4-BE49-F238E27FC236}">
                      <a16:creationId xmlns:a16="http://schemas.microsoft.com/office/drawing/2014/main" id="{8E901232-FE35-4FF7-AA0A-1604377992BA}"/>
                    </a:ext>
                  </a:extLst>
                </p:cNvPr>
                <p:cNvGrpSpPr>
                  <a:grpSpLocks/>
                </p:cNvGrpSpPr>
                <p:nvPr/>
              </p:nvGrpSpPr>
              <p:grpSpPr bwMode="auto">
                <a:xfrm>
                  <a:off x="5588" y="1279"/>
                  <a:ext cx="211" cy="157"/>
                  <a:chOff x="857" y="1909"/>
                  <a:chExt cx="211" cy="157"/>
                </a:xfrm>
              </p:grpSpPr>
              <p:sp>
                <p:nvSpPr>
                  <p:cNvPr id="17592" name="Text Box 128">
                    <a:extLst>
                      <a:ext uri="{FF2B5EF4-FFF2-40B4-BE49-F238E27FC236}">
                        <a16:creationId xmlns:a16="http://schemas.microsoft.com/office/drawing/2014/main" id="{D6B8BDD0-8E03-432D-9287-102668317641}"/>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93" name="Text Box 129">
                    <a:extLst>
                      <a:ext uri="{FF2B5EF4-FFF2-40B4-BE49-F238E27FC236}">
                        <a16:creationId xmlns:a16="http://schemas.microsoft.com/office/drawing/2014/main" id="{446FD6F0-CC10-4AA2-B012-204BDD98A56F}"/>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grpSp>
      </p:grpSp>
      <p:sp>
        <p:nvSpPr>
          <p:cNvPr id="17425" name="Text Box 137">
            <a:extLst>
              <a:ext uri="{FF2B5EF4-FFF2-40B4-BE49-F238E27FC236}">
                <a16:creationId xmlns:a16="http://schemas.microsoft.com/office/drawing/2014/main" id="{503B2351-38AC-4696-BA7C-6CDEDB920D88}"/>
              </a:ext>
            </a:extLst>
          </p:cNvPr>
          <p:cNvSpPr txBox="1">
            <a:spLocks noChangeArrowheads="1"/>
          </p:cNvSpPr>
          <p:nvPr/>
        </p:nvSpPr>
        <p:spPr bwMode="auto">
          <a:xfrm>
            <a:off x="6556375" y="2308225"/>
            <a:ext cx="893763"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a:defRPr/>
            </a:pPr>
            <a:r>
              <a:rPr lang="en-US" sz="1600" dirty="0">
                <a:latin typeface="Arial" charset="0"/>
                <a:cs typeface="Arial" charset="0"/>
              </a:rPr>
              <a:t>slot 0</a:t>
            </a:r>
          </a:p>
          <a:p>
            <a:pPr algn="ctr">
              <a:defRPr/>
            </a:pPr>
            <a:r>
              <a:rPr lang="en-US" sz="1600" dirty="0">
                <a:latin typeface="Arial" charset="0"/>
                <a:cs typeface="Arial" charset="0"/>
              </a:rPr>
              <a:t>channel</a:t>
            </a:r>
          </a:p>
          <a:p>
            <a:pPr algn="ctr">
              <a:defRPr/>
            </a:pPr>
            <a:r>
              <a:rPr lang="en-US" sz="1600" dirty="0">
                <a:latin typeface="Arial" charset="0"/>
                <a:cs typeface="Arial" charset="0"/>
              </a:rPr>
              <a:t>output</a:t>
            </a:r>
          </a:p>
        </p:txBody>
      </p:sp>
      <p:sp>
        <p:nvSpPr>
          <p:cNvPr id="17426" name="Text Box 138">
            <a:extLst>
              <a:ext uri="{FF2B5EF4-FFF2-40B4-BE49-F238E27FC236}">
                <a16:creationId xmlns:a16="http://schemas.microsoft.com/office/drawing/2014/main" id="{95746600-E312-4EA7-8E0B-D80932116531}"/>
              </a:ext>
            </a:extLst>
          </p:cNvPr>
          <p:cNvSpPr txBox="1">
            <a:spLocks noChangeArrowheads="1"/>
          </p:cNvSpPr>
          <p:nvPr/>
        </p:nvSpPr>
        <p:spPr bwMode="auto">
          <a:xfrm>
            <a:off x="5513388" y="2327275"/>
            <a:ext cx="893762"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a:defRPr/>
            </a:pPr>
            <a:r>
              <a:rPr lang="en-US" sz="1600" dirty="0">
                <a:latin typeface="Arial" charset="0"/>
                <a:cs typeface="Arial" charset="0"/>
              </a:rPr>
              <a:t>slot 1</a:t>
            </a:r>
          </a:p>
          <a:p>
            <a:pPr algn="ctr">
              <a:defRPr/>
            </a:pPr>
            <a:r>
              <a:rPr lang="en-US" sz="1600" dirty="0">
                <a:latin typeface="Arial" charset="0"/>
                <a:cs typeface="Arial" charset="0"/>
              </a:rPr>
              <a:t>channel</a:t>
            </a:r>
          </a:p>
          <a:p>
            <a:pPr algn="ctr">
              <a:defRPr/>
            </a:pPr>
            <a:r>
              <a:rPr lang="en-US" sz="1600" dirty="0">
                <a:latin typeface="Arial" charset="0"/>
                <a:cs typeface="Arial" charset="0"/>
              </a:rPr>
              <a:t>output</a:t>
            </a:r>
          </a:p>
        </p:txBody>
      </p:sp>
      <p:sp>
        <p:nvSpPr>
          <p:cNvPr id="17427" name="Line 139">
            <a:extLst>
              <a:ext uri="{FF2B5EF4-FFF2-40B4-BE49-F238E27FC236}">
                <a16:creationId xmlns:a16="http://schemas.microsoft.com/office/drawing/2014/main" id="{2357E9A6-76DF-4D2D-819B-090B32E38AB7}"/>
              </a:ext>
            </a:extLst>
          </p:cNvPr>
          <p:cNvSpPr>
            <a:spLocks noChangeShapeType="1"/>
          </p:cNvSpPr>
          <p:nvPr/>
        </p:nvSpPr>
        <p:spPr bwMode="auto">
          <a:xfrm flipH="1">
            <a:off x="5438775" y="1666875"/>
            <a:ext cx="9525" cy="947738"/>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28" name="Line 140">
            <a:extLst>
              <a:ext uri="{FF2B5EF4-FFF2-40B4-BE49-F238E27FC236}">
                <a16:creationId xmlns:a16="http://schemas.microsoft.com/office/drawing/2014/main" id="{00D5D88B-EC0C-411B-A0B9-B3C1C9F84FB6}"/>
              </a:ext>
            </a:extLst>
          </p:cNvPr>
          <p:cNvSpPr>
            <a:spLocks noChangeShapeType="1"/>
          </p:cNvSpPr>
          <p:nvPr/>
        </p:nvSpPr>
        <p:spPr bwMode="auto">
          <a:xfrm flipH="1">
            <a:off x="6510338" y="1647825"/>
            <a:ext cx="9525" cy="947738"/>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29" name="Line 141">
            <a:extLst>
              <a:ext uri="{FF2B5EF4-FFF2-40B4-BE49-F238E27FC236}">
                <a16:creationId xmlns:a16="http://schemas.microsoft.com/office/drawing/2014/main" id="{E6951C66-C0D7-4423-983E-14F3257A8714}"/>
              </a:ext>
            </a:extLst>
          </p:cNvPr>
          <p:cNvSpPr>
            <a:spLocks noChangeShapeType="1"/>
          </p:cNvSpPr>
          <p:nvPr/>
        </p:nvSpPr>
        <p:spPr bwMode="auto">
          <a:xfrm flipH="1">
            <a:off x="7624763" y="1657350"/>
            <a:ext cx="9525" cy="947738"/>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30" name="Text Box 142">
            <a:extLst>
              <a:ext uri="{FF2B5EF4-FFF2-40B4-BE49-F238E27FC236}">
                <a16:creationId xmlns:a16="http://schemas.microsoft.com/office/drawing/2014/main" id="{139D66CE-73CC-49BB-8158-16EC3C1DFC0E}"/>
              </a:ext>
            </a:extLst>
          </p:cNvPr>
          <p:cNvSpPr txBox="1">
            <a:spLocks noChangeArrowheads="1"/>
          </p:cNvSpPr>
          <p:nvPr/>
        </p:nvSpPr>
        <p:spPr bwMode="auto">
          <a:xfrm>
            <a:off x="5418138" y="1184275"/>
            <a:ext cx="2427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a:defRPr/>
            </a:pPr>
            <a:r>
              <a:rPr lang="en-US" sz="2000" dirty="0">
                <a:latin typeface="Arial" charset="0"/>
                <a:cs typeface="Arial" charset="0"/>
              </a:rPr>
              <a:t>channel output Z</a:t>
            </a:r>
            <a:r>
              <a:rPr lang="en-US" sz="2000" baseline="-25000" dirty="0">
                <a:latin typeface="Arial" charset="0"/>
                <a:cs typeface="Arial" charset="0"/>
              </a:rPr>
              <a:t>i,m</a:t>
            </a:r>
          </a:p>
        </p:txBody>
      </p:sp>
      <p:sp>
        <p:nvSpPr>
          <p:cNvPr id="17431" name="Text Box 143">
            <a:extLst>
              <a:ext uri="{FF2B5EF4-FFF2-40B4-BE49-F238E27FC236}">
                <a16:creationId xmlns:a16="http://schemas.microsoft.com/office/drawing/2014/main" id="{9F09B621-4C4F-4A23-8890-2671A102658A}"/>
              </a:ext>
            </a:extLst>
          </p:cNvPr>
          <p:cNvSpPr txBox="1">
            <a:spLocks noChangeArrowheads="1"/>
          </p:cNvSpPr>
          <p:nvPr/>
        </p:nvSpPr>
        <p:spPr bwMode="auto">
          <a:xfrm>
            <a:off x="315913" y="2103438"/>
            <a:ext cx="9921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2000" dirty="0">
                <a:solidFill>
                  <a:srgbClr val="C00000"/>
                </a:solidFill>
                <a:latin typeface="Arial" charset="0"/>
                <a:cs typeface="Arial" charset="0"/>
              </a:rPr>
              <a:t>sender</a:t>
            </a:r>
          </a:p>
        </p:txBody>
      </p:sp>
      <p:sp>
        <p:nvSpPr>
          <p:cNvPr id="17432" name="Text Box 144">
            <a:extLst>
              <a:ext uri="{FF2B5EF4-FFF2-40B4-BE49-F238E27FC236}">
                <a16:creationId xmlns:a16="http://schemas.microsoft.com/office/drawing/2014/main" id="{0575A484-266A-45DC-A889-0BC014F42D27}"/>
              </a:ext>
            </a:extLst>
          </p:cNvPr>
          <p:cNvSpPr txBox="1">
            <a:spLocks noChangeArrowheads="1"/>
          </p:cNvSpPr>
          <p:nvPr/>
        </p:nvSpPr>
        <p:spPr bwMode="auto">
          <a:xfrm>
            <a:off x="1485900" y="2454275"/>
            <a:ext cx="679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latin typeface="Arial" charset="0"/>
                <a:cs typeface="Arial" charset="0"/>
              </a:rPr>
              <a:t>code</a:t>
            </a:r>
          </a:p>
        </p:txBody>
      </p:sp>
      <p:sp>
        <p:nvSpPr>
          <p:cNvPr id="17433" name="Text Box 145">
            <a:extLst>
              <a:ext uri="{FF2B5EF4-FFF2-40B4-BE49-F238E27FC236}">
                <a16:creationId xmlns:a16="http://schemas.microsoft.com/office/drawing/2014/main" id="{8D8CBBF1-3F25-46D7-A841-710A4F3A6068}"/>
              </a:ext>
            </a:extLst>
          </p:cNvPr>
          <p:cNvSpPr txBox="1">
            <a:spLocks noChangeArrowheads="1"/>
          </p:cNvSpPr>
          <p:nvPr/>
        </p:nvSpPr>
        <p:spPr bwMode="auto">
          <a:xfrm>
            <a:off x="1525588" y="1679575"/>
            <a:ext cx="628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latin typeface="Arial" charset="0"/>
                <a:cs typeface="Arial" charset="0"/>
              </a:rPr>
              <a:t>data</a:t>
            </a:r>
          </a:p>
          <a:p>
            <a:pPr>
              <a:defRPr/>
            </a:pPr>
            <a:r>
              <a:rPr lang="en-US" dirty="0">
                <a:latin typeface="Arial" charset="0"/>
                <a:cs typeface="Arial" charset="0"/>
              </a:rPr>
              <a:t>bits</a:t>
            </a:r>
          </a:p>
        </p:txBody>
      </p:sp>
      <p:sp>
        <p:nvSpPr>
          <p:cNvPr id="17434" name="Line 146">
            <a:extLst>
              <a:ext uri="{FF2B5EF4-FFF2-40B4-BE49-F238E27FC236}">
                <a16:creationId xmlns:a16="http://schemas.microsoft.com/office/drawing/2014/main" id="{2C700EE4-3783-42C3-AA4B-909F0F7A29CD}"/>
              </a:ext>
            </a:extLst>
          </p:cNvPr>
          <p:cNvSpPr>
            <a:spLocks noChangeShapeType="1"/>
          </p:cNvSpPr>
          <p:nvPr/>
        </p:nvSpPr>
        <p:spPr bwMode="auto">
          <a:xfrm>
            <a:off x="5132388" y="2054225"/>
            <a:ext cx="319087" cy="47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35" name="Line 151">
            <a:extLst>
              <a:ext uri="{FF2B5EF4-FFF2-40B4-BE49-F238E27FC236}">
                <a16:creationId xmlns:a16="http://schemas.microsoft.com/office/drawing/2014/main" id="{CA93C4E0-A67F-4B9E-9906-8411821E8765}"/>
              </a:ext>
            </a:extLst>
          </p:cNvPr>
          <p:cNvSpPr>
            <a:spLocks noChangeShapeType="1"/>
          </p:cNvSpPr>
          <p:nvPr/>
        </p:nvSpPr>
        <p:spPr bwMode="auto">
          <a:xfrm>
            <a:off x="4033838" y="4167188"/>
            <a:ext cx="0" cy="1624012"/>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36" name="Line 152">
            <a:extLst>
              <a:ext uri="{FF2B5EF4-FFF2-40B4-BE49-F238E27FC236}">
                <a16:creationId xmlns:a16="http://schemas.microsoft.com/office/drawing/2014/main" id="{00C30888-4275-49AE-AD05-B442DB24583F}"/>
              </a:ext>
            </a:extLst>
          </p:cNvPr>
          <p:cNvSpPr>
            <a:spLocks noChangeShapeType="1"/>
          </p:cNvSpPr>
          <p:nvPr/>
        </p:nvSpPr>
        <p:spPr bwMode="auto">
          <a:xfrm>
            <a:off x="5110163" y="4143375"/>
            <a:ext cx="0" cy="1624013"/>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37" name="Text Box 153">
            <a:extLst>
              <a:ext uri="{FF2B5EF4-FFF2-40B4-BE49-F238E27FC236}">
                <a16:creationId xmlns:a16="http://schemas.microsoft.com/office/drawing/2014/main" id="{C85B7980-AAD0-433B-BBCD-879B2F2AA300}"/>
              </a:ext>
            </a:extLst>
          </p:cNvPr>
          <p:cNvSpPr txBox="1">
            <a:spLocks noChangeArrowheads="1"/>
          </p:cNvSpPr>
          <p:nvPr/>
        </p:nvSpPr>
        <p:spPr bwMode="auto">
          <a:xfrm>
            <a:off x="3222625" y="5575300"/>
            <a:ext cx="669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600" dirty="0">
                <a:latin typeface="Arial" charset="0"/>
                <a:cs typeface="Arial" charset="0"/>
              </a:rPr>
              <a:t>slot 1</a:t>
            </a:r>
          </a:p>
        </p:txBody>
      </p:sp>
      <p:sp>
        <p:nvSpPr>
          <p:cNvPr id="17438" name="Text Box 154">
            <a:extLst>
              <a:ext uri="{FF2B5EF4-FFF2-40B4-BE49-F238E27FC236}">
                <a16:creationId xmlns:a16="http://schemas.microsoft.com/office/drawing/2014/main" id="{1D1EEA5B-771B-4B52-8055-DAD966C76DEC}"/>
              </a:ext>
            </a:extLst>
          </p:cNvPr>
          <p:cNvSpPr txBox="1">
            <a:spLocks noChangeArrowheads="1"/>
          </p:cNvSpPr>
          <p:nvPr/>
        </p:nvSpPr>
        <p:spPr bwMode="auto">
          <a:xfrm>
            <a:off x="4241800" y="5580063"/>
            <a:ext cx="669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600" dirty="0">
                <a:latin typeface="Arial" charset="0"/>
                <a:cs typeface="Arial" charset="0"/>
              </a:rPr>
              <a:t>slot 0</a:t>
            </a:r>
          </a:p>
        </p:txBody>
      </p:sp>
      <p:sp>
        <p:nvSpPr>
          <p:cNvPr id="17439" name="Line 156">
            <a:extLst>
              <a:ext uri="{FF2B5EF4-FFF2-40B4-BE49-F238E27FC236}">
                <a16:creationId xmlns:a16="http://schemas.microsoft.com/office/drawing/2014/main" id="{91E5D660-E054-4BDD-84DF-05DABADF53E9}"/>
              </a:ext>
            </a:extLst>
          </p:cNvPr>
          <p:cNvSpPr>
            <a:spLocks noChangeShapeType="1"/>
          </p:cNvSpPr>
          <p:nvPr/>
        </p:nvSpPr>
        <p:spPr bwMode="auto">
          <a:xfrm>
            <a:off x="2957513" y="4206875"/>
            <a:ext cx="0" cy="1624013"/>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nvGrpSpPr>
          <p:cNvPr id="404778" name="Group 298">
            <a:extLst>
              <a:ext uri="{FF2B5EF4-FFF2-40B4-BE49-F238E27FC236}">
                <a16:creationId xmlns:a16="http://schemas.microsoft.com/office/drawing/2014/main" id="{E265E4ED-E78E-4747-B922-6A2CACFD6673}"/>
              </a:ext>
            </a:extLst>
          </p:cNvPr>
          <p:cNvGrpSpPr>
            <a:grpSpLocks/>
          </p:cNvGrpSpPr>
          <p:nvPr/>
        </p:nvGrpSpPr>
        <p:grpSpPr bwMode="auto">
          <a:xfrm>
            <a:off x="6289675" y="4638675"/>
            <a:ext cx="1076325" cy="274638"/>
            <a:chOff x="3962" y="2922"/>
            <a:chExt cx="678" cy="173"/>
          </a:xfrm>
        </p:grpSpPr>
        <p:sp>
          <p:nvSpPr>
            <p:cNvPr id="17581" name="Rectangle 157">
              <a:extLst>
                <a:ext uri="{FF2B5EF4-FFF2-40B4-BE49-F238E27FC236}">
                  <a16:creationId xmlns:a16="http://schemas.microsoft.com/office/drawing/2014/main" id="{E58188F9-E231-447A-8831-546CA53395ED}"/>
                </a:ext>
              </a:extLst>
            </p:cNvPr>
            <p:cNvSpPr>
              <a:spLocks noChangeArrowheads="1"/>
            </p:cNvSpPr>
            <p:nvPr/>
          </p:nvSpPr>
          <p:spPr bwMode="auto">
            <a:xfrm>
              <a:off x="3962" y="2946"/>
              <a:ext cx="678" cy="13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82" name="Text Box 158">
              <a:extLst>
                <a:ext uri="{FF2B5EF4-FFF2-40B4-BE49-F238E27FC236}">
                  <a16:creationId xmlns:a16="http://schemas.microsoft.com/office/drawing/2014/main" id="{96554FDD-A058-4241-B55D-524B622B8171}"/>
                </a:ext>
              </a:extLst>
            </p:cNvPr>
            <p:cNvSpPr txBox="1">
              <a:spLocks noChangeArrowheads="1"/>
            </p:cNvSpPr>
            <p:nvPr/>
          </p:nvSpPr>
          <p:spPr bwMode="auto">
            <a:xfrm>
              <a:off x="4048" y="2922"/>
              <a:ext cx="40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200" dirty="0">
                  <a:latin typeface="Arial" charset="0"/>
                  <a:cs typeface="Arial" charset="0"/>
                </a:rPr>
                <a:t>d</a:t>
              </a:r>
              <a:r>
                <a:rPr lang="en-US" sz="1200" baseline="-25000" dirty="0">
                  <a:latin typeface="Arial" charset="0"/>
                  <a:cs typeface="Arial" charset="0"/>
                </a:rPr>
                <a:t>1</a:t>
              </a:r>
              <a:r>
                <a:rPr lang="en-US" sz="1200" dirty="0">
                  <a:latin typeface="Arial" charset="0"/>
                  <a:cs typeface="Arial" charset="0"/>
                </a:rPr>
                <a:t> = -1</a:t>
              </a:r>
            </a:p>
          </p:txBody>
        </p:sp>
      </p:grpSp>
      <p:sp>
        <p:nvSpPr>
          <p:cNvPr id="17441" name="Oval 186">
            <a:extLst>
              <a:ext uri="{FF2B5EF4-FFF2-40B4-BE49-F238E27FC236}">
                <a16:creationId xmlns:a16="http://schemas.microsoft.com/office/drawing/2014/main" id="{9159337E-E3F3-49BE-947F-4FEA1D4FE58A}"/>
              </a:ext>
            </a:extLst>
          </p:cNvPr>
          <p:cNvSpPr>
            <a:spLocks noChangeArrowheads="1"/>
          </p:cNvSpPr>
          <p:nvPr/>
        </p:nvSpPr>
        <p:spPr bwMode="auto">
          <a:xfrm>
            <a:off x="5505450" y="4470400"/>
            <a:ext cx="419100" cy="4238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442" name="Line 188">
            <a:extLst>
              <a:ext uri="{FF2B5EF4-FFF2-40B4-BE49-F238E27FC236}">
                <a16:creationId xmlns:a16="http://schemas.microsoft.com/office/drawing/2014/main" id="{82A0EB7E-FA5E-4064-9ABD-110D417F0AB8}"/>
              </a:ext>
            </a:extLst>
          </p:cNvPr>
          <p:cNvSpPr>
            <a:spLocks noChangeShapeType="1"/>
          </p:cNvSpPr>
          <p:nvPr/>
        </p:nvSpPr>
        <p:spPr bwMode="auto">
          <a:xfrm>
            <a:off x="5153025" y="4600575"/>
            <a:ext cx="319088" cy="47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43" name="Line 189">
            <a:extLst>
              <a:ext uri="{FF2B5EF4-FFF2-40B4-BE49-F238E27FC236}">
                <a16:creationId xmlns:a16="http://schemas.microsoft.com/office/drawing/2014/main" id="{3B00846C-7246-4854-AB61-CE81672A745A}"/>
              </a:ext>
            </a:extLst>
          </p:cNvPr>
          <p:cNvSpPr>
            <a:spLocks noChangeShapeType="1"/>
          </p:cNvSpPr>
          <p:nvPr/>
        </p:nvSpPr>
        <p:spPr bwMode="auto">
          <a:xfrm flipV="1">
            <a:off x="5167313" y="4865688"/>
            <a:ext cx="403225" cy="43021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nvGrpSpPr>
          <p:cNvPr id="404776" name="Group 296">
            <a:extLst>
              <a:ext uri="{FF2B5EF4-FFF2-40B4-BE49-F238E27FC236}">
                <a16:creationId xmlns:a16="http://schemas.microsoft.com/office/drawing/2014/main" id="{29D79D1A-3533-4914-B8F8-120B028D4370}"/>
              </a:ext>
            </a:extLst>
          </p:cNvPr>
          <p:cNvGrpSpPr>
            <a:grpSpLocks/>
          </p:cNvGrpSpPr>
          <p:nvPr/>
        </p:nvGrpSpPr>
        <p:grpSpPr bwMode="auto">
          <a:xfrm>
            <a:off x="7366000" y="4438650"/>
            <a:ext cx="1062038" cy="274638"/>
            <a:chOff x="4640" y="2796"/>
            <a:chExt cx="669" cy="173"/>
          </a:xfrm>
        </p:grpSpPr>
        <p:sp>
          <p:nvSpPr>
            <p:cNvPr id="17579" name="Rectangle 191">
              <a:extLst>
                <a:ext uri="{FF2B5EF4-FFF2-40B4-BE49-F238E27FC236}">
                  <a16:creationId xmlns:a16="http://schemas.microsoft.com/office/drawing/2014/main" id="{602E6570-6344-474B-9691-04165692C87B}"/>
                </a:ext>
              </a:extLst>
            </p:cNvPr>
            <p:cNvSpPr>
              <a:spLocks noChangeArrowheads="1"/>
            </p:cNvSpPr>
            <p:nvPr/>
          </p:nvSpPr>
          <p:spPr bwMode="auto">
            <a:xfrm>
              <a:off x="4640" y="2820"/>
              <a:ext cx="669" cy="13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80" name="Text Box 192">
              <a:extLst>
                <a:ext uri="{FF2B5EF4-FFF2-40B4-BE49-F238E27FC236}">
                  <a16:creationId xmlns:a16="http://schemas.microsoft.com/office/drawing/2014/main" id="{5287C43B-F63E-48FF-AE1F-2D0D1D6A2B94}"/>
                </a:ext>
              </a:extLst>
            </p:cNvPr>
            <p:cNvSpPr txBox="1">
              <a:spLocks noChangeArrowheads="1"/>
            </p:cNvSpPr>
            <p:nvPr/>
          </p:nvSpPr>
          <p:spPr bwMode="auto">
            <a:xfrm>
              <a:off x="4798" y="2796"/>
              <a:ext cx="36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200" dirty="0">
                  <a:latin typeface="Arial" charset="0"/>
                  <a:cs typeface="Arial" charset="0"/>
                </a:rPr>
                <a:t>d</a:t>
              </a:r>
              <a:r>
                <a:rPr lang="en-US" sz="1200" baseline="-25000" dirty="0">
                  <a:latin typeface="Arial" charset="0"/>
                  <a:cs typeface="Arial" charset="0"/>
                </a:rPr>
                <a:t>0</a:t>
              </a:r>
              <a:r>
                <a:rPr lang="en-US" sz="1200" dirty="0">
                  <a:latin typeface="Arial" charset="0"/>
                  <a:cs typeface="Arial" charset="0"/>
                </a:rPr>
                <a:t> = 1</a:t>
              </a:r>
            </a:p>
          </p:txBody>
        </p:sp>
      </p:grpSp>
      <p:grpSp>
        <p:nvGrpSpPr>
          <p:cNvPr id="404775" name="Group 295">
            <a:extLst>
              <a:ext uri="{FF2B5EF4-FFF2-40B4-BE49-F238E27FC236}">
                <a16:creationId xmlns:a16="http://schemas.microsoft.com/office/drawing/2014/main" id="{4A051585-31CD-41B8-9947-D930AA3C3EC4}"/>
              </a:ext>
            </a:extLst>
          </p:cNvPr>
          <p:cNvGrpSpPr>
            <a:grpSpLocks/>
          </p:cNvGrpSpPr>
          <p:nvPr/>
        </p:nvGrpSpPr>
        <p:grpSpPr bwMode="auto">
          <a:xfrm>
            <a:off x="3965575" y="4362450"/>
            <a:ext cx="1263650" cy="1184275"/>
            <a:chOff x="2498" y="2748"/>
            <a:chExt cx="796" cy="746"/>
          </a:xfrm>
        </p:grpSpPr>
        <p:grpSp>
          <p:nvGrpSpPr>
            <p:cNvPr id="70771" name="Group 193">
              <a:extLst>
                <a:ext uri="{FF2B5EF4-FFF2-40B4-BE49-F238E27FC236}">
                  <a16:creationId xmlns:a16="http://schemas.microsoft.com/office/drawing/2014/main" id="{1E796F02-BE35-4576-B33D-A9CF3F3B2BE9}"/>
                </a:ext>
              </a:extLst>
            </p:cNvPr>
            <p:cNvGrpSpPr>
              <a:grpSpLocks/>
            </p:cNvGrpSpPr>
            <p:nvPr/>
          </p:nvGrpSpPr>
          <p:grpSpPr bwMode="auto">
            <a:xfrm>
              <a:off x="2504" y="3187"/>
              <a:ext cx="790" cy="307"/>
              <a:chOff x="1313" y="1534"/>
              <a:chExt cx="790" cy="307"/>
            </a:xfrm>
          </p:grpSpPr>
          <p:sp>
            <p:nvSpPr>
              <p:cNvPr id="17553" name="Text Box 194">
                <a:extLst>
                  <a:ext uri="{FF2B5EF4-FFF2-40B4-BE49-F238E27FC236}">
                    <a16:creationId xmlns:a16="http://schemas.microsoft.com/office/drawing/2014/main" id="{3449C382-7550-4F81-809A-D2FBBC7662BB}"/>
                  </a:ext>
                </a:extLst>
              </p:cNvPr>
              <p:cNvSpPr txBox="1">
                <a:spLocks noChangeArrowheads="1"/>
              </p:cNvSpPr>
              <p:nvPr/>
            </p:nvSpPr>
            <p:spPr bwMode="auto">
              <a:xfrm>
                <a:off x="1313"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70800" name="Group 195">
                <a:extLst>
                  <a:ext uri="{FF2B5EF4-FFF2-40B4-BE49-F238E27FC236}">
                    <a16:creationId xmlns:a16="http://schemas.microsoft.com/office/drawing/2014/main" id="{1193A5E4-7A0C-48C1-AC87-DA1ED1A0D600}"/>
                  </a:ext>
                </a:extLst>
              </p:cNvPr>
              <p:cNvGrpSpPr>
                <a:grpSpLocks/>
              </p:cNvGrpSpPr>
              <p:nvPr/>
            </p:nvGrpSpPr>
            <p:grpSpPr bwMode="auto">
              <a:xfrm>
                <a:off x="1353" y="1539"/>
                <a:ext cx="258" cy="147"/>
                <a:chOff x="1353" y="1539"/>
                <a:chExt cx="258" cy="144"/>
              </a:xfrm>
            </p:grpSpPr>
            <p:sp>
              <p:nvSpPr>
                <p:cNvPr id="17576" name="Rectangle 196">
                  <a:extLst>
                    <a:ext uri="{FF2B5EF4-FFF2-40B4-BE49-F238E27FC236}">
                      <a16:creationId xmlns:a16="http://schemas.microsoft.com/office/drawing/2014/main" id="{9251BD21-3A87-4A3C-B28A-EF67B2BE1D55}"/>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77" name="Line 197">
                  <a:extLst>
                    <a:ext uri="{FF2B5EF4-FFF2-40B4-BE49-F238E27FC236}">
                      <a16:creationId xmlns:a16="http://schemas.microsoft.com/office/drawing/2014/main" id="{C11C908E-0144-4022-B77A-FD04E1700D06}"/>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578" name="Line 198">
                  <a:extLst>
                    <a:ext uri="{FF2B5EF4-FFF2-40B4-BE49-F238E27FC236}">
                      <a16:creationId xmlns:a16="http://schemas.microsoft.com/office/drawing/2014/main" id="{52F78B11-31DB-4C22-A256-6123E95E4526}"/>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grpSp>
            <p:nvGrpSpPr>
              <p:cNvPr id="70801" name="Group 199">
                <a:extLst>
                  <a:ext uri="{FF2B5EF4-FFF2-40B4-BE49-F238E27FC236}">
                    <a16:creationId xmlns:a16="http://schemas.microsoft.com/office/drawing/2014/main" id="{8CF3AA36-6726-4053-B3D4-24EB2B334CFA}"/>
                  </a:ext>
                </a:extLst>
              </p:cNvPr>
              <p:cNvGrpSpPr>
                <a:grpSpLocks/>
              </p:cNvGrpSpPr>
              <p:nvPr/>
            </p:nvGrpSpPr>
            <p:grpSpPr bwMode="auto">
              <a:xfrm>
                <a:off x="1773" y="1686"/>
                <a:ext cx="258" cy="144"/>
                <a:chOff x="1353" y="1539"/>
                <a:chExt cx="258" cy="144"/>
              </a:xfrm>
            </p:grpSpPr>
            <p:sp>
              <p:nvSpPr>
                <p:cNvPr id="17573" name="Rectangle 200">
                  <a:extLst>
                    <a:ext uri="{FF2B5EF4-FFF2-40B4-BE49-F238E27FC236}">
                      <a16:creationId xmlns:a16="http://schemas.microsoft.com/office/drawing/2014/main" id="{0CC8965F-C5A5-49F5-815C-8D07D910C30E}"/>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74" name="Line 201">
                  <a:extLst>
                    <a:ext uri="{FF2B5EF4-FFF2-40B4-BE49-F238E27FC236}">
                      <a16:creationId xmlns:a16="http://schemas.microsoft.com/office/drawing/2014/main" id="{98B42781-BF87-4812-8C9E-782F05BB5DED}"/>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575" name="Line 202">
                  <a:extLst>
                    <a:ext uri="{FF2B5EF4-FFF2-40B4-BE49-F238E27FC236}">
                      <a16:creationId xmlns:a16="http://schemas.microsoft.com/office/drawing/2014/main" id="{C1D7EA98-E498-4888-88D6-4394CB29EFF8}"/>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sp>
            <p:nvSpPr>
              <p:cNvPr id="17556" name="Rectangle 203">
                <a:extLst>
                  <a:ext uri="{FF2B5EF4-FFF2-40B4-BE49-F238E27FC236}">
                    <a16:creationId xmlns:a16="http://schemas.microsoft.com/office/drawing/2014/main" id="{69E79FBA-3DE2-4727-B66C-52BB52515BD4}"/>
                  </a:ext>
                </a:extLst>
              </p:cNvPr>
              <p:cNvSpPr>
                <a:spLocks noChangeArrowheads="1"/>
              </p:cNvSpPr>
              <p:nvPr/>
            </p:nvSpPr>
            <p:spPr bwMode="auto">
              <a:xfrm>
                <a:off x="1611" y="1686"/>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57" name="Rectangle 204">
                <a:extLst>
                  <a:ext uri="{FF2B5EF4-FFF2-40B4-BE49-F238E27FC236}">
                    <a16:creationId xmlns:a16="http://schemas.microsoft.com/office/drawing/2014/main" id="{3808407C-11D1-4991-8D49-F70336C15EC4}"/>
                  </a:ext>
                </a:extLst>
              </p:cNvPr>
              <p:cNvSpPr>
                <a:spLocks noChangeArrowheads="1"/>
              </p:cNvSpPr>
              <p:nvPr/>
            </p:nvSpPr>
            <p:spPr bwMode="auto">
              <a:xfrm>
                <a:off x="1692" y="1536"/>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58" name="Text Box 205">
                <a:extLst>
                  <a:ext uri="{FF2B5EF4-FFF2-40B4-BE49-F238E27FC236}">
                    <a16:creationId xmlns:a16="http://schemas.microsoft.com/office/drawing/2014/main" id="{8C44154F-14C3-40A7-BC63-BA6BE1473123}"/>
                  </a:ext>
                </a:extLst>
              </p:cNvPr>
              <p:cNvSpPr txBox="1">
                <a:spLocks noChangeArrowheads="1"/>
              </p:cNvSpPr>
              <p:nvPr/>
            </p:nvSpPr>
            <p:spPr bwMode="auto">
              <a:xfrm>
                <a:off x="1391"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59" name="Text Box 206">
                <a:extLst>
                  <a:ext uri="{FF2B5EF4-FFF2-40B4-BE49-F238E27FC236}">
                    <a16:creationId xmlns:a16="http://schemas.microsoft.com/office/drawing/2014/main" id="{EAECFD99-1721-40C1-948D-B5C393E9E8B2}"/>
                  </a:ext>
                </a:extLst>
              </p:cNvPr>
              <p:cNvSpPr txBox="1">
                <a:spLocks noChangeArrowheads="1"/>
              </p:cNvSpPr>
              <p:nvPr/>
            </p:nvSpPr>
            <p:spPr bwMode="auto">
              <a:xfrm>
                <a:off x="1478"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60" name="Text Box 207">
                <a:extLst>
                  <a:ext uri="{FF2B5EF4-FFF2-40B4-BE49-F238E27FC236}">
                    <a16:creationId xmlns:a16="http://schemas.microsoft.com/office/drawing/2014/main" id="{FAB08BD0-0B9E-4A4A-85A1-E35129361A6E}"/>
                  </a:ext>
                </a:extLst>
              </p:cNvPr>
              <p:cNvSpPr txBox="1">
                <a:spLocks noChangeArrowheads="1"/>
              </p:cNvSpPr>
              <p:nvPr/>
            </p:nvSpPr>
            <p:spPr bwMode="auto">
              <a:xfrm>
                <a:off x="1652" y="1540"/>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70807" name="Group 208">
                <a:extLst>
                  <a:ext uri="{FF2B5EF4-FFF2-40B4-BE49-F238E27FC236}">
                    <a16:creationId xmlns:a16="http://schemas.microsoft.com/office/drawing/2014/main" id="{15CC89C9-3123-40B8-ABC4-AEABA6E308F7}"/>
                  </a:ext>
                </a:extLst>
              </p:cNvPr>
              <p:cNvGrpSpPr>
                <a:grpSpLocks/>
              </p:cNvGrpSpPr>
              <p:nvPr/>
            </p:nvGrpSpPr>
            <p:grpSpPr bwMode="auto">
              <a:xfrm>
                <a:off x="1565" y="1684"/>
                <a:ext cx="211" cy="157"/>
                <a:chOff x="857" y="1909"/>
                <a:chExt cx="211" cy="157"/>
              </a:xfrm>
            </p:grpSpPr>
            <p:sp>
              <p:nvSpPr>
                <p:cNvPr id="17571" name="Text Box 209">
                  <a:extLst>
                    <a:ext uri="{FF2B5EF4-FFF2-40B4-BE49-F238E27FC236}">
                      <a16:creationId xmlns:a16="http://schemas.microsoft.com/office/drawing/2014/main" id="{564AF5F2-4BF3-4691-BEF1-2A6DBE89C304}"/>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72" name="Text Box 210">
                  <a:extLst>
                    <a:ext uri="{FF2B5EF4-FFF2-40B4-BE49-F238E27FC236}">
                      <a16:creationId xmlns:a16="http://schemas.microsoft.com/office/drawing/2014/main" id="{DC62A5E6-F8E8-4785-96AF-00DF3D0D4406}"/>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70808" name="Group 211">
                <a:extLst>
                  <a:ext uri="{FF2B5EF4-FFF2-40B4-BE49-F238E27FC236}">
                    <a16:creationId xmlns:a16="http://schemas.microsoft.com/office/drawing/2014/main" id="{420B1A80-52F9-4335-9669-619BBE72D001}"/>
                  </a:ext>
                </a:extLst>
              </p:cNvPr>
              <p:cNvGrpSpPr>
                <a:grpSpLocks/>
              </p:cNvGrpSpPr>
              <p:nvPr/>
            </p:nvGrpSpPr>
            <p:grpSpPr bwMode="auto">
              <a:xfrm>
                <a:off x="1730" y="1684"/>
                <a:ext cx="211" cy="157"/>
                <a:chOff x="857" y="1909"/>
                <a:chExt cx="211" cy="157"/>
              </a:xfrm>
            </p:grpSpPr>
            <p:sp>
              <p:nvSpPr>
                <p:cNvPr id="17569" name="Text Box 212">
                  <a:extLst>
                    <a:ext uri="{FF2B5EF4-FFF2-40B4-BE49-F238E27FC236}">
                      <a16:creationId xmlns:a16="http://schemas.microsoft.com/office/drawing/2014/main" id="{E2BE4A6C-129E-4278-9716-9E1F8C7BFF31}"/>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70" name="Text Box 213">
                  <a:extLst>
                    <a:ext uri="{FF2B5EF4-FFF2-40B4-BE49-F238E27FC236}">
                      <a16:creationId xmlns:a16="http://schemas.microsoft.com/office/drawing/2014/main" id="{731CD9A4-EDD6-4A94-B000-1F282C76A48E}"/>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70809" name="Group 214">
                <a:extLst>
                  <a:ext uri="{FF2B5EF4-FFF2-40B4-BE49-F238E27FC236}">
                    <a16:creationId xmlns:a16="http://schemas.microsoft.com/office/drawing/2014/main" id="{BA144814-0254-4963-9569-8E784E60235B}"/>
                  </a:ext>
                </a:extLst>
              </p:cNvPr>
              <p:cNvGrpSpPr>
                <a:grpSpLocks/>
              </p:cNvGrpSpPr>
              <p:nvPr/>
            </p:nvGrpSpPr>
            <p:grpSpPr bwMode="auto">
              <a:xfrm>
                <a:off x="1808" y="1684"/>
                <a:ext cx="211" cy="157"/>
                <a:chOff x="857" y="1909"/>
                <a:chExt cx="211" cy="157"/>
              </a:xfrm>
            </p:grpSpPr>
            <p:sp>
              <p:nvSpPr>
                <p:cNvPr id="17567" name="Text Box 215">
                  <a:extLst>
                    <a:ext uri="{FF2B5EF4-FFF2-40B4-BE49-F238E27FC236}">
                      <a16:creationId xmlns:a16="http://schemas.microsoft.com/office/drawing/2014/main" id="{DFD937CE-C959-4800-AC86-9C3AB367E8C9}"/>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68" name="Text Box 216">
                  <a:extLst>
                    <a:ext uri="{FF2B5EF4-FFF2-40B4-BE49-F238E27FC236}">
                      <a16:creationId xmlns:a16="http://schemas.microsoft.com/office/drawing/2014/main" id="{0D4F4B5A-0B72-44E4-BF3C-15142FB5FF10}"/>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70810" name="Group 217">
                <a:extLst>
                  <a:ext uri="{FF2B5EF4-FFF2-40B4-BE49-F238E27FC236}">
                    <a16:creationId xmlns:a16="http://schemas.microsoft.com/office/drawing/2014/main" id="{56E9D4F8-2822-4ADD-82D7-82643717BBDB}"/>
                  </a:ext>
                </a:extLst>
              </p:cNvPr>
              <p:cNvGrpSpPr>
                <a:grpSpLocks/>
              </p:cNvGrpSpPr>
              <p:nvPr/>
            </p:nvGrpSpPr>
            <p:grpSpPr bwMode="auto">
              <a:xfrm>
                <a:off x="1892" y="1681"/>
                <a:ext cx="211" cy="157"/>
                <a:chOff x="857" y="1909"/>
                <a:chExt cx="211" cy="157"/>
              </a:xfrm>
            </p:grpSpPr>
            <p:sp>
              <p:nvSpPr>
                <p:cNvPr id="17565" name="Text Box 218">
                  <a:extLst>
                    <a:ext uri="{FF2B5EF4-FFF2-40B4-BE49-F238E27FC236}">
                      <a16:creationId xmlns:a16="http://schemas.microsoft.com/office/drawing/2014/main" id="{2A85A1CA-66FA-48A1-8CC3-D8BE889A0D17}"/>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66" name="Text Box 219">
                  <a:extLst>
                    <a:ext uri="{FF2B5EF4-FFF2-40B4-BE49-F238E27FC236}">
                      <a16:creationId xmlns:a16="http://schemas.microsoft.com/office/drawing/2014/main" id="{0663805B-0A73-46B1-8B38-3ACCF3745242}"/>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grpSp>
          <p:nvGrpSpPr>
            <p:cNvPr id="70772" name="Group 220">
              <a:extLst>
                <a:ext uri="{FF2B5EF4-FFF2-40B4-BE49-F238E27FC236}">
                  <a16:creationId xmlns:a16="http://schemas.microsoft.com/office/drawing/2014/main" id="{9E24491B-AF82-44EF-AFDD-7F2E7D746475}"/>
                </a:ext>
              </a:extLst>
            </p:cNvPr>
            <p:cNvGrpSpPr>
              <a:grpSpLocks/>
            </p:cNvGrpSpPr>
            <p:nvPr/>
          </p:nvGrpSpPr>
          <p:grpSpPr bwMode="auto">
            <a:xfrm>
              <a:off x="2498" y="2748"/>
              <a:ext cx="790" cy="307"/>
              <a:chOff x="1313" y="1534"/>
              <a:chExt cx="790" cy="307"/>
            </a:xfrm>
          </p:grpSpPr>
          <p:sp>
            <p:nvSpPr>
              <p:cNvPr id="17527" name="Text Box 221">
                <a:extLst>
                  <a:ext uri="{FF2B5EF4-FFF2-40B4-BE49-F238E27FC236}">
                    <a16:creationId xmlns:a16="http://schemas.microsoft.com/office/drawing/2014/main" id="{DBAF7BF5-996E-469F-BB73-8EEBFE96B8E4}"/>
                  </a:ext>
                </a:extLst>
              </p:cNvPr>
              <p:cNvSpPr txBox="1">
                <a:spLocks noChangeArrowheads="1"/>
              </p:cNvSpPr>
              <p:nvPr/>
            </p:nvSpPr>
            <p:spPr bwMode="auto">
              <a:xfrm>
                <a:off x="1313"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70774" name="Group 222">
                <a:extLst>
                  <a:ext uri="{FF2B5EF4-FFF2-40B4-BE49-F238E27FC236}">
                    <a16:creationId xmlns:a16="http://schemas.microsoft.com/office/drawing/2014/main" id="{67879BD6-3507-4253-B0DC-07DA575B0BC0}"/>
                  </a:ext>
                </a:extLst>
              </p:cNvPr>
              <p:cNvGrpSpPr>
                <a:grpSpLocks/>
              </p:cNvGrpSpPr>
              <p:nvPr/>
            </p:nvGrpSpPr>
            <p:grpSpPr bwMode="auto">
              <a:xfrm>
                <a:off x="1353" y="1539"/>
                <a:ext cx="258" cy="147"/>
                <a:chOff x="1353" y="1539"/>
                <a:chExt cx="258" cy="144"/>
              </a:xfrm>
            </p:grpSpPr>
            <p:sp>
              <p:nvSpPr>
                <p:cNvPr id="17550" name="Rectangle 223">
                  <a:extLst>
                    <a:ext uri="{FF2B5EF4-FFF2-40B4-BE49-F238E27FC236}">
                      <a16:creationId xmlns:a16="http://schemas.microsoft.com/office/drawing/2014/main" id="{3E6FA25D-6C0A-4578-B39D-28B10B1843DF}"/>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51" name="Line 224">
                  <a:extLst>
                    <a:ext uri="{FF2B5EF4-FFF2-40B4-BE49-F238E27FC236}">
                      <a16:creationId xmlns:a16="http://schemas.microsoft.com/office/drawing/2014/main" id="{D326F0EF-CA82-42A7-8B2C-58DE9A33FE24}"/>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552" name="Line 225">
                  <a:extLst>
                    <a:ext uri="{FF2B5EF4-FFF2-40B4-BE49-F238E27FC236}">
                      <a16:creationId xmlns:a16="http://schemas.microsoft.com/office/drawing/2014/main" id="{0F48E9FC-B719-4CFA-90D2-184919A3C56C}"/>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grpSp>
            <p:nvGrpSpPr>
              <p:cNvPr id="70775" name="Group 226">
                <a:extLst>
                  <a:ext uri="{FF2B5EF4-FFF2-40B4-BE49-F238E27FC236}">
                    <a16:creationId xmlns:a16="http://schemas.microsoft.com/office/drawing/2014/main" id="{4E98B51E-6036-49CD-93FA-DE0524255F79}"/>
                  </a:ext>
                </a:extLst>
              </p:cNvPr>
              <p:cNvGrpSpPr>
                <a:grpSpLocks/>
              </p:cNvGrpSpPr>
              <p:nvPr/>
            </p:nvGrpSpPr>
            <p:grpSpPr bwMode="auto">
              <a:xfrm>
                <a:off x="1773" y="1686"/>
                <a:ext cx="258" cy="144"/>
                <a:chOff x="1353" y="1539"/>
                <a:chExt cx="258" cy="144"/>
              </a:xfrm>
            </p:grpSpPr>
            <p:sp>
              <p:nvSpPr>
                <p:cNvPr id="17547" name="Rectangle 227">
                  <a:extLst>
                    <a:ext uri="{FF2B5EF4-FFF2-40B4-BE49-F238E27FC236}">
                      <a16:creationId xmlns:a16="http://schemas.microsoft.com/office/drawing/2014/main" id="{A46457A5-1A48-4C03-BCDB-9CE127C6D2AB}"/>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48" name="Line 228">
                  <a:extLst>
                    <a:ext uri="{FF2B5EF4-FFF2-40B4-BE49-F238E27FC236}">
                      <a16:creationId xmlns:a16="http://schemas.microsoft.com/office/drawing/2014/main" id="{C6200B9C-9B70-47A6-B782-2B18A0282D80}"/>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549" name="Line 229">
                  <a:extLst>
                    <a:ext uri="{FF2B5EF4-FFF2-40B4-BE49-F238E27FC236}">
                      <a16:creationId xmlns:a16="http://schemas.microsoft.com/office/drawing/2014/main" id="{93EBDB63-1775-491B-87ED-CEB52C6C4F7C}"/>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sp>
            <p:nvSpPr>
              <p:cNvPr id="17530" name="Rectangle 230">
                <a:extLst>
                  <a:ext uri="{FF2B5EF4-FFF2-40B4-BE49-F238E27FC236}">
                    <a16:creationId xmlns:a16="http://schemas.microsoft.com/office/drawing/2014/main" id="{60E865D7-FF87-451F-9D1F-952E3C254FB3}"/>
                  </a:ext>
                </a:extLst>
              </p:cNvPr>
              <p:cNvSpPr>
                <a:spLocks noChangeArrowheads="1"/>
              </p:cNvSpPr>
              <p:nvPr/>
            </p:nvSpPr>
            <p:spPr bwMode="auto">
              <a:xfrm>
                <a:off x="1611" y="1686"/>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31" name="Rectangle 231">
                <a:extLst>
                  <a:ext uri="{FF2B5EF4-FFF2-40B4-BE49-F238E27FC236}">
                    <a16:creationId xmlns:a16="http://schemas.microsoft.com/office/drawing/2014/main" id="{B3295D5C-7D6D-43EE-B53F-23F0D5681952}"/>
                  </a:ext>
                </a:extLst>
              </p:cNvPr>
              <p:cNvSpPr>
                <a:spLocks noChangeArrowheads="1"/>
              </p:cNvSpPr>
              <p:nvPr/>
            </p:nvSpPr>
            <p:spPr bwMode="auto">
              <a:xfrm>
                <a:off x="1692" y="1536"/>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32" name="Text Box 232">
                <a:extLst>
                  <a:ext uri="{FF2B5EF4-FFF2-40B4-BE49-F238E27FC236}">
                    <a16:creationId xmlns:a16="http://schemas.microsoft.com/office/drawing/2014/main" id="{8EFCE565-CE6F-4BF2-8D8B-F75791CB08B9}"/>
                  </a:ext>
                </a:extLst>
              </p:cNvPr>
              <p:cNvSpPr txBox="1">
                <a:spLocks noChangeArrowheads="1"/>
              </p:cNvSpPr>
              <p:nvPr/>
            </p:nvSpPr>
            <p:spPr bwMode="auto">
              <a:xfrm>
                <a:off x="1391"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33" name="Text Box 233">
                <a:extLst>
                  <a:ext uri="{FF2B5EF4-FFF2-40B4-BE49-F238E27FC236}">
                    <a16:creationId xmlns:a16="http://schemas.microsoft.com/office/drawing/2014/main" id="{220A6CFA-F542-4253-85CF-060AF18BDF1A}"/>
                  </a:ext>
                </a:extLst>
              </p:cNvPr>
              <p:cNvSpPr txBox="1">
                <a:spLocks noChangeArrowheads="1"/>
              </p:cNvSpPr>
              <p:nvPr/>
            </p:nvSpPr>
            <p:spPr bwMode="auto">
              <a:xfrm>
                <a:off x="1478"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34" name="Text Box 234">
                <a:extLst>
                  <a:ext uri="{FF2B5EF4-FFF2-40B4-BE49-F238E27FC236}">
                    <a16:creationId xmlns:a16="http://schemas.microsoft.com/office/drawing/2014/main" id="{791251A9-1C02-45D6-9EF3-2BFE9823337E}"/>
                  </a:ext>
                </a:extLst>
              </p:cNvPr>
              <p:cNvSpPr txBox="1">
                <a:spLocks noChangeArrowheads="1"/>
              </p:cNvSpPr>
              <p:nvPr/>
            </p:nvSpPr>
            <p:spPr bwMode="auto">
              <a:xfrm>
                <a:off x="1652" y="1540"/>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70781" name="Group 235">
                <a:extLst>
                  <a:ext uri="{FF2B5EF4-FFF2-40B4-BE49-F238E27FC236}">
                    <a16:creationId xmlns:a16="http://schemas.microsoft.com/office/drawing/2014/main" id="{CF177F0A-4263-4B8D-A3A9-51EC75ACFB53}"/>
                  </a:ext>
                </a:extLst>
              </p:cNvPr>
              <p:cNvGrpSpPr>
                <a:grpSpLocks/>
              </p:cNvGrpSpPr>
              <p:nvPr/>
            </p:nvGrpSpPr>
            <p:grpSpPr bwMode="auto">
              <a:xfrm>
                <a:off x="1565" y="1684"/>
                <a:ext cx="211" cy="157"/>
                <a:chOff x="857" y="1909"/>
                <a:chExt cx="211" cy="157"/>
              </a:xfrm>
            </p:grpSpPr>
            <p:sp>
              <p:nvSpPr>
                <p:cNvPr id="17545" name="Text Box 236">
                  <a:extLst>
                    <a:ext uri="{FF2B5EF4-FFF2-40B4-BE49-F238E27FC236}">
                      <a16:creationId xmlns:a16="http://schemas.microsoft.com/office/drawing/2014/main" id="{EA7463A4-B36E-4220-B39B-D771FD5B0C29}"/>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46" name="Text Box 237">
                  <a:extLst>
                    <a:ext uri="{FF2B5EF4-FFF2-40B4-BE49-F238E27FC236}">
                      <a16:creationId xmlns:a16="http://schemas.microsoft.com/office/drawing/2014/main" id="{3E6A138C-53D7-4EC9-8340-8AFE6DC74EB0}"/>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70782" name="Group 238">
                <a:extLst>
                  <a:ext uri="{FF2B5EF4-FFF2-40B4-BE49-F238E27FC236}">
                    <a16:creationId xmlns:a16="http://schemas.microsoft.com/office/drawing/2014/main" id="{3C9CD187-C58F-41D7-88D5-6D2C0D128C7F}"/>
                  </a:ext>
                </a:extLst>
              </p:cNvPr>
              <p:cNvGrpSpPr>
                <a:grpSpLocks/>
              </p:cNvGrpSpPr>
              <p:nvPr/>
            </p:nvGrpSpPr>
            <p:grpSpPr bwMode="auto">
              <a:xfrm>
                <a:off x="1730" y="1684"/>
                <a:ext cx="211" cy="157"/>
                <a:chOff x="857" y="1909"/>
                <a:chExt cx="211" cy="157"/>
              </a:xfrm>
            </p:grpSpPr>
            <p:sp>
              <p:nvSpPr>
                <p:cNvPr id="17543" name="Text Box 239">
                  <a:extLst>
                    <a:ext uri="{FF2B5EF4-FFF2-40B4-BE49-F238E27FC236}">
                      <a16:creationId xmlns:a16="http://schemas.microsoft.com/office/drawing/2014/main" id="{C65B3D5B-8C0F-4F66-9932-CF80D00B003B}"/>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44" name="Text Box 240">
                  <a:extLst>
                    <a:ext uri="{FF2B5EF4-FFF2-40B4-BE49-F238E27FC236}">
                      <a16:creationId xmlns:a16="http://schemas.microsoft.com/office/drawing/2014/main" id="{FBCBD55E-1018-45E0-82A9-99CF2AEE021D}"/>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70783" name="Group 241">
                <a:extLst>
                  <a:ext uri="{FF2B5EF4-FFF2-40B4-BE49-F238E27FC236}">
                    <a16:creationId xmlns:a16="http://schemas.microsoft.com/office/drawing/2014/main" id="{DDD2AB69-79B0-40C6-9889-10A0E53436C4}"/>
                  </a:ext>
                </a:extLst>
              </p:cNvPr>
              <p:cNvGrpSpPr>
                <a:grpSpLocks/>
              </p:cNvGrpSpPr>
              <p:nvPr/>
            </p:nvGrpSpPr>
            <p:grpSpPr bwMode="auto">
              <a:xfrm>
                <a:off x="1808" y="1684"/>
                <a:ext cx="211" cy="157"/>
                <a:chOff x="857" y="1909"/>
                <a:chExt cx="211" cy="157"/>
              </a:xfrm>
            </p:grpSpPr>
            <p:sp>
              <p:nvSpPr>
                <p:cNvPr id="17541" name="Text Box 242">
                  <a:extLst>
                    <a:ext uri="{FF2B5EF4-FFF2-40B4-BE49-F238E27FC236}">
                      <a16:creationId xmlns:a16="http://schemas.microsoft.com/office/drawing/2014/main" id="{967CB563-7101-45B7-B5F3-6BC887803E55}"/>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42" name="Text Box 243">
                  <a:extLst>
                    <a:ext uri="{FF2B5EF4-FFF2-40B4-BE49-F238E27FC236}">
                      <a16:creationId xmlns:a16="http://schemas.microsoft.com/office/drawing/2014/main" id="{F5E6C276-0E2B-4360-99F4-F2C37DCDED5E}"/>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70784" name="Group 244">
                <a:extLst>
                  <a:ext uri="{FF2B5EF4-FFF2-40B4-BE49-F238E27FC236}">
                    <a16:creationId xmlns:a16="http://schemas.microsoft.com/office/drawing/2014/main" id="{63879C2F-C940-456C-A255-35C9BAF04A24}"/>
                  </a:ext>
                </a:extLst>
              </p:cNvPr>
              <p:cNvGrpSpPr>
                <a:grpSpLocks/>
              </p:cNvGrpSpPr>
              <p:nvPr/>
            </p:nvGrpSpPr>
            <p:grpSpPr bwMode="auto">
              <a:xfrm>
                <a:off x="1892" y="1681"/>
                <a:ext cx="211" cy="157"/>
                <a:chOff x="857" y="1909"/>
                <a:chExt cx="211" cy="157"/>
              </a:xfrm>
            </p:grpSpPr>
            <p:sp>
              <p:nvSpPr>
                <p:cNvPr id="17539" name="Text Box 245">
                  <a:extLst>
                    <a:ext uri="{FF2B5EF4-FFF2-40B4-BE49-F238E27FC236}">
                      <a16:creationId xmlns:a16="http://schemas.microsoft.com/office/drawing/2014/main" id="{1BA76F25-99A1-4974-ACCB-A06CE58F97B0}"/>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40" name="Text Box 246">
                  <a:extLst>
                    <a:ext uri="{FF2B5EF4-FFF2-40B4-BE49-F238E27FC236}">
                      <a16:creationId xmlns:a16="http://schemas.microsoft.com/office/drawing/2014/main" id="{F6F0AE5C-6706-4907-9F33-DDB4786050A0}"/>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grpSp>
      <p:grpSp>
        <p:nvGrpSpPr>
          <p:cNvPr id="404777" name="Group 297">
            <a:extLst>
              <a:ext uri="{FF2B5EF4-FFF2-40B4-BE49-F238E27FC236}">
                <a16:creationId xmlns:a16="http://schemas.microsoft.com/office/drawing/2014/main" id="{DD1F5013-5523-4E90-9A89-E43D26660B0F}"/>
              </a:ext>
            </a:extLst>
          </p:cNvPr>
          <p:cNvGrpSpPr>
            <a:grpSpLocks/>
          </p:cNvGrpSpPr>
          <p:nvPr/>
        </p:nvGrpSpPr>
        <p:grpSpPr bwMode="auto">
          <a:xfrm>
            <a:off x="2874963" y="4362450"/>
            <a:ext cx="1277937" cy="1174750"/>
            <a:chOff x="1811" y="2748"/>
            <a:chExt cx="805" cy="740"/>
          </a:xfrm>
        </p:grpSpPr>
        <p:grpSp>
          <p:nvGrpSpPr>
            <p:cNvPr id="70712" name="Group 159">
              <a:extLst>
                <a:ext uri="{FF2B5EF4-FFF2-40B4-BE49-F238E27FC236}">
                  <a16:creationId xmlns:a16="http://schemas.microsoft.com/office/drawing/2014/main" id="{0191824E-8C7B-4833-8044-58F5DFFBC411}"/>
                </a:ext>
              </a:extLst>
            </p:cNvPr>
            <p:cNvGrpSpPr>
              <a:grpSpLocks/>
            </p:cNvGrpSpPr>
            <p:nvPr/>
          </p:nvGrpSpPr>
          <p:grpSpPr bwMode="auto">
            <a:xfrm>
              <a:off x="1826" y="3181"/>
              <a:ext cx="790" cy="307"/>
              <a:chOff x="1313" y="1534"/>
              <a:chExt cx="790" cy="307"/>
            </a:xfrm>
          </p:grpSpPr>
          <p:sp>
            <p:nvSpPr>
              <p:cNvPr id="17499" name="Text Box 160">
                <a:extLst>
                  <a:ext uri="{FF2B5EF4-FFF2-40B4-BE49-F238E27FC236}">
                    <a16:creationId xmlns:a16="http://schemas.microsoft.com/office/drawing/2014/main" id="{D6DFFB69-9236-470E-83E6-357138AB3F28}"/>
                  </a:ext>
                </a:extLst>
              </p:cNvPr>
              <p:cNvSpPr txBox="1">
                <a:spLocks noChangeArrowheads="1"/>
              </p:cNvSpPr>
              <p:nvPr/>
            </p:nvSpPr>
            <p:spPr bwMode="auto">
              <a:xfrm>
                <a:off x="1313"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70746" name="Group 161">
                <a:extLst>
                  <a:ext uri="{FF2B5EF4-FFF2-40B4-BE49-F238E27FC236}">
                    <a16:creationId xmlns:a16="http://schemas.microsoft.com/office/drawing/2014/main" id="{7CFCCC29-B1CC-4B14-9AD7-EC16AB6B4EC8}"/>
                  </a:ext>
                </a:extLst>
              </p:cNvPr>
              <p:cNvGrpSpPr>
                <a:grpSpLocks/>
              </p:cNvGrpSpPr>
              <p:nvPr/>
            </p:nvGrpSpPr>
            <p:grpSpPr bwMode="auto">
              <a:xfrm>
                <a:off x="1353" y="1539"/>
                <a:ext cx="258" cy="147"/>
                <a:chOff x="1353" y="1539"/>
                <a:chExt cx="258" cy="144"/>
              </a:xfrm>
            </p:grpSpPr>
            <p:sp>
              <p:nvSpPr>
                <p:cNvPr id="17522" name="Rectangle 162">
                  <a:extLst>
                    <a:ext uri="{FF2B5EF4-FFF2-40B4-BE49-F238E27FC236}">
                      <a16:creationId xmlns:a16="http://schemas.microsoft.com/office/drawing/2014/main" id="{331748AF-9192-4A92-A87E-8C182B8FF3B6}"/>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23" name="Line 163">
                  <a:extLst>
                    <a:ext uri="{FF2B5EF4-FFF2-40B4-BE49-F238E27FC236}">
                      <a16:creationId xmlns:a16="http://schemas.microsoft.com/office/drawing/2014/main" id="{2F320C80-4D09-4876-8CCD-D53E950D9A62}"/>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524" name="Line 164">
                  <a:extLst>
                    <a:ext uri="{FF2B5EF4-FFF2-40B4-BE49-F238E27FC236}">
                      <a16:creationId xmlns:a16="http://schemas.microsoft.com/office/drawing/2014/main" id="{0A0F4261-CDBA-4365-B938-C109C264515C}"/>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grpSp>
            <p:nvGrpSpPr>
              <p:cNvPr id="70747" name="Group 165">
                <a:extLst>
                  <a:ext uri="{FF2B5EF4-FFF2-40B4-BE49-F238E27FC236}">
                    <a16:creationId xmlns:a16="http://schemas.microsoft.com/office/drawing/2014/main" id="{02B284E4-5A45-4872-80F8-2D2349D4F94F}"/>
                  </a:ext>
                </a:extLst>
              </p:cNvPr>
              <p:cNvGrpSpPr>
                <a:grpSpLocks/>
              </p:cNvGrpSpPr>
              <p:nvPr/>
            </p:nvGrpSpPr>
            <p:grpSpPr bwMode="auto">
              <a:xfrm>
                <a:off x="1773" y="1686"/>
                <a:ext cx="258" cy="144"/>
                <a:chOff x="1353" y="1539"/>
                <a:chExt cx="258" cy="144"/>
              </a:xfrm>
            </p:grpSpPr>
            <p:sp>
              <p:nvSpPr>
                <p:cNvPr id="17519" name="Rectangle 166">
                  <a:extLst>
                    <a:ext uri="{FF2B5EF4-FFF2-40B4-BE49-F238E27FC236}">
                      <a16:creationId xmlns:a16="http://schemas.microsoft.com/office/drawing/2014/main" id="{5F1F0488-C19D-4998-87E6-838799DC5541}"/>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20" name="Line 167">
                  <a:extLst>
                    <a:ext uri="{FF2B5EF4-FFF2-40B4-BE49-F238E27FC236}">
                      <a16:creationId xmlns:a16="http://schemas.microsoft.com/office/drawing/2014/main" id="{F28EB1F2-720F-49A9-977C-8A96835D934E}"/>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521" name="Line 168">
                  <a:extLst>
                    <a:ext uri="{FF2B5EF4-FFF2-40B4-BE49-F238E27FC236}">
                      <a16:creationId xmlns:a16="http://schemas.microsoft.com/office/drawing/2014/main" id="{B108FEDF-9897-45B1-822E-E7D00B1A43BD}"/>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sp>
            <p:nvSpPr>
              <p:cNvPr id="17502" name="Rectangle 169">
                <a:extLst>
                  <a:ext uri="{FF2B5EF4-FFF2-40B4-BE49-F238E27FC236}">
                    <a16:creationId xmlns:a16="http://schemas.microsoft.com/office/drawing/2014/main" id="{D9DE6BA4-9192-4066-BC23-5D353D8F1BD4}"/>
                  </a:ext>
                </a:extLst>
              </p:cNvPr>
              <p:cNvSpPr>
                <a:spLocks noChangeArrowheads="1"/>
              </p:cNvSpPr>
              <p:nvPr/>
            </p:nvSpPr>
            <p:spPr bwMode="auto">
              <a:xfrm>
                <a:off x="1611" y="1686"/>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03" name="Rectangle 170">
                <a:extLst>
                  <a:ext uri="{FF2B5EF4-FFF2-40B4-BE49-F238E27FC236}">
                    <a16:creationId xmlns:a16="http://schemas.microsoft.com/office/drawing/2014/main" id="{206F8C1C-10B6-4A1F-A437-52D59127B681}"/>
                  </a:ext>
                </a:extLst>
              </p:cNvPr>
              <p:cNvSpPr>
                <a:spLocks noChangeArrowheads="1"/>
              </p:cNvSpPr>
              <p:nvPr/>
            </p:nvSpPr>
            <p:spPr bwMode="auto">
              <a:xfrm>
                <a:off x="1692" y="1536"/>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504" name="Text Box 171">
                <a:extLst>
                  <a:ext uri="{FF2B5EF4-FFF2-40B4-BE49-F238E27FC236}">
                    <a16:creationId xmlns:a16="http://schemas.microsoft.com/office/drawing/2014/main" id="{777A075B-397B-4B7D-9068-A0B505DB486B}"/>
                  </a:ext>
                </a:extLst>
              </p:cNvPr>
              <p:cNvSpPr txBox="1">
                <a:spLocks noChangeArrowheads="1"/>
              </p:cNvSpPr>
              <p:nvPr/>
            </p:nvSpPr>
            <p:spPr bwMode="auto">
              <a:xfrm>
                <a:off x="1391"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05" name="Text Box 172">
                <a:extLst>
                  <a:ext uri="{FF2B5EF4-FFF2-40B4-BE49-F238E27FC236}">
                    <a16:creationId xmlns:a16="http://schemas.microsoft.com/office/drawing/2014/main" id="{B78BB2CB-EC98-491C-AD74-69DB906E08B1}"/>
                  </a:ext>
                </a:extLst>
              </p:cNvPr>
              <p:cNvSpPr txBox="1">
                <a:spLocks noChangeArrowheads="1"/>
              </p:cNvSpPr>
              <p:nvPr/>
            </p:nvSpPr>
            <p:spPr bwMode="auto">
              <a:xfrm>
                <a:off x="1478"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06" name="Text Box 173">
                <a:extLst>
                  <a:ext uri="{FF2B5EF4-FFF2-40B4-BE49-F238E27FC236}">
                    <a16:creationId xmlns:a16="http://schemas.microsoft.com/office/drawing/2014/main" id="{187F9AAF-C1F2-4C80-B3B1-000FDC2A9F42}"/>
                  </a:ext>
                </a:extLst>
              </p:cNvPr>
              <p:cNvSpPr txBox="1">
                <a:spLocks noChangeArrowheads="1"/>
              </p:cNvSpPr>
              <p:nvPr/>
            </p:nvSpPr>
            <p:spPr bwMode="auto">
              <a:xfrm>
                <a:off x="1652" y="1540"/>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70753" name="Group 174">
                <a:extLst>
                  <a:ext uri="{FF2B5EF4-FFF2-40B4-BE49-F238E27FC236}">
                    <a16:creationId xmlns:a16="http://schemas.microsoft.com/office/drawing/2014/main" id="{0A5AE86A-C77B-40F4-9408-760203EC4411}"/>
                  </a:ext>
                </a:extLst>
              </p:cNvPr>
              <p:cNvGrpSpPr>
                <a:grpSpLocks/>
              </p:cNvGrpSpPr>
              <p:nvPr/>
            </p:nvGrpSpPr>
            <p:grpSpPr bwMode="auto">
              <a:xfrm>
                <a:off x="1565" y="1684"/>
                <a:ext cx="211" cy="157"/>
                <a:chOff x="857" y="1909"/>
                <a:chExt cx="211" cy="157"/>
              </a:xfrm>
            </p:grpSpPr>
            <p:sp>
              <p:nvSpPr>
                <p:cNvPr id="17517" name="Text Box 175">
                  <a:extLst>
                    <a:ext uri="{FF2B5EF4-FFF2-40B4-BE49-F238E27FC236}">
                      <a16:creationId xmlns:a16="http://schemas.microsoft.com/office/drawing/2014/main" id="{4B181D4B-5FC9-4EA5-8276-5EC0A5049FE2}"/>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18" name="Text Box 176">
                  <a:extLst>
                    <a:ext uri="{FF2B5EF4-FFF2-40B4-BE49-F238E27FC236}">
                      <a16:creationId xmlns:a16="http://schemas.microsoft.com/office/drawing/2014/main" id="{F05956ED-8575-4992-B171-3C98144B2FF1}"/>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70754" name="Group 177">
                <a:extLst>
                  <a:ext uri="{FF2B5EF4-FFF2-40B4-BE49-F238E27FC236}">
                    <a16:creationId xmlns:a16="http://schemas.microsoft.com/office/drawing/2014/main" id="{7702AA5F-E74C-46D7-99A2-9EE5ABD6E6C1}"/>
                  </a:ext>
                </a:extLst>
              </p:cNvPr>
              <p:cNvGrpSpPr>
                <a:grpSpLocks/>
              </p:cNvGrpSpPr>
              <p:nvPr/>
            </p:nvGrpSpPr>
            <p:grpSpPr bwMode="auto">
              <a:xfrm>
                <a:off x="1730" y="1684"/>
                <a:ext cx="211" cy="157"/>
                <a:chOff x="857" y="1909"/>
                <a:chExt cx="211" cy="157"/>
              </a:xfrm>
            </p:grpSpPr>
            <p:sp>
              <p:nvSpPr>
                <p:cNvPr id="17515" name="Text Box 178">
                  <a:extLst>
                    <a:ext uri="{FF2B5EF4-FFF2-40B4-BE49-F238E27FC236}">
                      <a16:creationId xmlns:a16="http://schemas.microsoft.com/office/drawing/2014/main" id="{E9C3B629-EB1F-4992-8B79-187CC8464103}"/>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16" name="Text Box 179">
                  <a:extLst>
                    <a:ext uri="{FF2B5EF4-FFF2-40B4-BE49-F238E27FC236}">
                      <a16:creationId xmlns:a16="http://schemas.microsoft.com/office/drawing/2014/main" id="{41C086B3-8CA6-4DB0-9634-A10E73B33A46}"/>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70755" name="Group 180">
                <a:extLst>
                  <a:ext uri="{FF2B5EF4-FFF2-40B4-BE49-F238E27FC236}">
                    <a16:creationId xmlns:a16="http://schemas.microsoft.com/office/drawing/2014/main" id="{C8FFBBF1-33C4-40AA-B17E-19F5AD638B0E}"/>
                  </a:ext>
                </a:extLst>
              </p:cNvPr>
              <p:cNvGrpSpPr>
                <a:grpSpLocks/>
              </p:cNvGrpSpPr>
              <p:nvPr/>
            </p:nvGrpSpPr>
            <p:grpSpPr bwMode="auto">
              <a:xfrm>
                <a:off x="1808" y="1684"/>
                <a:ext cx="211" cy="157"/>
                <a:chOff x="857" y="1909"/>
                <a:chExt cx="211" cy="157"/>
              </a:xfrm>
            </p:grpSpPr>
            <p:sp>
              <p:nvSpPr>
                <p:cNvPr id="17513" name="Text Box 181">
                  <a:extLst>
                    <a:ext uri="{FF2B5EF4-FFF2-40B4-BE49-F238E27FC236}">
                      <a16:creationId xmlns:a16="http://schemas.microsoft.com/office/drawing/2014/main" id="{60E3C63D-A60D-40B6-8BDF-2E5C752BBBB6}"/>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14" name="Text Box 182">
                  <a:extLst>
                    <a:ext uri="{FF2B5EF4-FFF2-40B4-BE49-F238E27FC236}">
                      <a16:creationId xmlns:a16="http://schemas.microsoft.com/office/drawing/2014/main" id="{0F5E1C89-C09C-4AF8-BF35-6F0C4A1CF75F}"/>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70756" name="Group 183">
                <a:extLst>
                  <a:ext uri="{FF2B5EF4-FFF2-40B4-BE49-F238E27FC236}">
                    <a16:creationId xmlns:a16="http://schemas.microsoft.com/office/drawing/2014/main" id="{CEF2B07E-8E49-4ACD-9488-C9FFB54F1D9B}"/>
                  </a:ext>
                </a:extLst>
              </p:cNvPr>
              <p:cNvGrpSpPr>
                <a:grpSpLocks/>
              </p:cNvGrpSpPr>
              <p:nvPr/>
            </p:nvGrpSpPr>
            <p:grpSpPr bwMode="auto">
              <a:xfrm>
                <a:off x="1892" y="1681"/>
                <a:ext cx="211" cy="157"/>
                <a:chOff x="857" y="1909"/>
                <a:chExt cx="211" cy="157"/>
              </a:xfrm>
            </p:grpSpPr>
            <p:sp>
              <p:nvSpPr>
                <p:cNvPr id="17511" name="Text Box 184">
                  <a:extLst>
                    <a:ext uri="{FF2B5EF4-FFF2-40B4-BE49-F238E27FC236}">
                      <a16:creationId xmlns:a16="http://schemas.microsoft.com/office/drawing/2014/main" id="{0769067C-513F-44D7-A485-5FE3AC262C3D}"/>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512" name="Text Box 185">
                  <a:extLst>
                    <a:ext uri="{FF2B5EF4-FFF2-40B4-BE49-F238E27FC236}">
                      <a16:creationId xmlns:a16="http://schemas.microsoft.com/office/drawing/2014/main" id="{1D43C037-27A9-4BB4-93A4-9EA659B59F99}"/>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grpSp>
          <p:nvGrpSpPr>
            <p:cNvPr id="70713" name="Group 247">
              <a:extLst>
                <a:ext uri="{FF2B5EF4-FFF2-40B4-BE49-F238E27FC236}">
                  <a16:creationId xmlns:a16="http://schemas.microsoft.com/office/drawing/2014/main" id="{02612D52-98DE-4E79-AC8D-5DE43C128C7B}"/>
                </a:ext>
              </a:extLst>
            </p:cNvPr>
            <p:cNvGrpSpPr>
              <a:grpSpLocks/>
            </p:cNvGrpSpPr>
            <p:nvPr/>
          </p:nvGrpSpPr>
          <p:grpSpPr bwMode="auto">
            <a:xfrm>
              <a:off x="1811" y="2748"/>
              <a:ext cx="787" cy="307"/>
              <a:chOff x="4928" y="1534"/>
              <a:chExt cx="787" cy="307"/>
            </a:xfrm>
          </p:grpSpPr>
          <p:grpSp>
            <p:nvGrpSpPr>
              <p:cNvPr id="70714" name="Group 248">
                <a:extLst>
                  <a:ext uri="{FF2B5EF4-FFF2-40B4-BE49-F238E27FC236}">
                    <a16:creationId xmlns:a16="http://schemas.microsoft.com/office/drawing/2014/main" id="{9B579B32-2E81-4E1D-A65A-CB7A2C276394}"/>
                  </a:ext>
                </a:extLst>
              </p:cNvPr>
              <p:cNvGrpSpPr>
                <a:grpSpLocks/>
              </p:cNvGrpSpPr>
              <p:nvPr/>
            </p:nvGrpSpPr>
            <p:grpSpPr bwMode="auto">
              <a:xfrm>
                <a:off x="5354" y="1534"/>
                <a:ext cx="361" cy="154"/>
                <a:chOff x="5009" y="1132"/>
                <a:chExt cx="361" cy="154"/>
              </a:xfrm>
            </p:grpSpPr>
            <p:sp>
              <p:nvSpPr>
                <p:cNvPr id="17492" name="Text Box 249">
                  <a:extLst>
                    <a:ext uri="{FF2B5EF4-FFF2-40B4-BE49-F238E27FC236}">
                      <a16:creationId xmlns:a16="http://schemas.microsoft.com/office/drawing/2014/main" id="{548C976B-78E0-40A6-87C6-954A37C2C152}"/>
                    </a:ext>
                  </a:extLst>
                </p:cNvPr>
                <p:cNvSpPr txBox="1">
                  <a:spLocks noChangeArrowheads="1"/>
                </p:cNvSpPr>
                <p:nvPr/>
              </p:nvSpPr>
              <p:spPr bwMode="auto">
                <a:xfrm>
                  <a:off x="5009" y="113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nvGrpSpPr>
                <p:cNvPr id="70739" name="Group 250">
                  <a:extLst>
                    <a:ext uri="{FF2B5EF4-FFF2-40B4-BE49-F238E27FC236}">
                      <a16:creationId xmlns:a16="http://schemas.microsoft.com/office/drawing/2014/main" id="{FD90A0DA-43C1-4695-B549-FE49011E050D}"/>
                    </a:ext>
                  </a:extLst>
                </p:cNvPr>
                <p:cNvGrpSpPr>
                  <a:grpSpLocks/>
                </p:cNvGrpSpPr>
                <p:nvPr/>
              </p:nvGrpSpPr>
              <p:grpSpPr bwMode="auto">
                <a:xfrm>
                  <a:off x="5049" y="1137"/>
                  <a:ext cx="258" cy="147"/>
                  <a:chOff x="1353" y="1539"/>
                  <a:chExt cx="258" cy="144"/>
                </a:xfrm>
              </p:grpSpPr>
              <p:sp>
                <p:nvSpPr>
                  <p:cNvPr id="17496" name="Rectangle 251">
                    <a:extLst>
                      <a:ext uri="{FF2B5EF4-FFF2-40B4-BE49-F238E27FC236}">
                        <a16:creationId xmlns:a16="http://schemas.microsoft.com/office/drawing/2014/main" id="{02120DFB-2A4A-40B7-96DE-20D3636EA5A5}"/>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497" name="Line 252">
                    <a:extLst>
                      <a:ext uri="{FF2B5EF4-FFF2-40B4-BE49-F238E27FC236}">
                        <a16:creationId xmlns:a16="http://schemas.microsoft.com/office/drawing/2014/main" id="{0DDD5538-1A40-4A85-BBA7-5A287F5657D5}"/>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98" name="Line 253">
                    <a:extLst>
                      <a:ext uri="{FF2B5EF4-FFF2-40B4-BE49-F238E27FC236}">
                        <a16:creationId xmlns:a16="http://schemas.microsoft.com/office/drawing/2014/main" id="{C09D0A45-89C1-4811-B18D-CD6830C11708}"/>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sp>
              <p:nvSpPr>
                <p:cNvPr id="17494" name="Text Box 254">
                  <a:extLst>
                    <a:ext uri="{FF2B5EF4-FFF2-40B4-BE49-F238E27FC236}">
                      <a16:creationId xmlns:a16="http://schemas.microsoft.com/office/drawing/2014/main" id="{A88BF590-93AB-4328-8D6C-6C11722F24C1}"/>
                    </a:ext>
                  </a:extLst>
                </p:cNvPr>
                <p:cNvSpPr txBox="1">
                  <a:spLocks noChangeArrowheads="1"/>
                </p:cNvSpPr>
                <p:nvPr/>
              </p:nvSpPr>
              <p:spPr bwMode="auto">
                <a:xfrm>
                  <a:off x="5087" y="113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495" name="Text Box 255">
                  <a:extLst>
                    <a:ext uri="{FF2B5EF4-FFF2-40B4-BE49-F238E27FC236}">
                      <a16:creationId xmlns:a16="http://schemas.microsoft.com/office/drawing/2014/main" id="{750A6C47-70CC-45E5-8790-E8AFA16F358C}"/>
                    </a:ext>
                  </a:extLst>
                </p:cNvPr>
                <p:cNvSpPr txBox="1">
                  <a:spLocks noChangeArrowheads="1"/>
                </p:cNvSpPr>
                <p:nvPr/>
              </p:nvSpPr>
              <p:spPr bwMode="auto">
                <a:xfrm>
                  <a:off x="5174" y="113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grpSp>
            <p:nvGrpSpPr>
              <p:cNvPr id="70715" name="Group 256">
                <a:extLst>
                  <a:ext uri="{FF2B5EF4-FFF2-40B4-BE49-F238E27FC236}">
                    <a16:creationId xmlns:a16="http://schemas.microsoft.com/office/drawing/2014/main" id="{501C0F61-0E88-487D-B0F3-1A9899ADD67D}"/>
                  </a:ext>
                </a:extLst>
              </p:cNvPr>
              <p:cNvGrpSpPr>
                <a:grpSpLocks/>
              </p:cNvGrpSpPr>
              <p:nvPr/>
            </p:nvGrpSpPr>
            <p:grpSpPr bwMode="auto">
              <a:xfrm>
                <a:off x="4928" y="1536"/>
                <a:ext cx="550" cy="305"/>
                <a:chOff x="5114" y="1518"/>
                <a:chExt cx="550" cy="305"/>
              </a:xfrm>
            </p:grpSpPr>
            <p:grpSp>
              <p:nvGrpSpPr>
                <p:cNvPr id="70716" name="Group 257">
                  <a:extLst>
                    <a:ext uri="{FF2B5EF4-FFF2-40B4-BE49-F238E27FC236}">
                      <a16:creationId xmlns:a16="http://schemas.microsoft.com/office/drawing/2014/main" id="{586DDF86-8929-401E-A6A3-52DD1616EFFE}"/>
                    </a:ext>
                  </a:extLst>
                </p:cNvPr>
                <p:cNvGrpSpPr>
                  <a:grpSpLocks/>
                </p:cNvGrpSpPr>
                <p:nvPr/>
              </p:nvGrpSpPr>
              <p:grpSpPr bwMode="auto">
                <a:xfrm>
                  <a:off x="5375" y="1518"/>
                  <a:ext cx="196" cy="158"/>
                  <a:chOff x="5378" y="1518"/>
                  <a:chExt cx="196" cy="158"/>
                </a:xfrm>
              </p:grpSpPr>
              <p:sp>
                <p:nvSpPr>
                  <p:cNvPr id="17490" name="Rectangle 258">
                    <a:extLst>
                      <a:ext uri="{FF2B5EF4-FFF2-40B4-BE49-F238E27FC236}">
                        <a16:creationId xmlns:a16="http://schemas.microsoft.com/office/drawing/2014/main" id="{2AF47F9E-1D93-4116-9E9F-A84121ED569C}"/>
                      </a:ext>
                    </a:extLst>
                  </p:cNvPr>
                  <p:cNvSpPr>
                    <a:spLocks noChangeArrowheads="1"/>
                  </p:cNvSpPr>
                  <p:nvPr/>
                </p:nvSpPr>
                <p:spPr bwMode="auto">
                  <a:xfrm>
                    <a:off x="5418" y="1518"/>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491" name="Text Box 259">
                    <a:extLst>
                      <a:ext uri="{FF2B5EF4-FFF2-40B4-BE49-F238E27FC236}">
                        <a16:creationId xmlns:a16="http://schemas.microsoft.com/office/drawing/2014/main" id="{7A6263FB-D6F1-454C-8BA9-D3E25C43A34B}"/>
                      </a:ext>
                    </a:extLst>
                  </p:cNvPr>
                  <p:cNvSpPr txBox="1">
                    <a:spLocks noChangeArrowheads="1"/>
                  </p:cNvSpPr>
                  <p:nvPr/>
                </p:nvSpPr>
                <p:spPr bwMode="auto">
                  <a:xfrm>
                    <a:off x="5378" y="152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grpSp>
            <p:grpSp>
              <p:nvGrpSpPr>
                <p:cNvPr id="70717" name="Group 260">
                  <a:extLst>
                    <a:ext uri="{FF2B5EF4-FFF2-40B4-BE49-F238E27FC236}">
                      <a16:creationId xmlns:a16="http://schemas.microsoft.com/office/drawing/2014/main" id="{DA148B51-ECCA-4F3B-A5F5-132001CE4E88}"/>
                    </a:ext>
                  </a:extLst>
                </p:cNvPr>
                <p:cNvGrpSpPr>
                  <a:grpSpLocks/>
                </p:cNvGrpSpPr>
                <p:nvPr/>
              </p:nvGrpSpPr>
              <p:grpSpPr bwMode="auto">
                <a:xfrm>
                  <a:off x="5453" y="1666"/>
                  <a:ext cx="211" cy="157"/>
                  <a:chOff x="5261" y="1282"/>
                  <a:chExt cx="211" cy="157"/>
                </a:xfrm>
              </p:grpSpPr>
              <p:sp>
                <p:nvSpPr>
                  <p:cNvPr id="17486" name="Rectangle 261">
                    <a:extLst>
                      <a:ext uri="{FF2B5EF4-FFF2-40B4-BE49-F238E27FC236}">
                        <a16:creationId xmlns:a16="http://schemas.microsoft.com/office/drawing/2014/main" id="{8CBCDB28-722B-4C03-B743-BD2FE608E1B1}"/>
                      </a:ext>
                    </a:extLst>
                  </p:cNvPr>
                  <p:cNvSpPr>
                    <a:spLocks noChangeArrowheads="1"/>
                  </p:cNvSpPr>
                  <p:nvPr/>
                </p:nvSpPr>
                <p:spPr bwMode="auto">
                  <a:xfrm>
                    <a:off x="5307" y="1284"/>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grpSp>
                <p:nvGrpSpPr>
                  <p:cNvPr id="70733" name="Group 262">
                    <a:extLst>
                      <a:ext uri="{FF2B5EF4-FFF2-40B4-BE49-F238E27FC236}">
                        <a16:creationId xmlns:a16="http://schemas.microsoft.com/office/drawing/2014/main" id="{7BCF59EE-FD10-4875-A44B-EE5BFD0EB9B1}"/>
                      </a:ext>
                    </a:extLst>
                  </p:cNvPr>
                  <p:cNvGrpSpPr>
                    <a:grpSpLocks/>
                  </p:cNvGrpSpPr>
                  <p:nvPr/>
                </p:nvGrpSpPr>
                <p:grpSpPr bwMode="auto">
                  <a:xfrm>
                    <a:off x="5261" y="1282"/>
                    <a:ext cx="211" cy="157"/>
                    <a:chOff x="857" y="1909"/>
                    <a:chExt cx="211" cy="157"/>
                  </a:xfrm>
                </p:grpSpPr>
                <p:sp>
                  <p:nvSpPr>
                    <p:cNvPr id="17488" name="Text Box 263">
                      <a:extLst>
                        <a:ext uri="{FF2B5EF4-FFF2-40B4-BE49-F238E27FC236}">
                          <a16:creationId xmlns:a16="http://schemas.microsoft.com/office/drawing/2014/main" id="{87B16DDB-7F0C-40DC-8C42-B8CDEAE94F1F}"/>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489" name="Text Box 264">
                      <a:extLst>
                        <a:ext uri="{FF2B5EF4-FFF2-40B4-BE49-F238E27FC236}">
                          <a16:creationId xmlns:a16="http://schemas.microsoft.com/office/drawing/2014/main" id="{7108CEF6-63AB-4806-8DBE-724BA864F94C}"/>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grpSp>
              <p:nvGrpSpPr>
                <p:cNvPr id="70718" name="Group 265">
                  <a:extLst>
                    <a:ext uri="{FF2B5EF4-FFF2-40B4-BE49-F238E27FC236}">
                      <a16:creationId xmlns:a16="http://schemas.microsoft.com/office/drawing/2014/main" id="{351235C8-0D30-40A7-BE4B-D7932F05D4D0}"/>
                    </a:ext>
                  </a:extLst>
                </p:cNvPr>
                <p:cNvGrpSpPr>
                  <a:grpSpLocks/>
                </p:cNvGrpSpPr>
                <p:nvPr/>
              </p:nvGrpSpPr>
              <p:grpSpPr bwMode="auto">
                <a:xfrm>
                  <a:off x="5114" y="1663"/>
                  <a:ext cx="373" cy="160"/>
                  <a:chOff x="5426" y="1279"/>
                  <a:chExt cx="373" cy="160"/>
                </a:xfrm>
              </p:grpSpPr>
              <p:grpSp>
                <p:nvGrpSpPr>
                  <p:cNvPr id="70719" name="Group 266">
                    <a:extLst>
                      <a:ext uri="{FF2B5EF4-FFF2-40B4-BE49-F238E27FC236}">
                        <a16:creationId xmlns:a16="http://schemas.microsoft.com/office/drawing/2014/main" id="{67597B23-780A-4FA6-A66D-A975B31B4A5C}"/>
                      </a:ext>
                    </a:extLst>
                  </p:cNvPr>
                  <p:cNvGrpSpPr>
                    <a:grpSpLocks/>
                  </p:cNvGrpSpPr>
                  <p:nvPr/>
                </p:nvGrpSpPr>
                <p:grpSpPr bwMode="auto">
                  <a:xfrm>
                    <a:off x="5469" y="1284"/>
                    <a:ext cx="258" cy="144"/>
                    <a:chOff x="1353" y="1539"/>
                    <a:chExt cx="258" cy="144"/>
                  </a:xfrm>
                </p:grpSpPr>
                <p:sp>
                  <p:nvSpPr>
                    <p:cNvPr id="17483" name="Rectangle 267">
                      <a:extLst>
                        <a:ext uri="{FF2B5EF4-FFF2-40B4-BE49-F238E27FC236}">
                          <a16:creationId xmlns:a16="http://schemas.microsoft.com/office/drawing/2014/main" id="{CB82CEE6-DBE6-4A64-9D5F-D14C5FE85D8E}"/>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7484" name="Line 268">
                      <a:extLst>
                        <a:ext uri="{FF2B5EF4-FFF2-40B4-BE49-F238E27FC236}">
                          <a16:creationId xmlns:a16="http://schemas.microsoft.com/office/drawing/2014/main" id="{8F1469E2-08FF-499E-8C0A-279C0BF4CF8D}"/>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85" name="Line 269">
                      <a:extLst>
                        <a:ext uri="{FF2B5EF4-FFF2-40B4-BE49-F238E27FC236}">
                          <a16:creationId xmlns:a16="http://schemas.microsoft.com/office/drawing/2014/main" id="{5B1465D1-C666-4D99-8272-440771F373AD}"/>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grpSp>
                <p:nvGrpSpPr>
                  <p:cNvPr id="70720" name="Group 270">
                    <a:extLst>
                      <a:ext uri="{FF2B5EF4-FFF2-40B4-BE49-F238E27FC236}">
                        <a16:creationId xmlns:a16="http://schemas.microsoft.com/office/drawing/2014/main" id="{ABBB53C6-696B-4BA9-979C-1909B6ABAF35}"/>
                      </a:ext>
                    </a:extLst>
                  </p:cNvPr>
                  <p:cNvGrpSpPr>
                    <a:grpSpLocks/>
                  </p:cNvGrpSpPr>
                  <p:nvPr/>
                </p:nvGrpSpPr>
                <p:grpSpPr bwMode="auto">
                  <a:xfrm>
                    <a:off x="5426" y="1282"/>
                    <a:ext cx="211" cy="157"/>
                    <a:chOff x="857" y="1909"/>
                    <a:chExt cx="211" cy="157"/>
                  </a:xfrm>
                </p:grpSpPr>
                <p:sp>
                  <p:nvSpPr>
                    <p:cNvPr id="17481" name="Text Box 271">
                      <a:extLst>
                        <a:ext uri="{FF2B5EF4-FFF2-40B4-BE49-F238E27FC236}">
                          <a16:creationId xmlns:a16="http://schemas.microsoft.com/office/drawing/2014/main" id="{9C00308A-992B-4893-A034-579B074246DD}"/>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482" name="Text Box 272">
                      <a:extLst>
                        <a:ext uri="{FF2B5EF4-FFF2-40B4-BE49-F238E27FC236}">
                          <a16:creationId xmlns:a16="http://schemas.microsoft.com/office/drawing/2014/main" id="{5327930E-B7BF-4C85-88A8-6EADD79FE460}"/>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70721" name="Group 273">
                    <a:extLst>
                      <a:ext uri="{FF2B5EF4-FFF2-40B4-BE49-F238E27FC236}">
                        <a16:creationId xmlns:a16="http://schemas.microsoft.com/office/drawing/2014/main" id="{8CA21AF4-C655-405E-A8AB-B148B13AF29E}"/>
                      </a:ext>
                    </a:extLst>
                  </p:cNvPr>
                  <p:cNvGrpSpPr>
                    <a:grpSpLocks/>
                  </p:cNvGrpSpPr>
                  <p:nvPr/>
                </p:nvGrpSpPr>
                <p:grpSpPr bwMode="auto">
                  <a:xfrm>
                    <a:off x="5504" y="1282"/>
                    <a:ext cx="211" cy="157"/>
                    <a:chOff x="857" y="1909"/>
                    <a:chExt cx="211" cy="157"/>
                  </a:xfrm>
                </p:grpSpPr>
                <p:sp>
                  <p:nvSpPr>
                    <p:cNvPr id="17479" name="Text Box 274">
                      <a:extLst>
                        <a:ext uri="{FF2B5EF4-FFF2-40B4-BE49-F238E27FC236}">
                          <a16:creationId xmlns:a16="http://schemas.microsoft.com/office/drawing/2014/main" id="{16C02656-EE91-485B-A162-116D4ABEFE11}"/>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480" name="Text Box 275">
                      <a:extLst>
                        <a:ext uri="{FF2B5EF4-FFF2-40B4-BE49-F238E27FC236}">
                          <a16:creationId xmlns:a16="http://schemas.microsoft.com/office/drawing/2014/main" id="{81CE2D2B-4C37-47D6-BB92-ED0586E9069A}"/>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nvGrpSpPr>
                  <p:cNvPr id="70722" name="Group 276">
                    <a:extLst>
                      <a:ext uri="{FF2B5EF4-FFF2-40B4-BE49-F238E27FC236}">
                        <a16:creationId xmlns:a16="http://schemas.microsoft.com/office/drawing/2014/main" id="{5C297CF0-BF55-480E-8165-ABDE99963CD2}"/>
                      </a:ext>
                    </a:extLst>
                  </p:cNvPr>
                  <p:cNvGrpSpPr>
                    <a:grpSpLocks/>
                  </p:cNvGrpSpPr>
                  <p:nvPr/>
                </p:nvGrpSpPr>
                <p:grpSpPr bwMode="auto">
                  <a:xfrm>
                    <a:off x="5588" y="1279"/>
                    <a:ext cx="211" cy="157"/>
                    <a:chOff x="857" y="1909"/>
                    <a:chExt cx="211" cy="157"/>
                  </a:xfrm>
                </p:grpSpPr>
                <p:sp>
                  <p:nvSpPr>
                    <p:cNvPr id="17477" name="Text Box 277">
                      <a:extLst>
                        <a:ext uri="{FF2B5EF4-FFF2-40B4-BE49-F238E27FC236}">
                          <a16:creationId xmlns:a16="http://schemas.microsoft.com/office/drawing/2014/main" id="{1342D122-94F2-4B0A-B036-C6A417CD5B3D}"/>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1</a:t>
                      </a:r>
                    </a:p>
                  </p:txBody>
                </p:sp>
                <p:sp>
                  <p:nvSpPr>
                    <p:cNvPr id="17478" name="Text Box 278">
                      <a:extLst>
                        <a:ext uri="{FF2B5EF4-FFF2-40B4-BE49-F238E27FC236}">
                          <a16:creationId xmlns:a16="http://schemas.microsoft.com/office/drawing/2014/main" id="{06D9016E-78EC-4726-B9EF-169014BB62B3}"/>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000" dirty="0">
                          <a:latin typeface="Arial" charset="0"/>
                          <a:cs typeface="Arial" charset="0"/>
                        </a:rPr>
                        <a:t>-</a:t>
                      </a:r>
                    </a:p>
                  </p:txBody>
                </p:sp>
              </p:grpSp>
            </p:grpSp>
          </p:grpSp>
        </p:grpSp>
      </p:grpSp>
      <p:sp>
        <p:nvSpPr>
          <p:cNvPr id="17447" name="Text Box 279">
            <a:extLst>
              <a:ext uri="{FF2B5EF4-FFF2-40B4-BE49-F238E27FC236}">
                <a16:creationId xmlns:a16="http://schemas.microsoft.com/office/drawing/2014/main" id="{43A25378-4E76-4AED-B474-F91A9C2CCABD}"/>
              </a:ext>
            </a:extLst>
          </p:cNvPr>
          <p:cNvSpPr txBox="1">
            <a:spLocks noChangeArrowheads="1"/>
          </p:cNvSpPr>
          <p:nvPr/>
        </p:nvSpPr>
        <p:spPr bwMode="auto">
          <a:xfrm>
            <a:off x="7389813" y="4922838"/>
            <a:ext cx="893762"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a:defRPr/>
            </a:pPr>
            <a:r>
              <a:rPr lang="en-US" sz="1600" dirty="0">
                <a:latin typeface="Arial" charset="0"/>
                <a:cs typeface="Arial" charset="0"/>
              </a:rPr>
              <a:t>slot 0</a:t>
            </a:r>
          </a:p>
          <a:p>
            <a:pPr algn="ctr">
              <a:defRPr/>
            </a:pPr>
            <a:r>
              <a:rPr lang="en-US" sz="1600" dirty="0">
                <a:latin typeface="Arial" charset="0"/>
                <a:cs typeface="Arial" charset="0"/>
              </a:rPr>
              <a:t>channel</a:t>
            </a:r>
          </a:p>
          <a:p>
            <a:pPr algn="ctr">
              <a:defRPr/>
            </a:pPr>
            <a:r>
              <a:rPr lang="en-US" sz="1600" dirty="0">
                <a:latin typeface="Arial" charset="0"/>
                <a:cs typeface="Arial" charset="0"/>
              </a:rPr>
              <a:t>output</a:t>
            </a:r>
          </a:p>
        </p:txBody>
      </p:sp>
      <p:sp>
        <p:nvSpPr>
          <p:cNvPr id="17448" name="Text Box 280">
            <a:extLst>
              <a:ext uri="{FF2B5EF4-FFF2-40B4-BE49-F238E27FC236}">
                <a16:creationId xmlns:a16="http://schemas.microsoft.com/office/drawing/2014/main" id="{03E416FC-5DED-47AD-8FFD-EF45C9F38B67}"/>
              </a:ext>
            </a:extLst>
          </p:cNvPr>
          <p:cNvSpPr txBox="1">
            <a:spLocks noChangeArrowheads="1"/>
          </p:cNvSpPr>
          <p:nvPr/>
        </p:nvSpPr>
        <p:spPr bwMode="auto">
          <a:xfrm>
            <a:off x="6346825" y="4941888"/>
            <a:ext cx="893763"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lgn="ctr">
              <a:defRPr/>
            </a:pPr>
            <a:r>
              <a:rPr lang="en-US" sz="1600" dirty="0">
                <a:latin typeface="Arial" charset="0"/>
                <a:cs typeface="Arial" charset="0"/>
              </a:rPr>
              <a:t>slot 1</a:t>
            </a:r>
          </a:p>
          <a:p>
            <a:pPr algn="ctr">
              <a:defRPr/>
            </a:pPr>
            <a:r>
              <a:rPr lang="en-US" sz="1600" dirty="0">
                <a:latin typeface="Arial" charset="0"/>
                <a:cs typeface="Arial" charset="0"/>
              </a:rPr>
              <a:t>channel</a:t>
            </a:r>
          </a:p>
          <a:p>
            <a:pPr algn="ctr">
              <a:defRPr/>
            </a:pPr>
            <a:r>
              <a:rPr lang="en-US" sz="1600" dirty="0">
                <a:latin typeface="Arial" charset="0"/>
                <a:cs typeface="Arial" charset="0"/>
              </a:rPr>
              <a:t>output</a:t>
            </a:r>
          </a:p>
        </p:txBody>
      </p:sp>
      <p:sp>
        <p:nvSpPr>
          <p:cNvPr id="17449" name="Line 281">
            <a:extLst>
              <a:ext uri="{FF2B5EF4-FFF2-40B4-BE49-F238E27FC236}">
                <a16:creationId xmlns:a16="http://schemas.microsoft.com/office/drawing/2014/main" id="{C4A87CB6-C637-4DAC-8F11-25E3EDB9BCF7}"/>
              </a:ext>
            </a:extLst>
          </p:cNvPr>
          <p:cNvSpPr>
            <a:spLocks noChangeShapeType="1"/>
          </p:cNvSpPr>
          <p:nvPr/>
        </p:nvSpPr>
        <p:spPr bwMode="auto">
          <a:xfrm flipH="1">
            <a:off x="6272213" y="4281488"/>
            <a:ext cx="9525" cy="947737"/>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50" name="Line 282">
            <a:extLst>
              <a:ext uri="{FF2B5EF4-FFF2-40B4-BE49-F238E27FC236}">
                <a16:creationId xmlns:a16="http://schemas.microsoft.com/office/drawing/2014/main" id="{35CA7089-7E05-455E-A7FC-70A8C3B4D506}"/>
              </a:ext>
            </a:extLst>
          </p:cNvPr>
          <p:cNvSpPr>
            <a:spLocks noChangeShapeType="1"/>
          </p:cNvSpPr>
          <p:nvPr/>
        </p:nvSpPr>
        <p:spPr bwMode="auto">
          <a:xfrm flipH="1">
            <a:off x="7343775" y="4262438"/>
            <a:ext cx="9525" cy="947737"/>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51" name="Line 283">
            <a:extLst>
              <a:ext uri="{FF2B5EF4-FFF2-40B4-BE49-F238E27FC236}">
                <a16:creationId xmlns:a16="http://schemas.microsoft.com/office/drawing/2014/main" id="{3171D06C-8CCE-4FBC-BC01-CF2E1F63F6A9}"/>
              </a:ext>
            </a:extLst>
          </p:cNvPr>
          <p:cNvSpPr>
            <a:spLocks noChangeShapeType="1"/>
          </p:cNvSpPr>
          <p:nvPr/>
        </p:nvSpPr>
        <p:spPr bwMode="auto">
          <a:xfrm flipH="1">
            <a:off x="8458200" y="4271963"/>
            <a:ext cx="9525" cy="947737"/>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17452" name="Text Box 285">
            <a:extLst>
              <a:ext uri="{FF2B5EF4-FFF2-40B4-BE49-F238E27FC236}">
                <a16:creationId xmlns:a16="http://schemas.microsoft.com/office/drawing/2014/main" id="{AA50578F-B822-4E0D-ACC1-FE923CD007B0}"/>
              </a:ext>
            </a:extLst>
          </p:cNvPr>
          <p:cNvSpPr txBox="1">
            <a:spLocks noChangeArrowheads="1"/>
          </p:cNvSpPr>
          <p:nvPr/>
        </p:nvSpPr>
        <p:spPr bwMode="auto">
          <a:xfrm>
            <a:off x="1233488" y="5446713"/>
            <a:ext cx="109696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2000" dirty="0">
                <a:solidFill>
                  <a:srgbClr val="C00000"/>
                </a:solidFill>
                <a:latin typeface="Arial" charset="0"/>
                <a:cs typeface="Arial" charset="0"/>
              </a:rPr>
              <a:t>receiver</a:t>
            </a:r>
          </a:p>
        </p:txBody>
      </p:sp>
      <p:sp>
        <p:nvSpPr>
          <p:cNvPr id="17453" name="Text Box 286">
            <a:extLst>
              <a:ext uri="{FF2B5EF4-FFF2-40B4-BE49-F238E27FC236}">
                <a16:creationId xmlns:a16="http://schemas.microsoft.com/office/drawing/2014/main" id="{4B668D73-A79A-4E42-A66A-3564E89AD4E2}"/>
              </a:ext>
            </a:extLst>
          </p:cNvPr>
          <p:cNvSpPr txBox="1">
            <a:spLocks noChangeArrowheads="1"/>
          </p:cNvSpPr>
          <p:nvPr/>
        </p:nvSpPr>
        <p:spPr bwMode="auto">
          <a:xfrm>
            <a:off x="2319338" y="5068888"/>
            <a:ext cx="679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latin typeface="Arial" charset="0"/>
                <a:cs typeface="Arial" charset="0"/>
              </a:rPr>
              <a:t>code</a:t>
            </a:r>
          </a:p>
        </p:txBody>
      </p:sp>
      <p:sp>
        <p:nvSpPr>
          <p:cNvPr id="17454" name="Text Box 287">
            <a:extLst>
              <a:ext uri="{FF2B5EF4-FFF2-40B4-BE49-F238E27FC236}">
                <a16:creationId xmlns:a16="http://schemas.microsoft.com/office/drawing/2014/main" id="{DCA5B647-6012-41B2-BB79-18260B5B63BE}"/>
              </a:ext>
            </a:extLst>
          </p:cNvPr>
          <p:cNvSpPr txBox="1">
            <a:spLocks noChangeArrowheads="1"/>
          </p:cNvSpPr>
          <p:nvPr/>
        </p:nvSpPr>
        <p:spPr bwMode="auto">
          <a:xfrm>
            <a:off x="1341438" y="4303713"/>
            <a:ext cx="1047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latin typeface="Arial" charset="0"/>
                <a:cs typeface="Arial" charset="0"/>
              </a:rPr>
              <a:t>received</a:t>
            </a:r>
          </a:p>
          <a:p>
            <a:pPr>
              <a:defRPr/>
            </a:pPr>
            <a:r>
              <a:rPr lang="en-US" dirty="0">
                <a:latin typeface="Arial" charset="0"/>
                <a:cs typeface="Arial" charset="0"/>
              </a:rPr>
              <a:t>input</a:t>
            </a:r>
          </a:p>
        </p:txBody>
      </p:sp>
      <p:sp>
        <p:nvSpPr>
          <p:cNvPr id="17455" name="Line 288">
            <a:extLst>
              <a:ext uri="{FF2B5EF4-FFF2-40B4-BE49-F238E27FC236}">
                <a16:creationId xmlns:a16="http://schemas.microsoft.com/office/drawing/2014/main" id="{840AAA37-E375-4B9E-BDF3-44F6F023EA2B}"/>
              </a:ext>
            </a:extLst>
          </p:cNvPr>
          <p:cNvSpPr>
            <a:spLocks noChangeShapeType="1"/>
          </p:cNvSpPr>
          <p:nvPr/>
        </p:nvSpPr>
        <p:spPr bwMode="auto">
          <a:xfrm>
            <a:off x="5965825" y="4668838"/>
            <a:ext cx="319088" cy="47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nvGrpSpPr>
          <p:cNvPr id="70702" name="Group 294">
            <a:extLst>
              <a:ext uri="{FF2B5EF4-FFF2-40B4-BE49-F238E27FC236}">
                <a16:creationId xmlns:a16="http://schemas.microsoft.com/office/drawing/2014/main" id="{7C3E559B-C6CA-4DE5-B2A2-B034E95C8373}"/>
              </a:ext>
            </a:extLst>
          </p:cNvPr>
          <p:cNvGrpSpPr>
            <a:grpSpLocks/>
          </p:cNvGrpSpPr>
          <p:nvPr/>
        </p:nvGrpSpPr>
        <p:grpSpPr bwMode="auto">
          <a:xfrm>
            <a:off x="5003800" y="3530600"/>
            <a:ext cx="1517650" cy="977900"/>
            <a:chOff x="4239" y="2007"/>
            <a:chExt cx="956" cy="616"/>
          </a:xfrm>
        </p:grpSpPr>
        <p:sp>
          <p:nvSpPr>
            <p:cNvPr id="17461" name="Text Box 187">
              <a:extLst>
                <a:ext uri="{FF2B5EF4-FFF2-40B4-BE49-F238E27FC236}">
                  <a16:creationId xmlns:a16="http://schemas.microsoft.com/office/drawing/2014/main" id="{6892CDEC-9259-48BB-8F1C-3E2964978F27}"/>
                </a:ext>
              </a:extLst>
            </p:cNvPr>
            <p:cNvSpPr txBox="1">
              <a:spLocks noChangeArrowheads="1"/>
            </p:cNvSpPr>
            <p:nvPr/>
          </p:nvSpPr>
          <p:spPr bwMode="auto">
            <a:xfrm>
              <a:off x="4239" y="2047"/>
              <a:ext cx="9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latin typeface="Arial" charset="0"/>
                  <a:cs typeface="Arial" charset="0"/>
                </a:rPr>
                <a:t>D</a:t>
              </a:r>
              <a:r>
                <a:rPr lang="en-US" baseline="-25000" dirty="0">
                  <a:latin typeface="Arial" charset="0"/>
                  <a:cs typeface="Arial" charset="0"/>
                </a:rPr>
                <a:t>i </a:t>
              </a:r>
              <a:r>
                <a:rPr lang="en-US" dirty="0">
                  <a:latin typeface="Arial" charset="0"/>
                  <a:cs typeface="Arial" charset="0"/>
                </a:rPr>
                <a:t>= </a:t>
              </a:r>
              <a:r>
                <a:rPr lang="en-US" sz="2800" dirty="0">
                  <a:latin typeface="Symbol" charset="0"/>
                  <a:cs typeface="Arial" charset="0"/>
                </a:rPr>
                <a:t>S</a:t>
              </a:r>
              <a:r>
                <a:rPr lang="en-US" baseline="-25000" dirty="0">
                  <a:latin typeface="Arial" charset="0"/>
                  <a:cs typeface="Arial" charset="0"/>
                </a:rPr>
                <a:t> </a:t>
              </a:r>
              <a:r>
                <a:rPr lang="en-US" dirty="0">
                  <a:latin typeface="Arial" charset="0"/>
                  <a:cs typeface="Arial" charset="0"/>
                </a:rPr>
                <a:t>Z</a:t>
              </a:r>
              <a:r>
                <a:rPr lang="en-US" baseline="-25000" dirty="0">
                  <a:latin typeface="Arial" charset="0"/>
                  <a:cs typeface="Arial" charset="0"/>
                </a:rPr>
                <a:t>i,m</a:t>
              </a:r>
              <a:r>
                <a:rPr lang="en-US" sz="2400" baseline="30000" dirty="0">
                  <a:latin typeface="Arial" charset="0"/>
                  <a:cs typeface="Arial" charset="0"/>
                </a:rPr>
                <a:t>.</a:t>
              </a:r>
              <a:r>
                <a:rPr lang="en-US" dirty="0">
                  <a:latin typeface="Arial" charset="0"/>
                  <a:cs typeface="Arial" charset="0"/>
                </a:rPr>
                <a:t>c</a:t>
              </a:r>
              <a:r>
                <a:rPr lang="en-US" baseline="-25000" dirty="0">
                  <a:latin typeface="Arial" charset="0"/>
                  <a:cs typeface="Arial" charset="0"/>
                </a:rPr>
                <a:t>m</a:t>
              </a:r>
            </a:p>
          </p:txBody>
        </p:sp>
        <p:sp>
          <p:nvSpPr>
            <p:cNvPr id="17462" name="Text Box 289">
              <a:extLst>
                <a:ext uri="{FF2B5EF4-FFF2-40B4-BE49-F238E27FC236}">
                  <a16:creationId xmlns:a16="http://schemas.microsoft.com/office/drawing/2014/main" id="{C51F41F2-CC09-467E-A1D6-37B9E411501C}"/>
                </a:ext>
              </a:extLst>
            </p:cNvPr>
            <p:cNvSpPr txBox="1">
              <a:spLocks noChangeArrowheads="1"/>
            </p:cNvSpPr>
            <p:nvPr/>
          </p:nvSpPr>
          <p:spPr bwMode="auto">
            <a:xfrm>
              <a:off x="4498" y="2258"/>
              <a:ext cx="30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200" dirty="0">
                  <a:latin typeface="Arial" charset="0"/>
                </a:rPr>
                <a:t>m=1</a:t>
              </a:r>
            </a:p>
          </p:txBody>
        </p:sp>
        <p:sp>
          <p:nvSpPr>
            <p:cNvPr id="17463" name="Text Box 290">
              <a:extLst>
                <a:ext uri="{FF2B5EF4-FFF2-40B4-BE49-F238E27FC236}">
                  <a16:creationId xmlns:a16="http://schemas.microsoft.com/office/drawing/2014/main" id="{4EEC28BE-672E-4AAD-BB28-322841B17200}"/>
                </a:ext>
              </a:extLst>
            </p:cNvPr>
            <p:cNvSpPr txBox="1">
              <a:spLocks noChangeArrowheads="1"/>
            </p:cNvSpPr>
            <p:nvPr/>
          </p:nvSpPr>
          <p:spPr bwMode="auto">
            <a:xfrm>
              <a:off x="4541" y="2007"/>
              <a:ext cx="19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sz="1200" dirty="0">
                  <a:latin typeface="Arial" charset="0"/>
                </a:rPr>
                <a:t>M</a:t>
              </a:r>
            </a:p>
          </p:txBody>
        </p:sp>
        <p:sp>
          <p:nvSpPr>
            <p:cNvPr id="17464" name="Text Box 291">
              <a:extLst>
                <a:ext uri="{FF2B5EF4-FFF2-40B4-BE49-F238E27FC236}">
                  <a16:creationId xmlns:a16="http://schemas.microsoft.com/office/drawing/2014/main" id="{8EDA2F8C-CB0B-47B6-8310-31F573A6AA63}"/>
                </a:ext>
              </a:extLst>
            </p:cNvPr>
            <p:cNvSpPr txBox="1">
              <a:spLocks noChangeArrowheads="1"/>
            </p:cNvSpPr>
            <p:nvPr/>
          </p:nvSpPr>
          <p:spPr bwMode="auto">
            <a:xfrm>
              <a:off x="4718" y="2392"/>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Comic Sans MS" charset="0"/>
                  <a:ea typeface="ＭＳ Ｐゴシック" charset="0"/>
                </a:defRPr>
              </a:lvl1pPr>
              <a:lvl2pPr marL="742950" indent="-285750">
                <a:defRPr>
                  <a:solidFill>
                    <a:schemeClr val="tx1"/>
                  </a:solidFill>
                  <a:latin typeface="Comic Sans MS" charset="0"/>
                  <a:ea typeface="ＭＳ Ｐゴシック" charset="0"/>
                </a:defRPr>
              </a:lvl2pPr>
              <a:lvl3pPr marL="1143000" indent="-228600">
                <a:defRPr>
                  <a:solidFill>
                    <a:schemeClr val="tx1"/>
                  </a:solidFill>
                  <a:latin typeface="Comic Sans MS" charset="0"/>
                  <a:ea typeface="ＭＳ Ｐゴシック" charset="0"/>
                </a:defRPr>
              </a:lvl3pPr>
              <a:lvl4pPr marL="1600200" indent="-228600">
                <a:defRPr>
                  <a:solidFill>
                    <a:schemeClr val="tx1"/>
                  </a:solidFill>
                  <a:latin typeface="Comic Sans MS" charset="0"/>
                  <a:ea typeface="ＭＳ Ｐゴシック" charset="0"/>
                </a:defRPr>
              </a:lvl4pPr>
              <a:lvl5pPr marL="2057400" indent="-228600">
                <a:defRPr>
                  <a:solidFill>
                    <a:schemeClr val="tx1"/>
                  </a:solidFill>
                  <a:latin typeface="Comic Sans MS" charset="0"/>
                  <a:ea typeface="ＭＳ Ｐゴシック" charset="0"/>
                </a:defRPr>
              </a:lvl5pPr>
              <a:lvl6pPr marL="2514600" indent="-228600" eaLnBrk="0" fontAlgn="base" hangingPunct="0">
                <a:spcBef>
                  <a:spcPct val="0"/>
                </a:spcBef>
                <a:spcAft>
                  <a:spcPct val="0"/>
                </a:spcAft>
                <a:defRPr>
                  <a:solidFill>
                    <a:schemeClr val="tx1"/>
                  </a:solidFill>
                  <a:latin typeface="Comic Sans MS" charset="0"/>
                  <a:ea typeface="ＭＳ Ｐゴシック" charset="0"/>
                </a:defRPr>
              </a:lvl6pPr>
              <a:lvl7pPr marL="2971800" indent="-228600" eaLnBrk="0" fontAlgn="base" hangingPunct="0">
                <a:spcBef>
                  <a:spcPct val="0"/>
                </a:spcBef>
                <a:spcAft>
                  <a:spcPct val="0"/>
                </a:spcAft>
                <a:defRPr>
                  <a:solidFill>
                    <a:schemeClr val="tx1"/>
                  </a:solidFill>
                  <a:latin typeface="Comic Sans MS" charset="0"/>
                  <a:ea typeface="ＭＳ Ｐゴシック" charset="0"/>
                </a:defRPr>
              </a:lvl7pPr>
              <a:lvl8pPr marL="3429000" indent="-228600" eaLnBrk="0" fontAlgn="base" hangingPunct="0">
                <a:spcBef>
                  <a:spcPct val="0"/>
                </a:spcBef>
                <a:spcAft>
                  <a:spcPct val="0"/>
                </a:spcAft>
                <a:defRPr>
                  <a:solidFill>
                    <a:schemeClr val="tx1"/>
                  </a:solidFill>
                  <a:latin typeface="Comic Sans MS" charset="0"/>
                  <a:ea typeface="ＭＳ Ｐゴシック" charset="0"/>
                </a:defRPr>
              </a:lvl8pPr>
              <a:lvl9pPr marL="3886200" indent="-228600" eaLnBrk="0" fontAlgn="base" hangingPunct="0">
                <a:spcBef>
                  <a:spcPct val="0"/>
                </a:spcBef>
                <a:spcAft>
                  <a:spcPct val="0"/>
                </a:spcAft>
                <a:defRPr>
                  <a:solidFill>
                    <a:schemeClr val="tx1"/>
                  </a:solidFill>
                  <a:latin typeface="Comic Sans MS" charset="0"/>
                  <a:ea typeface="ＭＳ Ｐゴシック" charset="0"/>
                </a:defRPr>
              </a:lvl9pPr>
            </a:lstStyle>
            <a:p>
              <a:pPr>
                <a:defRPr/>
              </a:pPr>
              <a:r>
                <a:rPr lang="en-US" dirty="0">
                  <a:latin typeface="Arial" charset="0"/>
                </a:rPr>
                <a:t>M</a:t>
              </a:r>
            </a:p>
          </p:txBody>
        </p:sp>
        <p:sp>
          <p:nvSpPr>
            <p:cNvPr id="17465" name="Line 293">
              <a:extLst>
                <a:ext uri="{FF2B5EF4-FFF2-40B4-BE49-F238E27FC236}">
                  <a16:creationId xmlns:a16="http://schemas.microsoft.com/office/drawing/2014/main" id="{2FD9717F-90F4-4A44-AE55-DCA198DF5B56}"/>
                </a:ext>
              </a:extLst>
            </p:cNvPr>
            <p:cNvSpPr>
              <a:spLocks noChangeShapeType="1"/>
            </p:cNvSpPr>
            <p:nvPr/>
          </p:nvSpPr>
          <p:spPr bwMode="auto">
            <a:xfrm>
              <a:off x="4561" y="2410"/>
              <a:ext cx="55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sp>
        <p:nvSpPr>
          <p:cNvPr id="404780" name="Freeform 300">
            <a:extLst>
              <a:ext uri="{FF2B5EF4-FFF2-40B4-BE49-F238E27FC236}">
                <a16:creationId xmlns:a16="http://schemas.microsoft.com/office/drawing/2014/main" id="{4DF8B696-C085-408D-A52D-B87CDDC6A438}"/>
              </a:ext>
            </a:extLst>
          </p:cNvPr>
          <p:cNvSpPr>
            <a:spLocks/>
          </p:cNvSpPr>
          <p:nvPr/>
        </p:nvSpPr>
        <p:spPr bwMode="auto">
          <a:xfrm>
            <a:off x="7745413" y="2060575"/>
            <a:ext cx="341312" cy="1376363"/>
          </a:xfrm>
          <a:custGeom>
            <a:avLst/>
            <a:gdLst>
              <a:gd name="T0" fmla="*/ 0 w 215"/>
              <a:gd name="T1" fmla="*/ 0 h 819"/>
              <a:gd name="T2" fmla="*/ 2147483646 w 215"/>
              <a:gd name="T3" fmla="*/ 0 h 819"/>
              <a:gd name="T4" fmla="*/ 2147483646 w 215"/>
              <a:gd name="T5" fmla="*/ 2147483646 h 819"/>
              <a:gd name="T6" fmla="*/ 0 60000 65536"/>
              <a:gd name="T7" fmla="*/ 0 60000 65536"/>
              <a:gd name="T8" fmla="*/ 0 60000 65536"/>
            </a:gdLst>
            <a:ahLst/>
            <a:cxnLst>
              <a:cxn ang="T6">
                <a:pos x="T0" y="T1"/>
              </a:cxn>
              <a:cxn ang="T7">
                <a:pos x="T2" y="T3"/>
              </a:cxn>
              <a:cxn ang="T8">
                <a:pos x="T4" y="T5"/>
              </a:cxn>
            </a:cxnLst>
            <a:rect l="0" t="0" r="r" b="b"/>
            <a:pathLst>
              <a:path w="215" h="819">
                <a:moveTo>
                  <a:pt x="0" y="0"/>
                </a:moveTo>
                <a:lnTo>
                  <a:pt x="215" y="0"/>
                </a:lnTo>
                <a:lnTo>
                  <a:pt x="215" y="819"/>
                </a:lnTo>
              </a:path>
            </a:pathLst>
          </a:custGeom>
          <a:noFill/>
          <a:ln w="19050" cap="flat" cmpd="sng">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04782" name="Line 302">
            <a:extLst>
              <a:ext uri="{FF2B5EF4-FFF2-40B4-BE49-F238E27FC236}">
                <a16:creationId xmlns:a16="http://schemas.microsoft.com/office/drawing/2014/main" id="{94A2CCE1-A5EA-47AD-BB3A-DB2389232834}"/>
              </a:ext>
            </a:extLst>
          </p:cNvPr>
          <p:cNvSpPr>
            <a:spLocks noChangeShapeType="1"/>
          </p:cNvSpPr>
          <p:nvPr/>
        </p:nvSpPr>
        <p:spPr bwMode="auto">
          <a:xfrm flipH="1">
            <a:off x="2522538" y="3436938"/>
            <a:ext cx="5553075" cy="0"/>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404783" name="Freeform 303">
            <a:extLst>
              <a:ext uri="{FF2B5EF4-FFF2-40B4-BE49-F238E27FC236}">
                <a16:creationId xmlns:a16="http://schemas.microsoft.com/office/drawing/2014/main" id="{6BEFDF1E-89F3-453D-B7CE-1D6C94C7FF1B}"/>
              </a:ext>
            </a:extLst>
          </p:cNvPr>
          <p:cNvSpPr>
            <a:spLocks/>
          </p:cNvSpPr>
          <p:nvPr/>
        </p:nvSpPr>
        <p:spPr bwMode="auto">
          <a:xfrm>
            <a:off x="2522538" y="3436938"/>
            <a:ext cx="396875" cy="1157287"/>
          </a:xfrm>
          <a:custGeom>
            <a:avLst/>
            <a:gdLst>
              <a:gd name="T0" fmla="*/ 0 w 250"/>
              <a:gd name="T1" fmla="*/ 0 h 729"/>
              <a:gd name="T2" fmla="*/ 0 w 250"/>
              <a:gd name="T3" fmla="*/ 2147483646 h 729"/>
              <a:gd name="T4" fmla="*/ 2147483646 w 250"/>
              <a:gd name="T5" fmla="*/ 2147483646 h 729"/>
              <a:gd name="T6" fmla="*/ 0 60000 65536"/>
              <a:gd name="T7" fmla="*/ 0 60000 65536"/>
              <a:gd name="T8" fmla="*/ 0 60000 65536"/>
            </a:gdLst>
            <a:ahLst/>
            <a:cxnLst>
              <a:cxn ang="T6">
                <a:pos x="T0" y="T1"/>
              </a:cxn>
              <a:cxn ang="T7">
                <a:pos x="T2" y="T3"/>
              </a:cxn>
              <a:cxn ang="T8">
                <a:pos x="T4" y="T5"/>
              </a:cxn>
            </a:cxnLst>
            <a:rect l="0" t="0" r="r" b="b"/>
            <a:pathLst>
              <a:path w="250" h="729">
                <a:moveTo>
                  <a:pt x="0" y="0"/>
                </a:moveTo>
                <a:lnTo>
                  <a:pt x="0" y="729"/>
                </a:lnTo>
                <a:lnTo>
                  <a:pt x="250" y="729"/>
                </a:lnTo>
              </a:path>
            </a:pathLst>
          </a:custGeom>
          <a:noFill/>
          <a:ln w="19050" cap="flat" cmpd="sng">
            <a:solidFill>
              <a:srgbClr val="C0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0706" name="灯片编号占位符 6">
            <a:extLst>
              <a:ext uri="{FF2B5EF4-FFF2-40B4-BE49-F238E27FC236}">
                <a16:creationId xmlns:a16="http://schemas.microsoft.com/office/drawing/2014/main" id="{3B6E28E2-A294-47B7-9E5C-5EBD81CFFF6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9E3F6A5F-C4DB-4D49-BDF0-5E17501F359C}" type="slidenum">
              <a:rPr lang="en-US" altLang="zh-CN" sz="1400" smtClean="0">
                <a:latin typeface="Times New Roman" panose="02020603050405020304" pitchFamily="18" charset="0"/>
              </a:rPr>
              <a:pPr>
                <a:spcBef>
                  <a:spcPct val="0"/>
                </a:spcBef>
                <a:buClrTx/>
                <a:buSzTx/>
                <a:buFontTx/>
                <a:buNone/>
              </a:pPr>
              <a:t>52</a:t>
            </a:fld>
            <a:endParaRPr lang="en-US" altLang="zh-CN"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404629"/>
                                        </p:tgtEl>
                                        <p:attrNameLst>
                                          <p:attrName>style.visibility</p:attrName>
                                        </p:attrNameLst>
                                      </p:cBhvr>
                                      <p:to>
                                        <p:strVal val="visible"/>
                                      </p:to>
                                    </p:set>
                                    <p:animEffect transition="in" filter="wipe(right)">
                                      <p:cBhvr>
                                        <p:cTn id="7" dur="2000"/>
                                        <p:tgtEl>
                                          <p:spTgt spid="404629"/>
                                        </p:tgtEl>
                                      </p:cBhvr>
                                    </p:animEffect>
                                  </p:childTnLst>
                                </p:cTn>
                              </p:par>
                            </p:childTnLst>
                          </p:cTn>
                        </p:par>
                        <p:par>
                          <p:cTn id="8" fill="hold" nodeType="afterGroup">
                            <p:stCondLst>
                              <p:cond delay="2000"/>
                            </p:stCondLst>
                            <p:childTnLst>
                              <p:par>
                                <p:cTn id="9" presetID="22" presetClass="entr" presetSubtype="2" fill="hold" nodeType="afterEffect">
                                  <p:stCondLst>
                                    <p:cond delay="0"/>
                                  </p:stCondLst>
                                  <p:childTnLst>
                                    <p:set>
                                      <p:cBhvr>
                                        <p:cTn id="10" dur="1" fill="hold">
                                          <p:stCondLst>
                                            <p:cond delay="0"/>
                                          </p:stCondLst>
                                        </p:cTn>
                                        <p:tgtEl>
                                          <p:spTgt spid="404556"/>
                                        </p:tgtEl>
                                        <p:attrNameLst>
                                          <p:attrName>style.visibility</p:attrName>
                                        </p:attrNameLst>
                                      </p:cBhvr>
                                      <p:to>
                                        <p:strVal val="visible"/>
                                      </p:to>
                                    </p:set>
                                    <p:animEffect transition="in" filter="wipe(right)">
                                      <p:cBhvr>
                                        <p:cTn id="11" dur="2000"/>
                                        <p:tgtEl>
                                          <p:spTgt spid="40455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2" fill="hold" nodeType="clickEffect">
                                  <p:stCondLst>
                                    <p:cond delay="0"/>
                                  </p:stCondLst>
                                  <p:childTnLst>
                                    <p:set>
                                      <p:cBhvr>
                                        <p:cTn id="15" dur="1" fill="hold">
                                          <p:stCondLst>
                                            <p:cond delay="0"/>
                                          </p:stCondLst>
                                        </p:cTn>
                                        <p:tgtEl>
                                          <p:spTgt spid="404630"/>
                                        </p:tgtEl>
                                        <p:attrNameLst>
                                          <p:attrName>style.visibility</p:attrName>
                                        </p:attrNameLst>
                                      </p:cBhvr>
                                      <p:to>
                                        <p:strVal val="visible"/>
                                      </p:to>
                                    </p:set>
                                    <p:animEffect transition="in" filter="wipe(right)">
                                      <p:cBhvr>
                                        <p:cTn id="16" dur="2000"/>
                                        <p:tgtEl>
                                          <p:spTgt spid="404630"/>
                                        </p:tgtEl>
                                      </p:cBhvr>
                                    </p:animEffect>
                                  </p:childTnLst>
                                </p:cTn>
                              </p:par>
                            </p:childTnLst>
                          </p:cTn>
                        </p:par>
                        <p:par>
                          <p:cTn id="17" fill="hold" nodeType="afterGroup">
                            <p:stCondLst>
                              <p:cond delay="2000"/>
                            </p:stCondLst>
                            <p:childTnLst>
                              <p:par>
                                <p:cTn id="18" presetID="22" presetClass="entr" presetSubtype="2" fill="hold" nodeType="afterEffect">
                                  <p:stCondLst>
                                    <p:cond delay="0"/>
                                  </p:stCondLst>
                                  <p:childTnLst>
                                    <p:set>
                                      <p:cBhvr>
                                        <p:cTn id="19" dur="1" fill="hold">
                                          <p:stCondLst>
                                            <p:cond delay="0"/>
                                          </p:stCondLst>
                                        </p:cTn>
                                        <p:tgtEl>
                                          <p:spTgt spid="404616"/>
                                        </p:tgtEl>
                                        <p:attrNameLst>
                                          <p:attrName>style.visibility</p:attrName>
                                        </p:attrNameLst>
                                      </p:cBhvr>
                                      <p:to>
                                        <p:strVal val="visible"/>
                                      </p:to>
                                    </p:set>
                                    <p:animEffect transition="in" filter="wipe(right)">
                                      <p:cBhvr>
                                        <p:cTn id="20" dur="2000"/>
                                        <p:tgtEl>
                                          <p:spTgt spid="40461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404780"/>
                                        </p:tgtEl>
                                        <p:attrNameLst>
                                          <p:attrName>style.visibility</p:attrName>
                                        </p:attrNameLst>
                                      </p:cBhvr>
                                      <p:to>
                                        <p:strVal val="visible"/>
                                      </p:to>
                                    </p:set>
                                    <p:animEffect transition="in" filter="wipe(up)">
                                      <p:cBhvr>
                                        <p:cTn id="25" dur="1000"/>
                                        <p:tgtEl>
                                          <p:spTgt spid="404780"/>
                                        </p:tgtEl>
                                      </p:cBhvr>
                                    </p:animEffect>
                                  </p:childTnLst>
                                </p:cTn>
                              </p:par>
                            </p:childTnLst>
                          </p:cTn>
                        </p:par>
                        <p:par>
                          <p:cTn id="26" fill="hold" nodeType="afterGroup">
                            <p:stCondLst>
                              <p:cond delay="1000"/>
                            </p:stCondLst>
                            <p:childTnLst>
                              <p:par>
                                <p:cTn id="27" presetID="22" presetClass="entr" presetSubtype="2" fill="hold" nodeType="afterEffect">
                                  <p:stCondLst>
                                    <p:cond delay="0"/>
                                  </p:stCondLst>
                                  <p:childTnLst>
                                    <p:set>
                                      <p:cBhvr>
                                        <p:cTn id="28" dur="1" fill="hold">
                                          <p:stCondLst>
                                            <p:cond delay="0"/>
                                          </p:stCondLst>
                                        </p:cTn>
                                        <p:tgtEl>
                                          <p:spTgt spid="404782"/>
                                        </p:tgtEl>
                                        <p:attrNameLst>
                                          <p:attrName>style.visibility</p:attrName>
                                        </p:attrNameLst>
                                      </p:cBhvr>
                                      <p:to>
                                        <p:strVal val="visible"/>
                                      </p:to>
                                    </p:set>
                                    <p:animEffect transition="in" filter="wipe(right)">
                                      <p:cBhvr>
                                        <p:cTn id="29" dur="1000"/>
                                        <p:tgtEl>
                                          <p:spTgt spid="404782"/>
                                        </p:tgtEl>
                                      </p:cBhvr>
                                    </p:animEffect>
                                  </p:childTnLst>
                                </p:cTn>
                              </p:par>
                            </p:childTnLst>
                          </p:cTn>
                        </p:par>
                        <p:par>
                          <p:cTn id="30" fill="hold" nodeType="afterGroup">
                            <p:stCondLst>
                              <p:cond delay="2000"/>
                            </p:stCondLst>
                            <p:childTnLst>
                              <p:par>
                                <p:cTn id="31" presetID="22" presetClass="entr" presetSubtype="1" fill="hold" nodeType="afterEffect">
                                  <p:stCondLst>
                                    <p:cond delay="0"/>
                                  </p:stCondLst>
                                  <p:childTnLst>
                                    <p:set>
                                      <p:cBhvr>
                                        <p:cTn id="32" dur="1" fill="hold">
                                          <p:stCondLst>
                                            <p:cond delay="0"/>
                                          </p:stCondLst>
                                        </p:cTn>
                                        <p:tgtEl>
                                          <p:spTgt spid="404783"/>
                                        </p:tgtEl>
                                        <p:attrNameLst>
                                          <p:attrName>style.visibility</p:attrName>
                                        </p:attrNameLst>
                                      </p:cBhvr>
                                      <p:to>
                                        <p:strVal val="visible"/>
                                      </p:to>
                                    </p:set>
                                    <p:animEffect transition="in" filter="wipe(up)">
                                      <p:cBhvr>
                                        <p:cTn id="33" dur="1000"/>
                                        <p:tgtEl>
                                          <p:spTgt spid="40478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2" fill="hold" nodeType="clickEffect">
                                  <p:stCondLst>
                                    <p:cond delay="0"/>
                                  </p:stCondLst>
                                  <p:childTnLst>
                                    <p:set>
                                      <p:cBhvr>
                                        <p:cTn id="37" dur="1" fill="hold">
                                          <p:stCondLst>
                                            <p:cond delay="0"/>
                                          </p:stCondLst>
                                        </p:cTn>
                                        <p:tgtEl>
                                          <p:spTgt spid="404775"/>
                                        </p:tgtEl>
                                        <p:attrNameLst>
                                          <p:attrName>style.visibility</p:attrName>
                                        </p:attrNameLst>
                                      </p:cBhvr>
                                      <p:to>
                                        <p:strVal val="visible"/>
                                      </p:to>
                                    </p:set>
                                    <p:animEffect transition="in" filter="wipe(right)">
                                      <p:cBhvr>
                                        <p:cTn id="38" dur="2000"/>
                                        <p:tgtEl>
                                          <p:spTgt spid="404775"/>
                                        </p:tgtEl>
                                      </p:cBhvr>
                                    </p:animEffect>
                                  </p:childTnLst>
                                </p:cTn>
                              </p:par>
                            </p:childTnLst>
                          </p:cTn>
                        </p:par>
                        <p:par>
                          <p:cTn id="39" fill="hold" nodeType="afterGroup">
                            <p:stCondLst>
                              <p:cond delay="2000"/>
                            </p:stCondLst>
                            <p:childTnLst>
                              <p:par>
                                <p:cTn id="40" presetID="22" presetClass="entr" presetSubtype="2" fill="hold" nodeType="afterEffect">
                                  <p:stCondLst>
                                    <p:cond delay="0"/>
                                  </p:stCondLst>
                                  <p:childTnLst>
                                    <p:set>
                                      <p:cBhvr>
                                        <p:cTn id="41" dur="1" fill="hold">
                                          <p:stCondLst>
                                            <p:cond delay="0"/>
                                          </p:stCondLst>
                                        </p:cTn>
                                        <p:tgtEl>
                                          <p:spTgt spid="404776"/>
                                        </p:tgtEl>
                                        <p:attrNameLst>
                                          <p:attrName>style.visibility</p:attrName>
                                        </p:attrNameLst>
                                      </p:cBhvr>
                                      <p:to>
                                        <p:strVal val="visible"/>
                                      </p:to>
                                    </p:set>
                                    <p:animEffect transition="in" filter="wipe(right)">
                                      <p:cBhvr>
                                        <p:cTn id="42" dur="2000"/>
                                        <p:tgtEl>
                                          <p:spTgt spid="40477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2" fill="hold" nodeType="clickEffect">
                                  <p:stCondLst>
                                    <p:cond delay="0"/>
                                  </p:stCondLst>
                                  <p:childTnLst>
                                    <p:set>
                                      <p:cBhvr>
                                        <p:cTn id="46" dur="1" fill="hold">
                                          <p:stCondLst>
                                            <p:cond delay="0"/>
                                          </p:stCondLst>
                                        </p:cTn>
                                        <p:tgtEl>
                                          <p:spTgt spid="404777"/>
                                        </p:tgtEl>
                                        <p:attrNameLst>
                                          <p:attrName>style.visibility</p:attrName>
                                        </p:attrNameLst>
                                      </p:cBhvr>
                                      <p:to>
                                        <p:strVal val="visible"/>
                                      </p:to>
                                    </p:set>
                                    <p:animEffect transition="in" filter="wipe(right)">
                                      <p:cBhvr>
                                        <p:cTn id="47" dur="2000"/>
                                        <p:tgtEl>
                                          <p:spTgt spid="404777"/>
                                        </p:tgtEl>
                                      </p:cBhvr>
                                    </p:animEffect>
                                  </p:childTnLst>
                                </p:cTn>
                              </p:par>
                            </p:childTnLst>
                          </p:cTn>
                        </p:par>
                        <p:par>
                          <p:cTn id="48" fill="hold" nodeType="afterGroup">
                            <p:stCondLst>
                              <p:cond delay="2000"/>
                            </p:stCondLst>
                            <p:childTnLst>
                              <p:par>
                                <p:cTn id="49" presetID="22" presetClass="entr" presetSubtype="2" fill="hold" nodeType="afterEffect">
                                  <p:stCondLst>
                                    <p:cond delay="0"/>
                                  </p:stCondLst>
                                  <p:childTnLst>
                                    <p:set>
                                      <p:cBhvr>
                                        <p:cTn id="50" dur="1" fill="hold">
                                          <p:stCondLst>
                                            <p:cond delay="0"/>
                                          </p:stCondLst>
                                        </p:cTn>
                                        <p:tgtEl>
                                          <p:spTgt spid="404778"/>
                                        </p:tgtEl>
                                        <p:attrNameLst>
                                          <p:attrName>style.visibility</p:attrName>
                                        </p:attrNameLst>
                                      </p:cBhvr>
                                      <p:to>
                                        <p:strVal val="visible"/>
                                      </p:to>
                                    </p:set>
                                    <p:animEffect transition="in" filter="wipe(right)">
                                      <p:cBhvr>
                                        <p:cTn id="51" dur="2000"/>
                                        <p:tgtEl>
                                          <p:spTgt spid="404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AAE31EFD-B3E1-4AFA-A3EA-EF14BD942CA5}"/>
              </a:ext>
            </a:extLst>
          </p:cNvPr>
          <p:cNvSpPr>
            <a:spLocks noGrp="1" noChangeArrowheads="1"/>
          </p:cNvSpPr>
          <p:nvPr>
            <p:ph type="title"/>
          </p:nvPr>
        </p:nvSpPr>
        <p:spPr>
          <a:xfrm>
            <a:off x="330200" y="111125"/>
            <a:ext cx="7772400" cy="1036638"/>
          </a:xfrm>
        </p:spPr>
        <p:txBody>
          <a:bodyPr/>
          <a:lstStyle/>
          <a:p>
            <a:r>
              <a:rPr lang="en-US" altLang="zh-CN" sz="3600">
                <a:ea typeface="宋体" panose="02010600030101010101" pitchFamily="2" charset="-122"/>
              </a:rPr>
              <a:t>CDMA: two-sender interference</a:t>
            </a:r>
            <a:endParaRPr lang="en-US" altLang="zh-CN">
              <a:ea typeface="宋体" panose="02010600030101010101" pitchFamily="2" charset="-122"/>
            </a:endParaRPr>
          </a:p>
        </p:txBody>
      </p:sp>
      <p:pic>
        <p:nvPicPr>
          <p:cNvPr id="72707" name="Picture 3" descr="5">
            <a:extLst>
              <a:ext uri="{FF2B5EF4-FFF2-40B4-BE49-F238E27FC236}">
                <a16:creationId xmlns:a16="http://schemas.microsoft.com/office/drawing/2014/main" id="{2B1B377D-834E-4B08-AE5F-29F24E7CD4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1450" y="1181100"/>
            <a:ext cx="5026025" cy="532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8" name="TextBox 1">
            <a:extLst>
              <a:ext uri="{FF2B5EF4-FFF2-40B4-BE49-F238E27FC236}">
                <a16:creationId xmlns:a16="http://schemas.microsoft.com/office/drawing/2014/main" id="{4C75887A-73FB-4632-9177-4243D942994E}"/>
              </a:ext>
            </a:extLst>
          </p:cNvPr>
          <p:cNvSpPr txBox="1">
            <a:spLocks noChangeArrowheads="1"/>
          </p:cNvSpPr>
          <p:nvPr/>
        </p:nvSpPr>
        <p:spPr bwMode="auto">
          <a:xfrm>
            <a:off x="6488113" y="4802188"/>
            <a:ext cx="2486025"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i="1">
                <a:solidFill>
                  <a:srgbClr val="000099"/>
                </a:solidFill>
                <a:latin typeface="Gill Sans MT" panose="020B0502020104020203" pitchFamily="34" charset="0"/>
                <a:ea typeface="MS PGothic" panose="020B0600070205080204" pitchFamily="34" charset="-128"/>
                <a:cs typeface="Gill Sans MT" panose="020B0502020104020203" pitchFamily="34" charset="0"/>
              </a:rPr>
              <a:t>using same code as sender 1, receiver recovers sender 1’s original data from summed channel data!</a:t>
            </a:r>
          </a:p>
        </p:txBody>
      </p:sp>
      <p:sp>
        <p:nvSpPr>
          <p:cNvPr id="72709" name="TextBox 7">
            <a:extLst>
              <a:ext uri="{FF2B5EF4-FFF2-40B4-BE49-F238E27FC236}">
                <a16:creationId xmlns:a16="http://schemas.microsoft.com/office/drawing/2014/main" id="{D494D4A9-8361-40B4-9D03-78AF1D5DB1A3}"/>
              </a:ext>
            </a:extLst>
          </p:cNvPr>
          <p:cNvSpPr txBox="1">
            <a:spLocks noChangeArrowheads="1"/>
          </p:cNvSpPr>
          <p:nvPr/>
        </p:nvSpPr>
        <p:spPr bwMode="auto">
          <a:xfrm>
            <a:off x="417513" y="1773238"/>
            <a:ext cx="24860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i="1">
                <a:solidFill>
                  <a:srgbClr val="000099"/>
                </a:solidFill>
                <a:latin typeface="Gill Sans MT" panose="020B0502020104020203" pitchFamily="34" charset="0"/>
                <a:ea typeface="MS PGothic" panose="020B0600070205080204" pitchFamily="34" charset="-128"/>
                <a:cs typeface="Gill Sans MT" panose="020B0502020104020203" pitchFamily="34" charset="0"/>
              </a:rPr>
              <a:t>Sender 1</a:t>
            </a:r>
          </a:p>
        </p:txBody>
      </p:sp>
      <p:sp>
        <p:nvSpPr>
          <p:cNvPr id="72710" name="TextBox 8">
            <a:extLst>
              <a:ext uri="{FF2B5EF4-FFF2-40B4-BE49-F238E27FC236}">
                <a16:creationId xmlns:a16="http://schemas.microsoft.com/office/drawing/2014/main" id="{399BB6F7-26F0-4330-AA29-7573D6195A70}"/>
              </a:ext>
            </a:extLst>
          </p:cNvPr>
          <p:cNvSpPr txBox="1">
            <a:spLocks noChangeArrowheads="1"/>
          </p:cNvSpPr>
          <p:nvPr/>
        </p:nvSpPr>
        <p:spPr bwMode="auto">
          <a:xfrm>
            <a:off x="423863" y="2840038"/>
            <a:ext cx="24860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i="1">
                <a:solidFill>
                  <a:srgbClr val="000099"/>
                </a:solidFill>
                <a:latin typeface="Gill Sans MT" panose="020B0502020104020203" pitchFamily="34" charset="0"/>
                <a:ea typeface="MS PGothic" panose="020B0600070205080204" pitchFamily="34" charset="-128"/>
                <a:cs typeface="Gill Sans MT" panose="020B0502020104020203" pitchFamily="34" charset="0"/>
              </a:rPr>
              <a:t>Sender 2</a:t>
            </a:r>
          </a:p>
        </p:txBody>
      </p:sp>
      <p:sp>
        <p:nvSpPr>
          <p:cNvPr id="72711" name="TextBox 9">
            <a:extLst>
              <a:ext uri="{FF2B5EF4-FFF2-40B4-BE49-F238E27FC236}">
                <a16:creationId xmlns:a16="http://schemas.microsoft.com/office/drawing/2014/main" id="{976F1F7D-B56E-4A64-B057-ECFC054320C2}"/>
              </a:ext>
            </a:extLst>
          </p:cNvPr>
          <p:cNvSpPr txBox="1">
            <a:spLocks noChangeArrowheads="1"/>
          </p:cNvSpPr>
          <p:nvPr/>
        </p:nvSpPr>
        <p:spPr bwMode="auto">
          <a:xfrm>
            <a:off x="6399213" y="1076325"/>
            <a:ext cx="2484437"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i="1">
                <a:solidFill>
                  <a:srgbClr val="000099"/>
                </a:solidFill>
                <a:latin typeface="Gill Sans MT" panose="020B0502020104020203" pitchFamily="34" charset="0"/>
                <a:ea typeface="MS PGothic" panose="020B0600070205080204" pitchFamily="34" charset="-128"/>
                <a:cs typeface="Gill Sans MT" panose="020B0502020104020203" pitchFamily="34" charset="0"/>
              </a:rPr>
              <a:t>channel sums together transmissions by sender 1 and 2</a:t>
            </a:r>
          </a:p>
        </p:txBody>
      </p:sp>
      <p:cxnSp>
        <p:nvCxnSpPr>
          <p:cNvPr id="72712" name="Straight Connector 3">
            <a:extLst>
              <a:ext uri="{FF2B5EF4-FFF2-40B4-BE49-F238E27FC236}">
                <a16:creationId xmlns:a16="http://schemas.microsoft.com/office/drawing/2014/main" id="{A4292699-E3E0-4489-870A-7A49626E3219}"/>
              </a:ext>
            </a:extLst>
          </p:cNvPr>
          <p:cNvCxnSpPr>
            <a:cxnSpLocks noChangeShapeType="1"/>
          </p:cNvCxnSpPr>
          <p:nvPr/>
        </p:nvCxnSpPr>
        <p:spPr bwMode="auto">
          <a:xfrm flipH="1">
            <a:off x="6015038" y="1316038"/>
            <a:ext cx="438150" cy="646112"/>
          </a:xfrm>
          <a:prstGeom prst="line">
            <a:avLst/>
          </a:prstGeom>
          <a:noFill/>
          <a:ln w="2540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713" name="灯片编号占位符 6">
            <a:extLst>
              <a:ext uri="{FF2B5EF4-FFF2-40B4-BE49-F238E27FC236}">
                <a16:creationId xmlns:a16="http://schemas.microsoft.com/office/drawing/2014/main" id="{5EEDA580-52F6-48A4-B09C-B0B52FE2572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2D9F6921-4F95-41C1-A1D7-50493B3BF672}" type="slidenum">
              <a:rPr lang="en-US" altLang="zh-CN" sz="1400" smtClean="0">
                <a:latin typeface="Times New Roman" panose="02020603050405020304" pitchFamily="18" charset="0"/>
              </a:rPr>
              <a:pPr>
                <a:spcBef>
                  <a:spcPct val="0"/>
                </a:spcBef>
                <a:buClrTx/>
                <a:buSzTx/>
                <a:buFontTx/>
                <a:buNone/>
              </a:pPr>
              <a:t>53</a:t>
            </a:fld>
            <a:endParaRPr lang="en-US" altLang="zh-CN" sz="1400">
              <a:latin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7083C6F-C12A-430B-B58F-4AB397570CF4}"/>
              </a:ext>
            </a:extLst>
          </p:cNvPr>
          <p:cNvSpPr>
            <a:spLocks noGrp="1" noChangeArrowheads="1"/>
          </p:cNvSpPr>
          <p:nvPr>
            <p:ph type="title"/>
          </p:nvPr>
        </p:nvSpPr>
        <p:spPr/>
        <p:txBody>
          <a:bodyPr/>
          <a:lstStyle/>
          <a:p>
            <a:r>
              <a:rPr lang="zh-CN" altLang="en-US">
                <a:ea typeface="宋体" panose="02010600030101010101" pitchFamily="2" charset="-122"/>
              </a:rPr>
              <a:t>“</a:t>
            </a:r>
            <a:r>
              <a:rPr lang="en-US" altLang="zh-CN">
                <a:ea typeface="宋体" panose="02010600030101010101" pitchFamily="2" charset="-122"/>
              </a:rPr>
              <a:t>Taking Turns” MAC protocols</a:t>
            </a:r>
          </a:p>
        </p:txBody>
      </p:sp>
      <p:sp>
        <p:nvSpPr>
          <p:cNvPr id="74755" name="Rectangle 3">
            <a:extLst>
              <a:ext uri="{FF2B5EF4-FFF2-40B4-BE49-F238E27FC236}">
                <a16:creationId xmlns:a16="http://schemas.microsoft.com/office/drawing/2014/main" id="{60F434C3-2C70-4F79-B2C7-B178A089C623}"/>
              </a:ext>
            </a:extLst>
          </p:cNvPr>
          <p:cNvSpPr>
            <a:spLocks noGrp="1" noChangeArrowheads="1"/>
          </p:cNvSpPr>
          <p:nvPr>
            <p:ph type="body" idx="1"/>
          </p:nvPr>
        </p:nvSpPr>
        <p:spPr>
          <a:xfrm>
            <a:off x="690563" y="1485900"/>
            <a:ext cx="3460750" cy="4648200"/>
          </a:xfrm>
        </p:spPr>
        <p:txBody>
          <a:bodyPr/>
          <a:lstStyle/>
          <a:p>
            <a:pPr>
              <a:buFont typeface="ZapfDingbats" pitchFamily="82" charset="2"/>
              <a:buNone/>
            </a:pPr>
            <a:r>
              <a:rPr lang="en-US" altLang="zh-CN" sz="2400">
                <a:solidFill>
                  <a:srgbClr val="FF0000"/>
                </a:solidFill>
                <a:ea typeface="宋体" panose="02010600030101010101" pitchFamily="2" charset="-122"/>
              </a:rPr>
              <a:t>Polling:</a:t>
            </a:r>
            <a:r>
              <a:rPr lang="en-US" altLang="zh-CN" sz="2400" b="1">
                <a:ea typeface="宋体" panose="02010600030101010101" pitchFamily="2" charset="-122"/>
              </a:rPr>
              <a:t> </a:t>
            </a:r>
            <a:endParaRPr lang="en-US" altLang="zh-CN" sz="2400">
              <a:ea typeface="宋体" panose="02010600030101010101" pitchFamily="2" charset="-122"/>
            </a:endParaRPr>
          </a:p>
          <a:p>
            <a:r>
              <a:rPr lang="en-US" altLang="zh-CN" sz="2400">
                <a:ea typeface="宋体" panose="02010600030101010101" pitchFamily="2" charset="-122"/>
              </a:rPr>
              <a:t>master node “invites” slave nodes to transmit in turn</a:t>
            </a:r>
          </a:p>
          <a:p>
            <a:r>
              <a:rPr lang="en-US" altLang="zh-CN" sz="2400">
                <a:ea typeface="宋体" panose="02010600030101010101" pitchFamily="2" charset="-122"/>
              </a:rPr>
              <a:t>Request to Send, Clear to Send msgs</a:t>
            </a:r>
          </a:p>
          <a:p>
            <a:r>
              <a:rPr lang="en-US" altLang="zh-CN" sz="2400">
                <a:ea typeface="宋体" panose="02010600030101010101" pitchFamily="2" charset="-122"/>
              </a:rPr>
              <a:t>concerns:</a:t>
            </a:r>
          </a:p>
          <a:p>
            <a:pPr lvl="1"/>
            <a:r>
              <a:rPr lang="en-US" altLang="zh-CN" sz="2000">
                <a:ea typeface="宋体" panose="02010600030101010101" pitchFamily="2" charset="-122"/>
              </a:rPr>
              <a:t>polling overhead </a:t>
            </a:r>
          </a:p>
          <a:p>
            <a:pPr lvl="1"/>
            <a:r>
              <a:rPr lang="en-US" altLang="zh-CN" sz="2000">
                <a:ea typeface="宋体" panose="02010600030101010101" pitchFamily="2" charset="-122"/>
              </a:rPr>
              <a:t>latency</a:t>
            </a:r>
          </a:p>
          <a:p>
            <a:pPr lvl="1"/>
            <a:r>
              <a:rPr lang="en-US" altLang="zh-CN" sz="2000">
                <a:ea typeface="宋体" panose="02010600030101010101" pitchFamily="2" charset="-122"/>
              </a:rPr>
              <a:t>single point of failure (master)</a:t>
            </a:r>
            <a:endParaRPr lang="en-US" altLang="zh-CN">
              <a:ea typeface="宋体" panose="02010600030101010101" pitchFamily="2" charset="-122"/>
            </a:endParaRPr>
          </a:p>
        </p:txBody>
      </p:sp>
      <p:sp>
        <p:nvSpPr>
          <p:cNvPr id="74756" name="Rectangle 4">
            <a:extLst>
              <a:ext uri="{FF2B5EF4-FFF2-40B4-BE49-F238E27FC236}">
                <a16:creationId xmlns:a16="http://schemas.microsoft.com/office/drawing/2014/main" id="{CEB968D1-A828-4FBD-ABB8-2822ED331FA2}"/>
              </a:ext>
            </a:extLst>
          </p:cNvPr>
          <p:cNvSpPr>
            <a:spLocks noChangeArrowheads="1"/>
          </p:cNvSpPr>
          <p:nvPr/>
        </p:nvSpPr>
        <p:spPr bwMode="auto">
          <a:xfrm>
            <a:off x="4200525" y="1376363"/>
            <a:ext cx="4611688"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r>
              <a:rPr lang="en-US" altLang="zh-CN" sz="2400">
                <a:solidFill>
                  <a:srgbClr val="FF0000"/>
                </a:solidFill>
                <a:ea typeface="宋体" panose="02010600030101010101" pitchFamily="2" charset="-122"/>
              </a:rPr>
              <a:t>Token passing:</a:t>
            </a:r>
            <a:endParaRPr lang="en-US" altLang="zh-CN" b="1">
              <a:ea typeface="宋体" panose="02010600030101010101" pitchFamily="2" charset="-122"/>
            </a:endParaRPr>
          </a:p>
          <a:p>
            <a:r>
              <a:rPr lang="en-US" altLang="zh-CN" sz="2400">
                <a:ea typeface="宋体" panose="02010600030101010101" pitchFamily="2" charset="-122"/>
              </a:rPr>
              <a:t>control </a:t>
            </a:r>
            <a:r>
              <a:rPr lang="en-US" altLang="zh-CN" sz="2400" b="1">
                <a:solidFill>
                  <a:srgbClr val="FF0000"/>
                </a:solidFill>
                <a:ea typeface="宋体" panose="02010600030101010101" pitchFamily="2" charset="-122"/>
              </a:rPr>
              <a:t>token</a:t>
            </a:r>
            <a:r>
              <a:rPr lang="en-US" altLang="zh-CN" sz="2400" b="1">
                <a:ea typeface="宋体" panose="02010600030101010101" pitchFamily="2" charset="-122"/>
              </a:rPr>
              <a:t> </a:t>
            </a:r>
            <a:r>
              <a:rPr lang="en-US" altLang="zh-CN" sz="2400">
                <a:ea typeface="宋体" panose="02010600030101010101" pitchFamily="2" charset="-122"/>
              </a:rPr>
              <a:t>passed from one node to next sequentially.</a:t>
            </a:r>
          </a:p>
          <a:p>
            <a:r>
              <a:rPr lang="en-US" altLang="zh-CN" sz="2400">
                <a:ea typeface="宋体" panose="02010600030101010101" pitchFamily="2" charset="-122"/>
              </a:rPr>
              <a:t>token message</a:t>
            </a:r>
          </a:p>
          <a:p>
            <a:r>
              <a:rPr lang="en-US" altLang="zh-CN" sz="2400">
                <a:ea typeface="宋体" panose="02010600030101010101" pitchFamily="2" charset="-122"/>
              </a:rPr>
              <a:t>concerns:</a:t>
            </a:r>
          </a:p>
          <a:p>
            <a:pPr lvl="1"/>
            <a:r>
              <a:rPr lang="en-US" altLang="zh-CN" sz="2000">
                <a:ea typeface="宋体" panose="02010600030101010101" pitchFamily="2" charset="-122"/>
              </a:rPr>
              <a:t>token overhead </a:t>
            </a:r>
          </a:p>
          <a:p>
            <a:pPr lvl="1"/>
            <a:r>
              <a:rPr lang="en-US" altLang="zh-CN" sz="2000">
                <a:ea typeface="宋体" panose="02010600030101010101" pitchFamily="2" charset="-122"/>
              </a:rPr>
              <a:t>latency</a:t>
            </a:r>
          </a:p>
          <a:p>
            <a:pPr lvl="1"/>
            <a:r>
              <a:rPr lang="en-US" altLang="zh-CN" sz="2000">
                <a:ea typeface="宋体" panose="02010600030101010101" pitchFamily="2" charset="-122"/>
              </a:rPr>
              <a:t>single point of failure (token)</a:t>
            </a:r>
          </a:p>
          <a:p>
            <a:pPr>
              <a:buFont typeface="ZapfDingbats" pitchFamily="82" charset="2"/>
              <a:buNone/>
            </a:pPr>
            <a:r>
              <a:rPr lang="en-US" altLang="zh-CN">
                <a:ea typeface="宋体" panose="02010600030101010101" pitchFamily="2" charset="-122"/>
              </a:rPr>
              <a:t> </a:t>
            </a:r>
          </a:p>
        </p:txBody>
      </p:sp>
      <p:pic>
        <p:nvPicPr>
          <p:cNvPr id="74757" name="Picture 5" descr="C:\temp\IMG00078.GIF">
            <a:extLst>
              <a:ext uri="{FF2B5EF4-FFF2-40B4-BE49-F238E27FC236}">
                <a16:creationId xmlns:a16="http://schemas.microsoft.com/office/drawing/2014/main" id="{034BD949-00C6-4E06-BFB3-EE9B2CB7B3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6175" y="5002213"/>
            <a:ext cx="2808288" cy="172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8" name="灯片编号占位符 6">
            <a:extLst>
              <a:ext uri="{FF2B5EF4-FFF2-40B4-BE49-F238E27FC236}">
                <a16:creationId xmlns:a16="http://schemas.microsoft.com/office/drawing/2014/main" id="{AB7F28AF-4C79-4875-9572-2ACF017CF276}"/>
              </a:ext>
            </a:extLst>
          </p:cNvPr>
          <p:cNvSpPr txBox="1">
            <a:spLocks noGrp="1"/>
          </p:cNvSpPr>
          <p:nvPr/>
        </p:nvSpPr>
        <p:spPr bwMode="auto">
          <a:xfrm>
            <a:off x="8162925" y="6400800"/>
            <a:ext cx="676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400">
                <a:latin typeface="Times New Roman" panose="02020603050405020304" pitchFamily="18" charset="0"/>
                <a:ea typeface="宋体" panose="02010600030101010101" pitchFamily="2" charset="-122"/>
              </a:rPr>
              <a:t>3-</a:t>
            </a:r>
            <a:fld id="{8DA0A591-40CE-4742-B70A-FAB67C76DA5B}" type="slidenum">
              <a:rPr lang="en-US" altLang="zh-CN" sz="1400">
                <a:latin typeface="Times New Roman" panose="02020603050405020304" pitchFamily="18" charset="0"/>
                <a:ea typeface="宋体" panose="02010600030101010101" pitchFamily="2" charset="-122"/>
              </a:rPr>
              <a:pPr algn="r">
                <a:spcBef>
                  <a:spcPct val="0"/>
                </a:spcBef>
                <a:buClrTx/>
                <a:buSzTx/>
                <a:buFontTx/>
                <a:buNone/>
              </a:pPr>
              <a:t>54</a:t>
            </a:fld>
            <a:endParaRPr lang="en-US" altLang="zh-CN" sz="1400">
              <a:latin typeface="Times New Roman" panose="02020603050405020304" pitchFamily="18" charset="0"/>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1D8A2036-A16C-4A2C-AC55-A285945A2148}"/>
              </a:ext>
            </a:extLst>
          </p:cNvPr>
          <p:cNvSpPr>
            <a:spLocks noGrp="1" noChangeArrowheads="1"/>
          </p:cNvSpPr>
          <p:nvPr>
            <p:ph type="title"/>
          </p:nvPr>
        </p:nvSpPr>
        <p:spPr/>
        <p:txBody>
          <a:bodyPr/>
          <a:lstStyle/>
          <a:p>
            <a:r>
              <a:rPr lang="en-US" altLang="zh-CN">
                <a:ea typeface="宋体" panose="02010600030101010101" pitchFamily="2" charset="-122"/>
              </a:rPr>
              <a:t>Reservation-based protocols</a:t>
            </a:r>
          </a:p>
        </p:txBody>
      </p:sp>
      <p:sp>
        <p:nvSpPr>
          <p:cNvPr id="75779" name="Rectangle 3">
            <a:extLst>
              <a:ext uri="{FF2B5EF4-FFF2-40B4-BE49-F238E27FC236}">
                <a16:creationId xmlns:a16="http://schemas.microsoft.com/office/drawing/2014/main" id="{577E55C4-774E-4D36-81C2-F32A092ABC73}"/>
              </a:ext>
            </a:extLst>
          </p:cNvPr>
          <p:cNvSpPr>
            <a:spLocks noGrp="1" noChangeArrowheads="1"/>
          </p:cNvSpPr>
          <p:nvPr>
            <p:ph type="body" idx="1"/>
          </p:nvPr>
        </p:nvSpPr>
        <p:spPr>
          <a:xfrm>
            <a:off x="501650" y="1390650"/>
            <a:ext cx="7983538" cy="4648200"/>
          </a:xfrm>
        </p:spPr>
        <p:txBody>
          <a:bodyPr/>
          <a:lstStyle/>
          <a:p>
            <a:pPr>
              <a:buFont typeface="ZapfDingbats" pitchFamily="82" charset="2"/>
              <a:buNone/>
            </a:pPr>
            <a:r>
              <a:rPr lang="en-US" altLang="zh-CN" sz="2400">
                <a:solidFill>
                  <a:srgbClr val="FF0000"/>
                </a:solidFill>
                <a:ea typeface="宋体" panose="02010600030101010101" pitchFamily="2" charset="-122"/>
              </a:rPr>
              <a:t>Distributed Polling:</a:t>
            </a:r>
            <a:r>
              <a:rPr lang="en-US" altLang="zh-CN" sz="2400" b="1">
                <a:ea typeface="宋体" panose="02010600030101010101" pitchFamily="2" charset="-122"/>
              </a:rPr>
              <a:t> </a:t>
            </a:r>
            <a:endParaRPr lang="en-US" altLang="zh-CN" sz="2400">
              <a:ea typeface="宋体" panose="02010600030101010101" pitchFamily="2" charset="-122"/>
            </a:endParaRPr>
          </a:p>
          <a:p>
            <a:r>
              <a:rPr lang="en-US" altLang="zh-CN" sz="2000">
                <a:ea typeface="宋体" panose="02010600030101010101" pitchFamily="2" charset="-122"/>
              </a:rPr>
              <a:t>time divided into slots</a:t>
            </a:r>
          </a:p>
          <a:p>
            <a:r>
              <a:rPr lang="en-US" altLang="zh-CN" sz="2000">
                <a:ea typeface="宋体" panose="02010600030101010101" pitchFamily="2" charset="-122"/>
              </a:rPr>
              <a:t>begins with N short </a:t>
            </a:r>
            <a:r>
              <a:rPr lang="en-US" altLang="zh-CN" sz="2000">
                <a:solidFill>
                  <a:srgbClr val="FF0000"/>
                </a:solidFill>
                <a:ea typeface="宋体" panose="02010600030101010101" pitchFamily="2" charset="-122"/>
              </a:rPr>
              <a:t>reservation slots</a:t>
            </a:r>
            <a:r>
              <a:rPr lang="en-US" altLang="zh-CN" sz="2000">
                <a:ea typeface="宋体" panose="02010600030101010101" pitchFamily="2" charset="-122"/>
              </a:rPr>
              <a:t> </a:t>
            </a:r>
          </a:p>
          <a:p>
            <a:pPr lvl="1"/>
            <a:r>
              <a:rPr lang="en-US" altLang="zh-CN" sz="2000">
                <a:ea typeface="宋体" panose="02010600030101010101" pitchFamily="2" charset="-122"/>
              </a:rPr>
              <a:t>reservation slot time equal to channel end-end propagation delay </a:t>
            </a:r>
          </a:p>
          <a:p>
            <a:pPr lvl="1"/>
            <a:r>
              <a:rPr lang="en-US" altLang="zh-CN" sz="2000">
                <a:ea typeface="宋体" panose="02010600030101010101" pitchFamily="2" charset="-122"/>
              </a:rPr>
              <a:t>station with message to send posts reservation</a:t>
            </a:r>
          </a:p>
          <a:p>
            <a:pPr lvl="1"/>
            <a:r>
              <a:rPr lang="en-US" altLang="zh-CN" sz="2000">
                <a:ea typeface="宋体" panose="02010600030101010101" pitchFamily="2" charset="-122"/>
              </a:rPr>
              <a:t>reservation seen by all stations </a:t>
            </a:r>
          </a:p>
          <a:p>
            <a:r>
              <a:rPr lang="en-US" altLang="zh-CN" sz="2000">
                <a:ea typeface="宋体" panose="02010600030101010101" pitchFamily="2" charset="-122"/>
              </a:rPr>
              <a:t>after reservation slots, message transmissions ordered by known priority</a:t>
            </a:r>
            <a:r>
              <a:rPr lang="en-US" altLang="zh-CN">
                <a:ea typeface="宋体" panose="02010600030101010101" pitchFamily="2" charset="-122"/>
              </a:rPr>
              <a:t> </a:t>
            </a:r>
          </a:p>
        </p:txBody>
      </p:sp>
      <p:pic>
        <p:nvPicPr>
          <p:cNvPr id="75780" name="Picture 5" descr="C:\temp\IMG00081.GIF">
            <a:extLst>
              <a:ext uri="{FF2B5EF4-FFF2-40B4-BE49-F238E27FC236}">
                <a16:creationId xmlns:a16="http://schemas.microsoft.com/office/drawing/2014/main" id="{4D4A97D7-3153-4678-9351-896C120693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9425" y="4743450"/>
            <a:ext cx="5530850" cy="159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1" name="灯片编号占位符 6">
            <a:extLst>
              <a:ext uri="{FF2B5EF4-FFF2-40B4-BE49-F238E27FC236}">
                <a16:creationId xmlns:a16="http://schemas.microsoft.com/office/drawing/2014/main" id="{078DE90C-1F14-4CC3-BCE2-09229EAE9677}"/>
              </a:ext>
            </a:extLst>
          </p:cNvPr>
          <p:cNvSpPr txBox="1">
            <a:spLocks noGrp="1"/>
          </p:cNvSpPr>
          <p:nvPr/>
        </p:nvSpPr>
        <p:spPr bwMode="auto">
          <a:xfrm>
            <a:off x="8162925" y="6400800"/>
            <a:ext cx="676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400">
                <a:latin typeface="Times New Roman" panose="02020603050405020304" pitchFamily="18" charset="0"/>
                <a:ea typeface="宋体" panose="02010600030101010101" pitchFamily="2" charset="-122"/>
              </a:rPr>
              <a:t>3-</a:t>
            </a:r>
            <a:fld id="{60871883-F77A-4730-A2B8-716EC8465BE8}" type="slidenum">
              <a:rPr lang="en-US" altLang="zh-CN" sz="1400">
                <a:latin typeface="Times New Roman" panose="02020603050405020304" pitchFamily="18" charset="0"/>
                <a:ea typeface="宋体" panose="02010600030101010101" pitchFamily="2" charset="-122"/>
              </a:rPr>
              <a:pPr algn="r">
                <a:spcBef>
                  <a:spcPct val="0"/>
                </a:spcBef>
                <a:buClrTx/>
                <a:buSzTx/>
                <a:buFontTx/>
                <a:buNone/>
              </a:pPr>
              <a:t>55</a:t>
            </a:fld>
            <a:endParaRPr lang="en-US" altLang="zh-CN" sz="1400">
              <a:latin typeface="Times New Roman" panose="02020603050405020304" pitchFamily="18" charset="0"/>
              <a:ea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D72E0836-1E59-4A05-97EF-C4F664057337}"/>
              </a:ext>
            </a:extLst>
          </p:cNvPr>
          <p:cNvSpPr>
            <a:spLocks noGrp="1" noChangeArrowheads="1"/>
          </p:cNvSpPr>
          <p:nvPr>
            <p:ph type="title"/>
          </p:nvPr>
        </p:nvSpPr>
        <p:spPr/>
        <p:txBody>
          <a:bodyPr/>
          <a:lstStyle/>
          <a:p>
            <a:r>
              <a:rPr lang="en-US" altLang="zh-CN">
                <a:ea typeface="宋体" panose="02010600030101010101" pitchFamily="2" charset="-122"/>
              </a:rPr>
              <a:t>Random Access protocols</a:t>
            </a:r>
          </a:p>
        </p:txBody>
      </p:sp>
      <p:sp>
        <p:nvSpPr>
          <p:cNvPr id="76803" name="Rectangle 3">
            <a:extLst>
              <a:ext uri="{FF2B5EF4-FFF2-40B4-BE49-F238E27FC236}">
                <a16:creationId xmlns:a16="http://schemas.microsoft.com/office/drawing/2014/main" id="{04960FE2-F31F-40E3-877B-002BEA2F8665}"/>
              </a:ext>
            </a:extLst>
          </p:cNvPr>
          <p:cNvSpPr>
            <a:spLocks noGrp="1" noChangeArrowheads="1"/>
          </p:cNvSpPr>
          <p:nvPr>
            <p:ph type="body" idx="1"/>
          </p:nvPr>
        </p:nvSpPr>
        <p:spPr/>
        <p:txBody>
          <a:bodyPr/>
          <a:lstStyle/>
          <a:p>
            <a:r>
              <a:rPr lang="en-US" altLang="zh-CN" sz="2400">
                <a:ea typeface="宋体" panose="02010600030101010101" pitchFamily="2" charset="-122"/>
              </a:rPr>
              <a:t>When node has packet to send</a:t>
            </a:r>
          </a:p>
          <a:p>
            <a:pPr lvl="1"/>
            <a:r>
              <a:rPr lang="en-US" altLang="zh-CN" sz="2000">
                <a:ea typeface="宋体" panose="02010600030101010101" pitchFamily="2" charset="-122"/>
              </a:rPr>
              <a:t>transmit at full channel data rate R.</a:t>
            </a:r>
          </a:p>
          <a:p>
            <a:pPr lvl="1"/>
            <a:r>
              <a:rPr lang="en-US" altLang="zh-CN" sz="2000">
                <a:ea typeface="宋体" panose="02010600030101010101" pitchFamily="2" charset="-122"/>
              </a:rPr>
              <a:t>no </a:t>
            </a:r>
            <a:r>
              <a:rPr lang="en-US" altLang="zh-CN" sz="2000" i="1">
                <a:ea typeface="宋体" panose="02010600030101010101" pitchFamily="2" charset="-122"/>
              </a:rPr>
              <a:t>a priori</a:t>
            </a:r>
            <a:r>
              <a:rPr lang="en-US" altLang="zh-CN" sz="2000">
                <a:ea typeface="宋体" panose="02010600030101010101" pitchFamily="2" charset="-122"/>
              </a:rPr>
              <a:t> coordination among nodes</a:t>
            </a:r>
          </a:p>
          <a:p>
            <a:r>
              <a:rPr lang="en-US" altLang="zh-CN" sz="2400">
                <a:ea typeface="宋体" panose="02010600030101010101" pitchFamily="2" charset="-122"/>
              </a:rPr>
              <a:t>two or more trasnmitting nodes -&gt; “collision”,</a:t>
            </a:r>
          </a:p>
          <a:p>
            <a:r>
              <a:rPr lang="en-US" altLang="zh-CN" sz="2400">
                <a:solidFill>
                  <a:srgbClr val="FF0000"/>
                </a:solidFill>
                <a:ea typeface="宋体" panose="02010600030101010101" pitchFamily="2" charset="-122"/>
              </a:rPr>
              <a:t>random access MAC protocol</a:t>
            </a:r>
            <a:r>
              <a:rPr lang="en-US" altLang="zh-CN" sz="2400">
                <a:ea typeface="宋体" panose="02010600030101010101" pitchFamily="2" charset="-122"/>
              </a:rPr>
              <a:t> specifies: </a:t>
            </a:r>
          </a:p>
          <a:p>
            <a:pPr lvl="1"/>
            <a:r>
              <a:rPr lang="en-US" altLang="zh-CN" sz="2000">
                <a:ea typeface="宋体" panose="02010600030101010101" pitchFamily="2" charset="-122"/>
              </a:rPr>
              <a:t>how to detect collisions</a:t>
            </a:r>
          </a:p>
          <a:p>
            <a:pPr lvl="1"/>
            <a:r>
              <a:rPr lang="en-US" altLang="zh-CN" sz="2000">
                <a:ea typeface="宋体" panose="02010600030101010101" pitchFamily="2" charset="-122"/>
              </a:rPr>
              <a:t>how to recover from collisions (e.g., via delayed retransmissions)</a:t>
            </a:r>
          </a:p>
          <a:p>
            <a:r>
              <a:rPr lang="en-US" altLang="zh-CN" sz="2400">
                <a:ea typeface="宋体" panose="02010600030101010101" pitchFamily="2" charset="-122"/>
              </a:rPr>
              <a:t>Examples of random access MAC protocols:</a:t>
            </a:r>
          </a:p>
          <a:p>
            <a:pPr lvl="1"/>
            <a:r>
              <a:rPr lang="en-US" altLang="zh-CN" sz="2000">
                <a:ea typeface="宋体" panose="02010600030101010101" pitchFamily="2" charset="-122"/>
              </a:rPr>
              <a:t>ALOHA</a:t>
            </a:r>
          </a:p>
          <a:p>
            <a:pPr lvl="1"/>
            <a:r>
              <a:rPr lang="en-US" altLang="zh-CN" sz="2000">
                <a:ea typeface="宋体" panose="02010600030101010101" pitchFamily="2" charset="-122"/>
              </a:rPr>
              <a:t>slotted ALOHA</a:t>
            </a:r>
          </a:p>
          <a:p>
            <a:pPr lvl="1"/>
            <a:r>
              <a:rPr lang="en-US" altLang="zh-CN" sz="2000">
                <a:ea typeface="宋体" panose="02010600030101010101" pitchFamily="2" charset="-122"/>
              </a:rPr>
              <a:t>CSMA and CSMA/CD</a:t>
            </a:r>
          </a:p>
        </p:txBody>
      </p:sp>
      <p:sp>
        <p:nvSpPr>
          <p:cNvPr id="76804" name="灯片编号占位符 6">
            <a:extLst>
              <a:ext uri="{FF2B5EF4-FFF2-40B4-BE49-F238E27FC236}">
                <a16:creationId xmlns:a16="http://schemas.microsoft.com/office/drawing/2014/main" id="{C9A09B40-953A-4441-A4FE-B2A61C72DEA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ACBA176B-A0BE-4A5C-91BB-53AA1F1C35A4}" type="slidenum">
              <a:rPr lang="en-US" altLang="zh-CN" sz="1400" smtClean="0">
                <a:latin typeface="Times New Roman" panose="02020603050405020304" pitchFamily="18" charset="0"/>
              </a:rPr>
              <a:pPr>
                <a:spcBef>
                  <a:spcPct val="0"/>
                </a:spcBef>
                <a:buClrTx/>
                <a:buSzTx/>
                <a:buFontTx/>
                <a:buNone/>
              </a:pPr>
              <a:t>56</a:t>
            </a:fld>
            <a:endParaRPr lang="en-US" altLang="zh-CN" sz="1400">
              <a:latin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85D21FCC-4836-4010-BAE2-024C4219F18C}"/>
              </a:ext>
            </a:extLst>
          </p:cNvPr>
          <p:cNvSpPr>
            <a:spLocks noGrp="1" noChangeArrowheads="1"/>
          </p:cNvSpPr>
          <p:nvPr>
            <p:ph type="title"/>
          </p:nvPr>
        </p:nvSpPr>
        <p:spPr/>
        <p:txBody>
          <a:bodyPr/>
          <a:lstStyle/>
          <a:p>
            <a:r>
              <a:rPr lang="en-US" altLang="zh-CN">
                <a:ea typeface="宋体" panose="02010600030101010101" pitchFamily="2" charset="-122"/>
              </a:rPr>
              <a:t>Pure ALOHA</a:t>
            </a:r>
          </a:p>
        </p:txBody>
      </p:sp>
      <p:sp>
        <p:nvSpPr>
          <p:cNvPr id="77827" name="Rectangle 3">
            <a:extLst>
              <a:ext uri="{FF2B5EF4-FFF2-40B4-BE49-F238E27FC236}">
                <a16:creationId xmlns:a16="http://schemas.microsoft.com/office/drawing/2014/main" id="{00468F74-13B5-4625-8D43-4854CBA3C37F}"/>
              </a:ext>
            </a:extLst>
          </p:cNvPr>
          <p:cNvSpPr>
            <a:spLocks noGrp="1" noChangeArrowheads="1"/>
          </p:cNvSpPr>
          <p:nvPr>
            <p:ph type="body" idx="1"/>
          </p:nvPr>
        </p:nvSpPr>
        <p:spPr>
          <a:xfrm>
            <a:off x="533400" y="1422400"/>
            <a:ext cx="7772400" cy="4648200"/>
          </a:xfrm>
        </p:spPr>
        <p:txBody>
          <a:bodyPr/>
          <a:lstStyle/>
          <a:p>
            <a:r>
              <a:rPr lang="en-US" altLang="zh-CN" sz="2400">
                <a:ea typeface="宋体" panose="02010600030101010101" pitchFamily="2" charset="-122"/>
              </a:rPr>
              <a:t>unslotted Aloha: simpler, no synchronization</a:t>
            </a:r>
          </a:p>
          <a:p>
            <a:r>
              <a:rPr lang="en-US" altLang="zh-CN" sz="2400">
                <a:ea typeface="宋体" panose="02010600030101010101" pitchFamily="2" charset="-122"/>
              </a:rPr>
              <a:t>pkt needs transmission:</a:t>
            </a:r>
          </a:p>
          <a:p>
            <a:pPr lvl="1"/>
            <a:r>
              <a:rPr lang="en-US" altLang="zh-CN" sz="2000">
                <a:ea typeface="宋体" panose="02010600030101010101" pitchFamily="2" charset="-122"/>
              </a:rPr>
              <a:t> send without awaiting for beginning of slot</a:t>
            </a:r>
          </a:p>
          <a:p>
            <a:r>
              <a:rPr lang="en-US" altLang="zh-CN" sz="2400">
                <a:ea typeface="宋体" panose="02010600030101010101" pitchFamily="2" charset="-122"/>
              </a:rPr>
              <a:t>collision probability increases:</a:t>
            </a:r>
          </a:p>
          <a:p>
            <a:pPr lvl="1"/>
            <a:r>
              <a:rPr lang="en-US" altLang="zh-CN" sz="2000">
                <a:ea typeface="宋体" panose="02010600030101010101" pitchFamily="2" charset="-122"/>
              </a:rPr>
              <a:t>pkt sent at t</a:t>
            </a:r>
            <a:r>
              <a:rPr lang="en-US" altLang="zh-CN" sz="2000" baseline="-25000">
                <a:ea typeface="宋体" panose="02010600030101010101" pitchFamily="2" charset="-122"/>
              </a:rPr>
              <a:t>0</a:t>
            </a:r>
            <a:r>
              <a:rPr lang="en-US" altLang="zh-CN" sz="2000">
                <a:ea typeface="宋体" panose="02010600030101010101" pitchFamily="2" charset="-122"/>
              </a:rPr>
              <a:t> collide with other pkts sent in [t</a:t>
            </a:r>
            <a:r>
              <a:rPr lang="en-US" altLang="zh-CN" sz="2000" baseline="-25000">
                <a:ea typeface="宋体" panose="02010600030101010101" pitchFamily="2" charset="-122"/>
              </a:rPr>
              <a:t>0</a:t>
            </a:r>
            <a:r>
              <a:rPr lang="en-US" altLang="zh-CN" sz="2000">
                <a:ea typeface="宋体" panose="02010600030101010101" pitchFamily="2" charset="-122"/>
              </a:rPr>
              <a:t>-1, t</a:t>
            </a:r>
            <a:r>
              <a:rPr lang="en-US" altLang="zh-CN" sz="2000" baseline="-25000">
                <a:ea typeface="宋体" panose="02010600030101010101" pitchFamily="2" charset="-122"/>
              </a:rPr>
              <a:t>0</a:t>
            </a:r>
            <a:r>
              <a:rPr lang="en-US" altLang="zh-CN" sz="2000">
                <a:ea typeface="宋体" panose="02010600030101010101" pitchFamily="2" charset="-122"/>
              </a:rPr>
              <a:t>+1]</a:t>
            </a:r>
          </a:p>
        </p:txBody>
      </p:sp>
      <p:pic>
        <p:nvPicPr>
          <p:cNvPr id="77828" name="Picture 4" descr="C:\WINDOWS\Profiles\gerla\My Documents\kurose-pictures\5.3-7Aloha1.gif">
            <a:extLst>
              <a:ext uri="{FF2B5EF4-FFF2-40B4-BE49-F238E27FC236}">
                <a16:creationId xmlns:a16="http://schemas.microsoft.com/office/drawing/2014/main" id="{B096A41B-14DE-49B7-A68B-C26B661E2E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2138" y="3838575"/>
            <a:ext cx="628015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9" name="灯片编号占位符 6">
            <a:extLst>
              <a:ext uri="{FF2B5EF4-FFF2-40B4-BE49-F238E27FC236}">
                <a16:creationId xmlns:a16="http://schemas.microsoft.com/office/drawing/2014/main" id="{FCC246EC-D605-4509-8C78-8243264126C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C67439AE-7F0A-4EC9-BDAF-D34DE413F5B1}" type="slidenum">
              <a:rPr lang="en-US" altLang="zh-CN" sz="1400" smtClean="0">
                <a:latin typeface="Times New Roman" panose="02020603050405020304" pitchFamily="18" charset="0"/>
              </a:rPr>
              <a:pPr>
                <a:spcBef>
                  <a:spcPct val="0"/>
                </a:spcBef>
                <a:buClrTx/>
                <a:buSzTx/>
                <a:buFontTx/>
                <a:buNone/>
              </a:pPr>
              <a:t>57</a:t>
            </a:fld>
            <a:endParaRPr lang="en-US" altLang="zh-CN" sz="1400">
              <a:latin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582E2A09-F7C5-4011-9E59-3846723B94F4}"/>
              </a:ext>
            </a:extLst>
          </p:cNvPr>
          <p:cNvSpPr>
            <a:spLocks noGrp="1" noChangeArrowheads="1"/>
          </p:cNvSpPr>
          <p:nvPr>
            <p:ph type="title"/>
          </p:nvPr>
        </p:nvSpPr>
        <p:spPr/>
        <p:txBody>
          <a:bodyPr/>
          <a:lstStyle/>
          <a:p>
            <a:r>
              <a:rPr lang="en-US" altLang="zh-CN" sz="3600">
                <a:ea typeface="宋体" panose="02010600030101010101" pitchFamily="2" charset="-122"/>
              </a:rPr>
              <a:t>Pure Aloha (cont.)</a:t>
            </a:r>
            <a:endParaRPr lang="en-US" altLang="zh-CN">
              <a:ea typeface="宋体" panose="02010600030101010101" pitchFamily="2" charset="-122"/>
            </a:endParaRPr>
          </a:p>
        </p:txBody>
      </p:sp>
      <p:sp>
        <p:nvSpPr>
          <p:cNvPr id="78851" name="Rectangle 3">
            <a:extLst>
              <a:ext uri="{FF2B5EF4-FFF2-40B4-BE49-F238E27FC236}">
                <a16:creationId xmlns:a16="http://schemas.microsoft.com/office/drawing/2014/main" id="{E0DDD2F9-4A76-4B96-AC6D-9001CAC4044A}"/>
              </a:ext>
            </a:extLst>
          </p:cNvPr>
          <p:cNvSpPr>
            <a:spLocks noGrp="1" noChangeArrowheads="1"/>
          </p:cNvSpPr>
          <p:nvPr>
            <p:ph type="body" idx="1"/>
          </p:nvPr>
        </p:nvSpPr>
        <p:spPr>
          <a:xfrm>
            <a:off x="471488" y="1328738"/>
            <a:ext cx="8264525" cy="4648200"/>
          </a:xfrm>
        </p:spPr>
        <p:txBody>
          <a:bodyPr/>
          <a:lstStyle/>
          <a:p>
            <a:pPr>
              <a:buFont typeface="ZapfDingbats" pitchFamily="82" charset="2"/>
              <a:buNone/>
            </a:pPr>
            <a:r>
              <a:rPr lang="en-US" altLang="zh-CN" sz="2000">
                <a:ea typeface="宋体" panose="02010600030101010101" pitchFamily="2" charset="-122"/>
              </a:rPr>
              <a:t>P(success by given node) = P(node transmits) </a:t>
            </a:r>
            <a:r>
              <a:rPr lang="en-US" altLang="zh-CN" baseline="16000">
                <a:ea typeface="宋体" panose="02010600030101010101" pitchFamily="2" charset="-122"/>
              </a:rPr>
              <a:t>.</a:t>
            </a:r>
            <a:endParaRPr lang="en-US" altLang="zh-CN" sz="2000">
              <a:ea typeface="宋体" panose="02010600030101010101" pitchFamily="2" charset="-122"/>
            </a:endParaRPr>
          </a:p>
          <a:p>
            <a:pPr>
              <a:buFont typeface="ZapfDingbats" pitchFamily="82" charset="2"/>
              <a:buNone/>
            </a:pPr>
            <a:r>
              <a:rPr lang="en-US" altLang="zh-CN" sz="2000">
                <a:ea typeface="宋体" panose="02010600030101010101" pitchFamily="2" charset="-122"/>
              </a:rPr>
              <a:t>                                         P(no other node transmits in [p</a:t>
            </a:r>
            <a:r>
              <a:rPr lang="en-US" altLang="zh-CN" sz="2000" baseline="-25000">
                <a:ea typeface="宋体" panose="02010600030101010101" pitchFamily="2" charset="-122"/>
              </a:rPr>
              <a:t>0</a:t>
            </a:r>
            <a:r>
              <a:rPr lang="en-US" altLang="zh-CN" sz="2000">
                <a:ea typeface="宋体" panose="02010600030101010101" pitchFamily="2" charset="-122"/>
              </a:rPr>
              <a:t>-1,p</a:t>
            </a:r>
            <a:r>
              <a:rPr lang="en-US" altLang="zh-CN" sz="2000" baseline="-25000">
                <a:ea typeface="宋体" panose="02010600030101010101" pitchFamily="2" charset="-122"/>
              </a:rPr>
              <a:t>0</a:t>
            </a:r>
            <a:r>
              <a:rPr lang="en-US" altLang="zh-CN" sz="2000">
                <a:ea typeface="宋体" panose="02010600030101010101" pitchFamily="2" charset="-122"/>
              </a:rPr>
              <a:t>] </a:t>
            </a:r>
            <a:r>
              <a:rPr lang="en-US" altLang="zh-CN" baseline="16000">
                <a:ea typeface="宋体" panose="02010600030101010101" pitchFamily="2" charset="-122"/>
              </a:rPr>
              <a:t>.</a:t>
            </a:r>
            <a:endParaRPr lang="en-US" altLang="zh-CN" sz="2000">
              <a:ea typeface="宋体" panose="02010600030101010101" pitchFamily="2" charset="-122"/>
            </a:endParaRPr>
          </a:p>
          <a:p>
            <a:pPr>
              <a:buFont typeface="ZapfDingbats" pitchFamily="82" charset="2"/>
              <a:buNone/>
            </a:pPr>
            <a:r>
              <a:rPr lang="en-US" altLang="zh-CN" sz="2000">
                <a:ea typeface="宋体" panose="02010600030101010101" pitchFamily="2" charset="-122"/>
              </a:rPr>
              <a:t>                                         P(no other node transmits in [p</a:t>
            </a:r>
            <a:r>
              <a:rPr lang="en-US" altLang="zh-CN" sz="2000" baseline="-25000">
                <a:ea typeface="宋体" panose="02010600030101010101" pitchFamily="2" charset="-122"/>
              </a:rPr>
              <a:t>0</a:t>
            </a:r>
            <a:r>
              <a:rPr lang="en-US" altLang="zh-CN" sz="2000">
                <a:ea typeface="宋体" panose="02010600030101010101" pitchFamily="2" charset="-122"/>
              </a:rPr>
              <a:t>-1,p</a:t>
            </a:r>
            <a:r>
              <a:rPr lang="en-US" altLang="zh-CN" sz="2000" baseline="-25000">
                <a:ea typeface="宋体" panose="02010600030101010101" pitchFamily="2" charset="-122"/>
              </a:rPr>
              <a:t>0</a:t>
            </a:r>
            <a:r>
              <a:rPr lang="en-US" altLang="zh-CN" sz="2000">
                <a:ea typeface="宋体" panose="02010600030101010101" pitchFamily="2" charset="-122"/>
              </a:rPr>
              <a:t>] </a:t>
            </a:r>
          </a:p>
          <a:p>
            <a:pPr>
              <a:buFont typeface="Wingdings" panose="05000000000000000000" pitchFamily="2" charset="2"/>
              <a:buNone/>
            </a:pPr>
            <a:r>
              <a:rPr lang="en-US" altLang="zh-CN" sz="2000">
                <a:ea typeface="宋体" panose="02010600030101010101" pitchFamily="2" charset="-122"/>
              </a:rPr>
              <a:t>                                      = </a:t>
            </a:r>
            <a:r>
              <a:rPr lang="en-US" altLang="zh-CN" sz="2000" i="1">
                <a:latin typeface="Gill Sans MT" panose="020B0502020104020203" pitchFamily="34" charset="0"/>
                <a:ea typeface="宋体" panose="02010600030101010101" pitchFamily="2" charset="-122"/>
              </a:rPr>
              <a:t> p </a:t>
            </a:r>
            <a:r>
              <a:rPr lang="en-US" altLang="zh-CN" sz="2000" i="1" baseline="16000">
                <a:latin typeface="Gill Sans MT" panose="020B0502020104020203" pitchFamily="34" charset="0"/>
                <a:ea typeface="宋体" panose="02010600030101010101" pitchFamily="2" charset="-122"/>
              </a:rPr>
              <a:t>. </a:t>
            </a:r>
            <a:r>
              <a:rPr lang="en-US" altLang="zh-CN" sz="2000" i="1">
                <a:latin typeface="Gill Sans MT" panose="020B0502020104020203" pitchFamily="34" charset="0"/>
                <a:ea typeface="宋体" panose="02010600030101010101" pitchFamily="2" charset="-122"/>
              </a:rPr>
              <a:t>(1-p)</a:t>
            </a:r>
            <a:r>
              <a:rPr lang="en-US" altLang="zh-CN" sz="2000" b="1" i="1" baseline="30000">
                <a:latin typeface="Gill Sans MT" panose="020B0502020104020203" pitchFamily="34" charset="0"/>
                <a:ea typeface="宋体" panose="02010600030101010101" pitchFamily="2" charset="-122"/>
              </a:rPr>
              <a:t>N-1</a:t>
            </a:r>
            <a:r>
              <a:rPr lang="en-US" altLang="zh-CN" sz="2000" i="1" baseline="16000">
                <a:latin typeface="Gill Sans MT" panose="020B0502020104020203" pitchFamily="34" charset="0"/>
                <a:ea typeface="宋体" panose="02010600030101010101" pitchFamily="2" charset="-122"/>
              </a:rPr>
              <a:t> . </a:t>
            </a:r>
            <a:r>
              <a:rPr lang="en-US" altLang="zh-CN" sz="2000" i="1">
                <a:latin typeface="Gill Sans MT" panose="020B0502020104020203" pitchFamily="34" charset="0"/>
                <a:ea typeface="宋体" panose="02010600030101010101" pitchFamily="2" charset="-122"/>
              </a:rPr>
              <a:t>(1-p)</a:t>
            </a:r>
            <a:r>
              <a:rPr lang="en-US" altLang="zh-CN" sz="2000" b="1" i="1" baseline="30000">
                <a:latin typeface="Gill Sans MT" panose="020B0502020104020203" pitchFamily="34" charset="0"/>
                <a:ea typeface="宋体" panose="02010600030101010101" pitchFamily="2" charset="-122"/>
              </a:rPr>
              <a:t>N-1  </a:t>
            </a:r>
          </a:p>
          <a:p>
            <a:pPr>
              <a:buFont typeface="Wingdings" panose="05000000000000000000" pitchFamily="2" charset="2"/>
              <a:buNone/>
            </a:pPr>
            <a:r>
              <a:rPr lang="en-US" altLang="zh-CN" sz="2000" b="1" baseline="30000">
                <a:latin typeface="Gill Sans MT" panose="020B0502020104020203" pitchFamily="34" charset="0"/>
                <a:ea typeface="宋体" panose="02010600030101010101" pitchFamily="2" charset="-122"/>
              </a:rPr>
              <a:t>                                                    </a:t>
            </a:r>
            <a:r>
              <a:rPr lang="en-US" altLang="zh-CN" sz="2000" b="1" i="1" baseline="30000">
                <a:latin typeface="Gill Sans MT" panose="020B0502020104020203" pitchFamily="34" charset="0"/>
                <a:ea typeface="宋体" panose="02010600030101010101" pitchFamily="2" charset="-122"/>
              </a:rPr>
              <a:t>         </a:t>
            </a:r>
            <a:r>
              <a:rPr lang="en-US" altLang="zh-CN" sz="2000" i="1">
                <a:latin typeface="Gill Sans MT" panose="020B0502020104020203" pitchFamily="34" charset="0"/>
                <a:ea typeface="宋体" panose="02010600030101010101" pitchFamily="2" charset="-122"/>
              </a:rPr>
              <a:t>=</a:t>
            </a:r>
            <a:r>
              <a:rPr lang="en-US" altLang="zh-CN" sz="2000" b="1" i="1">
                <a:latin typeface="Gill Sans MT" panose="020B0502020104020203" pitchFamily="34" charset="0"/>
                <a:ea typeface="宋体" panose="02010600030101010101" pitchFamily="2" charset="-122"/>
              </a:rPr>
              <a:t> </a:t>
            </a:r>
            <a:r>
              <a:rPr lang="en-US" altLang="zh-CN" sz="2000" i="1">
                <a:latin typeface="Gill Sans MT" panose="020B0502020104020203" pitchFamily="34" charset="0"/>
                <a:ea typeface="宋体" panose="02010600030101010101" pitchFamily="2" charset="-122"/>
              </a:rPr>
              <a:t>p </a:t>
            </a:r>
            <a:r>
              <a:rPr lang="en-US" altLang="zh-CN" sz="2000" i="1" baseline="16000">
                <a:latin typeface="Gill Sans MT" panose="020B0502020104020203" pitchFamily="34" charset="0"/>
                <a:ea typeface="宋体" panose="02010600030101010101" pitchFamily="2" charset="-122"/>
              </a:rPr>
              <a:t>. </a:t>
            </a:r>
            <a:r>
              <a:rPr lang="en-US" altLang="zh-CN" sz="2000" i="1">
                <a:latin typeface="Gill Sans MT" panose="020B0502020104020203" pitchFamily="34" charset="0"/>
                <a:ea typeface="宋体" panose="02010600030101010101" pitchFamily="2" charset="-122"/>
              </a:rPr>
              <a:t>(1-p)</a:t>
            </a:r>
            <a:r>
              <a:rPr lang="en-US" altLang="zh-CN" sz="2000" b="1" i="1" baseline="30000">
                <a:latin typeface="Gill Sans MT" panose="020B0502020104020203" pitchFamily="34" charset="0"/>
                <a:ea typeface="宋体" panose="02010600030101010101" pitchFamily="2" charset="-122"/>
              </a:rPr>
              <a:t>2(N-1)</a:t>
            </a:r>
            <a:r>
              <a:rPr lang="en-US" altLang="zh-CN" sz="2000" i="1" baseline="16000">
                <a:latin typeface="Gill Sans MT" panose="020B0502020104020203" pitchFamily="34" charset="0"/>
                <a:ea typeface="宋体" panose="02010600030101010101" pitchFamily="2" charset="-122"/>
              </a:rPr>
              <a:t> </a:t>
            </a:r>
            <a:endParaRPr lang="en-US" altLang="zh-CN" sz="2000">
              <a:ea typeface="宋体" panose="02010600030101010101" pitchFamily="2" charset="-122"/>
            </a:endParaRPr>
          </a:p>
          <a:p>
            <a:pPr>
              <a:buFont typeface="ZapfDingbats" pitchFamily="82" charset="2"/>
              <a:buNone/>
            </a:pPr>
            <a:r>
              <a:rPr lang="en-US" altLang="zh-CN" baseline="16000">
                <a:ea typeface="宋体" panose="02010600030101010101" pitchFamily="2" charset="-122"/>
              </a:rPr>
              <a:t>                            … choosing optimum p as n -&gt; infty ...</a:t>
            </a:r>
          </a:p>
          <a:p>
            <a:pPr>
              <a:buFont typeface="ZapfDingbats" pitchFamily="82" charset="2"/>
              <a:buNone/>
            </a:pPr>
            <a:r>
              <a:rPr lang="en-US" altLang="zh-CN" baseline="16000">
                <a:ea typeface="宋体" panose="02010600030101010101" pitchFamily="2" charset="-122"/>
              </a:rPr>
              <a:t>                                                  = 1/(2e) = .18 </a:t>
            </a:r>
            <a:r>
              <a:rPr lang="en-US" altLang="zh-CN" sz="2000">
                <a:ea typeface="宋体" panose="02010600030101010101" pitchFamily="2" charset="-122"/>
              </a:rPr>
              <a:t>	</a:t>
            </a:r>
            <a:endParaRPr lang="en-US" altLang="zh-CN" sz="2400" b="1" i="1">
              <a:ea typeface="宋体" panose="02010600030101010101" pitchFamily="2" charset="-122"/>
            </a:endParaRPr>
          </a:p>
          <a:p>
            <a:endParaRPr lang="zh-CN" altLang="en-US">
              <a:ea typeface="宋体" panose="02010600030101010101" pitchFamily="2" charset="-122"/>
            </a:endParaRPr>
          </a:p>
        </p:txBody>
      </p:sp>
      <p:sp>
        <p:nvSpPr>
          <p:cNvPr id="78852" name="Text Box 24">
            <a:extLst>
              <a:ext uri="{FF2B5EF4-FFF2-40B4-BE49-F238E27FC236}">
                <a16:creationId xmlns:a16="http://schemas.microsoft.com/office/drawing/2014/main" id="{1C605678-824F-4334-A4BD-E5852216D778}"/>
              </a:ext>
            </a:extLst>
          </p:cNvPr>
          <p:cNvSpPr txBox="1">
            <a:spLocks noChangeArrowheads="1"/>
          </p:cNvSpPr>
          <p:nvPr/>
        </p:nvSpPr>
        <p:spPr bwMode="auto">
          <a:xfrm rot="-5391161">
            <a:off x="-685005" y="4466431"/>
            <a:ext cx="297656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S = throughput = “goodput” </a:t>
            </a:r>
          </a:p>
          <a:p>
            <a:pPr>
              <a:spcBef>
                <a:spcPct val="0"/>
              </a:spcBef>
              <a:buClrTx/>
              <a:buSzTx/>
              <a:buFontTx/>
              <a:buNone/>
            </a:pPr>
            <a:r>
              <a:rPr lang="en-US" altLang="zh-CN" sz="1600">
                <a:ea typeface="宋体" panose="02010600030101010101" pitchFamily="2" charset="-122"/>
              </a:rPr>
              <a:t>     (success rate)</a:t>
            </a:r>
            <a:endParaRPr lang="en-US" altLang="zh-CN" sz="1800">
              <a:ea typeface="宋体" panose="02010600030101010101" pitchFamily="2" charset="-122"/>
            </a:endParaRPr>
          </a:p>
        </p:txBody>
      </p:sp>
      <p:grpSp>
        <p:nvGrpSpPr>
          <p:cNvPr id="78853" name="Group 36">
            <a:extLst>
              <a:ext uri="{FF2B5EF4-FFF2-40B4-BE49-F238E27FC236}">
                <a16:creationId xmlns:a16="http://schemas.microsoft.com/office/drawing/2014/main" id="{7571F699-9180-4CDC-80BA-A18841A7B4DD}"/>
              </a:ext>
            </a:extLst>
          </p:cNvPr>
          <p:cNvGrpSpPr>
            <a:grpSpLocks/>
          </p:cNvGrpSpPr>
          <p:nvPr/>
        </p:nvGrpSpPr>
        <p:grpSpPr bwMode="auto">
          <a:xfrm>
            <a:off x="1006475" y="3709988"/>
            <a:ext cx="5114925" cy="2833687"/>
            <a:chOff x="1359" y="2330"/>
            <a:chExt cx="3222" cy="1785"/>
          </a:xfrm>
        </p:grpSpPr>
        <p:sp>
          <p:nvSpPr>
            <p:cNvPr id="78858" name="Line 5">
              <a:extLst>
                <a:ext uri="{FF2B5EF4-FFF2-40B4-BE49-F238E27FC236}">
                  <a16:creationId xmlns:a16="http://schemas.microsoft.com/office/drawing/2014/main" id="{AC9A9AFC-3D79-4948-80FF-38236E01DDC5}"/>
                </a:ext>
              </a:extLst>
            </p:cNvPr>
            <p:cNvSpPr>
              <a:spLocks noChangeShapeType="1"/>
            </p:cNvSpPr>
            <p:nvPr/>
          </p:nvSpPr>
          <p:spPr bwMode="auto">
            <a:xfrm>
              <a:off x="1648" y="3758"/>
              <a:ext cx="269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59" name="Line 6">
              <a:extLst>
                <a:ext uri="{FF2B5EF4-FFF2-40B4-BE49-F238E27FC236}">
                  <a16:creationId xmlns:a16="http://schemas.microsoft.com/office/drawing/2014/main" id="{D715805C-ED92-4967-BBB8-594C87D6DBF0}"/>
                </a:ext>
              </a:extLst>
            </p:cNvPr>
            <p:cNvSpPr>
              <a:spLocks noChangeShapeType="1"/>
            </p:cNvSpPr>
            <p:nvPr/>
          </p:nvSpPr>
          <p:spPr bwMode="auto">
            <a:xfrm flipH="1" flipV="1">
              <a:off x="1645" y="2330"/>
              <a:ext cx="0" cy="142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0" name="Line 7">
              <a:extLst>
                <a:ext uri="{FF2B5EF4-FFF2-40B4-BE49-F238E27FC236}">
                  <a16:creationId xmlns:a16="http://schemas.microsoft.com/office/drawing/2014/main" id="{C3DF0609-B593-49FB-9DFD-87607A4F763B}"/>
                </a:ext>
              </a:extLst>
            </p:cNvPr>
            <p:cNvSpPr>
              <a:spLocks noChangeShapeType="1"/>
            </p:cNvSpPr>
            <p:nvPr/>
          </p:nvSpPr>
          <p:spPr bwMode="auto">
            <a:xfrm>
              <a:off x="2083" y="3719"/>
              <a:ext cx="0" cy="8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1" name="Line 8">
              <a:extLst>
                <a:ext uri="{FF2B5EF4-FFF2-40B4-BE49-F238E27FC236}">
                  <a16:creationId xmlns:a16="http://schemas.microsoft.com/office/drawing/2014/main" id="{CEC8A860-A966-4150-8E88-70429D175EF2}"/>
                </a:ext>
              </a:extLst>
            </p:cNvPr>
            <p:cNvSpPr>
              <a:spLocks noChangeShapeType="1"/>
            </p:cNvSpPr>
            <p:nvPr/>
          </p:nvSpPr>
          <p:spPr bwMode="auto">
            <a:xfrm>
              <a:off x="2538" y="3717"/>
              <a:ext cx="0" cy="8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2" name="Line 9">
              <a:extLst>
                <a:ext uri="{FF2B5EF4-FFF2-40B4-BE49-F238E27FC236}">
                  <a16:creationId xmlns:a16="http://schemas.microsoft.com/office/drawing/2014/main" id="{5755CE97-0541-45BE-8D17-5B805F466EDD}"/>
                </a:ext>
              </a:extLst>
            </p:cNvPr>
            <p:cNvSpPr>
              <a:spLocks noChangeShapeType="1"/>
            </p:cNvSpPr>
            <p:nvPr/>
          </p:nvSpPr>
          <p:spPr bwMode="auto">
            <a:xfrm>
              <a:off x="2981" y="3712"/>
              <a:ext cx="0" cy="8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3" name="Line 10">
              <a:extLst>
                <a:ext uri="{FF2B5EF4-FFF2-40B4-BE49-F238E27FC236}">
                  <a16:creationId xmlns:a16="http://schemas.microsoft.com/office/drawing/2014/main" id="{6E3BD873-1295-4EE6-AA73-D9ED33BB7E8C}"/>
                </a:ext>
              </a:extLst>
            </p:cNvPr>
            <p:cNvSpPr>
              <a:spLocks noChangeShapeType="1"/>
            </p:cNvSpPr>
            <p:nvPr/>
          </p:nvSpPr>
          <p:spPr bwMode="auto">
            <a:xfrm>
              <a:off x="3419" y="3715"/>
              <a:ext cx="0" cy="8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4" name="Line 12">
              <a:extLst>
                <a:ext uri="{FF2B5EF4-FFF2-40B4-BE49-F238E27FC236}">
                  <a16:creationId xmlns:a16="http://schemas.microsoft.com/office/drawing/2014/main" id="{BAEB0F74-CECA-4E38-8013-423B86F1E339}"/>
                </a:ext>
              </a:extLst>
            </p:cNvPr>
            <p:cNvSpPr>
              <a:spLocks noChangeShapeType="1"/>
            </p:cNvSpPr>
            <p:nvPr/>
          </p:nvSpPr>
          <p:spPr bwMode="auto">
            <a:xfrm>
              <a:off x="4306" y="3713"/>
              <a:ext cx="0" cy="86"/>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5" name="Line 13">
              <a:extLst>
                <a:ext uri="{FF2B5EF4-FFF2-40B4-BE49-F238E27FC236}">
                  <a16:creationId xmlns:a16="http://schemas.microsoft.com/office/drawing/2014/main" id="{80235D1F-939C-4190-B1F9-557A0C764214}"/>
                </a:ext>
              </a:extLst>
            </p:cNvPr>
            <p:cNvSpPr>
              <a:spLocks noChangeShapeType="1"/>
            </p:cNvSpPr>
            <p:nvPr/>
          </p:nvSpPr>
          <p:spPr bwMode="auto">
            <a:xfrm>
              <a:off x="1602" y="2548"/>
              <a:ext cx="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6" name="Line 14">
              <a:extLst>
                <a:ext uri="{FF2B5EF4-FFF2-40B4-BE49-F238E27FC236}">
                  <a16:creationId xmlns:a16="http://schemas.microsoft.com/office/drawing/2014/main" id="{17CC615A-B9D4-4BC5-8128-796739DD91E5}"/>
                </a:ext>
              </a:extLst>
            </p:cNvPr>
            <p:cNvSpPr>
              <a:spLocks noChangeShapeType="1"/>
            </p:cNvSpPr>
            <p:nvPr/>
          </p:nvSpPr>
          <p:spPr bwMode="auto">
            <a:xfrm>
              <a:off x="1598" y="2861"/>
              <a:ext cx="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7" name="Line 15">
              <a:extLst>
                <a:ext uri="{FF2B5EF4-FFF2-40B4-BE49-F238E27FC236}">
                  <a16:creationId xmlns:a16="http://schemas.microsoft.com/office/drawing/2014/main" id="{92AA977A-FBA1-43F2-B738-F059F44C6C06}"/>
                </a:ext>
              </a:extLst>
            </p:cNvPr>
            <p:cNvSpPr>
              <a:spLocks noChangeShapeType="1"/>
            </p:cNvSpPr>
            <p:nvPr/>
          </p:nvSpPr>
          <p:spPr bwMode="auto">
            <a:xfrm>
              <a:off x="1603" y="3168"/>
              <a:ext cx="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8" name="Line 16">
              <a:extLst>
                <a:ext uri="{FF2B5EF4-FFF2-40B4-BE49-F238E27FC236}">
                  <a16:creationId xmlns:a16="http://schemas.microsoft.com/office/drawing/2014/main" id="{917948A4-313E-47D0-8F5D-6904D3E92A4E}"/>
                </a:ext>
              </a:extLst>
            </p:cNvPr>
            <p:cNvSpPr>
              <a:spLocks noChangeShapeType="1"/>
            </p:cNvSpPr>
            <p:nvPr/>
          </p:nvSpPr>
          <p:spPr bwMode="auto">
            <a:xfrm>
              <a:off x="1605" y="3453"/>
              <a:ext cx="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69" name="Freeform 17">
              <a:extLst>
                <a:ext uri="{FF2B5EF4-FFF2-40B4-BE49-F238E27FC236}">
                  <a16:creationId xmlns:a16="http://schemas.microsoft.com/office/drawing/2014/main" id="{DF6634D2-AA3A-41EF-8CCA-953D784C0B3A}"/>
                </a:ext>
              </a:extLst>
            </p:cNvPr>
            <p:cNvSpPr>
              <a:spLocks/>
            </p:cNvSpPr>
            <p:nvPr/>
          </p:nvSpPr>
          <p:spPr bwMode="auto">
            <a:xfrm>
              <a:off x="1641" y="3198"/>
              <a:ext cx="2693" cy="554"/>
            </a:xfrm>
            <a:custGeom>
              <a:avLst/>
              <a:gdLst>
                <a:gd name="T0" fmla="*/ 0 w 2693"/>
                <a:gd name="T1" fmla="*/ 554 h 554"/>
                <a:gd name="T2" fmla="*/ 145 w 2693"/>
                <a:gd name="T3" fmla="*/ 238 h 554"/>
                <a:gd name="T4" fmla="*/ 297 w 2693"/>
                <a:gd name="T5" fmla="*/ 60 h 554"/>
                <a:gd name="T6" fmla="*/ 404 w 2693"/>
                <a:gd name="T7" fmla="*/ 11 h 554"/>
                <a:gd name="T8" fmla="*/ 508 w 2693"/>
                <a:gd name="T9" fmla="*/ 7 h 554"/>
                <a:gd name="T10" fmla="*/ 673 w 2693"/>
                <a:gd name="T11" fmla="*/ 53 h 554"/>
                <a:gd name="T12" fmla="*/ 904 w 2693"/>
                <a:gd name="T13" fmla="*/ 152 h 554"/>
                <a:gd name="T14" fmla="*/ 1174 w 2693"/>
                <a:gd name="T15" fmla="*/ 271 h 554"/>
                <a:gd name="T16" fmla="*/ 1438 w 2693"/>
                <a:gd name="T17" fmla="*/ 389 h 554"/>
                <a:gd name="T18" fmla="*/ 1708 w 2693"/>
                <a:gd name="T19" fmla="*/ 475 h 554"/>
                <a:gd name="T20" fmla="*/ 1972 w 2693"/>
                <a:gd name="T21" fmla="*/ 521 h 554"/>
                <a:gd name="T22" fmla="*/ 2275 w 2693"/>
                <a:gd name="T23" fmla="*/ 528 h 554"/>
                <a:gd name="T24" fmla="*/ 2532 w 2693"/>
                <a:gd name="T25" fmla="*/ 528 h 554"/>
                <a:gd name="T26" fmla="*/ 2693 w 2693"/>
                <a:gd name="T27" fmla="*/ 527 h 55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693"/>
                <a:gd name="T43" fmla="*/ 0 h 554"/>
                <a:gd name="T44" fmla="*/ 2693 w 2693"/>
                <a:gd name="T45" fmla="*/ 554 h 55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693" h="554">
                  <a:moveTo>
                    <a:pt x="0" y="554"/>
                  </a:moveTo>
                  <a:cubicBezTo>
                    <a:pt x="48" y="437"/>
                    <a:pt x="96" y="320"/>
                    <a:pt x="145" y="238"/>
                  </a:cubicBezTo>
                  <a:cubicBezTo>
                    <a:pt x="194" y="156"/>
                    <a:pt x="254" y="98"/>
                    <a:pt x="297" y="60"/>
                  </a:cubicBezTo>
                  <a:cubicBezTo>
                    <a:pt x="340" y="22"/>
                    <a:pt x="369" y="20"/>
                    <a:pt x="404" y="11"/>
                  </a:cubicBezTo>
                  <a:cubicBezTo>
                    <a:pt x="439" y="2"/>
                    <a:pt x="463" y="0"/>
                    <a:pt x="508" y="7"/>
                  </a:cubicBezTo>
                  <a:cubicBezTo>
                    <a:pt x="553" y="14"/>
                    <a:pt x="607" y="29"/>
                    <a:pt x="673" y="53"/>
                  </a:cubicBezTo>
                  <a:cubicBezTo>
                    <a:pt x="739" y="77"/>
                    <a:pt x="821" y="116"/>
                    <a:pt x="904" y="152"/>
                  </a:cubicBezTo>
                  <a:cubicBezTo>
                    <a:pt x="987" y="188"/>
                    <a:pt x="1085" y="232"/>
                    <a:pt x="1174" y="271"/>
                  </a:cubicBezTo>
                  <a:cubicBezTo>
                    <a:pt x="1263" y="310"/>
                    <a:pt x="1349" y="355"/>
                    <a:pt x="1438" y="389"/>
                  </a:cubicBezTo>
                  <a:cubicBezTo>
                    <a:pt x="1527" y="423"/>
                    <a:pt x="1619" y="453"/>
                    <a:pt x="1708" y="475"/>
                  </a:cubicBezTo>
                  <a:cubicBezTo>
                    <a:pt x="1797" y="497"/>
                    <a:pt x="1878" y="512"/>
                    <a:pt x="1972" y="521"/>
                  </a:cubicBezTo>
                  <a:cubicBezTo>
                    <a:pt x="2066" y="530"/>
                    <a:pt x="2182" y="527"/>
                    <a:pt x="2275" y="528"/>
                  </a:cubicBezTo>
                  <a:cubicBezTo>
                    <a:pt x="2368" y="529"/>
                    <a:pt x="2462" y="528"/>
                    <a:pt x="2532" y="528"/>
                  </a:cubicBezTo>
                  <a:cubicBezTo>
                    <a:pt x="2602" y="528"/>
                    <a:pt x="2660" y="527"/>
                    <a:pt x="2693" y="527"/>
                  </a:cubicBezTo>
                </a:path>
              </a:pathLst>
            </a:custGeom>
            <a:noFill/>
            <a:ln w="28575" cap="flat"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8870" name="Freeform 18">
              <a:extLst>
                <a:ext uri="{FF2B5EF4-FFF2-40B4-BE49-F238E27FC236}">
                  <a16:creationId xmlns:a16="http://schemas.microsoft.com/office/drawing/2014/main" id="{5312E0CB-80D2-45C5-9ACC-BB35647F99B3}"/>
                </a:ext>
              </a:extLst>
            </p:cNvPr>
            <p:cNvSpPr>
              <a:spLocks/>
            </p:cNvSpPr>
            <p:nvPr/>
          </p:nvSpPr>
          <p:spPr bwMode="auto">
            <a:xfrm>
              <a:off x="1648" y="2655"/>
              <a:ext cx="2696" cy="1104"/>
            </a:xfrm>
            <a:custGeom>
              <a:avLst/>
              <a:gdLst>
                <a:gd name="T0" fmla="*/ 0 w 2696"/>
                <a:gd name="T1" fmla="*/ 1104 h 1104"/>
                <a:gd name="T2" fmla="*/ 125 w 2696"/>
                <a:gd name="T3" fmla="*/ 702 h 1104"/>
                <a:gd name="T4" fmla="*/ 268 w 2696"/>
                <a:gd name="T5" fmla="*/ 419 h 1104"/>
                <a:gd name="T6" fmla="*/ 406 w 2696"/>
                <a:gd name="T7" fmla="*/ 239 h 1104"/>
                <a:gd name="T8" fmla="*/ 547 w 2696"/>
                <a:gd name="T9" fmla="*/ 110 h 1104"/>
                <a:gd name="T10" fmla="*/ 719 w 2696"/>
                <a:gd name="T11" fmla="*/ 22 h 1104"/>
                <a:gd name="T12" fmla="*/ 877 w 2696"/>
                <a:gd name="T13" fmla="*/ 2 h 1104"/>
                <a:gd name="T14" fmla="*/ 1027 w 2696"/>
                <a:gd name="T15" fmla="*/ 11 h 1104"/>
                <a:gd name="T16" fmla="*/ 1183 w 2696"/>
                <a:gd name="T17" fmla="*/ 59 h 1104"/>
                <a:gd name="T18" fmla="*/ 1351 w 2696"/>
                <a:gd name="T19" fmla="*/ 115 h 1104"/>
                <a:gd name="T20" fmla="*/ 1589 w 2696"/>
                <a:gd name="T21" fmla="*/ 227 h 1104"/>
                <a:gd name="T22" fmla="*/ 1833 w 2696"/>
                <a:gd name="T23" fmla="*/ 345 h 1104"/>
                <a:gd name="T24" fmla="*/ 2064 w 2696"/>
                <a:gd name="T25" fmla="*/ 464 h 1104"/>
                <a:gd name="T26" fmla="*/ 2294 w 2696"/>
                <a:gd name="T27" fmla="*/ 570 h 1104"/>
                <a:gd name="T28" fmla="*/ 2532 w 2696"/>
                <a:gd name="T29" fmla="*/ 669 h 1104"/>
                <a:gd name="T30" fmla="*/ 2696 w 2696"/>
                <a:gd name="T31" fmla="*/ 708 h 110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696"/>
                <a:gd name="T49" fmla="*/ 0 h 1104"/>
                <a:gd name="T50" fmla="*/ 2696 w 2696"/>
                <a:gd name="T51" fmla="*/ 1104 h 110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696" h="1104">
                  <a:moveTo>
                    <a:pt x="0" y="1104"/>
                  </a:moveTo>
                  <a:cubicBezTo>
                    <a:pt x="37" y="964"/>
                    <a:pt x="80" y="816"/>
                    <a:pt x="125" y="702"/>
                  </a:cubicBezTo>
                  <a:cubicBezTo>
                    <a:pt x="170" y="588"/>
                    <a:pt x="221" y="496"/>
                    <a:pt x="268" y="419"/>
                  </a:cubicBezTo>
                  <a:cubicBezTo>
                    <a:pt x="315" y="342"/>
                    <a:pt x="360" y="290"/>
                    <a:pt x="406" y="239"/>
                  </a:cubicBezTo>
                  <a:cubicBezTo>
                    <a:pt x="452" y="188"/>
                    <a:pt x="495" y="146"/>
                    <a:pt x="547" y="110"/>
                  </a:cubicBezTo>
                  <a:cubicBezTo>
                    <a:pt x="599" y="74"/>
                    <a:pt x="664" y="40"/>
                    <a:pt x="719" y="22"/>
                  </a:cubicBezTo>
                  <a:cubicBezTo>
                    <a:pt x="774" y="4"/>
                    <a:pt x="826" y="4"/>
                    <a:pt x="877" y="2"/>
                  </a:cubicBezTo>
                  <a:cubicBezTo>
                    <a:pt x="928" y="0"/>
                    <a:pt x="976" y="2"/>
                    <a:pt x="1027" y="11"/>
                  </a:cubicBezTo>
                  <a:cubicBezTo>
                    <a:pt x="1078" y="20"/>
                    <a:pt x="1129" y="42"/>
                    <a:pt x="1183" y="59"/>
                  </a:cubicBezTo>
                  <a:cubicBezTo>
                    <a:pt x="1237" y="76"/>
                    <a:pt x="1283" y="87"/>
                    <a:pt x="1351" y="115"/>
                  </a:cubicBezTo>
                  <a:cubicBezTo>
                    <a:pt x="1419" y="143"/>
                    <a:pt x="1509" y="189"/>
                    <a:pt x="1589" y="227"/>
                  </a:cubicBezTo>
                  <a:cubicBezTo>
                    <a:pt x="1669" y="265"/>
                    <a:pt x="1754" y="306"/>
                    <a:pt x="1833" y="345"/>
                  </a:cubicBezTo>
                  <a:cubicBezTo>
                    <a:pt x="1912" y="384"/>
                    <a:pt x="1987" y="427"/>
                    <a:pt x="2064" y="464"/>
                  </a:cubicBezTo>
                  <a:cubicBezTo>
                    <a:pt x="2141" y="501"/>
                    <a:pt x="2216" y="536"/>
                    <a:pt x="2294" y="570"/>
                  </a:cubicBezTo>
                  <a:cubicBezTo>
                    <a:pt x="2372" y="604"/>
                    <a:pt x="2465" y="646"/>
                    <a:pt x="2532" y="669"/>
                  </a:cubicBezTo>
                  <a:cubicBezTo>
                    <a:pt x="2599" y="692"/>
                    <a:pt x="2647" y="700"/>
                    <a:pt x="2696" y="708"/>
                  </a:cubicBezTo>
                </a:path>
              </a:pathLst>
            </a:custGeom>
            <a:noFill/>
            <a:ln w="28575" cap="flat"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8871" name="Line 19">
              <a:extLst>
                <a:ext uri="{FF2B5EF4-FFF2-40B4-BE49-F238E27FC236}">
                  <a16:creationId xmlns:a16="http://schemas.microsoft.com/office/drawing/2014/main" id="{073FFCD2-31B8-48EC-8691-AF521B6DD248}"/>
                </a:ext>
              </a:extLst>
            </p:cNvPr>
            <p:cNvSpPr>
              <a:spLocks noChangeShapeType="1"/>
            </p:cNvSpPr>
            <p:nvPr/>
          </p:nvSpPr>
          <p:spPr bwMode="auto">
            <a:xfrm flipV="1">
              <a:off x="1648" y="3211"/>
              <a:ext cx="435" cy="7"/>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2" name="Line 20">
              <a:extLst>
                <a:ext uri="{FF2B5EF4-FFF2-40B4-BE49-F238E27FC236}">
                  <a16:creationId xmlns:a16="http://schemas.microsoft.com/office/drawing/2014/main" id="{232D3458-5D84-4D2C-B623-4F3E89902BD9}"/>
                </a:ext>
              </a:extLst>
            </p:cNvPr>
            <p:cNvSpPr>
              <a:spLocks noChangeShapeType="1"/>
            </p:cNvSpPr>
            <p:nvPr/>
          </p:nvSpPr>
          <p:spPr bwMode="auto">
            <a:xfrm>
              <a:off x="2073" y="3208"/>
              <a:ext cx="7" cy="554"/>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3" name="Line 21">
              <a:extLst>
                <a:ext uri="{FF2B5EF4-FFF2-40B4-BE49-F238E27FC236}">
                  <a16:creationId xmlns:a16="http://schemas.microsoft.com/office/drawing/2014/main" id="{D4B477D3-0C8E-40FA-9D9E-40C62009F53F}"/>
                </a:ext>
              </a:extLst>
            </p:cNvPr>
            <p:cNvSpPr>
              <a:spLocks noChangeShapeType="1"/>
            </p:cNvSpPr>
            <p:nvPr/>
          </p:nvSpPr>
          <p:spPr bwMode="auto">
            <a:xfrm>
              <a:off x="2531" y="2690"/>
              <a:ext cx="7" cy="1062"/>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4" name="Line 22">
              <a:extLst>
                <a:ext uri="{FF2B5EF4-FFF2-40B4-BE49-F238E27FC236}">
                  <a16:creationId xmlns:a16="http://schemas.microsoft.com/office/drawing/2014/main" id="{084327EA-A993-42F3-800B-5C8BCDE38366}"/>
                </a:ext>
              </a:extLst>
            </p:cNvPr>
            <p:cNvSpPr>
              <a:spLocks noChangeShapeType="1"/>
            </p:cNvSpPr>
            <p:nvPr/>
          </p:nvSpPr>
          <p:spPr bwMode="auto">
            <a:xfrm flipV="1">
              <a:off x="1664" y="2648"/>
              <a:ext cx="864" cy="18"/>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875" name="Text Box 23">
              <a:extLst>
                <a:ext uri="{FF2B5EF4-FFF2-40B4-BE49-F238E27FC236}">
                  <a16:creationId xmlns:a16="http://schemas.microsoft.com/office/drawing/2014/main" id="{EFF5E6CD-4A1A-45BD-9AD9-B7760B2487F9}"/>
                </a:ext>
              </a:extLst>
            </p:cNvPr>
            <p:cNvSpPr txBox="1">
              <a:spLocks noChangeArrowheads="1"/>
            </p:cNvSpPr>
            <p:nvPr/>
          </p:nvSpPr>
          <p:spPr bwMode="auto">
            <a:xfrm>
              <a:off x="2136" y="3903"/>
              <a:ext cx="141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G = offered load = Np</a:t>
              </a:r>
              <a:endParaRPr lang="en-US" altLang="zh-CN" sz="1800">
                <a:ea typeface="宋体" panose="02010600030101010101" pitchFamily="2" charset="-122"/>
              </a:endParaRPr>
            </a:p>
          </p:txBody>
        </p:sp>
        <p:sp>
          <p:nvSpPr>
            <p:cNvPr id="78876" name="Text Box 25">
              <a:extLst>
                <a:ext uri="{FF2B5EF4-FFF2-40B4-BE49-F238E27FC236}">
                  <a16:creationId xmlns:a16="http://schemas.microsoft.com/office/drawing/2014/main" id="{173D521D-0002-411F-879D-357DA595DF6F}"/>
                </a:ext>
              </a:extLst>
            </p:cNvPr>
            <p:cNvSpPr txBox="1">
              <a:spLocks noChangeArrowheads="1"/>
            </p:cNvSpPr>
            <p:nvPr/>
          </p:nvSpPr>
          <p:spPr bwMode="auto">
            <a:xfrm>
              <a:off x="1960" y="3777"/>
              <a:ext cx="2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zh-CN" altLang="en-US" sz="1400">
                  <a:latin typeface="Arial" panose="020B0604020202020204" pitchFamily="34" charset="0"/>
                  <a:ea typeface="宋体" panose="02010600030101010101" pitchFamily="2" charset="-122"/>
                </a:rPr>
                <a:t>0.5</a:t>
              </a:r>
              <a:endParaRPr lang="zh-CN" altLang="en-US" sz="1800">
                <a:ea typeface="宋体" panose="02010600030101010101" pitchFamily="2" charset="-122"/>
              </a:endParaRPr>
            </a:p>
          </p:txBody>
        </p:sp>
        <p:sp>
          <p:nvSpPr>
            <p:cNvPr id="78877" name="Text Box 26">
              <a:extLst>
                <a:ext uri="{FF2B5EF4-FFF2-40B4-BE49-F238E27FC236}">
                  <a16:creationId xmlns:a16="http://schemas.microsoft.com/office/drawing/2014/main" id="{BFF0122E-D3C8-4D38-8D13-275F9A437A44}"/>
                </a:ext>
              </a:extLst>
            </p:cNvPr>
            <p:cNvSpPr txBox="1">
              <a:spLocks noChangeArrowheads="1"/>
            </p:cNvSpPr>
            <p:nvPr/>
          </p:nvSpPr>
          <p:spPr bwMode="auto">
            <a:xfrm>
              <a:off x="2398" y="3777"/>
              <a:ext cx="2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zh-CN" altLang="en-US" sz="1400">
                  <a:latin typeface="Arial" panose="020B0604020202020204" pitchFamily="34" charset="0"/>
                  <a:ea typeface="宋体" panose="02010600030101010101" pitchFamily="2" charset="-122"/>
                </a:rPr>
                <a:t>1.0</a:t>
              </a:r>
              <a:endParaRPr lang="zh-CN" altLang="en-US" sz="1800">
                <a:ea typeface="宋体" panose="02010600030101010101" pitchFamily="2" charset="-122"/>
              </a:endParaRPr>
            </a:p>
          </p:txBody>
        </p:sp>
        <p:sp>
          <p:nvSpPr>
            <p:cNvPr id="78878" name="Text Box 27">
              <a:extLst>
                <a:ext uri="{FF2B5EF4-FFF2-40B4-BE49-F238E27FC236}">
                  <a16:creationId xmlns:a16="http://schemas.microsoft.com/office/drawing/2014/main" id="{D9529D59-34F6-4735-B5E3-8665CDA9765F}"/>
                </a:ext>
              </a:extLst>
            </p:cNvPr>
            <p:cNvSpPr txBox="1">
              <a:spLocks noChangeArrowheads="1"/>
            </p:cNvSpPr>
            <p:nvPr/>
          </p:nvSpPr>
          <p:spPr bwMode="auto">
            <a:xfrm>
              <a:off x="2845" y="3768"/>
              <a:ext cx="2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zh-CN" altLang="en-US" sz="1400">
                  <a:latin typeface="Arial" panose="020B0604020202020204" pitchFamily="34" charset="0"/>
                  <a:ea typeface="宋体" panose="02010600030101010101" pitchFamily="2" charset="-122"/>
                </a:rPr>
                <a:t>1.5</a:t>
              </a:r>
              <a:endParaRPr lang="zh-CN" altLang="en-US" sz="1800">
                <a:ea typeface="宋体" panose="02010600030101010101" pitchFamily="2" charset="-122"/>
              </a:endParaRPr>
            </a:p>
          </p:txBody>
        </p:sp>
        <p:sp>
          <p:nvSpPr>
            <p:cNvPr id="78879" name="Text Box 28">
              <a:extLst>
                <a:ext uri="{FF2B5EF4-FFF2-40B4-BE49-F238E27FC236}">
                  <a16:creationId xmlns:a16="http://schemas.microsoft.com/office/drawing/2014/main" id="{D4060912-F82B-41FD-9AEB-2D7A5F9CB6C1}"/>
                </a:ext>
              </a:extLst>
            </p:cNvPr>
            <p:cNvSpPr txBox="1">
              <a:spLocks noChangeArrowheads="1"/>
            </p:cNvSpPr>
            <p:nvPr/>
          </p:nvSpPr>
          <p:spPr bwMode="auto">
            <a:xfrm>
              <a:off x="3289" y="3774"/>
              <a:ext cx="2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zh-CN" altLang="en-US" sz="1400">
                  <a:latin typeface="Arial" panose="020B0604020202020204" pitchFamily="34" charset="0"/>
                  <a:ea typeface="宋体" panose="02010600030101010101" pitchFamily="2" charset="-122"/>
                </a:rPr>
                <a:t>2.0</a:t>
              </a:r>
              <a:endParaRPr lang="zh-CN" altLang="en-US" sz="1800">
                <a:ea typeface="宋体" panose="02010600030101010101" pitchFamily="2" charset="-122"/>
              </a:endParaRPr>
            </a:p>
          </p:txBody>
        </p:sp>
        <p:sp>
          <p:nvSpPr>
            <p:cNvPr id="78880" name="Text Box 30">
              <a:extLst>
                <a:ext uri="{FF2B5EF4-FFF2-40B4-BE49-F238E27FC236}">
                  <a16:creationId xmlns:a16="http://schemas.microsoft.com/office/drawing/2014/main" id="{1524103B-EA96-4342-9F10-3B7ECCBBA8F7}"/>
                </a:ext>
              </a:extLst>
            </p:cNvPr>
            <p:cNvSpPr txBox="1">
              <a:spLocks noChangeArrowheads="1"/>
            </p:cNvSpPr>
            <p:nvPr/>
          </p:nvSpPr>
          <p:spPr bwMode="auto">
            <a:xfrm>
              <a:off x="1371" y="3352"/>
              <a:ext cx="2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zh-CN" altLang="en-US" sz="1400">
                  <a:latin typeface="Arial" panose="020B0604020202020204" pitchFamily="34" charset="0"/>
                  <a:ea typeface="宋体" panose="02010600030101010101" pitchFamily="2" charset="-122"/>
                </a:rPr>
                <a:t>0.1</a:t>
              </a:r>
              <a:endParaRPr lang="zh-CN" altLang="en-US" sz="1800">
                <a:ea typeface="宋体" panose="02010600030101010101" pitchFamily="2" charset="-122"/>
              </a:endParaRPr>
            </a:p>
          </p:txBody>
        </p:sp>
        <p:sp>
          <p:nvSpPr>
            <p:cNvPr id="78881" name="Text Box 31">
              <a:extLst>
                <a:ext uri="{FF2B5EF4-FFF2-40B4-BE49-F238E27FC236}">
                  <a16:creationId xmlns:a16="http://schemas.microsoft.com/office/drawing/2014/main" id="{416FD809-DFFB-4069-AAD1-C6FA97E0028F}"/>
                </a:ext>
              </a:extLst>
            </p:cNvPr>
            <p:cNvSpPr txBox="1">
              <a:spLocks noChangeArrowheads="1"/>
            </p:cNvSpPr>
            <p:nvPr/>
          </p:nvSpPr>
          <p:spPr bwMode="auto">
            <a:xfrm>
              <a:off x="1375" y="3058"/>
              <a:ext cx="2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zh-CN" altLang="en-US" sz="1400">
                  <a:latin typeface="Arial" panose="020B0604020202020204" pitchFamily="34" charset="0"/>
                  <a:ea typeface="宋体" panose="02010600030101010101" pitchFamily="2" charset="-122"/>
                </a:rPr>
                <a:t>0.2</a:t>
              </a:r>
              <a:endParaRPr lang="zh-CN" altLang="en-US" sz="1800">
                <a:ea typeface="宋体" panose="02010600030101010101" pitchFamily="2" charset="-122"/>
              </a:endParaRPr>
            </a:p>
          </p:txBody>
        </p:sp>
        <p:sp>
          <p:nvSpPr>
            <p:cNvPr id="78882" name="Text Box 32">
              <a:extLst>
                <a:ext uri="{FF2B5EF4-FFF2-40B4-BE49-F238E27FC236}">
                  <a16:creationId xmlns:a16="http://schemas.microsoft.com/office/drawing/2014/main" id="{5E88B51D-4CB8-45C4-B15F-449089D9143F}"/>
                </a:ext>
              </a:extLst>
            </p:cNvPr>
            <p:cNvSpPr txBox="1">
              <a:spLocks noChangeArrowheads="1"/>
            </p:cNvSpPr>
            <p:nvPr/>
          </p:nvSpPr>
          <p:spPr bwMode="auto">
            <a:xfrm>
              <a:off x="1359" y="2778"/>
              <a:ext cx="2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zh-CN" altLang="en-US" sz="1400">
                  <a:latin typeface="Arial" panose="020B0604020202020204" pitchFamily="34" charset="0"/>
                  <a:ea typeface="宋体" panose="02010600030101010101" pitchFamily="2" charset="-122"/>
                </a:rPr>
                <a:t>0.3</a:t>
              </a:r>
              <a:endParaRPr lang="zh-CN" altLang="en-US" sz="1800">
                <a:ea typeface="宋体" panose="02010600030101010101" pitchFamily="2" charset="-122"/>
              </a:endParaRPr>
            </a:p>
          </p:txBody>
        </p:sp>
        <p:sp>
          <p:nvSpPr>
            <p:cNvPr id="78883" name="Text Box 33">
              <a:extLst>
                <a:ext uri="{FF2B5EF4-FFF2-40B4-BE49-F238E27FC236}">
                  <a16:creationId xmlns:a16="http://schemas.microsoft.com/office/drawing/2014/main" id="{85D4BAD8-8FC3-4EB3-85B2-9622C89CC56A}"/>
                </a:ext>
              </a:extLst>
            </p:cNvPr>
            <p:cNvSpPr txBox="1">
              <a:spLocks noChangeArrowheads="1"/>
            </p:cNvSpPr>
            <p:nvPr/>
          </p:nvSpPr>
          <p:spPr bwMode="auto">
            <a:xfrm>
              <a:off x="1363" y="2459"/>
              <a:ext cx="2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zh-CN" altLang="en-US" sz="1400">
                  <a:latin typeface="Arial" panose="020B0604020202020204" pitchFamily="34" charset="0"/>
                  <a:ea typeface="宋体" panose="02010600030101010101" pitchFamily="2" charset="-122"/>
                </a:rPr>
                <a:t>0.4</a:t>
              </a:r>
              <a:endParaRPr lang="zh-CN" altLang="en-US" sz="1800">
                <a:ea typeface="宋体" panose="02010600030101010101" pitchFamily="2" charset="-122"/>
              </a:endParaRPr>
            </a:p>
          </p:txBody>
        </p:sp>
        <p:sp>
          <p:nvSpPr>
            <p:cNvPr id="78884" name="Text Box 34">
              <a:extLst>
                <a:ext uri="{FF2B5EF4-FFF2-40B4-BE49-F238E27FC236}">
                  <a16:creationId xmlns:a16="http://schemas.microsoft.com/office/drawing/2014/main" id="{7D112C11-546A-475C-89F9-60E89CA1BA6B}"/>
                </a:ext>
              </a:extLst>
            </p:cNvPr>
            <p:cNvSpPr txBox="1">
              <a:spLocks noChangeArrowheads="1"/>
            </p:cNvSpPr>
            <p:nvPr/>
          </p:nvSpPr>
          <p:spPr bwMode="auto">
            <a:xfrm>
              <a:off x="3380" y="3472"/>
              <a:ext cx="75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solidFill>
                    <a:srgbClr val="FF0000"/>
                  </a:solidFill>
                  <a:ea typeface="宋体" panose="02010600030101010101" pitchFamily="2" charset="-122"/>
                </a:rPr>
                <a:t>Pure Aloha</a:t>
              </a:r>
              <a:endParaRPr lang="en-US" altLang="zh-CN" sz="1800">
                <a:ea typeface="宋体" panose="02010600030101010101" pitchFamily="2" charset="-122"/>
              </a:endParaRPr>
            </a:p>
          </p:txBody>
        </p:sp>
        <p:sp>
          <p:nvSpPr>
            <p:cNvPr id="78885" name="Text Box 35">
              <a:extLst>
                <a:ext uri="{FF2B5EF4-FFF2-40B4-BE49-F238E27FC236}">
                  <a16:creationId xmlns:a16="http://schemas.microsoft.com/office/drawing/2014/main" id="{16BB4773-96BE-4871-AE45-C91DEB33440F}"/>
                </a:ext>
              </a:extLst>
            </p:cNvPr>
            <p:cNvSpPr txBox="1">
              <a:spLocks noChangeArrowheads="1"/>
            </p:cNvSpPr>
            <p:nvPr/>
          </p:nvSpPr>
          <p:spPr bwMode="auto">
            <a:xfrm>
              <a:off x="3635" y="2935"/>
              <a:ext cx="94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solidFill>
                    <a:srgbClr val="FF0000"/>
                  </a:solidFill>
                  <a:ea typeface="宋体" panose="02010600030101010101" pitchFamily="2" charset="-122"/>
                </a:rPr>
                <a:t>Slotted Aloha</a:t>
              </a:r>
              <a:endParaRPr lang="en-US" altLang="zh-CN" sz="1800">
                <a:ea typeface="宋体" panose="02010600030101010101" pitchFamily="2" charset="-122"/>
              </a:endParaRPr>
            </a:p>
          </p:txBody>
        </p:sp>
      </p:grpSp>
      <p:grpSp>
        <p:nvGrpSpPr>
          <p:cNvPr id="78854" name="Group 40">
            <a:extLst>
              <a:ext uri="{FF2B5EF4-FFF2-40B4-BE49-F238E27FC236}">
                <a16:creationId xmlns:a16="http://schemas.microsoft.com/office/drawing/2014/main" id="{2484214F-716F-4A75-BD28-15B455F15D62}"/>
              </a:ext>
            </a:extLst>
          </p:cNvPr>
          <p:cNvGrpSpPr>
            <a:grpSpLocks/>
          </p:cNvGrpSpPr>
          <p:nvPr/>
        </p:nvGrpSpPr>
        <p:grpSpPr bwMode="auto">
          <a:xfrm>
            <a:off x="6435725" y="4460875"/>
            <a:ext cx="2462213" cy="1004888"/>
            <a:chOff x="3909" y="2961"/>
            <a:chExt cx="1551" cy="633"/>
          </a:xfrm>
        </p:grpSpPr>
        <p:sp>
          <p:nvSpPr>
            <p:cNvPr id="78856" name="Rectangle 38">
              <a:extLst>
                <a:ext uri="{FF2B5EF4-FFF2-40B4-BE49-F238E27FC236}">
                  <a16:creationId xmlns:a16="http://schemas.microsoft.com/office/drawing/2014/main" id="{E67334CA-3B3A-42BC-A10D-21AAB39643D8}"/>
                </a:ext>
              </a:extLst>
            </p:cNvPr>
            <p:cNvSpPr>
              <a:spLocks noChangeArrowheads="1"/>
            </p:cNvSpPr>
            <p:nvPr/>
          </p:nvSpPr>
          <p:spPr bwMode="auto">
            <a:xfrm>
              <a:off x="3909" y="2961"/>
              <a:ext cx="1551" cy="633"/>
            </a:xfrm>
            <a:prstGeom prst="rect">
              <a:avLst/>
            </a:prstGeom>
            <a:solidFill>
              <a:srgbClr val="FFFFFF"/>
            </a:solidFill>
            <a:ln w="28575">
              <a:solidFill>
                <a:srgbClr val="FF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78857" name="Text Box 39">
              <a:extLst>
                <a:ext uri="{FF2B5EF4-FFF2-40B4-BE49-F238E27FC236}">
                  <a16:creationId xmlns:a16="http://schemas.microsoft.com/office/drawing/2014/main" id="{4C6DDBC7-78FB-46D6-BF04-FDC354DC9FE0}"/>
                </a:ext>
              </a:extLst>
            </p:cNvPr>
            <p:cNvSpPr txBox="1">
              <a:spLocks noChangeArrowheads="1"/>
            </p:cNvSpPr>
            <p:nvPr/>
          </p:nvSpPr>
          <p:spPr bwMode="auto">
            <a:xfrm>
              <a:off x="3984" y="2991"/>
              <a:ext cx="1405"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i="1">
                  <a:solidFill>
                    <a:srgbClr val="FF0000"/>
                  </a:solidFill>
                  <a:ea typeface="宋体" panose="02010600030101010101" pitchFamily="2" charset="-122"/>
                </a:rPr>
                <a:t>protocol</a:t>
              </a:r>
              <a:r>
                <a:rPr lang="en-US" altLang="zh-CN" sz="1800">
                  <a:ea typeface="宋体" panose="02010600030101010101" pitchFamily="2" charset="-122"/>
                </a:rPr>
                <a:t> constrains</a:t>
              </a:r>
            </a:p>
            <a:p>
              <a:pPr>
                <a:spcBef>
                  <a:spcPct val="0"/>
                </a:spcBef>
                <a:buClrTx/>
                <a:buSzTx/>
                <a:buFontTx/>
                <a:buNone/>
              </a:pPr>
              <a:r>
                <a:rPr lang="en-US" altLang="zh-CN" sz="1800">
                  <a:ea typeface="宋体" panose="02010600030101010101" pitchFamily="2" charset="-122"/>
                </a:rPr>
                <a:t>effective channel</a:t>
              </a:r>
            </a:p>
            <a:p>
              <a:pPr>
                <a:spcBef>
                  <a:spcPct val="0"/>
                </a:spcBef>
                <a:buClrTx/>
                <a:buSzTx/>
                <a:buFontTx/>
                <a:buNone/>
              </a:pPr>
              <a:r>
                <a:rPr lang="en-US" altLang="zh-CN" sz="1800">
                  <a:ea typeface="宋体" panose="02010600030101010101" pitchFamily="2" charset="-122"/>
                </a:rPr>
                <a:t>throughput!</a:t>
              </a:r>
            </a:p>
          </p:txBody>
        </p:sp>
      </p:grpSp>
      <p:sp>
        <p:nvSpPr>
          <p:cNvPr id="78855" name="灯片编号占位符 6">
            <a:extLst>
              <a:ext uri="{FF2B5EF4-FFF2-40B4-BE49-F238E27FC236}">
                <a16:creationId xmlns:a16="http://schemas.microsoft.com/office/drawing/2014/main" id="{7C45A86C-FE4A-4EEA-AA5C-6A33A7D5A3C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F9ECFB69-86CA-41A0-B7C1-5AF5D3EF42C3}" type="slidenum">
              <a:rPr lang="en-US" altLang="zh-CN" sz="1400" smtClean="0">
                <a:latin typeface="Times New Roman" panose="02020603050405020304" pitchFamily="18" charset="0"/>
              </a:rPr>
              <a:pPr>
                <a:spcBef>
                  <a:spcPct val="0"/>
                </a:spcBef>
                <a:buClrTx/>
                <a:buSzTx/>
                <a:buFontTx/>
                <a:buNone/>
              </a:pPr>
              <a:t>58</a:t>
            </a:fld>
            <a:endParaRPr lang="en-US" altLang="zh-CN" sz="1400">
              <a:latin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7CED696E-40BE-4260-A21E-68BE846BA028}"/>
              </a:ext>
            </a:extLst>
          </p:cNvPr>
          <p:cNvSpPr>
            <a:spLocks noGrp="1" noChangeArrowheads="1"/>
          </p:cNvSpPr>
          <p:nvPr>
            <p:ph type="title"/>
          </p:nvPr>
        </p:nvSpPr>
        <p:spPr/>
        <p:txBody>
          <a:bodyPr/>
          <a:lstStyle/>
          <a:p>
            <a:r>
              <a:rPr lang="en-US" altLang="zh-CN">
                <a:ea typeface="宋体" panose="02010600030101010101" pitchFamily="2" charset="-122"/>
              </a:rPr>
              <a:t>Slotted Aloha</a:t>
            </a:r>
          </a:p>
        </p:txBody>
      </p:sp>
      <p:sp>
        <p:nvSpPr>
          <p:cNvPr id="79875" name="Rectangle 3">
            <a:extLst>
              <a:ext uri="{FF2B5EF4-FFF2-40B4-BE49-F238E27FC236}">
                <a16:creationId xmlns:a16="http://schemas.microsoft.com/office/drawing/2014/main" id="{FB3A696D-F28B-4967-BACB-900ED7778BC4}"/>
              </a:ext>
            </a:extLst>
          </p:cNvPr>
          <p:cNvSpPr>
            <a:spLocks noGrp="1" noChangeArrowheads="1"/>
          </p:cNvSpPr>
          <p:nvPr>
            <p:ph type="body" idx="1"/>
          </p:nvPr>
        </p:nvSpPr>
        <p:spPr>
          <a:xfrm>
            <a:off x="533400" y="1600200"/>
            <a:ext cx="8183563" cy="4648200"/>
          </a:xfrm>
        </p:spPr>
        <p:txBody>
          <a:bodyPr/>
          <a:lstStyle/>
          <a:p>
            <a:r>
              <a:rPr lang="en-US" altLang="zh-CN" sz="2400">
                <a:ea typeface="宋体" panose="02010600030101010101" pitchFamily="2" charset="-122"/>
              </a:rPr>
              <a:t>time is divided into equal size slots (= pkt trans. time)</a:t>
            </a:r>
          </a:p>
          <a:p>
            <a:r>
              <a:rPr lang="en-US" altLang="zh-CN" sz="2400">
                <a:ea typeface="宋体" panose="02010600030101010101" pitchFamily="2" charset="-122"/>
              </a:rPr>
              <a:t>node with new arriving pkt: transmit at beginning of next slot </a:t>
            </a:r>
          </a:p>
          <a:p>
            <a:r>
              <a:rPr lang="en-US" altLang="zh-CN" sz="2400">
                <a:ea typeface="宋体" panose="02010600030101010101" pitchFamily="2" charset="-122"/>
              </a:rPr>
              <a:t>if collision: retransmit pkt in future slots with probability p, until successful.</a:t>
            </a:r>
            <a:endParaRPr lang="en-US" altLang="zh-CN">
              <a:ea typeface="宋体" panose="02010600030101010101" pitchFamily="2" charset="-122"/>
            </a:endParaRPr>
          </a:p>
        </p:txBody>
      </p:sp>
      <p:pic>
        <p:nvPicPr>
          <p:cNvPr id="79876" name="Picture 4" descr="C:\WINDOWS\Profiles\gerla\My Documents\kurose-pictures\5.3-6alohaSLOT.jpg">
            <a:extLst>
              <a:ext uri="{FF2B5EF4-FFF2-40B4-BE49-F238E27FC236}">
                <a16:creationId xmlns:a16="http://schemas.microsoft.com/office/drawing/2014/main" id="{B70F2216-D7B1-485B-978D-DD98A550A3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663" y="3960813"/>
            <a:ext cx="8089900" cy="195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7" name="Text Box 5">
            <a:extLst>
              <a:ext uri="{FF2B5EF4-FFF2-40B4-BE49-F238E27FC236}">
                <a16:creationId xmlns:a16="http://schemas.microsoft.com/office/drawing/2014/main" id="{5A7588A1-BF7D-48B7-9A37-3A166995EECF}"/>
              </a:ext>
            </a:extLst>
          </p:cNvPr>
          <p:cNvSpPr txBox="1">
            <a:spLocks noChangeArrowheads="1"/>
          </p:cNvSpPr>
          <p:nvPr/>
        </p:nvSpPr>
        <p:spPr bwMode="auto">
          <a:xfrm>
            <a:off x="1906588" y="5973763"/>
            <a:ext cx="5006975"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latin typeface="Arial" panose="020B0604020202020204" pitchFamily="34" charset="0"/>
                <a:ea typeface="宋体" panose="02010600030101010101" pitchFamily="2" charset="-122"/>
              </a:rPr>
              <a:t>Success (S), Collision (C),  Empty (E) slots</a:t>
            </a:r>
            <a:endParaRPr lang="en-US" altLang="zh-CN" sz="2000">
              <a:latin typeface="Times New Roman" panose="02020603050405020304" pitchFamily="18" charset="0"/>
              <a:ea typeface="宋体" panose="02010600030101010101" pitchFamily="2" charset="-122"/>
            </a:endParaRPr>
          </a:p>
          <a:p>
            <a:pPr>
              <a:spcBef>
                <a:spcPct val="0"/>
              </a:spcBef>
              <a:buClrTx/>
              <a:buSzTx/>
              <a:buFontTx/>
              <a:buNone/>
            </a:pPr>
            <a:endParaRPr lang="zh-CN" altLang="en-US" sz="1800">
              <a:ea typeface="宋体" panose="02010600030101010101" pitchFamily="2" charset="-122"/>
            </a:endParaRPr>
          </a:p>
        </p:txBody>
      </p:sp>
      <p:sp>
        <p:nvSpPr>
          <p:cNvPr id="79878" name="灯片编号占位符 6">
            <a:extLst>
              <a:ext uri="{FF2B5EF4-FFF2-40B4-BE49-F238E27FC236}">
                <a16:creationId xmlns:a16="http://schemas.microsoft.com/office/drawing/2014/main" id="{5D1B361F-39AC-4DB4-A520-4E5EFB9B6A4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99439165-2C3B-401A-998B-C27AE2086138}" type="slidenum">
              <a:rPr lang="en-US" altLang="zh-CN" sz="1400" smtClean="0">
                <a:latin typeface="Times New Roman" panose="02020603050405020304" pitchFamily="18" charset="0"/>
              </a:rPr>
              <a:pPr>
                <a:spcBef>
                  <a:spcPct val="0"/>
                </a:spcBef>
                <a:buClrTx/>
                <a:buSzTx/>
                <a:buFontTx/>
                <a:buNone/>
              </a:pPr>
              <a:t>59</a:t>
            </a:fld>
            <a:endParaRPr lang="en-US" altLang="zh-CN" sz="1400">
              <a:latin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C41101BD-9727-4430-80EC-656B96CDC3F6}"/>
              </a:ext>
            </a:extLst>
          </p:cNvPr>
          <p:cNvSpPr>
            <a:spLocks noGrp="1" noChangeArrowheads="1"/>
          </p:cNvSpPr>
          <p:nvPr>
            <p:ph type="title"/>
          </p:nvPr>
        </p:nvSpPr>
        <p:spPr/>
        <p:txBody>
          <a:bodyPr/>
          <a:lstStyle/>
          <a:p>
            <a:r>
              <a:rPr lang="en-US" altLang="zh-CN">
                <a:ea typeface="宋体" panose="02010600030101010101" pitchFamily="2" charset="-122"/>
              </a:rPr>
              <a:t>Slotted Aloha efficiency</a:t>
            </a:r>
          </a:p>
        </p:txBody>
      </p:sp>
      <p:sp>
        <p:nvSpPr>
          <p:cNvPr id="80899" name="Rectangle 3">
            <a:extLst>
              <a:ext uri="{FF2B5EF4-FFF2-40B4-BE49-F238E27FC236}">
                <a16:creationId xmlns:a16="http://schemas.microsoft.com/office/drawing/2014/main" id="{9787890D-82E9-44F0-832E-659A43CD86A5}"/>
              </a:ext>
            </a:extLst>
          </p:cNvPr>
          <p:cNvSpPr>
            <a:spLocks noGrp="1" noChangeArrowheads="1"/>
          </p:cNvSpPr>
          <p:nvPr>
            <p:ph type="body" idx="1"/>
          </p:nvPr>
        </p:nvSpPr>
        <p:spPr>
          <a:xfrm>
            <a:off x="639763" y="1287463"/>
            <a:ext cx="7772400" cy="4648200"/>
          </a:xfrm>
        </p:spPr>
        <p:txBody>
          <a:bodyPr/>
          <a:lstStyle/>
          <a:p>
            <a:pPr>
              <a:buFont typeface="ZapfDingbats" pitchFamily="82" charset="2"/>
              <a:buNone/>
            </a:pPr>
            <a:r>
              <a:rPr lang="en-US" altLang="zh-CN" u="sng">
                <a:solidFill>
                  <a:srgbClr val="FF0000"/>
                </a:solidFill>
                <a:ea typeface="宋体" panose="02010600030101010101" pitchFamily="2" charset="-122"/>
              </a:rPr>
              <a:t>Q:</a:t>
            </a:r>
            <a:r>
              <a:rPr lang="en-US" altLang="zh-CN">
                <a:ea typeface="宋体" panose="02010600030101010101" pitchFamily="2" charset="-122"/>
              </a:rPr>
              <a:t> what is max fraction slots successful?</a:t>
            </a:r>
          </a:p>
          <a:p>
            <a:pPr>
              <a:buFont typeface="ZapfDingbats" pitchFamily="82" charset="2"/>
              <a:buNone/>
            </a:pPr>
            <a:r>
              <a:rPr lang="en-US" altLang="zh-CN" sz="2400" u="sng">
                <a:solidFill>
                  <a:srgbClr val="FF0000"/>
                </a:solidFill>
                <a:ea typeface="宋体" panose="02010600030101010101" pitchFamily="2" charset="-122"/>
              </a:rPr>
              <a:t>A:</a:t>
            </a:r>
            <a:r>
              <a:rPr lang="en-US" altLang="zh-CN" sz="2400">
                <a:ea typeface="宋体" panose="02010600030101010101" pitchFamily="2" charset="-122"/>
              </a:rPr>
              <a:t> Suppose N stations have packets to send</a:t>
            </a:r>
          </a:p>
          <a:p>
            <a:pPr lvl="1"/>
            <a:r>
              <a:rPr lang="en-US" altLang="zh-CN">
                <a:ea typeface="宋体" panose="02010600030101010101" pitchFamily="2" charset="-122"/>
              </a:rPr>
              <a:t>each transmits in slot with probability </a:t>
            </a:r>
            <a:r>
              <a:rPr lang="en-US" altLang="zh-CN" i="1">
                <a:ea typeface="宋体" panose="02010600030101010101" pitchFamily="2" charset="-122"/>
              </a:rPr>
              <a:t>p</a:t>
            </a:r>
          </a:p>
          <a:p>
            <a:pPr lvl="1"/>
            <a:r>
              <a:rPr lang="en-US" altLang="zh-CN">
                <a:ea typeface="宋体" panose="02010600030101010101" pitchFamily="2" charset="-122"/>
              </a:rPr>
              <a:t>prob. successful transmission </a:t>
            </a:r>
            <a:r>
              <a:rPr lang="en-US" altLang="zh-CN" i="1">
                <a:ea typeface="宋体" panose="02010600030101010101" pitchFamily="2" charset="-122"/>
              </a:rPr>
              <a:t>S</a:t>
            </a:r>
            <a:r>
              <a:rPr lang="en-US" altLang="zh-CN">
                <a:ea typeface="宋体" panose="02010600030101010101" pitchFamily="2" charset="-122"/>
              </a:rPr>
              <a:t> is:</a:t>
            </a:r>
          </a:p>
          <a:p>
            <a:pPr>
              <a:buFont typeface="ZapfDingbats" pitchFamily="82" charset="2"/>
              <a:buNone/>
            </a:pPr>
            <a:endParaRPr lang="en-US" altLang="zh-CN" sz="2400">
              <a:ea typeface="宋体" panose="02010600030101010101" pitchFamily="2" charset="-122"/>
            </a:endParaRPr>
          </a:p>
          <a:p>
            <a:pPr>
              <a:buFont typeface="ZapfDingbats" pitchFamily="82" charset="2"/>
              <a:buNone/>
            </a:pPr>
            <a:r>
              <a:rPr lang="en-US" altLang="zh-CN" sz="2400">
                <a:ea typeface="宋体" panose="02010600030101010101" pitchFamily="2" charset="-122"/>
              </a:rPr>
              <a:t>	</a:t>
            </a:r>
            <a:r>
              <a:rPr lang="en-US" altLang="zh-CN" sz="2000">
                <a:ea typeface="宋体" panose="02010600030101010101" pitchFamily="2" charset="-122"/>
              </a:rPr>
              <a:t>by single node:    S= </a:t>
            </a:r>
            <a:r>
              <a:rPr lang="en-US" altLang="zh-CN" sz="2000" i="1">
                <a:ea typeface="宋体" panose="02010600030101010101" pitchFamily="2" charset="-122"/>
              </a:rPr>
              <a:t>p (1-p)</a:t>
            </a:r>
            <a:r>
              <a:rPr lang="en-US" altLang="zh-CN" sz="2000" b="1" i="1" baseline="30000">
                <a:ea typeface="宋体" panose="02010600030101010101" pitchFamily="2" charset="-122"/>
              </a:rPr>
              <a:t>(N-1)</a:t>
            </a:r>
          </a:p>
          <a:p>
            <a:pPr>
              <a:buFont typeface="ZapfDingbats" pitchFamily="82" charset="2"/>
              <a:buNone/>
            </a:pPr>
            <a:r>
              <a:rPr lang="en-US" altLang="zh-CN" sz="2000" b="1" i="1" baseline="30000">
                <a:ea typeface="宋体" panose="02010600030101010101" pitchFamily="2" charset="-122"/>
              </a:rPr>
              <a:t> </a:t>
            </a:r>
            <a:r>
              <a:rPr lang="en-US" altLang="zh-CN" sz="2000" i="1">
                <a:ea typeface="宋体" panose="02010600030101010101" pitchFamily="2" charset="-122"/>
              </a:rPr>
              <a:t> </a:t>
            </a:r>
          </a:p>
          <a:p>
            <a:pPr>
              <a:buFont typeface="ZapfDingbats" pitchFamily="82" charset="2"/>
              <a:buNone/>
            </a:pPr>
            <a:r>
              <a:rPr lang="en-US" altLang="zh-CN" sz="2000" i="1">
                <a:ea typeface="宋体" panose="02010600030101010101" pitchFamily="2" charset="-122"/>
              </a:rPr>
              <a:t>	</a:t>
            </a:r>
            <a:r>
              <a:rPr lang="en-US" altLang="zh-CN" sz="2000">
                <a:ea typeface="宋体" panose="02010600030101010101" pitchFamily="2" charset="-122"/>
              </a:rPr>
              <a:t>by any of N nodes </a:t>
            </a:r>
          </a:p>
          <a:p>
            <a:pPr>
              <a:buFont typeface="ZapfDingbats" pitchFamily="82" charset="2"/>
              <a:buNone/>
            </a:pPr>
            <a:r>
              <a:rPr lang="en-US" altLang="zh-CN" sz="2000">
                <a:ea typeface="宋体" panose="02010600030101010101" pitchFamily="2" charset="-122"/>
              </a:rPr>
              <a:t>		</a:t>
            </a:r>
            <a:r>
              <a:rPr lang="en-US" altLang="zh-CN" sz="2000" i="1">
                <a:ea typeface="宋体" panose="02010600030101010101" pitchFamily="2" charset="-122"/>
              </a:rPr>
              <a:t>S = </a:t>
            </a:r>
            <a:r>
              <a:rPr lang="en-US" altLang="zh-CN" sz="2000">
                <a:ea typeface="宋体" panose="02010600030101010101" pitchFamily="2" charset="-122"/>
              </a:rPr>
              <a:t>Prob (only one transmits)</a:t>
            </a:r>
            <a:r>
              <a:rPr lang="en-US" altLang="zh-CN" sz="2000" i="1">
                <a:ea typeface="宋体" panose="02010600030101010101" pitchFamily="2" charset="-122"/>
              </a:rPr>
              <a:t> </a:t>
            </a:r>
          </a:p>
          <a:p>
            <a:pPr>
              <a:buFont typeface="ZapfDingbats" pitchFamily="82" charset="2"/>
              <a:buNone/>
            </a:pPr>
            <a:r>
              <a:rPr lang="en-US" altLang="zh-CN" sz="2000" i="1">
                <a:ea typeface="宋体" panose="02010600030101010101" pitchFamily="2" charset="-122"/>
              </a:rPr>
              <a:t>            = N p (1-p)</a:t>
            </a:r>
            <a:r>
              <a:rPr lang="en-US" altLang="zh-CN" sz="2000" b="1" i="1" baseline="30000">
                <a:ea typeface="宋体" panose="02010600030101010101" pitchFamily="2" charset="-122"/>
              </a:rPr>
              <a:t>(N-1)</a:t>
            </a:r>
          </a:p>
          <a:p>
            <a:pPr>
              <a:buFont typeface="ZapfDingbats" pitchFamily="82" charset="2"/>
              <a:buNone/>
            </a:pPr>
            <a:r>
              <a:rPr lang="en-US" altLang="zh-CN" baseline="16000">
                <a:ea typeface="宋体" panose="02010600030101010101" pitchFamily="2" charset="-122"/>
              </a:rPr>
              <a:t>               … choosing optimum p as n -&gt; infty ...</a:t>
            </a:r>
            <a:endParaRPr lang="en-US" altLang="zh-CN" sz="2000" b="1" i="1" baseline="30000">
              <a:ea typeface="宋体" panose="02010600030101010101" pitchFamily="2" charset="-122"/>
            </a:endParaRPr>
          </a:p>
          <a:p>
            <a:pPr>
              <a:buFont typeface="ZapfDingbats" pitchFamily="82" charset="2"/>
              <a:buNone/>
            </a:pPr>
            <a:r>
              <a:rPr lang="en-US" altLang="zh-CN" sz="2000" b="1" i="1" baseline="30000">
                <a:ea typeface="宋体" panose="02010600030101010101" pitchFamily="2" charset="-122"/>
              </a:rPr>
              <a:t>            </a:t>
            </a:r>
            <a:r>
              <a:rPr lang="en-US" altLang="zh-CN" sz="2000" i="1">
                <a:ea typeface="宋体" panose="02010600030101010101" pitchFamily="2" charset="-122"/>
              </a:rPr>
              <a:t>= 1/e = .37 as N -&gt; infty</a:t>
            </a:r>
            <a:endParaRPr lang="en-US" altLang="zh-CN" sz="2400" b="1" i="1">
              <a:ea typeface="宋体" panose="02010600030101010101" pitchFamily="2" charset="-122"/>
            </a:endParaRPr>
          </a:p>
          <a:p>
            <a:pPr>
              <a:buFont typeface="ZapfDingbats" pitchFamily="82" charset="2"/>
              <a:buNone/>
            </a:pPr>
            <a:endParaRPr lang="zh-CN" altLang="en-US" sz="2400" i="1">
              <a:ea typeface="宋体" panose="02010600030101010101" pitchFamily="2" charset="-122"/>
            </a:endParaRPr>
          </a:p>
        </p:txBody>
      </p:sp>
      <p:grpSp>
        <p:nvGrpSpPr>
          <p:cNvPr id="80900" name="Group 6">
            <a:extLst>
              <a:ext uri="{FF2B5EF4-FFF2-40B4-BE49-F238E27FC236}">
                <a16:creationId xmlns:a16="http://schemas.microsoft.com/office/drawing/2014/main" id="{AB28D5A3-2130-4AE7-8E79-FA8C465BEDD5}"/>
              </a:ext>
            </a:extLst>
          </p:cNvPr>
          <p:cNvGrpSpPr>
            <a:grpSpLocks/>
          </p:cNvGrpSpPr>
          <p:nvPr/>
        </p:nvGrpSpPr>
        <p:grpSpPr bwMode="auto">
          <a:xfrm>
            <a:off x="6299200" y="4700588"/>
            <a:ext cx="2185988" cy="1308100"/>
            <a:chOff x="4153" y="2288"/>
            <a:chExt cx="1377" cy="824"/>
          </a:xfrm>
        </p:grpSpPr>
        <p:sp>
          <p:nvSpPr>
            <p:cNvPr id="80902" name="Rectangle 5">
              <a:extLst>
                <a:ext uri="{FF2B5EF4-FFF2-40B4-BE49-F238E27FC236}">
                  <a16:creationId xmlns:a16="http://schemas.microsoft.com/office/drawing/2014/main" id="{FE88FA27-3A9B-4E0D-BE11-6C9B3049EDB3}"/>
                </a:ext>
              </a:extLst>
            </p:cNvPr>
            <p:cNvSpPr>
              <a:spLocks noChangeArrowheads="1"/>
            </p:cNvSpPr>
            <p:nvPr/>
          </p:nvSpPr>
          <p:spPr bwMode="auto">
            <a:xfrm>
              <a:off x="4153" y="2288"/>
              <a:ext cx="1352" cy="824"/>
            </a:xfrm>
            <a:prstGeom prst="rect">
              <a:avLst/>
            </a:prstGeom>
            <a:solidFill>
              <a:srgbClr val="FFFFFF"/>
            </a:solidFill>
            <a:ln w="28575">
              <a:solidFill>
                <a:srgbClr val="FF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80903" name="Text Box 4">
              <a:extLst>
                <a:ext uri="{FF2B5EF4-FFF2-40B4-BE49-F238E27FC236}">
                  <a16:creationId xmlns:a16="http://schemas.microsoft.com/office/drawing/2014/main" id="{CC52B03E-9302-4E40-BA61-ACAF78129178}"/>
                </a:ext>
              </a:extLst>
            </p:cNvPr>
            <p:cNvSpPr txBox="1">
              <a:spLocks noChangeArrowheads="1"/>
            </p:cNvSpPr>
            <p:nvPr/>
          </p:nvSpPr>
          <p:spPr bwMode="auto">
            <a:xfrm>
              <a:off x="4168" y="2320"/>
              <a:ext cx="1362"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i="1">
                  <a:solidFill>
                    <a:srgbClr val="FF0000"/>
                  </a:solidFill>
                  <a:ea typeface="宋体" panose="02010600030101010101" pitchFamily="2" charset="-122"/>
                </a:rPr>
                <a:t>At best:</a:t>
              </a:r>
              <a:r>
                <a:rPr lang="en-US" altLang="zh-CN" sz="1800">
                  <a:ea typeface="宋体" panose="02010600030101010101" pitchFamily="2" charset="-122"/>
                </a:rPr>
                <a:t> channel</a:t>
              </a:r>
            </a:p>
            <a:p>
              <a:pPr>
                <a:spcBef>
                  <a:spcPct val="0"/>
                </a:spcBef>
                <a:buClrTx/>
                <a:buSzTx/>
                <a:buFontTx/>
                <a:buNone/>
              </a:pPr>
              <a:r>
                <a:rPr lang="en-US" altLang="zh-CN" sz="1800">
                  <a:ea typeface="宋体" panose="02010600030101010101" pitchFamily="2" charset="-122"/>
                </a:rPr>
                <a:t>use for useful </a:t>
              </a:r>
            </a:p>
            <a:p>
              <a:pPr>
                <a:spcBef>
                  <a:spcPct val="0"/>
                </a:spcBef>
                <a:buClrTx/>
                <a:buSzTx/>
                <a:buFontTx/>
                <a:buNone/>
              </a:pPr>
              <a:r>
                <a:rPr lang="en-US" altLang="zh-CN" sz="1800">
                  <a:ea typeface="宋体" panose="02010600030101010101" pitchFamily="2" charset="-122"/>
                </a:rPr>
                <a:t>transmissions 37%</a:t>
              </a:r>
            </a:p>
            <a:p>
              <a:pPr>
                <a:spcBef>
                  <a:spcPct val="0"/>
                </a:spcBef>
                <a:buClrTx/>
                <a:buSzTx/>
                <a:buFontTx/>
                <a:buNone/>
              </a:pPr>
              <a:r>
                <a:rPr lang="en-US" altLang="zh-CN" sz="1800">
                  <a:ea typeface="宋体" panose="02010600030101010101" pitchFamily="2" charset="-122"/>
                </a:rPr>
                <a:t>of time!</a:t>
              </a:r>
            </a:p>
          </p:txBody>
        </p:sp>
      </p:grpSp>
      <p:sp>
        <p:nvSpPr>
          <p:cNvPr id="80901" name="灯片编号占位符 6">
            <a:extLst>
              <a:ext uri="{FF2B5EF4-FFF2-40B4-BE49-F238E27FC236}">
                <a16:creationId xmlns:a16="http://schemas.microsoft.com/office/drawing/2014/main" id="{B6A66267-89F5-42F6-BCDE-7023EC8E9F7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110F59A8-ADA9-48C0-933C-447A96D406F6}" type="slidenum">
              <a:rPr lang="en-US" altLang="zh-CN" sz="1400" smtClean="0">
                <a:latin typeface="Times New Roman" panose="02020603050405020304" pitchFamily="18" charset="0"/>
              </a:rPr>
              <a:pPr>
                <a:spcBef>
                  <a:spcPct val="0"/>
                </a:spcBef>
                <a:buClrTx/>
                <a:buSzTx/>
                <a:buFontTx/>
                <a:buNone/>
              </a:pPr>
              <a:t>60</a:t>
            </a:fld>
            <a:endParaRPr lang="en-US" altLang="zh-CN" sz="1400">
              <a:latin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BC4BC00F-B60D-40F4-9811-3E52F085187F}"/>
              </a:ext>
            </a:extLst>
          </p:cNvPr>
          <p:cNvSpPr>
            <a:spLocks noGrp="1" noChangeArrowheads="1"/>
          </p:cNvSpPr>
          <p:nvPr>
            <p:ph type="title"/>
          </p:nvPr>
        </p:nvSpPr>
        <p:spPr>
          <a:xfrm>
            <a:off x="333375" y="228600"/>
            <a:ext cx="8464550" cy="1143000"/>
          </a:xfrm>
        </p:spPr>
        <p:txBody>
          <a:bodyPr/>
          <a:lstStyle/>
          <a:p>
            <a:r>
              <a:rPr lang="en-US" altLang="zh-CN" sz="3600">
                <a:ea typeface="宋体" panose="02010600030101010101" pitchFamily="2" charset="-122"/>
              </a:rPr>
              <a:t>CSMA: Carrier Sense Multiple Access)</a:t>
            </a:r>
            <a:endParaRPr lang="en-US" altLang="zh-CN">
              <a:ea typeface="宋体" panose="02010600030101010101" pitchFamily="2" charset="-122"/>
            </a:endParaRPr>
          </a:p>
        </p:txBody>
      </p:sp>
      <p:sp>
        <p:nvSpPr>
          <p:cNvPr id="81923" name="Rectangle 3">
            <a:extLst>
              <a:ext uri="{FF2B5EF4-FFF2-40B4-BE49-F238E27FC236}">
                <a16:creationId xmlns:a16="http://schemas.microsoft.com/office/drawing/2014/main" id="{0A354758-D28E-4669-A5D8-1A7DB4DAF450}"/>
              </a:ext>
            </a:extLst>
          </p:cNvPr>
          <p:cNvSpPr>
            <a:spLocks noGrp="1" noChangeArrowheads="1"/>
          </p:cNvSpPr>
          <p:nvPr>
            <p:ph type="body" idx="1"/>
          </p:nvPr>
        </p:nvSpPr>
        <p:spPr>
          <a:xfrm>
            <a:off x="533400" y="1789113"/>
            <a:ext cx="8296275" cy="3246437"/>
          </a:xfrm>
        </p:spPr>
        <p:txBody>
          <a:bodyPr/>
          <a:lstStyle/>
          <a:p>
            <a:pPr>
              <a:buFont typeface="ZapfDingbats" pitchFamily="82" charset="2"/>
              <a:buNone/>
            </a:pPr>
            <a:r>
              <a:rPr lang="en-US" altLang="zh-CN" sz="2400" b="1" u="sng">
                <a:solidFill>
                  <a:srgbClr val="FF0000"/>
                </a:solidFill>
                <a:ea typeface="宋体" panose="02010600030101010101" pitchFamily="2" charset="-122"/>
              </a:rPr>
              <a:t>CSMA</a:t>
            </a:r>
            <a:r>
              <a:rPr lang="en-US" altLang="zh-CN" sz="2400" u="sng">
                <a:solidFill>
                  <a:srgbClr val="FF0000"/>
                </a:solidFill>
                <a:ea typeface="宋体" panose="02010600030101010101" pitchFamily="2" charset="-122"/>
              </a:rPr>
              <a:t>:</a:t>
            </a:r>
            <a:r>
              <a:rPr lang="en-US" altLang="zh-CN" sz="2400">
                <a:ea typeface="宋体" panose="02010600030101010101" pitchFamily="2" charset="-122"/>
              </a:rPr>
              <a:t> listen before transmit:</a:t>
            </a:r>
          </a:p>
          <a:p>
            <a:r>
              <a:rPr lang="en-US" altLang="zh-CN" sz="2400">
                <a:ea typeface="宋体" panose="02010600030101010101" pitchFamily="2" charset="-122"/>
              </a:rPr>
              <a:t>If channel sensed idle: transmit entire frame</a:t>
            </a:r>
          </a:p>
          <a:p>
            <a:r>
              <a:rPr lang="en-US" altLang="zh-CN" sz="2400">
                <a:ea typeface="宋体" panose="02010600030101010101" pitchFamily="2" charset="-122"/>
              </a:rPr>
              <a:t>If channel sensed busy, defer transmission </a:t>
            </a:r>
          </a:p>
          <a:p>
            <a:pPr lvl="1"/>
            <a:r>
              <a:rPr lang="en-US" altLang="zh-CN">
                <a:solidFill>
                  <a:schemeClr val="accent2"/>
                </a:solidFill>
                <a:ea typeface="宋体" panose="02010600030101010101" pitchFamily="2" charset="-122"/>
              </a:rPr>
              <a:t>Persistent CSMA:</a:t>
            </a:r>
            <a:r>
              <a:rPr lang="en-US" altLang="zh-CN">
                <a:ea typeface="宋体" panose="02010600030101010101" pitchFamily="2" charset="-122"/>
              </a:rPr>
              <a:t> retry immediately with probability p when channel becomes idle (may cause instability)</a:t>
            </a:r>
          </a:p>
          <a:p>
            <a:pPr lvl="1"/>
            <a:r>
              <a:rPr lang="en-US" altLang="zh-CN">
                <a:solidFill>
                  <a:schemeClr val="accent2"/>
                </a:solidFill>
                <a:ea typeface="宋体" panose="02010600030101010101" pitchFamily="2" charset="-122"/>
              </a:rPr>
              <a:t>Non-persistent CSMA:</a:t>
            </a:r>
            <a:r>
              <a:rPr lang="en-US" altLang="zh-CN">
                <a:ea typeface="宋体" panose="02010600030101010101" pitchFamily="2" charset="-122"/>
              </a:rPr>
              <a:t> retry after random interval</a:t>
            </a:r>
            <a:endParaRPr lang="en-US" altLang="zh-CN" sz="2000">
              <a:ea typeface="宋体" panose="02010600030101010101" pitchFamily="2" charset="-122"/>
            </a:endParaRPr>
          </a:p>
          <a:p>
            <a:r>
              <a:rPr lang="en-US" altLang="zh-CN" sz="2400">
                <a:ea typeface="宋体" panose="02010600030101010101" pitchFamily="2" charset="-122"/>
              </a:rPr>
              <a:t>human analogy: don’t interrupt others!</a:t>
            </a:r>
          </a:p>
        </p:txBody>
      </p:sp>
      <p:sp>
        <p:nvSpPr>
          <p:cNvPr id="81924" name="灯片编号占位符 6">
            <a:extLst>
              <a:ext uri="{FF2B5EF4-FFF2-40B4-BE49-F238E27FC236}">
                <a16:creationId xmlns:a16="http://schemas.microsoft.com/office/drawing/2014/main" id="{3D0BE92C-A0B3-47DD-B1A5-44C8E12C181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8CCDDA0F-1DC4-48EC-8CC8-6A145FC86A06}" type="slidenum">
              <a:rPr lang="en-US" altLang="zh-CN" sz="1400" smtClean="0">
                <a:latin typeface="Times New Roman" panose="02020603050405020304" pitchFamily="18" charset="0"/>
              </a:rPr>
              <a:pPr>
                <a:spcBef>
                  <a:spcPct val="0"/>
                </a:spcBef>
                <a:buClrTx/>
                <a:buSzTx/>
                <a:buFontTx/>
                <a:buNone/>
              </a:pPr>
              <a:t>61</a:t>
            </a:fld>
            <a:endParaRPr lang="en-US" altLang="zh-CN" sz="1400">
              <a:latin typeface="Times New Roman" panose="0202060305040502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F9A57507-A25D-499D-A85D-740F12B85AE1}"/>
              </a:ext>
            </a:extLst>
          </p:cNvPr>
          <p:cNvSpPr>
            <a:spLocks noGrp="1" noChangeArrowheads="1"/>
          </p:cNvSpPr>
          <p:nvPr>
            <p:ph type="title"/>
          </p:nvPr>
        </p:nvSpPr>
        <p:spPr/>
        <p:txBody>
          <a:bodyPr/>
          <a:lstStyle/>
          <a:p>
            <a:r>
              <a:rPr lang="en-US" altLang="zh-CN">
                <a:ea typeface="宋体" panose="02010600030101010101" pitchFamily="2" charset="-122"/>
              </a:rPr>
              <a:t>CSMA collisions</a:t>
            </a:r>
          </a:p>
        </p:txBody>
      </p:sp>
      <p:sp>
        <p:nvSpPr>
          <p:cNvPr id="82947" name="Rectangle 4">
            <a:extLst>
              <a:ext uri="{FF2B5EF4-FFF2-40B4-BE49-F238E27FC236}">
                <a16:creationId xmlns:a16="http://schemas.microsoft.com/office/drawing/2014/main" id="{BF67C701-C737-41BA-A35D-F189C4B6481C}"/>
              </a:ext>
            </a:extLst>
          </p:cNvPr>
          <p:cNvSpPr>
            <a:spLocks noChangeArrowheads="1"/>
          </p:cNvSpPr>
          <p:nvPr/>
        </p:nvSpPr>
        <p:spPr bwMode="auto">
          <a:xfrm>
            <a:off x="573088" y="1536700"/>
            <a:ext cx="3100387"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400">
                <a:solidFill>
                  <a:schemeClr val="accent2"/>
                </a:solidFill>
                <a:ea typeface="宋体" panose="02010600030101010101" pitchFamily="2" charset="-122"/>
              </a:rPr>
              <a:t>collisions </a:t>
            </a:r>
            <a:r>
              <a:rPr lang="en-US" altLang="zh-CN" sz="2400" i="1">
                <a:solidFill>
                  <a:schemeClr val="accent2"/>
                </a:solidFill>
                <a:ea typeface="宋体" panose="02010600030101010101" pitchFamily="2" charset="-122"/>
              </a:rPr>
              <a:t>can</a:t>
            </a:r>
            <a:r>
              <a:rPr lang="en-US" altLang="zh-CN" sz="2400">
                <a:solidFill>
                  <a:schemeClr val="accent2"/>
                </a:solidFill>
                <a:ea typeface="宋体" panose="02010600030101010101" pitchFamily="2" charset="-122"/>
              </a:rPr>
              <a:t> occur:</a:t>
            </a:r>
            <a:endParaRPr lang="en-US" altLang="zh-CN" sz="2400">
              <a:ea typeface="宋体" panose="02010600030101010101" pitchFamily="2" charset="-122"/>
            </a:endParaRPr>
          </a:p>
          <a:p>
            <a:pPr>
              <a:spcBef>
                <a:spcPct val="0"/>
              </a:spcBef>
              <a:buClrTx/>
              <a:buSzTx/>
              <a:buFontTx/>
              <a:buNone/>
            </a:pPr>
            <a:r>
              <a:rPr lang="en-US" altLang="zh-CN" sz="2000">
                <a:solidFill>
                  <a:srgbClr val="FF0000"/>
                </a:solidFill>
                <a:ea typeface="宋体" panose="02010600030101010101" pitchFamily="2" charset="-122"/>
              </a:rPr>
              <a:t>propagation delay </a:t>
            </a:r>
            <a:r>
              <a:rPr lang="en-US" altLang="zh-CN" sz="2000">
                <a:ea typeface="宋体" panose="02010600030101010101" pitchFamily="2" charset="-122"/>
              </a:rPr>
              <a:t>means </a:t>
            </a:r>
          </a:p>
          <a:p>
            <a:pPr>
              <a:spcBef>
                <a:spcPct val="0"/>
              </a:spcBef>
              <a:buClrTx/>
              <a:buSzTx/>
              <a:buFontTx/>
              <a:buNone/>
            </a:pPr>
            <a:r>
              <a:rPr lang="en-US" altLang="zh-CN" sz="2000">
                <a:ea typeface="宋体" panose="02010600030101010101" pitchFamily="2" charset="-122"/>
              </a:rPr>
              <a:t>two nodes may not year</a:t>
            </a:r>
          </a:p>
          <a:p>
            <a:pPr>
              <a:spcBef>
                <a:spcPct val="0"/>
              </a:spcBef>
              <a:buClrTx/>
              <a:buSzTx/>
              <a:buFontTx/>
              <a:buNone/>
            </a:pPr>
            <a:r>
              <a:rPr lang="en-US" altLang="zh-CN" sz="2000">
                <a:ea typeface="宋体" panose="02010600030101010101" pitchFamily="2" charset="-122"/>
              </a:rPr>
              <a:t>hear each other’s transmission</a:t>
            </a:r>
            <a:endParaRPr lang="en-US" altLang="zh-CN" sz="2400">
              <a:latin typeface="Times New Roman" panose="02020603050405020304" pitchFamily="18" charset="0"/>
              <a:ea typeface="宋体" panose="02010600030101010101" pitchFamily="2" charset="-122"/>
            </a:endParaRPr>
          </a:p>
        </p:txBody>
      </p:sp>
      <p:sp>
        <p:nvSpPr>
          <p:cNvPr id="82948" name="Rectangle 5">
            <a:extLst>
              <a:ext uri="{FF2B5EF4-FFF2-40B4-BE49-F238E27FC236}">
                <a16:creationId xmlns:a16="http://schemas.microsoft.com/office/drawing/2014/main" id="{28E51DB6-8EBB-4BEC-918D-7ACC38B7A87E}"/>
              </a:ext>
            </a:extLst>
          </p:cNvPr>
          <p:cNvSpPr>
            <a:spLocks noChangeArrowheads="1"/>
          </p:cNvSpPr>
          <p:nvPr/>
        </p:nvSpPr>
        <p:spPr bwMode="auto">
          <a:xfrm>
            <a:off x="587375" y="3559175"/>
            <a:ext cx="34988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400">
                <a:solidFill>
                  <a:schemeClr val="accent2"/>
                </a:solidFill>
                <a:ea typeface="宋体" panose="02010600030101010101" pitchFamily="2" charset="-122"/>
              </a:rPr>
              <a:t>collision:</a:t>
            </a:r>
            <a:endParaRPr lang="en-US" altLang="zh-CN" sz="2400">
              <a:ea typeface="宋体" panose="02010600030101010101" pitchFamily="2" charset="-122"/>
            </a:endParaRPr>
          </a:p>
          <a:p>
            <a:pPr>
              <a:spcBef>
                <a:spcPct val="0"/>
              </a:spcBef>
              <a:buClrTx/>
              <a:buSzTx/>
              <a:buFontTx/>
              <a:buNone/>
            </a:pPr>
            <a:r>
              <a:rPr lang="en-US" altLang="zh-CN" sz="2000">
                <a:ea typeface="宋体" panose="02010600030101010101" pitchFamily="2" charset="-122"/>
              </a:rPr>
              <a:t>entire packet transmission </a:t>
            </a:r>
          </a:p>
          <a:p>
            <a:pPr>
              <a:spcBef>
                <a:spcPct val="0"/>
              </a:spcBef>
              <a:buClrTx/>
              <a:buSzTx/>
              <a:buFontTx/>
              <a:buNone/>
            </a:pPr>
            <a:r>
              <a:rPr lang="en-US" altLang="zh-CN" sz="2000">
                <a:ea typeface="宋体" panose="02010600030101010101" pitchFamily="2" charset="-122"/>
              </a:rPr>
              <a:t>time wasted</a:t>
            </a:r>
            <a:endParaRPr lang="en-US" altLang="zh-CN" sz="2000">
              <a:latin typeface="Times New Roman" panose="02020603050405020304" pitchFamily="18" charset="0"/>
              <a:ea typeface="宋体" panose="02010600030101010101" pitchFamily="2" charset="-122"/>
            </a:endParaRPr>
          </a:p>
        </p:txBody>
      </p:sp>
      <p:sp>
        <p:nvSpPr>
          <p:cNvPr id="82949" name="Rectangle 7">
            <a:extLst>
              <a:ext uri="{FF2B5EF4-FFF2-40B4-BE49-F238E27FC236}">
                <a16:creationId xmlns:a16="http://schemas.microsoft.com/office/drawing/2014/main" id="{2087EDAF-D4F2-436F-9194-D51BE165CF51}"/>
              </a:ext>
            </a:extLst>
          </p:cNvPr>
          <p:cNvSpPr>
            <a:spLocks noChangeArrowheads="1"/>
          </p:cNvSpPr>
          <p:nvPr/>
        </p:nvSpPr>
        <p:spPr bwMode="auto">
          <a:xfrm>
            <a:off x="603250" y="4852988"/>
            <a:ext cx="34988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400">
                <a:solidFill>
                  <a:schemeClr val="accent2"/>
                </a:solidFill>
                <a:ea typeface="宋体" panose="02010600030101010101" pitchFamily="2" charset="-122"/>
              </a:rPr>
              <a:t>note:</a:t>
            </a:r>
            <a:endParaRPr lang="en-US" altLang="zh-CN" sz="2400">
              <a:ea typeface="宋体" panose="02010600030101010101" pitchFamily="2" charset="-122"/>
            </a:endParaRPr>
          </a:p>
          <a:p>
            <a:pPr>
              <a:spcBef>
                <a:spcPct val="0"/>
              </a:spcBef>
              <a:buClrTx/>
              <a:buSzTx/>
              <a:buFontTx/>
              <a:buNone/>
            </a:pPr>
            <a:r>
              <a:rPr lang="en-US" altLang="zh-CN" sz="2000">
                <a:ea typeface="宋体" panose="02010600030101010101" pitchFamily="2" charset="-122"/>
              </a:rPr>
              <a:t>role of distance and propagation delay in determining collision prob.</a:t>
            </a:r>
            <a:endParaRPr lang="en-US" altLang="zh-CN" sz="2000">
              <a:latin typeface="Times New Roman" panose="02020603050405020304" pitchFamily="18" charset="0"/>
              <a:ea typeface="宋体" panose="02010600030101010101" pitchFamily="2" charset="-122"/>
            </a:endParaRPr>
          </a:p>
        </p:txBody>
      </p:sp>
      <p:pic>
        <p:nvPicPr>
          <p:cNvPr id="82950" name="Picture 3" descr="5">
            <a:extLst>
              <a:ext uri="{FF2B5EF4-FFF2-40B4-BE49-F238E27FC236}">
                <a16:creationId xmlns:a16="http://schemas.microsoft.com/office/drawing/2014/main" id="{15A5699B-FA37-4994-A17B-C55188BD04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3413" y="1322388"/>
            <a:ext cx="4287837" cy="504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6">
            <a:extLst>
              <a:ext uri="{FF2B5EF4-FFF2-40B4-BE49-F238E27FC236}">
                <a16:creationId xmlns:a16="http://schemas.microsoft.com/office/drawing/2014/main" id="{89CAEDBE-3AB1-4231-8BB5-D8F6FB513A6B}"/>
              </a:ext>
            </a:extLst>
          </p:cNvPr>
          <p:cNvSpPr>
            <a:spLocks noChangeArrowheads="1"/>
          </p:cNvSpPr>
          <p:nvPr/>
        </p:nvSpPr>
        <p:spPr bwMode="auto">
          <a:xfrm>
            <a:off x="5521325" y="884238"/>
            <a:ext cx="25685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lgn="ctr">
              <a:defRPr/>
            </a:pPr>
            <a:r>
              <a:rPr lang="en-US" altLang="zh-CN" sz="1600">
                <a:latin typeface="Arial" charset="0"/>
                <a:ea typeface="宋体" pitchFamily="2" charset="-122"/>
              </a:rPr>
              <a:t>spatial layout of nodes </a:t>
            </a:r>
            <a:endParaRPr lang="en-US" altLang="zh-CN" sz="2000">
              <a:latin typeface="Arial" charset="0"/>
              <a:ea typeface="宋体" pitchFamily="2" charset="-122"/>
            </a:endParaRPr>
          </a:p>
        </p:txBody>
      </p:sp>
      <p:sp>
        <p:nvSpPr>
          <p:cNvPr id="12" name="Rectangle 87">
            <a:extLst>
              <a:ext uri="{FF2B5EF4-FFF2-40B4-BE49-F238E27FC236}">
                <a16:creationId xmlns:a16="http://schemas.microsoft.com/office/drawing/2014/main" id="{2842985A-58C6-4392-8D7F-D8E2FE7A6166}"/>
              </a:ext>
            </a:extLst>
          </p:cNvPr>
          <p:cNvSpPr>
            <a:spLocks noChangeArrowheads="1"/>
          </p:cNvSpPr>
          <p:nvPr/>
        </p:nvSpPr>
        <p:spPr bwMode="auto">
          <a:xfrm>
            <a:off x="4827588" y="2552700"/>
            <a:ext cx="3736975" cy="2571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3" name="Rectangle 88">
            <a:extLst>
              <a:ext uri="{FF2B5EF4-FFF2-40B4-BE49-F238E27FC236}">
                <a16:creationId xmlns:a16="http://schemas.microsoft.com/office/drawing/2014/main" id="{DA1D1325-FDAC-4656-A7D8-DBA38F1B1546}"/>
              </a:ext>
            </a:extLst>
          </p:cNvPr>
          <p:cNvSpPr>
            <a:spLocks noChangeArrowheads="1"/>
          </p:cNvSpPr>
          <p:nvPr/>
        </p:nvSpPr>
        <p:spPr bwMode="auto">
          <a:xfrm>
            <a:off x="4835525" y="2809875"/>
            <a:ext cx="3725863" cy="2571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4" name="Rectangle 90">
            <a:extLst>
              <a:ext uri="{FF2B5EF4-FFF2-40B4-BE49-F238E27FC236}">
                <a16:creationId xmlns:a16="http://schemas.microsoft.com/office/drawing/2014/main" id="{CECDA9D8-2782-4A3A-8B8E-E73240755D6D}"/>
              </a:ext>
            </a:extLst>
          </p:cNvPr>
          <p:cNvSpPr>
            <a:spLocks noChangeArrowheads="1"/>
          </p:cNvSpPr>
          <p:nvPr/>
        </p:nvSpPr>
        <p:spPr bwMode="auto">
          <a:xfrm>
            <a:off x="4797425" y="3062288"/>
            <a:ext cx="3763963" cy="16240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5" name="Rectangle 91">
            <a:extLst>
              <a:ext uri="{FF2B5EF4-FFF2-40B4-BE49-F238E27FC236}">
                <a16:creationId xmlns:a16="http://schemas.microsoft.com/office/drawing/2014/main" id="{E8BE0517-BC38-4888-BF07-F1E0D175A912}"/>
              </a:ext>
            </a:extLst>
          </p:cNvPr>
          <p:cNvSpPr>
            <a:spLocks noChangeArrowheads="1"/>
          </p:cNvSpPr>
          <p:nvPr/>
        </p:nvSpPr>
        <p:spPr bwMode="auto">
          <a:xfrm>
            <a:off x="4770438" y="4670425"/>
            <a:ext cx="3789362" cy="16351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sp>
        <p:nvSpPr>
          <p:cNvPr id="16" name="Rectangle 92">
            <a:extLst>
              <a:ext uri="{FF2B5EF4-FFF2-40B4-BE49-F238E27FC236}">
                <a16:creationId xmlns:a16="http://schemas.microsoft.com/office/drawing/2014/main" id="{7BD7E906-8298-47DB-906C-1E445F109D15}"/>
              </a:ext>
            </a:extLst>
          </p:cNvPr>
          <p:cNvSpPr>
            <a:spLocks noChangeArrowheads="1"/>
          </p:cNvSpPr>
          <p:nvPr/>
        </p:nvSpPr>
        <p:spPr bwMode="auto">
          <a:xfrm>
            <a:off x="4764088" y="1254125"/>
            <a:ext cx="4040187" cy="13017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itchFamily="66" charset="0"/>
              </a:defRPr>
            </a:lvl1pPr>
            <a:lvl2pPr marL="742950" indent="-285750">
              <a:defRPr>
                <a:solidFill>
                  <a:schemeClr val="tx1"/>
                </a:solidFill>
                <a:latin typeface="Comic Sans MS" pitchFamily="66" charset="0"/>
              </a:defRPr>
            </a:lvl2pPr>
            <a:lvl3pPr marL="1143000" indent="-228600">
              <a:defRPr>
                <a:solidFill>
                  <a:schemeClr val="tx1"/>
                </a:solidFill>
                <a:latin typeface="Comic Sans MS" pitchFamily="66" charset="0"/>
              </a:defRPr>
            </a:lvl3pPr>
            <a:lvl4pPr marL="1600200" indent="-228600">
              <a:defRPr>
                <a:solidFill>
                  <a:schemeClr val="tx1"/>
                </a:solidFill>
                <a:latin typeface="Comic Sans MS" pitchFamily="66" charset="0"/>
              </a:defRPr>
            </a:lvl4pPr>
            <a:lvl5pPr marL="2057400" indent="-228600">
              <a:defRPr>
                <a:solidFill>
                  <a:schemeClr val="tx1"/>
                </a:solidFill>
                <a:latin typeface="Comic Sans MS" pitchFamily="66" charset="0"/>
              </a:defRPr>
            </a:lvl5pPr>
            <a:lvl6pPr marL="2514600" indent="-228600" eaLnBrk="0" fontAlgn="base" hangingPunct="0">
              <a:spcBef>
                <a:spcPct val="0"/>
              </a:spcBef>
              <a:spcAft>
                <a:spcPct val="0"/>
              </a:spcAft>
              <a:defRPr>
                <a:solidFill>
                  <a:schemeClr val="tx1"/>
                </a:solidFill>
                <a:latin typeface="Comic Sans MS" pitchFamily="66" charset="0"/>
              </a:defRPr>
            </a:lvl6pPr>
            <a:lvl7pPr marL="2971800" indent="-228600" eaLnBrk="0" fontAlgn="base" hangingPunct="0">
              <a:spcBef>
                <a:spcPct val="0"/>
              </a:spcBef>
              <a:spcAft>
                <a:spcPct val="0"/>
              </a:spcAft>
              <a:defRPr>
                <a:solidFill>
                  <a:schemeClr val="tx1"/>
                </a:solidFill>
                <a:latin typeface="Comic Sans MS" pitchFamily="66" charset="0"/>
              </a:defRPr>
            </a:lvl7pPr>
            <a:lvl8pPr marL="3429000" indent="-228600" eaLnBrk="0" fontAlgn="base" hangingPunct="0">
              <a:spcBef>
                <a:spcPct val="0"/>
              </a:spcBef>
              <a:spcAft>
                <a:spcPct val="0"/>
              </a:spcAft>
              <a:defRPr>
                <a:solidFill>
                  <a:schemeClr val="tx1"/>
                </a:solidFill>
                <a:latin typeface="Comic Sans MS" pitchFamily="66" charset="0"/>
              </a:defRPr>
            </a:lvl8pPr>
            <a:lvl9pPr marL="3886200" indent="-228600" eaLnBrk="0" fontAlgn="base" hangingPunct="0">
              <a:spcBef>
                <a:spcPct val="0"/>
              </a:spcBef>
              <a:spcAft>
                <a:spcPct val="0"/>
              </a:spcAft>
              <a:defRPr>
                <a:solidFill>
                  <a:schemeClr val="tx1"/>
                </a:solidFill>
                <a:latin typeface="Comic Sans MS" pitchFamily="66" charset="0"/>
              </a:defRPr>
            </a:lvl9pPr>
          </a:lstStyle>
          <a:p>
            <a:pPr>
              <a:defRPr/>
            </a:pPr>
            <a:endParaRPr lang="en-US" altLang="zh-CN">
              <a:ea typeface="宋体" pitchFamily="2" charset="-122"/>
            </a:endParaRPr>
          </a:p>
        </p:txBody>
      </p:sp>
      <p:grpSp>
        <p:nvGrpSpPr>
          <p:cNvPr id="82957" name="Group 98">
            <a:extLst>
              <a:ext uri="{FF2B5EF4-FFF2-40B4-BE49-F238E27FC236}">
                <a16:creationId xmlns:a16="http://schemas.microsoft.com/office/drawing/2014/main" id="{5A0FD155-7611-49F5-9CCE-5DE1184BA2C2}"/>
              </a:ext>
            </a:extLst>
          </p:cNvPr>
          <p:cNvGrpSpPr>
            <a:grpSpLocks/>
          </p:cNvGrpSpPr>
          <p:nvPr/>
        </p:nvGrpSpPr>
        <p:grpSpPr bwMode="auto">
          <a:xfrm>
            <a:off x="4948238" y="1252538"/>
            <a:ext cx="3513137" cy="628650"/>
            <a:chOff x="3117" y="180"/>
            <a:chExt cx="2213" cy="396"/>
          </a:xfrm>
        </p:grpSpPr>
        <p:grpSp>
          <p:nvGrpSpPr>
            <p:cNvPr id="82959" name="Group 67">
              <a:extLst>
                <a:ext uri="{FF2B5EF4-FFF2-40B4-BE49-F238E27FC236}">
                  <a16:creationId xmlns:a16="http://schemas.microsoft.com/office/drawing/2014/main" id="{7290D077-DC9E-44AB-A4E0-519D15AFFBBC}"/>
                </a:ext>
              </a:extLst>
            </p:cNvPr>
            <p:cNvGrpSpPr>
              <a:grpSpLocks/>
            </p:cNvGrpSpPr>
            <p:nvPr/>
          </p:nvGrpSpPr>
          <p:grpSpPr bwMode="auto">
            <a:xfrm flipH="1">
              <a:off x="3117" y="245"/>
              <a:ext cx="316" cy="323"/>
              <a:chOff x="2839" y="3501"/>
              <a:chExt cx="755" cy="803"/>
            </a:xfrm>
          </p:grpSpPr>
          <p:pic>
            <p:nvPicPr>
              <p:cNvPr id="82974" name="Picture 68" descr="desktop_computer_stylized_medium">
                <a:extLst>
                  <a:ext uri="{FF2B5EF4-FFF2-40B4-BE49-F238E27FC236}">
                    <a16:creationId xmlns:a16="http://schemas.microsoft.com/office/drawing/2014/main" id="{2298FFC1-ADA1-4131-BD78-DF585B0F08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75" name="Freeform 69">
                <a:extLst>
                  <a:ext uri="{FF2B5EF4-FFF2-40B4-BE49-F238E27FC236}">
                    <a16:creationId xmlns:a16="http://schemas.microsoft.com/office/drawing/2014/main" id="{D8F4E531-B0F2-44D0-A347-E364FF7F2745}"/>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2960" name="Group 70">
              <a:extLst>
                <a:ext uri="{FF2B5EF4-FFF2-40B4-BE49-F238E27FC236}">
                  <a16:creationId xmlns:a16="http://schemas.microsoft.com/office/drawing/2014/main" id="{2C0C0DB1-F0DF-4C45-BA61-420D735855D4}"/>
                </a:ext>
              </a:extLst>
            </p:cNvPr>
            <p:cNvGrpSpPr>
              <a:grpSpLocks/>
            </p:cNvGrpSpPr>
            <p:nvPr/>
          </p:nvGrpSpPr>
          <p:grpSpPr bwMode="auto">
            <a:xfrm flipH="1">
              <a:off x="3747" y="253"/>
              <a:ext cx="316" cy="323"/>
              <a:chOff x="2839" y="3501"/>
              <a:chExt cx="755" cy="803"/>
            </a:xfrm>
          </p:grpSpPr>
          <p:pic>
            <p:nvPicPr>
              <p:cNvPr id="82972" name="Picture 71" descr="desktop_computer_stylized_medium">
                <a:extLst>
                  <a:ext uri="{FF2B5EF4-FFF2-40B4-BE49-F238E27FC236}">
                    <a16:creationId xmlns:a16="http://schemas.microsoft.com/office/drawing/2014/main" id="{950C0577-0E1E-48D7-8780-541BCF6D4A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73" name="Freeform 72">
                <a:extLst>
                  <a:ext uri="{FF2B5EF4-FFF2-40B4-BE49-F238E27FC236}">
                    <a16:creationId xmlns:a16="http://schemas.microsoft.com/office/drawing/2014/main" id="{B7EA257F-4751-4D35-9852-F6568D40A439}"/>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2961" name="Group 73">
              <a:extLst>
                <a:ext uri="{FF2B5EF4-FFF2-40B4-BE49-F238E27FC236}">
                  <a16:creationId xmlns:a16="http://schemas.microsoft.com/office/drawing/2014/main" id="{E71B597A-99CC-4A6F-81A4-B53C596D33CF}"/>
                </a:ext>
              </a:extLst>
            </p:cNvPr>
            <p:cNvGrpSpPr>
              <a:grpSpLocks/>
            </p:cNvGrpSpPr>
            <p:nvPr/>
          </p:nvGrpSpPr>
          <p:grpSpPr bwMode="auto">
            <a:xfrm flipH="1">
              <a:off x="4356" y="247"/>
              <a:ext cx="316" cy="323"/>
              <a:chOff x="2839" y="3501"/>
              <a:chExt cx="755" cy="803"/>
            </a:xfrm>
          </p:grpSpPr>
          <p:pic>
            <p:nvPicPr>
              <p:cNvPr id="82970" name="Picture 74" descr="desktop_computer_stylized_medium">
                <a:extLst>
                  <a:ext uri="{FF2B5EF4-FFF2-40B4-BE49-F238E27FC236}">
                    <a16:creationId xmlns:a16="http://schemas.microsoft.com/office/drawing/2014/main" id="{4F1258E7-5976-4BFF-8CE5-9E783CC2AD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71" name="Freeform 75">
                <a:extLst>
                  <a:ext uri="{FF2B5EF4-FFF2-40B4-BE49-F238E27FC236}">
                    <a16:creationId xmlns:a16="http://schemas.microsoft.com/office/drawing/2014/main" id="{8E97D806-6F26-4BEB-AB8A-761968AA1352}"/>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2962" name="Group 76">
              <a:extLst>
                <a:ext uri="{FF2B5EF4-FFF2-40B4-BE49-F238E27FC236}">
                  <a16:creationId xmlns:a16="http://schemas.microsoft.com/office/drawing/2014/main" id="{F30BA675-F42C-46A3-9810-1A858482978C}"/>
                </a:ext>
              </a:extLst>
            </p:cNvPr>
            <p:cNvGrpSpPr>
              <a:grpSpLocks/>
            </p:cNvGrpSpPr>
            <p:nvPr/>
          </p:nvGrpSpPr>
          <p:grpSpPr bwMode="auto">
            <a:xfrm flipH="1">
              <a:off x="5014" y="249"/>
              <a:ext cx="316" cy="323"/>
              <a:chOff x="2839" y="3501"/>
              <a:chExt cx="755" cy="803"/>
            </a:xfrm>
          </p:grpSpPr>
          <p:pic>
            <p:nvPicPr>
              <p:cNvPr id="82968" name="Picture 77" descr="desktop_computer_stylized_medium">
                <a:extLst>
                  <a:ext uri="{FF2B5EF4-FFF2-40B4-BE49-F238E27FC236}">
                    <a16:creationId xmlns:a16="http://schemas.microsoft.com/office/drawing/2014/main" id="{D52D100F-60D6-4529-AD24-ABED9EF86E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69" name="Freeform 78">
                <a:extLst>
                  <a:ext uri="{FF2B5EF4-FFF2-40B4-BE49-F238E27FC236}">
                    <a16:creationId xmlns:a16="http://schemas.microsoft.com/office/drawing/2014/main" id="{BF5B5FD2-380E-4C87-80BF-8C51C73C09C6}"/>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22" name="Line 93">
              <a:extLst>
                <a:ext uri="{FF2B5EF4-FFF2-40B4-BE49-F238E27FC236}">
                  <a16:creationId xmlns:a16="http://schemas.microsoft.com/office/drawing/2014/main" id="{2E9CDE51-E752-4155-B495-EEAF147A793F}"/>
                </a:ext>
              </a:extLst>
            </p:cNvPr>
            <p:cNvSpPr>
              <a:spLocks noChangeShapeType="1"/>
            </p:cNvSpPr>
            <p:nvPr/>
          </p:nvSpPr>
          <p:spPr bwMode="auto">
            <a:xfrm>
              <a:off x="3309" y="181"/>
              <a:ext cx="19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23" name="Line 94">
              <a:extLst>
                <a:ext uri="{FF2B5EF4-FFF2-40B4-BE49-F238E27FC236}">
                  <a16:creationId xmlns:a16="http://schemas.microsoft.com/office/drawing/2014/main" id="{4CFA3217-91AF-4EF2-B081-BADC356DA1E6}"/>
                </a:ext>
              </a:extLst>
            </p:cNvPr>
            <p:cNvSpPr>
              <a:spLocks noChangeShapeType="1"/>
            </p:cNvSpPr>
            <p:nvPr/>
          </p:nvSpPr>
          <p:spPr bwMode="auto">
            <a:xfrm>
              <a:off x="3309" y="180"/>
              <a:ext cx="0" cy="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24" name="Line 95">
              <a:extLst>
                <a:ext uri="{FF2B5EF4-FFF2-40B4-BE49-F238E27FC236}">
                  <a16:creationId xmlns:a16="http://schemas.microsoft.com/office/drawing/2014/main" id="{98950A6D-D24B-4F52-920B-518D00DD6C11}"/>
                </a:ext>
              </a:extLst>
            </p:cNvPr>
            <p:cNvSpPr>
              <a:spLocks noChangeShapeType="1"/>
            </p:cNvSpPr>
            <p:nvPr/>
          </p:nvSpPr>
          <p:spPr bwMode="auto">
            <a:xfrm>
              <a:off x="3975" y="183"/>
              <a:ext cx="0" cy="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25" name="Line 96">
              <a:extLst>
                <a:ext uri="{FF2B5EF4-FFF2-40B4-BE49-F238E27FC236}">
                  <a16:creationId xmlns:a16="http://schemas.microsoft.com/office/drawing/2014/main" id="{C01C9D3B-DC73-4F8A-80E7-B7D650D5C761}"/>
                </a:ext>
              </a:extLst>
            </p:cNvPr>
            <p:cNvSpPr>
              <a:spLocks noChangeShapeType="1"/>
            </p:cNvSpPr>
            <p:nvPr/>
          </p:nvSpPr>
          <p:spPr bwMode="auto">
            <a:xfrm>
              <a:off x="4578" y="183"/>
              <a:ext cx="0" cy="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sp>
          <p:nvSpPr>
            <p:cNvPr id="26" name="Line 97">
              <a:extLst>
                <a:ext uri="{FF2B5EF4-FFF2-40B4-BE49-F238E27FC236}">
                  <a16:creationId xmlns:a16="http://schemas.microsoft.com/office/drawing/2014/main" id="{A5094D65-121E-43EC-81EC-C149157FC834}"/>
                </a:ext>
              </a:extLst>
            </p:cNvPr>
            <p:cNvSpPr>
              <a:spLocks noChangeShapeType="1"/>
            </p:cNvSpPr>
            <p:nvPr/>
          </p:nvSpPr>
          <p:spPr bwMode="auto">
            <a:xfrm>
              <a:off x="5289" y="180"/>
              <a:ext cx="0" cy="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en-US" dirty="0"/>
            </a:p>
          </p:txBody>
        </p:sp>
      </p:grpSp>
      <p:sp>
        <p:nvSpPr>
          <p:cNvPr id="82958" name="灯片编号占位符 6">
            <a:extLst>
              <a:ext uri="{FF2B5EF4-FFF2-40B4-BE49-F238E27FC236}">
                <a16:creationId xmlns:a16="http://schemas.microsoft.com/office/drawing/2014/main" id="{4C588C58-7F7D-4F60-88A9-6BD91F9EBC3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89F5114D-DC90-46B9-9ADC-101F21615550}" type="slidenum">
              <a:rPr lang="en-US" altLang="zh-CN" sz="1400" smtClean="0">
                <a:latin typeface="Times New Roman" panose="02020603050405020304" pitchFamily="18" charset="0"/>
              </a:rPr>
              <a:pPr>
                <a:spcBef>
                  <a:spcPct val="0"/>
                </a:spcBef>
                <a:buClrTx/>
                <a:buSzTx/>
                <a:buFontTx/>
                <a:buNone/>
              </a:pPr>
              <a:t>62</a:t>
            </a:fld>
            <a:endParaRPr lang="en-US" altLang="zh-CN"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xit" presetSubtype="1" fill="hold" grpId="0" nodeType="clickEffect">
                                  <p:stCondLst>
                                    <p:cond delay="0"/>
                                  </p:stCondLst>
                                  <p:childTnLst>
                                    <p:animEffect transition="out" filter="wipe(up)">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xit" presetSubtype="1" fill="hold" grpId="0" nodeType="clickEffect">
                                  <p:stCondLst>
                                    <p:cond delay="0"/>
                                  </p:stCondLst>
                                  <p:childTnLst>
                                    <p:animEffect transition="out" filter="wipe(up)">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xit" presetSubtype="1" fill="hold" grpId="0" nodeType="clickEffect">
                                  <p:stCondLst>
                                    <p:cond delay="0"/>
                                  </p:stCondLst>
                                  <p:childTnLst>
                                    <p:animEffect transition="out" filter="wipe(up)">
                                      <p:cBhvr>
                                        <p:cTn id="16" dur="500"/>
                                        <p:tgtEl>
                                          <p:spTgt spid="14"/>
                                        </p:tgtEl>
                                      </p:cBhvr>
                                    </p:animEffect>
                                    <p:set>
                                      <p:cBhvr>
                                        <p:cTn id="17" dur="1" fill="hold">
                                          <p:stCondLst>
                                            <p:cond delay="499"/>
                                          </p:stCondLst>
                                        </p:cTn>
                                        <p:tgtEl>
                                          <p:spTgt spid="14"/>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xit" presetSubtype="1" fill="hold" grpId="0" nodeType="clickEffect">
                                  <p:stCondLst>
                                    <p:cond delay="0"/>
                                  </p:stCondLst>
                                  <p:childTnLst>
                                    <p:animEffect transition="out" filter="wipe(up)">
                                      <p:cBhvr>
                                        <p:cTn id="21" dur="500"/>
                                        <p:tgtEl>
                                          <p:spTgt spid="15"/>
                                        </p:tgtEl>
                                      </p:cBhvr>
                                    </p:animEffect>
                                    <p:set>
                                      <p:cBhvr>
                                        <p:cTn id="22"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4352CD92-9D3C-4A6C-A36E-10109961C2D4}"/>
              </a:ext>
            </a:extLst>
          </p:cNvPr>
          <p:cNvSpPr>
            <a:spLocks noGrp="1" noChangeArrowheads="1"/>
          </p:cNvSpPr>
          <p:nvPr>
            <p:ph type="title"/>
          </p:nvPr>
        </p:nvSpPr>
        <p:spPr/>
        <p:txBody>
          <a:bodyPr/>
          <a:lstStyle/>
          <a:p>
            <a:r>
              <a:rPr lang="en-US" altLang="zh-CN">
                <a:ea typeface="宋体" panose="02010600030101010101" pitchFamily="2" charset="-122"/>
              </a:rPr>
              <a:t>CSMA/CD collision detection</a:t>
            </a:r>
          </a:p>
        </p:txBody>
      </p:sp>
      <p:pic>
        <p:nvPicPr>
          <p:cNvPr id="83971" name="Picture 3" descr="C:\WINDOWS\Profiles\gerla\My Documents\kurose-pictures\5.3-8csma3.gif">
            <a:extLst>
              <a:ext uri="{FF2B5EF4-FFF2-40B4-BE49-F238E27FC236}">
                <a16:creationId xmlns:a16="http://schemas.microsoft.com/office/drawing/2014/main" id="{9170599D-27D3-46FA-9845-23F6E9E83B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5788" y="1531938"/>
            <a:ext cx="4433887" cy="387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2" name="灯片编号占位符 6">
            <a:extLst>
              <a:ext uri="{FF2B5EF4-FFF2-40B4-BE49-F238E27FC236}">
                <a16:creationId xmlns:a16="http://schemas.microsoft.com/office/drawing/2014/main" id="{5578F3C7-9B71-4A2D-AA8F-7F1EAE7335E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0409E831-E7FB-419F-8FBA-FA6518D57808}" type="slidenum">
              <a:rPr lang="en-US" altLang="zh-CN" sz="1400" smtClean="0">
                <a:latin typeface="Times New Roman" panose="02020603050405020304" pitchFamily="18" charset="0"/>
              </a:rPr>
              <a:pPr>
                <a:spcBef>
                  <a:spcPct val="0"/>
                </a:spcBef>
                <a:buClrTx/>
                <a:buSzTx/>
                <a:buFontTx/>
                <a:buNone/>
              </a:pPr>
              <a:t>63</a:t>
            </a:fld>
            <a:endParaRPr lang="en-US" altLang="zh-CN" sz="1400">
              <a:latin typeface="Times New Roman" panose="020206030504050203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B581FE67-11AD-4513-A66E-35F0EF735B77}"/>
              </a:ext>
            </a:extLst>
          </p:cNvPr>
          <p:cNvSpPr>
            <a:spLocks noGrp="1" noChangeArrowheads="1"/>
          </p:cNvSpPr>
          <p:nvPr>
            <p:ph type="title"/>
          </p:nvPr>
        </p:nvSpPr>
        <p:spPr/>
        <p:txBody>
          <a:bodyPr/>
          <a:lstStyle/>
          <a:p>
            <a:r>
              <a:rPr lang="en-US" altLang="zh-CN">
                <a:ea typeface="宋体" panose="02010600030101010101" pitchFamily="2" charset="-122"/>
              </a:rPr>
              <a:t>CSMA/CD (Collision Detection)</a:t>
            </a:r>
          </a:p>
        </p:txBody>
      </p:sp>
      <p:sp>
        <p:nvSpPr>
          <p:cNvPr id="75782" name="Text Box 41">
            <a:extLst>
              <a:ext uri="{FF2B5EF4-FFF2-40B4-BE49-F238E27FC236}">
                <a16:creationId xmlns:a16="http://schemas.microsoft.com/office/drawing/2014/main" id="{CC835B4E-E268-4BB8-8F27-58BB3A3150F2}"/>
              </a:ext>
            </a:extLst>
          </p:cNvPr>
          <p:cNvSpPr>
            <a:spLocks noGrp="1" noChangeArrowheads="1"/>
          </p:cNvSpPr>
          <p:nvPr>
            <p:ph idx="1"/>
          </p:nvPr>
        </p:nvSpPr>
        <p:spPr>
          <a:xfrm>
            <a:off x="6353175" y="5875338"/>
            <a:ext cx="2790825" cy="461962"/>
          </a:xfrm>
        </p:spPr>
        <p:txBody>
          <a:bodyPr>
            <a:spAutoFit/>
          </a:bodyPr>
          <a:lstStyle/>
          <a:p>
            <a:pPr eaLnBrk="1" hangingPunct="1">
              <a:spcBef>
                <a:spcPct val="50000"/>
              </a:spcBef>
              <a:buClr>
                <a:schemeClr val="tx1"/>
              </a:buClr>
              <a:buSzPct val="80000"/>
              <a:buFont typeface="Wingdings" pitchFamily="2" charset="2"/>
              <a:buNone/>
              <a:defRPr/>
            </a:pPr>
            <a:r>
              <a:rPr kumimoji="1" lang="en-US" altLang="zh-CN" sz="1800" dirty="0">
                <a:solidFill>
                  <a:srgbClr val="FF0000"/>
                </a:solidFill>
                <a:ea typeface="宋体" pitchFamily="2" charset="-122"/>
              </a:rPr>
              <a:t>2</a:t>
            </a:r>
            <a:r>
              <a:rPr lang="zh-CN" altLang="en-US" sz="2400" i="1" dirty="0">
                <a:solidFill>
                  <a:srgbClr val="FF0000"/>
                </a:solidFill>
                <a:latin typeface="+mn-ea"/>
                <a:sym typeface="Symbol" pitchFamily="18" charset="2"/>
              </a:rPr>
              <a:t></a:t>
            </a:r>
            <a:r>
              <a:rPr lang="zh-CN" altLang="en-US" sz="1800" i="1" dirty="0">
                <a:solidFill>
                  <a:srgbClr val="FF0000"/>
                </a:solidFill>
                <a:latin typeface="+mn-ea"/>
                <a:sym typeface="Symbol" pitchFamily="18" charset="2"/>
              </a:rPr>
              <a:t> </a:t>
            </a:r>
            <a:r>
              <a:rPr kumimoji="1" lang="en-US" altLang="zh-CN" sz="1800" dirty="0">
                <a:solidFill>
                  <a:srgbClr val="FF0000"/>
                </a:solidFill>
                <a:ea typeface="宋体" pitchFamily="2" charset="-122"/>
                <a:sym typeface="Symbol" pitchFamily="18" charset="2"/>
              </a:rPr>
              <a:t>:</a:t>
            </a:r>
            <a:r>
              <a:rPr kumimoji="1" lang="en-US" altLang="zh-CN" sz="1800" dirty="0">
                <a:solidFill>
                  <a:srgbClr val="FF0000"/>
                </a:solidFill>
                <a:ea typeface="宋体" pitchFamily="2" charset="-122"/>
              </a:rPr>
              <a:t>Contention Period</a:t>
            </a:r>
            <a:endParaRPr kumimoji="1" lang="en-US" altLang="zh-CN" sz="1800" dirty="0">
              <a:ea typeface="宋体" pitchFamily="2" charset="-122"/>
            </a:endParaRPr>
          </a:p>
        </p:txBody>
      </p:sp>
      <p:grpSp>
        <p:nvGrpSpPr>
          <p:cNvPr id="84996" name="组合 51">
            <a:extLst>
              <a:ext uri="{FF2B5EF4-FFF2-40B4-BE49-F238E27FC236}">
                <a16:creationId xmlns:a16="http://schemas.microsoft.com/office/drawing/2014/main" id="{81A4D5B7-4FA6-43B4-9170-0098A42E90DE}"/>
              </a:ext>
            </a:extLst>
          </p:cNvPr>
          <p:cNvGrpSpPr>
            <a:grpSpLocks/>
          </p:cNvGrpSpPr>
          <p:nvPr/>
        </p:nvGrpSpPr>
        <p:grpSpPr bwMode="auto">
          <a:xfrm>
            <a:off x="276225" y="1001713"/>
            <a:ext cx="8458200" cy="5327650"/>
            <a:chOff x="-1188758" y="153988"/>
            <a:chExt cx="11946685" cy="6594478"/>
          </a:xfrm>
        </p:grpSpPr>
        <p:sp>
          <p:nvSpPr>
            <p:cNvPr id="84998" name="Rectangle 2">
              <a:extLst>
                <a:ext uri="{FF2B5EF4-FFF2-40B4-BE49-F238E27FC236}">
                  <a16:creationId xmlns:a16="http://schemas.microsoft.com/office/drawing/2014/main" id="{46C61B6E-5463-4A3A-8115-92C46685C0B5}"/>
                </a:ext>
              </a:extLst>
            </p:cNvPr>
            <p:cNvSpPr>
              <a:spLocks noChangeArrowheads="1"/>
            </p:cNvSpPr>
            <p:nvPr/>
          </p:nvSpPr>
          <p:spPr bwMode="auto">
            <a:xfrm>
              <a:off x="5302544" y="5429963"/>
              <a:ext cx="1143545" cy="141479"/>
            </a:xfrm>
            <a:prstGeom prst="rect">
              <a:avLst/>
            </a:prstGeom>
            <a:solidFill>
              <a:srgbClr val="996600"/>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84999" name="Rectangle 3">
              <a:extLst>
                <a:ext uri="{FF2B5EF4-FFF2-40B4-BE49-F238E27FC236}">
                  <a16:creationId xmlns:a16="http://schemas.microsoft.com/office/drawing/2014/main" id="{82990011-CE61-4ADF-A48F-AAF8891ABCD2}"/>
                </a:ext>
              </a:extLst>
            </p:cNvPr>
            <p:cNvSpPr>
              <a:spLocks noChangeArrowheads="1"/>
            </p:cNvSpPr>
            <p:nvPr/>
          </p:nvSpPr>
          <p:spPr bwMode="auto">
            <a:xfrm>
              <a:off x="2060257" y="5213815"/>
              <a:ext cx="4385833" cy="141479"/>
            </a:xfrm>
            <a:prstGeom prst="rect">
              <a:avLst/>
            </a:prstGeom>
            <a:solidFill>
              <a:schemeClr val="accent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55" name="Line 4">
              <a:extLst>
                <a:ext uri="{FF2B5EF4-FFF2-40B4-BE49-F238E27FC236}">
                  <a16:creationId xmlns:a16="http://schemas.microsoft.com/office/drawing/2014/main" id="{02ACA57B-596B-4A1D-8A56-23F1BE070EF5}"/>
                </a:ext>
              </a:extLst>
            </p:cNvPr>
            <p:cNvSpPr>
              <a:spLocks noChangeShapeType="1"/>
            </p:cNvSpPr>
            <p:nvPr/>
          </p:nvSpPr>
          <p:spPr bwMode="auto">
            <a:xfrm>
              <a:off x="1907784" y="653093"/>
              <a:ext cx="4661628" cy="0"/>
            </a:xfrm>
            <a:prstGeom prst="line">
              <a:avLst/>
            </a:prstGeom>
            <a:noFill/>
            <a:ln w="38100" cmpd="dbl">
              <a:solidFill>
                <a:srgbClr val="333399"/>
              </a:solidFill>
              <a:round/>
              <a:headEnd/>
              <a:tailEnd/>
            </a:ln>
            <a:effectLst/>
          </p:spPr>
          <p:txBody>
            <a:bodyPr wrap="none" anchor="ctr"/>
            <a:lstStyle/>
            <a:p>
              <a:pPr>
                <a:defRPr/>
              </a:pPr>
              <a:endParaRPr lang="zh-CN" altLang="en-US">
                <a:latin typeface="+mn-ea"/>
              </a:endParaRPr>
            </a:p>
          </p:txBody>
        </p:sp>
        <p:sp>
          <p:nvSpPr>
            <p:cNvPr id="56" name="Line 5">
              <a:extLst>
                <a:ext uri="{FF2B5EF4-FFF2-40B4-BE49-F238E27FC236}">
                  <a16:creationId xmlns:a16="http://schemas.microsoft.com/office/drawing/2014/main" id="{53603C3F-24AF-4F38-ACE1-D4952E1041A0}"/>
                </a:ext>
              </a:extLst>
            </p:cNvPr>
            <p:cNvSpPr>
              <a:spLocks noChangeShapeType="1"/>
            </p:cNvSpPr>
            <p:nvPr/>
          </p:nvSpPr>
          <p:spPr bwMode="auto">
            <a:xfrm>
              <a:off x="1901057" y="364240"/>
              <a:ext cx="4675083" cy="0"/>
            </a:xfrm>
            <a:prstGeom prst="line">
              <a:avLst/>
            </a:prstGeom>
            <a:noFill/>
            <a:ln w="19050">
              <a:solidFill>
                <a:srgbClr val="333399"/>
              </a:solidFill>
              <a:round/>
              <a:headEnd type="triangle" w="med" len="med"/>
              <a:tailEnd type="triangle" w="sm" len="med"/>
            </a:ln>
            <a:effectLst/>
          </p:spPr>
          <p:txBody>
            <a:bodyPr wrap="none" anchor="ctr"/>
            <a:lstStyle/>
            <a:p>
              <a:pPr>
                <a:defRPr/>
              </a:pPr>
              <a:endParaRPr lang="zh-CN" altLang="en-US">
                <a:latin typeface="+mn-ea"/>
              </a:endParaRPr>
            </a:p>
          </p:txBody>
        </p:sp>
        <p:sp>
          <p:nvSpPr>
            <p:cNvPr id="57" name="Rectangle 6">
              <a:extLst>
                <a:ext uri="{FF2B5EF4-FFF2-40B4-BE49-F238E27FC236}">
                  <a16:creationId xmlns:a16="http://schemas.microsoft.com/office/drawing/2014/main" id="{E32768D6-2BD1-423E-921A-0829F1F36E1D}"/>
                </a:ext>
              </a:extLst>
            </p:cNvPr>
            <p:cNvSpPr>
              <a:spLocks noChangeArrowheads="1"/>
            </p:cNvSpPr>
            <p:nvPr/>
          </p:nvSpPr>
          <p:spPr bwMode="auto">
            <a:xfrm>
              <a:off x="3771089" y="153988"/>
              <a:ext cx="932774" cy="453910"/>
            </a:xfrm>
            <a:prstGeom prst="rect">
              <a:avLst/>
            </a:prstGeom>
            <a:solidFill>
              <a:schemeClr val="bg1"/>
            </a:solidFill>
            <a:ln w="12700">
              <a:noFill/>
              <a:miter lim="800000"/>
              <a:headEnd/>
              <a:tailEnd/>
            </a:ln>
            <a:effectLst/>
          </p:spPr>
          <p:txBody>
            <a:bodyPr wrap="none" lIns="90488" tIns="44450" rIns="90488" bIns="44450">
              <a:spAutoFit/>
            </a:bodyPr>
            <a:lstStyle/>
            <a:p>
              <a:pPr defTabSz="762000">
                <a:defRPr/>
              </a:pPr>
              <a:r>
                <a:rPr kumimoji="1" lang="en-US" altLang="zh-CN">
                  <a:solidFill>
                    <a:srgbClr val="333399"/>
                  </a:solidFill>
                  <a:latin typeface="+mn-ea"/>
                </a:rPr>
                <a:t>1 km</a:t>
              </a:r>
            </a:p>
          </p:txBody>
        </p:sp>
        <p:sp>
          <p:nvSpPr>
            <p:cNvPr id="58" name="Line 7">
              <a:extLst>
                <a:ext uri="{FF2B5EF4-FFF2-40B4-BE49-F238E27FC236}">
                  <a16:creationId xmlns:a16="http://schemas.microsoft.com/office/drawing/2014/main" id="{3551AA75-1F42-4F4B-A9AB-46D74D5FBA1D}"/>
                </a:ext>
              </a:extLst>
            </p:cNvPr>
            <p:cNvSpPr>
              <a:spLocks noChangeShapeType="1"/>
            </p:cNvSpPr>
            <p:nvPr/>
          </p:nvSpPr>
          <p:spPr bwMode="auto">
            <a:xfrm>
              <a:off x="1896572" y="657023"/>
              <a:ext cx="0" cy="1807783"/>
            </a:xfrm>
            <a:prstGeom prst="line">
              <a:avLst/>
            </a:prstGeom>
            <a:noFill/>
            <a:ln w="12700">
              <a:solidFill>
                <a:schemeClr val="tx1"/>
              </a:solidFill>
              <a:round/>
              <a:headEnd/>
              <a:tailEnd/>
            </a:ln>
            <a:effectLst/>
          </p:spPr>
          <p:txBody>
            <a:bodyPr wrap="none" anchor="ctr"/>
            <a:lstStyle/>
            <a:p>
              <a:pPr>
                <a:defRPr/>
              </a:pPr>
              <a:endParaRPr lang="zh-CN" altLang="en-US">
                <a:latin typeface="+mn-ea"/>
              </a:endParaRPr>
            </a:p>
          </p:txBody>
        </p:sp>
        <p:sp>
          <p:nvSpPr>
            <p:cNvPr id="59" name="Line 8">
              <a:extLst>
                <a:ext uri="{FF2B5EF4-FFF2-40B4-BE49-F238E27FC236}">
                  <a16:creationId xmlns:a16="http://schemas.microsoft.com/office/drawing/2014/main" id="{1E096224-C458-4CA3-9333-E16076735081}"/>
                </a:ext>
              </a:extLst>
            </p:cNvPr>
            <p:cNvSpPr>
              <a:spLocks noChangeShapeType="1"/>
            </p:cNvSpPr>
            <p:nvPr/>
          </p:nvSpPr>
          <p:spPr bwMode="auto">
            <a:xfrm>
              <a:off x="1901057" y="657023"/>
              <a:ext cx="4648176" cy="868522"/>
            </a:xfrm>
            <a:prstGeom prst="line">
              <a:avLst/>
            </a:prstGeom>
            <a:noFill/>
            <a:ln w="76200">
              <a:solidFill>
                <a:schemeClr val="accent1"/>
              </a:solidFill>
              <a:round/>
              <a:headEnd/>
              <a:tailEnd type="triangle" w="med" len="lg"/>
            </a:ln>
            <a:effectLst/>
          </p:spPr>
          <p:txBody>
            <a:bodyPr wrap="none" anchor="ctr"/>
            <a:lstStyle/>
            <a:p>
              <a:pPr>
                <a:defRPr/>
              </a:pPr>
              <a:endParaRPr lang="zh-CN" altLang="en-US">
                <a:latin typeface="+mn-ea"/>
              </a:endParaRPr>
            </a:p>
          </p:txBody>
        </p:sp>
        <p:sp>
          <p:nvSpPr>
            <p:cNvPr id="85005" name="Rectangle 9">
              <a:extLst>
                <a:ext uri="{FF2B5EF4-FFF2-40B4-BE49-F238E27FC236}">
                  <a16:creationId xmlns:a16="http://schemas.microsoft.com/office/drawing/2014/main" id="{1A42DDF8-4449-4127-BA7C-A134563AC3E9}"/>
                </a:ext>
              </a:extLst>
            </p:cNvPr>
            <p:cNvSpPr>
              <a:spLocks noChangeArrowheads="1"/>
            </p:cNvSpPr>
            <p:nvPr/>
          </p:nvSpPr>
          <p:spPr bwMode="auto">
            <a:xfrm>
              <a:off x="1640956" y="307257"/>
              <a:ext cx="495537" cy="453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solidFill>
                    <a:srgbClr val="333399"/>
                  </a:solidFill>
                  <a:ea typeface="宋体" panose="02010600030101010101" pitchFamily="2" charset="-122"/>
                </a:rPr>
                <a:t>A</a:t>
              </a:r>
            </a:p>
          </p:txBody>
        </p:sp>
        <p:sp>
          <p:nvSpPr>
            <p:cNvPr id="85006" name="Rectangle 10">
              <a:extLst>
                <a:ext uri="{FF2B5EF4-FFF2-40B4-BE49-F238E27FC236}">
                  <a16:creationId xmlns:a16="http://schemas.microsoft.com/office/drawing/2014/main" id="{124DD271-4721-44BD-A26B-718DB9C32A35}"/>
                </a:ext>
              </a:extLst>
            </p:cNvPr>
            <p:cNvSpPr>
              <a:spLocks noChangeArrowheads="1"/>
            </p:cNvSpPr>
            <p:nvPr/>
          </p:nvSpPr>
          <p:spPr bwMode="auto">
            <a:xfrm>
              <a:off x="6464027" y="307257"/>
              <a:ext cx="464144" cy="453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solidFill>
                    <a:srgbClr val="333399"/>
                  </a:solidFill>
                  <a:ea typeface="宋体" panose="02010600030101010101" pitchFamily="2" charset="-122"/>
                </a:rPr>
                <a:t>B</a:t>
              </a:r>
            </a:p>
          </p:txBody>
        </p:sp>
        <p:sp>
          <p:nvSpPr>
            <p:cNvPr id="62" name="Line 11">
              <a:extLst>
                <a:ext uri="{FF2B5EF4-FFF2-40B4-BE49-F238E27FC236}">
                  <a16:creationId xmlns:a16="http://schemas.microsoft.com/office/drawing/2014/main" id="{527B6028-7E43-435F-B487-C6D002EF80D5}"/>
                </a:ext>
              </a:extLst>
            </p:cNvPr>
            <p:cNvSpPr>
              <a:spLocks noChangeShapeType="1"/>
            </p:cNvSpPr>
            <p:nvPr/>
          </p:nvSpPr>
          <p:spPr bwMode="auto">
            <a:xfrm flipH="1">
              <a:off x="1779975" y="1000894"/>
              <a:ext cx="6727" cy="1090565"/>
            </a:xfrm>
            <a:prstGeom prst="line">
              <a:avLst/>
            </a:prstGeom>
            <a:noFill/>
            <a:ln w="12700">
              <a:solidFill>
                <a:srgbClr val="333399"/>
              </a:solidFill>
              <a:round/>
              <a:headEnd/>
              <a:tailEnd type="triangle" w="sm" len="med"/>
            </a:ln>
            <a:effectLst/>
          </p:spPr>
          <p:txBody>
            <a:bodyPr wrap="none" anchor="ctr"/>
            <a:lstStyle/>
            <a:p>
              <a:pPr>
                <a:defRPr/>
              </a:pPr>
              <a:endParaRPr lang="zh-CN" altLang="en-US">
                <a:latin typeface="+mn-ea"/>
              </a:endParaRPr>
            </a:p>
          </p:txBody>
        </p:sp>
        <p:sp>
          <p:nvSpPr>
            <p:cNvPr id="85008" name="Rectangle 12">
              <a:extLst>
                <a:ext uri="{FF2B5EF4-FFF2-40B4-BE49-F238E27FC236}">
                  <a16:creationId xmlns:a16="http://schemas.microsoft.com/office/drawing/2014/main" id="{8D19406A-B24C-41E0-AF8C-668275A0F3D6}"/>
                </a:ext>
              </a:extLst>
            </p:cNvPr>
            <p:cNvSpPr>
              <a:spLocks noChangeArrowheads="1"/>
            </p:cNvSpPr>
            <p:nvPr/>
          </p:nvSpPr>
          <p:spPr bwMode="auto">
            <a:xfrm>
              <a:off x="1560235" y="1331011"/>
              <a:ext cx="412573" cy="453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i="1">
                  <a:solidFill>
                    <a:srgbClr val="333399"/>
                  </a:solidFill>
                  <a:ea typeface="宋体" panose="02010600030101010101" pitchFamily="2" charset="-122"/>
                </a:rPr>
                <a:t>t</a:t>
              </a:r>
            </a:p>
          </p:txBody>
        </p:sp>
        <p:sp>
          <p:nvSpPr>
            <p:cNvPr id="64" name="Line 13">
              <a:extLst>
                <a:ext uri="{FF2B5EF4-FFF2-40B4-BE49-F238E27FC236}">
                  <a16:creationId xmlns:a16="http://schemas.microsoft.com/office/drawing/2014/main" id="{CF843648-5560-4BD5-88AF-5FE89F42B077}"/>
                </a:ext>
              </a:extLst>
            </p:cNvPr>
            <p:cNvSpPr>
              <a:spLocks noChangeShapeType="1"/>
            </p:cNvSpPr>
            <p:nvPr/>
          </p:nvSpPr>
          <p:spPr bwMode="auto">
            <a:xfrm>
              <a:off x="6569412" y="645233"/>
              <a:ext cx="0" cy="1485526"/>
            </a:xfrm>
            <a:prstGeom prst="line">
              <a:avLst/>
            </a:prstGeom>
            <a:noFill/>
            <a:ln w="12700">
              <a:solidFill>
                <a:srgbClr val="333399"/>
              </a:solidFill>
              <a:round/>
              <a:headEnd/>
              <a:tailEnd/>
            </a:ln>
            <a:effectLst/>
          </p:spPr>
          <p:txBody>
            <a:bodyPr wrap="none" anchor="ctr"/>
            <a:lstStyle/>
            <a:p>
              <a:pPr>
                <a:defRPr/>
              </a:pPr>
              <a:endParaRPr lang="zh-CN" altLang="en-US">
                <a:latin typeface="+mn-ea"/>
              </a:endParaRPr>
            </a:p>
          </p:txBody>
        </p:sp>
        <p:sp>
          <p:nvSpPr>
            <p:cNvPr id="65" name="Line 14">
              <a:extLst>
                <a:ext uri="{FF2B5EF4-FFF2-40B4-BE49-F238E27FC236}">
                  <a16:creationId xmlns:a16="http://schemas.microsoft.com/office/drawing/2014/main" id="{0854187C-A543-45A6-B81D-474C6990A889}"/>
                </a:ext>
              </a:extLst>
            </p:cNvPr>
            <p:cNvSpPr>
              <a:spLocks noChangeShapeType="1"/>
            </p:cNvSpPr>
            <p:nvPr/>
          </p:nvSpPr>
          <p:spPr bwMode="auto">
            <a:xfrm flipH="1">
              <a:off x="1896572" y="1360487"/>
              <a:ext cx="4670598" cy="880312"/>
            </a:xfrm>
            <a:prstGeom prst="line">
              <a:avLst/>
            </a:prstGeom>
            <a:noFill/>
            <a:ln w="76200">
              <a:solidFill>
                <a:srgbClr val="996600"/>
              </a:solidFill>
              <a:round/>
              <a:headEnd/>
              <a:tailEnd type="triangle" w="sm" len="med"/>
            </a:ln>
            <a:effectLst/>
          </p:spPr>
          <p:txBody>
            <a:bodyPr wrap="none" anchor="ctr"/>
            <a:lstStyle/>
            <a:p>
              <a:pPr>
                <a:defRPr/>
              </a:pPr>
              <a:endParaRPr lang="zh-CN" altLang="en-US">
                <a:latin typeface="+mn-ea"/>
              </a:endParaRPr>
            </a:p>
          </p:txBody>
        </p:sp>
        <p:grpSp>
          <p:nvGrpSpPr>
            <p:cNvPr id="85011" name="Group 15">
              <a:extLst>
                <a:ext uri="{FF2B5EF4-FFF2-40B4-BE49-F238E27FC236}">
                  <a16:creationId xmlns:a16="http://schemas.microsoft.com/office/drawing/2014/main" id="{B0B3CD01-E229-40A6-9314-40A28DCD3EC6}"/>
                </a:ext>
              </a:extLst>
            </p:cNvPr>
            <p:cNvGrpSpPr>
              <a:grpSpLocks/>
            </p:cNvGrpSpPr>
            <p:nvPr/>
          </p:nvGrpSpPr>
          <p:grpSpPr bwMode="auto">
            <a:xfrm>
              <a:off x="5148265" y="652463"/>
              <a:ext cx="1157288" cy="793750"/>
              <a:chOff x="3243" y="411"/>
              <a:chExt cx="729" cy="500"/>
            </a:xfrm>
          </p:grpSpPr>
          <p:sp>
            <p:nvSpPr>
              <p:cNvPr id="126" name="Line 16">
                <a:extLst>
                  <a:ext uri="{FF2B5EF4-FFF2-40B4-BE49-F238E27FC236}">
                    <a16:creationId xmlns:a16="http://schemas.microsoft.com/office/drawing/2014/main" id="{C713CFB5-834D-4973-9A3C-9993EC0B5D9E}"/>
                  </a:ext>
                </a:extLst>
              </p:cNvPr>
              <p:cNvSpPr>
                <a:spLocks noChangeShapeType="1"/>
              </p:cNvSpPr>
              <p:nvPr/>
            </p:nvSpPr>
            <p:spPr bwMode="auto">
              <a:xfrm>
                <a:off x="3754" y="728"/>
                <a:ext cx="113" cy="183"/>
              </a:xfrm>
              <a:prstGeom prst="line">
                <a:avLst/>
              </a:prstGeom>
              <a:noFill/>
              <a:ln w="28575">
                <a:solidFill>
                  <a:srgbClr val="333399"/>
                </a:solidFill>
                <a:round/>
                <a:headEnd/>
                <a:tailEnd type="triangle" w="sm" len="med"/>
              </a:ln>
              <a:effectLst/>
            </p:spPr>
            <p:txBody>
              <a:bodyPr wrap="none" anchor="ctr"/>
              <a:lstStyle/>
              <a:p>
                <a:pPr>
                  <a:defRPr/>
                </a:pPr>
                <a:endParaRPr lang="zh-CN" altLang="en-US">
                  <a:latin typeface="+mn-ea"/>
                </a:endParaRPr>
              </a:p>
            </p:txBody>
          </p:sp>
          <p:sp>
            <p:nvSpPr>
              <p:cNvPr id="85072" name="AutoShape 17">
                <a:extLst>
                  <a:ext uri="{FF2B5EF4-FFF2-40B4-BE49-F238E27FC236}">
                    <a16:creationId xmlns:a16="http://schemas.microsoft.com/office/drawing/2014/main" id="{033C5B30-713C-449E-95F4-3D0DBFD0FE62}"/>
                  </a:ext>
                </a:extLst>
              </p:cNvPr>
              <p:cNvSpPr>
                <a:spLocks noChangeArrowheads="1"/>
              </p:cNvSpPr>
              <p:nvPr/>
            </p:nvSpPr>
            <p:spPr bwMode="auto">
              <a:xfrm>
                <a:off x="3243" y="411"/>
                <a:ext cx="729" cy="454"/>
              </a:xfrm>
              <a:prstGeom prst="irregularSeal1">
                <a:avLst/>
              </a:prstGeom>
              <a:solidFill>
                <a:srgbClr val="FFCCFF"/>
              </a:solidFill>
              <a:ln w="12700">
                <a:solidFill>
                  <a:srgbClr val="FFCCFF"/>
                </a:solidFill>
                <a:miter lim="800000"/>
                <a:headEnd/>
                <a:tailEnd/>
              </a:ln>
              <a:effectLst>
                <a:outerShdw dist="35921" dir="2700000" algn="ctr" rotWithShape="0">
                  <a:schemeClr val="bg2"/>
                </a:outerShdw>
              </a:effectLst>
            </p:spPr>
            <p:txBody>
              <a:bodyPr wrap="none" anchor="ct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kumimoji="1" lang="en-US" altLang="zh-CN" sz="1400">
                    <a:solidFill>
                      <a:srgbClr val="333399"/>
                    </a:solidFill>
                    <a:ea typeface="宋体" panose="02010600030101010101" pitchFamily="2" charset="-122"/>
                  </a:rPr>
                  <a:t>collision</a:t>
                </a:r>
                <a:endParaRPr kumimoji="1" lang="zh-CN" altLang="en-US" sz="1400">
                  <a:solidFill>
                    <a:srgbClr val="333399"/>
                  </a:solidFill>
                  <a:ea typeface="宋体" panose="02010600030101010101" pitchFamily="2" charset="-122"/>
                </a:endParaRPr>
              </a:p>
            </p:txBody>
          </p:sp>
        </p:grpSp>
        <p:sp>
          <p:nvSpPr>
            <p:cNvPr id="85012" name="Text Box 18">
              <a:extLst>
                <a:ext uri="{FF2B5EF4-FFF2-40B4-BE49-F238E27FC236}">
                  <a16:creationId xmlns:a16="http://schemas.microsoft.com/office/drawing/2014/main" id="{86B2758C-1486-4D44-A5B3-F252052E1E50}"/>
                </a:ext>
              </a:extLst>
            </p:cNvPr>
            <p:cNvSpPr txBox="1">
              <a:spLocks noChangeArrowheads="1"/>
            </p:cNvSpPr>
            <p:nvPr/>
          </p:nvSpPr>
          <p:spPr bwMode="auto">
            <a:xfrm>
              <a:off x="6876600" y="3274379"/>
              <a:ext cx="3222106" cy="835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buClrTx/>
                <a:buSzTx/>
                <a:buFontTx/>
                <a:buNone/>
              </a:pPr>
              <a:r>
                <a:rPr kumimoji="1" lang="en-US" altLang="zh-CN" sz="1400" i="1">
                  <a:solidFill>
                    <a:srgbClr val="333399"/>
                  </a:solidFill>
                  <a:ea typeface="宋体" panose="02010600030101010101" pitchFamily="2" charset="-122"/>
                </a:rPr>
                <a:t>t</a:t>
              </a:r>
              <a:r>
                <a:rPr kumimoji="1" lang="en-US" altLang="zh-CN" sz="1400">
                  <a:solidFill>
                    <a:srgbClr val="333399"/>
                  </a:solidFill>
                  <a:ea typeface="宋体" panose="02010600030101010101" pitchFamily="2" charset="-122"/>
                </a:rPr>
                <a:t> = </a:t>
              </a:r>
              <a:r>
                <a:rPr kumimoji="1" lang="en-US" altLang="zh-CN" sz="1400">
                  <a:solidFill>
                    <a:srgbClr val="333399"/>
                  </a:solidFill>
                  <a:ea typeface="宋体" panose="02010600030101010101" pitchFamily="2" charset="-122"/>
                  <a:sym typeface="Symbol" panose="05050102010706020507" pitchFamily="18" charset="2"/>
                </a:rPr>
                <a:t></a:t>
              </a:r>
              <a:r>
                <a:rPr kumimoji="1" lang="en-US" altLang="zh-CN" sz="1400">
                  <a:solidFill>
                    <a:srgbClr val="333399"/>
                  </a:solidFill>
                  <a:ea typeface="宋体" panose="02010600030101010101" pitchFamily="2" charset="-122"/>
                </a:rPr>
                <a:t> </a:t>
              </a:r>
              <a:r>
                <a:rPr kumimoji="1" lang="en-US" altLang="zh-CN" sz="1400">
                  <a:solidFill>
                    <a:srgbClr val="333399"/>
                  </a:solidFill>
                  <a:ea typeface="宋体" panose="02010600030101010101" pitchFamily="2" charset="-122"/>
                  <a:sym typeface="Symbol" panose="05050102010706020507" pitchFamily="18" charset="2"/>
                </a:rPr>
                <a:t> </a:t>
              </a:r>
              <a:endParaRPr kumimoji="1" lang="en-US" altLang="zh-CN" sz="1400">
                <a:solidFill>
                  <a:srgbClr val="333399"/>
                </a:solidFill>
                <a:ea typeface="宋体" panose="02010600030101010101" pitchFamily="2" charset="-122"/>
              </a:endParaRPr>
            </a:p>
            <a:p>
              <a:pPr>
                <a:lnSpc>
                  <a:spcPct val="90000"/>
                </a:lnSpc>
                <a:spcBef>
                  <a:spcPct val="0"/>
                </a:spcBef>
                <a:buClrTx/>
                <a:buSzTx/>
                <a:buFontTx/>
                <a:buNone/>
              </a:pPr>
              <a:r>
                <a:rPr kumimoji="1" lang="en-US" altLang="zh-CN" sz="1400">
                  <a:solidFill>
                    <a:srgbClr val="333399"/>
                  </a:solidFill>
                  <a:ea typeface="宋体" panose="02010600030101010101" pitchFamily="2" charset="-122"/>
                </a:rPr>
                <a:t>B find that the channel is idle, then sending data</a:t>
              </a:r>
              <a:endParaRPr kumimoji="1" lang="zh-CN" altLang="en-US" sz="1400">
                <a:solidFill>
                  <a:srgbClr val="333399"/>
                </a:solidFill>
                <a:ea typeface="宋体" panose="02010600030101010101" pitchFamily="2" charset="-122"/>
              </a:endParaRPr>
            </a:p>
          </p:txBody>
        </p:sp>
        <p:sp>
          <p:nvSpPr>
            <p:cNvPr id="85013" name="Text Box 19">
              <a:extLst>
                <a:ext uri="{FF2B5EF4-FFF2-40B4-BE49-F238E27FC236}">
                  <a16:creationId xmlns:a16="http://schemas.microsoft.com/office/drawing/2014/main" id="{E3E0F5A3-C907-4B7B-87FB-4D79A4AED9F0}"/>
                </a:ext>
              </a:extLst>
            </p:cNvPr>
            <p:cNvSpPr txBox="1">
              <a:spLocks noChangeArrowheads="1"/>
            </p:cNvSpPr>
            <p:nvPr/>
          </p:nvSpPr>
          <p:spPr bwMode="auto">
            <a:xfrm>
              <a:off x="6876600" y="4247044"/>
              <a:ext cx="1813976" cy="662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buClrTx/>
                <a:buSzTx/>
                <a:buFontTx/>
                <a:buNone/>
              </a:pPr>
              <a:r>
                <a:rPr kumimoji="1" lang="en-US" altLang="zh-CN" sz="1600" i="1">
                  <a:solidFill>
                    <a:srgbClr val="333399"/>
                  </a:solidFill>
                  <a:ea typeface="宋体" panose="02010600030101010101" pitchFamily="2" charset="-122"/>
                </a:rPr>
                <a:t>t</a:t>
              </a:r>
              <a:r>
                <a:rPr kumimoji="1" lang="en-US" altLang="zh-CN" sz="1600">
                  <a:solidFill>
                    <a:srgbClr val="333399"/>
                  </a:solidFill>
                  <a:ea typeface="宋体" panose="02010600030101010101" pitchFamily="2" charset="-122"/>
                </a:rPr>
                <a:t> = </a:t>
              </a:r>
              <a:r>
                <a:rPr kumimoji="1" lang="en-US" altLang="zh-CN" sz="1600">
                  <a:solidFill>
                    <a:srgbClr val="333399"/>
                  </a:solidFill>
                  <a:ea typeface="宋体" panose="02010600030101010101" pitchFamily="2" charset="-122"/>
                  <a:sym typeface="Symbol" panose="05050102010706020507" pitchFamily="18" charset="2"/>
                </a:rPr>
                <a:t></a:t>
              </a:r>
              <a:r>
                <a:rPr kumimoji="1" lang="en-US" altLang="zh-CN" sz="1600">
                  <a:ea typeface="宋体" panose="02010600030101010101" pitchFamily="2" charset="-122"/>
                </a:rPr>
                <a:t> </a:t>
              </a:r>
              <a:r>
                <a:rPr kumimoji="1" lang="en-US" altLang="zh-CN" sz="1600">
                  <a:solidFill>
                    <a:srgbClr val="333399"/>
                  </a:solidFill>
                  <a:ea typeface="宋体" panose="02010600030101010101" pitchFamily="2" charset="-122"/>
                  <a:sym typeface="Symbol" panose="05050102010706020507" pitchFamily="18" charset="2"/>
                </a:rPr>
                <a:t>  / 2</a:t>
              </a:r>
              <a:endParaRPr kumimoji="1" lang="en-US" altLang="zh-CN" sz="1600" baseline="30000">
                <a:solidFill>
                  <a:srgbClr val="333399"/>
                </a:solidFill>
                <a:ea typeface="宋体" panose="02010600030101010101" pitchFamily="2" charset="-122"/>
              </a:endParaRPr>
            </a:p>
            <a:p>
              <a:pPr>
                <a:lnSpc>
                  <a:spcPct val="90000"/>
                </a:lnSpc>
                <a:spcBef>
                  <a:spcPct val="0"/>
                </a:spcBef>
                <a:buClrTx/>
                <a:buSzTx/>
                <a:buFontTx/>
                <a:buNone/>
              </a:pPr>
              <a:r>
                <a:rPr kumimoji="1" lang="en-US" altLang="zh-CN" sz="1600">
                  <a:solidFill>
                    <a:srgbClr val="333399"/>
                  </a:solidFill>
                  <a:ea typeface="宋体" panose="02010600030101010101" pitchFamily="2" charset="-122"/>
                </a:rPr>
                <a:t>collision</a:t>
              </a:r>
              <a:endParaRPr kumimoji="1" lang="zh-CN" altLang="en-US" sz="1600">
                <a:solidFill>
                  <a:srgbClr val="333399"/>
                </a:solidFill>
                <a:ea typeface="宋体" panose="02010600030101010101" pitchFamily="2" charset="-122"/>
              </a:endParaRPr>
            </a:p>
          </p:txBody>
        </p:sp>
        <p:grpSp>
          <p:nvGrpSpPr>
            <p:cNvPr id="85014" name="Group 20">
              <a:extLst>
                <a:ext uri="{FF2B5EF4-FFF2-40B4-BE49-F238E27FC236}">
                  <a16:creationId xmlns:a16="http://schemas.microsoft.com/office/drawing/2014/main" id="{1F74A5BE-C9C3-4413-AF30-178898CF5877}"/>
                </a:ext>
              </a:extLst>
            </p:cNvPr>
            <p:cNvGrpSpPr>
              <a:grpSpLocks/>
            </p:cNvGrpSpPr>
            <p:nvPr/>
          </p:nvGrpSpPr>
          <p:grpSpPr bwMode="auto">
            <a:xfrm>
              <a:off x="-314325" y="1196975"/>
              <a:ext cx="4525963" cy="1239838"/>
              <a:chOff x="-198" y="754"/>
              <a:chExt cx="2851" cy="781"/>
            </a:xfrm>
          </p:grpSpPr>
          <p:sp>
            <p:nvSpPr>
              <p:cNvPr id="85066" name="Text Box 21">
                <a:extLst>
                  <a:ext uri="{FF2B5EF4-FFF2-40B4-BE49-F238E27FC236}">
                    <a16:creationId xmlns:a16="http://schemas.microsoft.com/office/drawing/2014/main" id="{B5F2BBCA-4183-4E4B-94A6-A0A60D6EEFAA}"/>
                  </a:ext>
                </a:extLst>
              </p:cNvPr>
              <p:cNvSpPr txBox="1">
                <a:spLocks noChangeArrowheads="1"/>
              </p:cNvSpPr>
              <p:nvPr/>
            </p:nvSpPr>
            <p:spPr bwMode="auto">
              <a:xfrm>
                <a:off x="-198" y="1247"/>
                <a:ext cx="10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i="1">
                    <a:solidFill>
                      <a:srgbClr val="333399"/>
                    </a:solidFill>
                    <a:ea typeface="宋体" panose="02010600030101010101" pitchFamily="2" charset="-122"/>
                  </a:rPr>
                  <a:t>t</a:t>
                </a:r>
                <a:r>
                  <a:rPr kumimoji="1" lang="en-US" altLang="zh-CN" sz="1800">
                    <a:solidFill>
                      <a:srgbClr val="333399"/>
                    </a:solidFill>
                    <a:ea typeface="宋体" panose="02010600030101010101" pitchFamily="2" charset="-122"/>
                  </a:rPr>
                  <a:t> = 2</a:t>
                </a:r>
                <a:r>
                  <a:rPr kumimoji="1" lang="en-US" altLang="zh-CN" sz="1800">
                    <a:solidFill>
                      <a:srgbClr val="333399"/>
                    </a:solidFill>
                    <a:ea typeface="宋体" panose="02010600030101010101" pitchFamily="2" charset="-122"/>
                    <a:sym typeface="Symbol" panose="05050102010706020507" pitchFamily="18" charset="2"/>
                  </a:rPr>
                  <a:t></a:t>
                </a:r>
                <a:r>
                  <a:rPr kumimoji="1" lang="en-US" altLang="zh-CN" sz="1800">
                    <a:solidFill>
                      <a:srgbClr val="333399"/>
                    </a:solidFill>
                    <a:ea typeface="宋体" panose="02010600030101010101" pitchFamily="2" charset="-122"/>
                  </a:rPr>
                  <a:t> </a:t>
                </a:r>
                <a:r>
                  <a:rPr kumimoji="1" lang="en-US" altLang="zh-CN" sz="1800">
                    <a:solidFill>
                      <a:srgbClr val="333399"/>
                    </a:solidFill>
                    <a:ea typeface="宋体" panose="02010600030101010101" pitchFamily="2" charset="-122"/>
                    <a:sym typeface="Symbol" panose="05050102010706020507" pitchFamily="18" charset="2"/>
                  </a:rPr>
                  <a:t> </a:t>
                </a:r>
              </a:p>
            </p:txBody>
          </p:sp>
          <p:sp>
            <p:nvSpPr>
              <p:cNvPr id="122" name="Line 22">
                <a:extLst>
                  <a:ext uri="{FF2B5EF4-FFF2-40B4-BE49-F238E27FC236}">
                    <a16:creationId xmlns:a16="http://schemas.microsoft.com/office/drawing/2014/main" id="{E67EE62C-1B43-4B58-8716-A86E07B86F8D}"/>
                  </a:ext>
                </a:extLst>
              </p:cNvPr>
              <p:cNvSpPr>
                <a:spLocks noChangeShapeType="1"/>
              </p:cNvSpPr>
              <p:nvPr/>
            </p:nvSpPr>
            <p:spPr bwMode="auto">
              <a:xfrm>
                <a:off x="912" y="1418"/>
                <a:ext cx="260" cy="0"/>
              </a:xfrm>
              <a:prstGeom prst="line">
                <a:avLst/>
              </a:prstGeom>
              <a:noFill/>
              <a:ln w="28575">
                <a:solidFill>
                  <a:srgbClr val="333399"/>
                </a:solidFill>
                <a:round/>
                <a:headEnd/>
                <a:tailEnd type="triangle" w="sm" len="med"/>
              </a:ln>
              <a:effectLst/>
            </p:spPr>
            <p:txBody>
              <a:bodyPr/>
              <a:lstStyle/>
              <a:p>
                <a:pPr>
                  <a:defRPr/>
                </a:pPr>
                <a:endParaRPr lang="zh-CN" altLang="en-US">
                  <a:latin typeface="+mn-ea"/>
                </a:endParaRPr>
              </a:p>
            </p:txBody>
          </p:sp>
          <p:grpSp>
            <p:nvGrpSpPr>
              <p:cNvPr id="85068" name="Group 23">
                <a:extLst>
                  <a:ext uri="{FF2B5EF4-FFF2-40B4-BE49-F238E27FC236}">
                    <a16:creationId xmlns:a16="http://schemas.microsoft.com/office/drawing/2014/main" id="{A00209A2-B6DC-4DB0-BA88-264C88865FAB}"/>
                  </a:ext>
                </a:extLst>
              </p:cNvPr>
              <p:cNvGrpSpPr>
                <a:grpSpLocks/>
              </p:cNvGrpSpPr>
              <p:nvPr/>
            </p:nvGrpSpPr>
            <p:grpSpPr bwMode="auto">
              <a:xfrm>
                <a:off x="1247" y="754"/>
                <a:ext cx="1406" cy="272"/>
                <a:chOff x="1247" y="754"/>
                <a:chExt cx="1406" cy="272"/>
              </a:xfrm>
            </p:grpSpPr>
            <p:sp>
              <p:nvSpPr>
                <p:cNvPr id="85069" name="AutoShape 24">
                  <a:extLst>
                    <a:ext uri="{FF2B5EF4-FFF2-40B4-BE49-F238E27FC236}">
                      <a16:creationId xmlns:a16="http://schemas.microsoft.com/office/drawing/2014/main" id="{0AA81B50-53F8-426E-92C1-1C2A2061A315}"/>
                    </a:ext>
                  </a:extLst>
                </p:cNvPr>
                <p:cNvSpPr>
                  <a:spLocks noChangeArrowheads="1"/>
                </p:cNvSpPr>
                <p:nvPr/>
              </p:nvSpPr>
              <p:spPr bwMode="auto">
                <a:xfrm>
                  <a:off x="1247" y="754"/>
                  <a:ext cx="1405" cy="272"/>
                </a:xfrm>
                <a:prstGeom prst="wedgeRoundRectCallout">
                  <a:avLst>
                    <a:gd name="adj1" fmla="val -52986"/>
                    <a:gd name="adj2" fmla="val 182352"/>
                    <a:gd name="adj3" fmla="val 16667"/>
                  </a:avLst>
                </a:prstGeom>
                <a:solidFill>
                  <a:srgbClr val="FFFF99"/>
                </a:solidFill>
                <a:ln w="12700">
                  <a:solidFill>
                    <a:schemeClr val="tx1"/>
                  </a:solidFill>
                  <a:miter lim="800000"/>
                  <a:headEnd/>
                  <a:tailEnd/>
                </a:ln>
              </p:spPr>
              <p:txBody>
                <a:bodyP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kumimoji="1" lang="zh-CN" altLang="zh-CN" sz="1800">
                    <a:solidFill>
                      <a:srgbClr val="333399"/>
                    </a:solidFill>
                    <a:ea typeface="宋体" panose="02010600030101010101" pitchFamily="2" charset="-122"/>
                  </a:endParaRPr>
                </a:p>
              </p:txBody>
            </p:sp>
            <p:sp>
              <p:nvSpPr>
                <p:cNvPr id="85070" name="Text Box 25">
                  <a:extLst>
                    <a:ext uri="{FF2B5EF4-FFF2-40B4-BE49-F238E27FC236}">
                      <a16:creationId xmlns:a16="http://schemas.microsoft.com/office/drawing/2014/main" id="{9D9F5B77-C1BD-4B19-870E-6C2D57497DAF}"/>
                    </a:ext>
                  </a:extLst>
                </p:cNvPr>
                <p:cNvSpPr txBox="1">
                  <a:spLocks noChangeArrowheads="1"/>
                </p:cNvSpPr>
                <p:nvPr/>
              </p:nvSpPr>
              <p:spPr bwMode="auto">
                <a:xfrm>
                  <a:off x="1247" y="754"/>
                  <a:ext cx="1387"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200">
                      <a:solidFill>
                        <a:srgbClr val="333399"/>
                      </a:solidFill>
                      <a:ea typeface="宋体" panose="02010600030101010101" pitchFamily="2" charset="-122"/>
                    </a:rPr>
                    <a:t>A detect a collision</a:t>
                  </a:r>
                  <a:endParaRPr kumimoji="1" lang="zh-CN" altLang="en-US" sz="1200">
                    <a:solidFill>
                      <a:srgbClr val="333399"/>
                    </a:solidFill>
                    <a:ea typeface="宋体" panose="02010600030101010101" pitchFamily="2" charset="-122"/>
                  </a:endParaRPr>
                </a:p>
              </p:txBody>
            </p:sp>
          </p:grpSp>
        </p:grpSp>
        <p:grpSp>
          <p:nvGrpSpPr>
            <p:cNvPr id="85015" name="Group 26">
              <a:extLst>
                <a:ext uri="{FF2B5EF4-FFF2-40B4-BE49-F238E27FC236}">
                  <a16:creationId xmlns:a16="http://schemas.microsoft.com/office/drawing/2014/main" id="{95F748C0-99E4-4CED-8F14-B5D59A9A79FD}"/>
                </a:ext>
              </a:extLst>
            </p:cNvPr>
            <p:cNvGrpSpPr>
              <a:grpSpLocks/>
            </p:cNvGrpSpPr>
            <p:nvPr/>
          </p:nvGrpSpPr>
          <p:grpSpPr bwMode="auto">
            <a:xfrm>
              <a:off x="6615119" y="533400"/>
              <a:ext cx="2328864" cy="1030288"/>
              <a:chOff x="4167" y="336"/>
              <a:chExt cx="1467" cy="649"/>
            </a:xfrm>
          </p:grpSpPr>
          <p:grpSp>
            <p:nvGrpSpPr>
              <p:cNvPr id="85060" name="Group 27">
                <a:extLst>
                  <a:ext uri="{FF2B5EF4-FFF2-40B4-BE49-F238E27FC236}">
                    <a16:creationId xmlns:a16="http://schemas.microsoft.com/office/drawing/2014/main" id="{A922EA73-6248-4CCD-ACF6-5DD744EDCAFA}"/>
                  </a:ext>
                </a:extLst>
              </p:cNvPr>
              <p:cNvGrpSpPr>
                <a:grpSpLocks/>
              </p:cNvGrpSpPr>
              <p:nvPr/>
            </p:nvGrpSpPr>
            <p:grpSpPr bwMode="auto">
              <a:xfrm>
                <a:off x="4167" y="697"/>
                <a:ext cx="1323" cy="288"/>
                <a:chOff x="4167" y="697"/>
                <a:chExt cx="1323" cy="288"/>
              </a:xfrm>
            </p:grpSpPr>
            <p:sp>
              <p:nvSpPr>
                <p:cNvPr id="119" name="Line 28">
                  <a:extLst>
                    <a:ext uri="{FF2B5EF4-FFF2-40B4-BE49-F238E27FC236}">
                      <a16:creationId xmlns:a16="http://schemas.microsoft.com/office/drawing/2014/main" id="{3BAE933E-E2B8-429C-8033-1137667C2547}"/>
                    </a:ext>
                  </a:extLst>
                </p:cNvPr>
                <p:cNvSpPr>
                  <a:spLocks noChangeShapeType="1"/>
                </p:cNvSpPr>
                <p:nvPr/>
              </p:nvSpPr>
              <p:spPr bwMode="auto">
                <a:xfrm flipH="1">
                  <a:off x="4165" y="846"/>
                  <a:ext cx="260" cy="0"/>
                </a:xfrm>
                <a:prstGeom prst="line">
                  <a:avLst/>
                </a:prstGeom>
                <a:noFill/>
                <a:ln w="28575">
                  <a:solidFill>
                    <a:srgbClr val="333399"/>
                  </a:solidFill>
                  <a:round/>
                  <a:headEnd/>
                  <a:tailEnd type="triangle" w="sm" len="med"/>
                </a:ln>
                <a:effectLst/>
              </p:spPr>
              <p:txBody>
                <a:bodyPr/>
                <a:lstStyle/>
                <a:p>
                  <a:pPr>
                    <a:defRPr/>
                  </a:pPr>
                  <a:endParaRPr lang="zh-CN" altLang="en-US">
                    <a:latin typeface="+mn-ea"/>
                  </a:endParaRPr>
                </a:p>
              </p:txBody>
            </p:sp>
            <p:sp>
              <p:nvSpPr>
                <p:cNvPr id="85065" name="Text Box 29">
                  <a:extLst>
                    <a:ext uri="{FF2B5EF4-FFF2-40B4-BE49-F238E27FC236}">
                      <a16:creationId xmlns:a16="http://schemas.microsoft.com/office/drawing/2014/main" id="{C02CDA11-3438-4C7D-AE73-0EE84E8D2E51}"/>
                    </a:ext>
                  </a:extLst>
                </p:cNvPr>
                <p:cNvSpPr txBox="1">
                  <a:spLocks noChangeArrowheads="1"/>
                </p:cNvSpPr>
                <p:nvPr/>
              </p:nvSpPr>
              <p:spPr bwMode="auto">
                <a:xfrm>
                  <a:off x="4411" y="696"/>
                  <a:ext cx="10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i="1">
                      <a:solidFill>
                        <a:srgbClr val="333399"/>
                      </a:solidFill>
                      <a:ea typeface="宋体" panose="02010600030101010101" pitchFamily="2" charset="-122"/>
                    </a:rPr>
                    <a:t>  t</a:t>
                  </a:r>
                  <a:r>
                    <a:rPr kumimoji="1" lang="en-US" altLang="zh-CN" sz="1800">
                      <a:solidFill>
                        <a:srgbClr val="333399"/>
                      </a:solidFill>
                      <a:ea typeface="宋体" panose="02010600030101010101" pitchFamily="2" charset="-122"/>
                    </a:rPr>
                    <a:t> = </a:t>
                  </a:r>
                  <a:r>
                    <a:rPr kumimoji="1" lang="en-US" altLang="zh-CN" sz="1800">
                      <a:solidFill>
                        <a:srgbClr val="333399"/>
                      </a:solidFill>
                      <a:ea typeface="宋体" panose="02010600030101010101" pitchFamily="2" charset="-122"/>
                      <a:sym typeface="Symbol" panose="05050102010706020507" pitchFamily="18" charset="2"/>
                    </a:rPr>
                    <a:t></a:t>
                  </a:r>
                  <a:r>
                    <a:rPr kumimoji="1" lang="en-US" altLang="zh-CN" sz="1800">
                      <a:solidFill>
                        <a:srgbClr val="333399"/>
                      </a:solidFill>
                      <a:ea typeface="宋体" panose="02010600030101010101" pitchFamily="2" charset="-122"/>
                    </a:rPr>
                    <a:t> </a:t>
                  </a:r>
                  <a:r>
                    <a:rPr kumimoji="1" lang="en-US" altLang="zh-CN" sz="1800">
                      <a:solidFill>
                        <a:srgbClr val="333399"/>
                      </a:solidFill>
                      <a:ea typeface="宋体" panose="02010600030101010101" pitchFamily="2" charset="-122"/>
                      <a:sym typeface="Symbol" panose="05050102010706020507" pitchFamily="18" charset="2"/>
                    </a:rPr>
                    <a:t> </a:t>
                  </a:r>
                  <a:r>
                    <a:rPr kumimoji="1" lang="en-US" altLang="zh-CN" sz="1800" baseline="30000">
                      <a:solidFill>
                        <a:srgbClr val="333399"/>
                      </a:solidFill>
                      <a:ea typeface="宋体" panose="02010600030101010101" pitchFamily="2" charset="-122"/>
                    </a:rPr>
                    <a:t> </a:t>
                  </a:r>
                </a:p>
              </p:txBody>
            </p:sp>
          </p:grpSp>
          <p:grpSp>
            <p:nvGrpSpPr>
              <p:cNvPr id="85061" name="Group 30">
                <a:extLst>
                  <a:ext uri="{FF2B5EF4-FFF2-40B4-BE49-F238E27FC236}">
                    <a16:creationId xmlns:a16="http://schemas.microsoft.com/office/drawing/2014/main" id="{F9C2C7C8-C335-4009-8CA4-AC86570AB303}"/>
                  </a:ext>
                </a:extLst>
              </p:cNvPr>
              <p:cNvGrpSpPr>
                <a:grpSpLocks/>
              </p:cNvGrpSpPr>
              <p:nvPr/>
            </p:nvGrpSpPr>
            <p:grpSpPr bwMode="auto">
              <a:xfrm>
                <a:off x="4286" y="336"/>
                <a:ext cx="1348" cy="256"/>
                <a:chOff x="4286" y="336"/>
                <a:chExt cx="1348" cy="256"/>
              </a:xfrm>
            </p:grpSpPr>
            <p:sp>
              <p:nvSpPr>
                <p:cNvPr id="85062" name="AutoShape 31">
                  <a:extLst>
                    <a:ext uri="{FF2B5EF4-FFF2-40B4-BE49-F238E27FC236}">
                      <a16:creationId xmlns:a16="http://schemas.microsoft.com/office/drawing/2014/main" id="{60780E46-E58D-4B17-8E04-8D0D4F25AB18}"/>
                    </a:ext>
                  </a:extLst>
                </p:cNvPr>
                <p:cNvSpPr>
                  <a:spLocks noChangeArrowheads="1"/>
                </p:cNvSpPr>
                <p:nvPr/>
              </p:nvSpPr>
              <p:spPr bwMode="auto">
                <a:xfrm>
                  <a:off x="4340" y="346"/>
                  <a:ext cx="1242" cy="246"/>
                </a:xfrm>
                <a:prstGeom prst="wedgeRoundRectCallout">
                  <a:avLst>
                    <a:gd name="adj1" fmla="val -70042"/>
                    <a:gd name="adj2" fmla="val 145528"/>
                    <a:gd name="adj3" fmla="val 16667"/>
                  </a:avLst>
                </a:prstGeom>
                <a:solidFill>
                  <a:srgbClr val="FFFF99"/>
                </a:solidFill>
                <a:ln w="12700">
                  <a:solidFill>
                    <a:schemeClr val="tx1"/>
                  </a:solidFill>
                  <a:miter lim="800000"/>
                  <a:headEnd/>
                  <a:tailEnd/>
                </a:ln>
              </p:spPr>
              <p:txBody>
                <a:bodyP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kumimoji="1" lang="zh-CN" altLang="zh-CN" sz="1800">
                    <a:solidFill>
                      <a:srgbClr val="333399"/>
                    </a:solidFill>
                    <a:ea typeface="宋体" panose="02010600030101010101" pitchFamily="2" charset="-122"/>
                  </a:endParaRPr>
                </a:p>
              </p:txBody>
            </p:sp>
            <p:sp>
              <p:nvSpPr>
                <p:cNvPr id="85063" name="Text Box 32">
                  <a:extLst>
                    <a:ext uri="{FF2B5EF4-FFF2-40B4-BE49-F238E27FC236}">
                      <a16:creationId xmlns:a16="http://schemas.microsoft.com/office/drawing/2014/main" id="{58E28845-12EE-454A-9782-A0AA126A7968}"/>
                    </a:ext>
                  </a:extLst>
                </p:cNvPr>
                <p:cNvSpPr txBox="1">
                  <a:spLocks noChangeArrowheads="1"/>
                </p:cNvSpPr>
                <p:nvPr/>
              </p:nvSpPr>
              <p:spPr bwMode="auto">
                <a:xfrm>
                  <a:off x="4285" y="336"/>
                  <a:ext cx="1349"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200">
                      <a:solidFill>
                        <a:srgbClr val="333399"/>
                      </a:solidFill>
                      <a:ea typeface="宋体" panose="02010600030101010101" pitchFamily="2" charset="-122"/>
                    </a:rPr>
                    <a:t>B sending a packet</a:t>
                  </a:r>
                  <a:endParaRPr kumimoji="1" lang="zh-CN" altLang="en-US" sz="1200">
                    <a:solidFill>
                      <a:srgbClr val="333399"/>
                    </a:solidFill>
                    <a:ea typeface="宋体" panose="02010600030101010101" pitchFamily="2" charset="-122"/>
                  </a:endParaRPr>
                </a:p>
              </p:txBody>
            </p:sp>
          </p:grpSp>
        </p:grpSp>
        <p:grpSp>
          <p:nvGrpSpPr>
            <p:cNvPr id="85016" name="Group 33">
              <a:extLst>
                <a:ext uri="{FF2B5EF4-FFF2-40B4-BE49-F238E27FC236}">
                  <a16:creationId xmlns:a16="http://schemas.microsoft.com/office/drawing/2014/main" id="{51D09747-06CF-4DE0-95E7-BC4AEA1376BB}"/>
                </a:ext>
              </a:extLst>
            </p:cNvPr>
            <p:cNvGrpSpPr>
              <a:grpSpLocks/>
            </p:cNvGrpSpPr>
            <p:nvPr/>
          </p:nvGrpSpPr>
          <p:grpSpPr bwMode="auto">
            <a:xfrm>
              <a:off x="4067175" y="1373188"/>
              <a:ext cx="4046538" cy="1006475"/>
              <a:chOff x="2562" y="865"/>
              <a:chExt cx="2549" cy="634"/>
            </a:xfrm>
          </p:grpSpPr>
          <p:grpSp>
            <p:nvGrpSpPr>
              <p:cNvPr id="85055" name="Group 34">
                <a:extLst>
                  <a:ext uri="{FF2B5EF4-FFF2-40B4-BE49-F238E27FC236}">
                    <a16:creationId xmlns:a16="http://schemas.microsoft.com/office/drawing/2014/main" id="{3261652F-3F04-4ED3-B353-4DFB45149BDA}"/>
                  </a:ext>
                </a:extLst>
              </p:cNvPr>
              <p:cNvGrpSpPr>
                <a:grpSpLocks/>
              </p:cNvGrpSpPr>
              <p:nvPr/>
            </p:nvGrpSpPr>
            <p:grpSpPr bwMode="auto">
              <a:xfrm>
                <a:off x="2562" y="1240"/>
                <a:ext cx="1546" cy="259"/>
                <a:chOff x="2562" y="1240"/>
                <a:chExt cx="1546" cy="259"/>
              </a:xfrm>
            </p:grpSpPr>
            <p:sp>
              <p:nvSpPr>
                <p:cNvPr id="85058" name="AutoShape 35">
                  <a:extLst>
                    <a:ext uri="{FF2B5EF4-FFF2-40B4-BE49-F238E27FC236}">
                      <a16:creationId xmlns:a16="http://schemas.microsoft.com/office/drawing/2014/main" id="{4C44FE67-48F3-49A7-9B18-66D1779D8F79}"/>
                    </a:ext>
                  </a:extLst>
                </p:cNvPr>
                <p:cNvSpPr>
                  <a:spLocks noChangeArrowheads="1"/>
                </p:cNvSpPr>
                <p:nvPr/>
              </p:nvSpPr>
              <p:spPr bwMode="auto">
                <a:xfrm>
                  <a:off x="2562" y="1253"/>
                  <a:ext cx="1408" cy="246"/>
                </a:xfrm>
                <a:prstGeom prst="wedgeRoundRectCallout">
                  <a:avLst>
                    <a:gd name="adj1" fmla="val 61231"/>
                    <a:gd name="adj2" fmla="val -165449"/>
                    <a:gd name="adj3" fmla="val 16667"/>
                  </a:avLst>
                </a:prstGeom>
                <a:solidFill>
                  <a:srgbClr val="FFFF99"/>
                </a:solidFill>
                <a:ln w="12700">
                  <a:solidFill>
                    <a:schemeClr val="tx1"/>
                  </a:solidFill>
                  <a:miter lim="800000"/>
                  <a:headEnd/>
                  <a:tailEnd/>
                </a:ln>
              </p:spPr>
              <p:txBody>
                <a:bodyP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kumimoji="1" lang="zh-CN" altLang="zh-CN" sz="1800">
                    <a:solidFill>
                      <a:srgbClr val="333399"/>
                    </a:solidFill>
                    <a:ea typeface="宋体" panose="02010600030101010101" pitchFamily="2" charset="-122"/>
                  </a:endParaRPr>
                </a:p>
              </p:txBody>
            </p:sp>
            <p:sp>
              <p:nvSpPr>
                <p:cNvPr id="85059" name="Text Box 36">
                  <a:extLst>
                    <a:ext uri="{FF2B5EF4-FFF2-40B4-BE49-F238E27FC236}">
                      <a16:creationId xmlns:a16="http://schemas.microsoft.com/office/drawing/2014/main" id="{CB573733-ECB2-4CAC-ABF8-5648C54E9777}"/>
                    </a:ext>
                  </a:extLst>
                </p:cNvPr>
                <p:cNvSpPr txBox="1">
                  <a:spLocks noChangeArrowheads="1"/>
                </p:cNvSpPr>
                <p:nvPr/>
              </p:nvSpPr>
              <p:spPr bwMode="auto">
                <a:xfrm>
                  <a:off x="2562" y="1239"/>
                  <a:ext cx="1547"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200">
                      <a:solidFill>
                        <a:srgbClr val="333399"/>
                      </a:solidFill>
                      <a:ea typeface="宋体" panose="02010600030101010101" pitchFamily="2" charset="-122"/>
                    </a:rPr>
                    <a:t>B detect a collision</a:t>
                  </a:r>
                  <a:endParaRPr kumimoji="1" lang="zh-CN" altLang="en-US" sz="1200">
                    <a:solidFill>
                      <a:srgbClr val="333399"/>
                    </a:solidFill>
                    <a:ea typeface="宋体" panose="02010600030101010101" pitchFamily="2" charset="-122"/>
                  </a:endParaRPr>
                </a:p>
              </p:txBody>
            </p:sp>
          </p:grpSp>
          <p:sp>
            <p:nvSpPr>
              <p:cNvPr id="111" name="Line 37">
                <a:extLst>
                  <a:ext uri="{FF2B5EF4-FFF2-40B4-BE49-F238E27FC236}">
                    <a16:creationId xmlns:a16="http://schemas.microsoft.com/office/drawing/2014/main" id="{5ADA582C-3A63-490F-9712-3FFC4358C582}"/>
                  </a:ext>
                </a:extLst>
              </p:cNvPr>
              <p:cNvSpPr>
                <a:spLocks noChangeShapeType="1"/>
              </p:cNvSpPr>
              <p:nvPr/>
            </p:nvSpPr>
            <p:spPr bwMode="auto">
              <a:xfrm flipH="1">
                <a:off x="4168" y="961"/>
                <a:ext cx="260" cy="0"/>
              </a:xfrm>
              <a:prstGeom prst="line">
                <a:avLst/>
              </a:prstGeom>
              <a:noFill/>
              <a:ln w="28575">
                <a:solidFill>
                  <a:srgbClr val="333399"/>
                </a:solidFill>
                <a:round/>
                <a:headEnd/>
                <a:tailEnd type="triangle" w="sm" len="med"/>
              </a:ln>
              <a:effectLst/>
            </p:spPr>
            <p:txBody>
              <a:bodyPr/>
              <a:lstStyle/>
              <a:p>
                <a:pPr>
                  <a:defRPr/>
                </a:pPr>
                <a:endParaRPr lang="zh-CN" altLang="en-US">
                  <a:latin typeface="+mn-ea"/>
                </a:endParaRPr>
              </a:p>
            </p:txBody>
          </p:sp>
          <p:sp>
            <p:nvSpPr>
              <p:cNvPr id="85057" name="Text Box 38">
                <a:extLst>
                  <a:ext uri="{FF2B5EF4-FFF2-40B4-BE49-F238E27FC236}">
                    <a16:creationId xmlns:a16="http://schemas.microsoft.com/office/drawing/2014/main" id="{71FFBFE7-8CD0-4F01-B513-C07613C18AF5}"/>
                  </a:ext>
                </a:extLst>
              </p:cNvPr>
              <p:cNvSpPr txBox="1">
                <a:spLocks noChangeArrowheads="1"/>
              </p:cNvSpPr>
              <p:nvPr/>
            </p:nvSpPr>
            <p:spPr bwMode="auto">
              <a:xfrm>
                <a:off x="4411" y="864"/>
                <a:ext cx="7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i="1">
                    <a:solidFill>
                      <a:srgbClr val="333399"/>
                    </a:solidFill>
                    <a:ea typeface="宋体" panose="02010600030101010101" pitchFamily="2" charset="-122"/>
                  </a:rPr>
                  <a:t>  t</a:t>
                </a:r>
                <a:r>
                  <a:rPr kumimoji="1" lang="en-US" altLang="zh-CN" sz="1800">
                    <a:solidFill>
                      <a:srgbClr val="333399"/>
                    </a:solidFill>
                    <a:ea typeface="宋体" panose="02010600030101010101" pitchFamily="2" charset="-122"/>
                  </a:rPr>
                  <a:t> = </a:t>
                </a:r>
                <a:r>
                  <a:rPr kumimoji="1" lang="en-US" altLang="zh-CN" sz="1800">
                    <a:solidFill>
                      <a:srgbClr val="333399"/>
                    </a:solidFill>
                    <a:ea typeface="宋体" panose="02010600030101010101" pitchFamily="2" charset="-122"/>
                    <a:sym typeface="Symbol" panose="05050102010706020507" pitchFamily="18" charset="2"/>
                  </a:rPr>
                  <a:t></a:t>
                </a:r>
              </a:p>
            </p:txBody>
          </p:sp>
        </p:grpSp>
        <p:sp>
          <p:nvSpPr>
            <p:cNvPr id="85017" name="Rectangle 39">
              <a:extLst>
                <a:ext uri="{FF2B5EF4-FFF2-40B4-BE49-F238E27FC236}">
                  <a16:creationId xmlns:a16="http://schemas.microsoft.com/office/drawing/2014/main" id="{F34A1033-BB79-43CE-B0AB-4CCFBD7B5B7A}"/>
                </a:ext>
              </a:extLst>
            </p:cNvPr>
            <p:cNvSpPr>
              <a:spLocks noChangeArrowheads="1"/>
            </p:cNvSpPr>
            <p:nvPr/>
          </p:nvSpPr>
          <p:spPr bwMode="auto">
            <a:xfrm>
              <a:off x="1692528" y="4364943"/>
              <a:ext cx="399120" cy="503035"/>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kumimoji="1" lang="en-US" altLang="zh-CN" sz="1800">
                  <a:solidFill>
                    <a:srgbClr val="333399"/>
                  </a:solidFill>
                  <a:ea typeface="宋体" panose="02010600030101010101" pitchFamily="2" charset="-122"/>
                </a:rPr>
                <a:t>A</a:t>
              </a:r>
            </a:p>
          </p:txBody>
        </p:sp>
        <p:sp>
          <p:nvSpPr>
            <p:cNvPr id="85018" name="Rectangle 40">
              <a:extLst>
                <a:ext uri="{FF2B5EF4-FFF2-40B4-BE49-F238E27FC236}">
                  <a16:creationId xmlns:a16="http://schemas.microsoft.com/office/drawing/2014/main" id="{1152B200-BD6E-4BFE-B512-BDE2D81A6886}"/>
                </a:ext>
              </a:extLst>
            </p:cNvPr>
            <p:cNvSpPr>
              <a:spLocks noChangeArrowheads="1"/>
            </p:cNvSpPr>
            <p:nvPr/>
          </p:nvSpPr>
          <p:spPr bwMode="auto">
            <a:xfrm>
              <a:off x="6403486" y="5141111"/>
              <a:ext cx="401363" cy="503035"/>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kumimoji="1" lang="en-US" altLang="zh-CN" sz="1800">
                  <a:solidFill>
                    <a:srgbClr val="333399"/>
                  </a:solidFill>
                  <a:ea typeface="宋体" panose="02010600030101010101" pitchFamily="2" charset="-122"/>
                </a:rPr>
                <a:t>B</a:t>
              </a:r>
            </a:p>
          </p:txBody>
        </p:sp>
        <p:grpSp>
          <p:nvGrpSpPr>
            <p:cNvPr id="85019" name="Group 41">
              <a:extLst>
                <a:ext uri="{FF2B5EF4-FFF2-40B4-BE49-F238E27FC236}">
                  <a16:creationId xmlns:a16="http://schemas.microsoft.com/office/drawing/2014/main" id="{4A3DC9E5-46F3-44DA-BFB0-A16077F9E968}"/>
                </a:ext>
              </a:extLst>
            </p:cNvPr>
            <p:cNvGrpSpPr>
              <a:grpSpLocks/>
            </p:cNvGrpSpPr>
            <p:nvPr/>
          </p:nvGrpSpPr>
          <p:grpSpPr bwMode="auto">
            <a:xfrm>
              <a:off x="2092325" y="4437063"/>
              <a:ext cx="4100513" cy="142875"/>
              <a:chOff x="1318" y="2795"/>
              <a:chExt cx="2583" cy="90"/>
            </a:xfrm>
          </p:grpSpPr>
          <p:sp>
            <p:nvSpPr>
              <p:cNvPr id="85053" name="Rectangle 42">
                <a:extLst>
                  <a:ext uri="{FF2B5EF4-FFF2-40B4-BE49-F238E27FC236}">
                    <a16:creationId xmlns:a16="http://schemas.microsoft.com/office/drawing/2014/main" id="{99A6A836-FA51-483E-9486-7D58024E8CCF}"/>
                  </a:ext>
                </a:extLst>
              </p:cNvPr>
              <p:cNvSpPr>
                <a:spLocks noChangeArrowheads="1"/>
              </p:cNvSpPr>
              <p:nvPr/>
            </p:nvSpPr>
            <p:spPr bwMode="auto">
              <a:xfrm>
                <a:off x="1318" y="2795"/>
                <a:ext cx="2462" cy="89"/>
              </a:xfrm>
              <a:prstGeom prst="rect">
                <a:avLst/>
              </a:prstGeom>
              <a:solidFill>
                <a:schemeClr val="accent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09" name="Line 43">
                <a:extLst>
                  <a:ext uri="{FF2B5EF4-FFF2-40B4-BE49-F238E27FC236}">
                    <a16:creationId xmlns:a16="http://schemas.microsoft.com/office/drawing/2014/main" id="{24F631FF-A728-41D6-BEEF-013AAC00148D}"/>
                  </a:ext>
                </a:extLst>
              </p:cNvPr>
              <p:cNvSpPr>
                <a:spLocks noChangeShapeType="1"/>
              </p:cNvSpPr>
              <p:nvPr/>
            </p:nvSpPr>
            <p:spPr bwMode="auto">
              <a:xfrm>
                <a:off x="3779" y="2841"/>
                <a:ext cx="120" cy="0"/>
              </a:xfrm>
              <a:prstGeom prst="line">
                <a:avLst/>
              </a:prstGeom>
              <a:noFill/>
              <a:ln w="12700">
                <a:solidFill>
                  <a:srgbClr val="333399"/>
                </a:solidFill>
                <a:round/>
                <a:headEnd/>
                <a:tailEnd type="triangle" w="sm" len="med"/>
              </a:ln>
              <a:effectLst/>
            </p:spPr>
            <p:txBody>
              <a:bodyPr/>
              <a:lstStyle/>
              <a:p>
                <a:pPr>
                  <a:defRPr/>
                </a:pPr>
                <a:endParaRPr lang="zh-CN" altLang="en-US">
                  <a:latin typeface="+mn-ea"/>
                </a:endParaRPr>
              </a:p>
            </p:txBody>
          </p:sp>
        </p:grpSp>
        <p:grpSp>
          <p:nvGrpSpPr>
            <p:cNvPr id="85020" name="Group 44">
              <a:extLst>
                <a:ext uri="{FF2B5EF4-FFF2-40B4-BE49-F238E27FC236}">
                  <a16:creationId xmlns:a16="http://schemas.microsoft.com/office/drawing/2014/main" id="{8BDF3A25-FADE-41AE-B40C-C9618BE5E9AB}"/>
                </a:ext>
              </a:extLst>
            </p:cNvPr>
            <p:cNvGrpSpPr>
              <a:grpSpLocks/>
            </p:cNvGrpSpPr>
            <p:nvPr/>
          </p:nvGrpSpPr>
          <p:grpSpPr bwMode="auto">
            <a:xfrm>
              <a:off x="5810250" y="4651375"/>
              <a:ext cx="636588" cy="146050"/>
              <a:chOff x="3660" y="2930"/>
              <a:chExt cx="401" cy="92"/>
            </a:xfrm>
          </p:grpSpPr>
          <p:sp>
            <p:nvSpPr>
              <p:cNvPr id="85051" name="Rectangle 45">
                <a:extLst>
                  <a:ext uri="{FF2B5EF4-FFF2-40B4-BE49-F238E27FC236}">
                    <a16:creationId xmlns:a16="http://schemas.microsoft.com/office/drawing/2014/main" id="{E512BED8-0F9C-4E7F-A573-EFE1C6826371}"/>
                  </a:ext>
                </a:extLst>
              </p:cNvPr>
              <p:cNvSpPr>
                <a:spLocks noChangeArrowheads="1"/>
              </p:cNvSpPr>
              <p:nvPr/>
            </p:nvSpPr>
            <p:spPr bwMode="auto">
              <a:xfrm>
                <a:off x="3779" y="2930"/>
                <a:ext cx="281" cy="92"/>
              </a:xfrm>
              <a:prstGeom prst="rect">
                <a:avLst/>
              </a:prstGeom>
              <a:solidFill>
                <a:srgbClr val="996600"/>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07" name="Line 46">
                <a:extLst>
                  <a:ext uri="{FF2B5EF4-FFF2-40B4-BE49-F238E27FC236}">
                    <a16:creationId xmlns:a16="http://schemas.microsoft.com/office/drawing/2014/main" id="{FB07F9B4-E65C-43B6-B96B-AEF6B539C896}"/>
                  </a:ext>
                </a:extLst>
              </p:cNvPr>
              <p:cNvSpPr>
                <a:spLocks noChangeShapeType="1"/>
              </p:cNvSpPr>
              <p:nvPr/>
            </p:nvSpPr>
            <p:spPr bwMode="auto">
              <a:xfrm flipH="1">
                <a:off x="3658" y="2976"/>
                <a:ext cx="120" cy="0"/>
              </a:xfrm>
              <a:prstGeom prst="line">
                <a:avLst/>
              </a:prstGeom>
              <a:noFill/>
              <a:ln w="12700">
                <a:solidFill>
                  <a:srgbClr val="333399"/>
                </a:solidFill>
                <a:round/>
                <a:headEnd/>
                <a:tailEnd type="triangle" w="sm" len="med"/>
              </a:ln>
              <a:effectLst/>
            </p:spPr>
            <p:txBody>
              <a:bodyPr/>
              <a:lstStyle/>
              <a:p>
                <a:pPr>
                  <a:defRPr/>
                </a:pPr>
                <a:endParaRPr lang="zh-CN" altLang="en-US">
                  <a:latin typeface="+mn-ea"/>
                </a:endParaRPr>
              </a:p>
            </p:txBody>
          </p:sp>
        </p:grpSp>
        <p:sp>
          <p:nvSpPr>
            <p:cNvPr id="76" name="Line 47">
              <a:extLst>
                <a:ext uri="{FF2B5EF4-FFF2-40B4-BE49-F238E27FC236}">
                  <a16:creationId xmlns:a16="http://schemas.microsoft.com/office/drawing/2014/main" id="{37555BD2-0BD5-4459-B790-A5C61631232B}"/>
                </a:ext>
              </a:extLst>
            </p:cNvPr>
            <p:cNvSpPr>
              <a:spLocks noChangeShapeType="1"/>
            </p:cNvSpPr>
            <p:nvPr/>
          </p:nvSpPr>
          <p:spPr bwMode="auto">
            <a:xfrm>
              <a:off x="6345187" y="5284554"/>
              <a:ext cx="190592" cy="0"/>
            </a:xfrm>
            <a:prstGeom prst="line">
              <a:avLst/>
            </a:prstGeom>
            <a:noFill/>
            <a:ln w="12700">
              <a:solidFill>
                <a:srgbClr val="333399"/>
              </a:solidFill>
              <a:round/>
              <a:headEnd/>
              <a:tailEnd type="triangle" w="sm" len="med"/>
            </a:ln>
            <a:effectLst/>
          </p:spPr>
          <p:txBody>
            <a:bodyPr/>
            <a:lstStyle/>
            <a:p>
              <a:pPr>
                <a:defRPr/>
              </a:pPr>
              <a:endParaRPr lang="zh-CN" altLang="en-US">
                <a:latin typeface="+mn-ea"/>
              </a:endParaRPr>
            </a:p>
          </p:txBody>
        </p:sp>
        <p:grpSp>
          <p:nvGrpSpPr>
            <p:cNvPr id="85022" name="Group 48">
              <a:extLst>
                <a:ext uri="{FF2B5EF4-FFF2-40B4-BE49-F238E27FC236}">
                  <a16:creationId xmlns:a16="http://schemas.microsoft.com/office/drawing/2014/main" id="{8CD9544B-01A7-48C2-A9CF-7041B0DE2002}"/>
                </a:ext>
              </a:extLst>
            </p:cNvPr>
            <p:cNvGrpSpPr>
              <a:grpSpLocks/>
            </p:cNvGrpSpPr>
            <p:nvPr/>
          </p:nvGrpSpPr>
          <p:grpSpPr bwMode="auto">
            <a:xfrm>
              <a:off x="1692275" y="5903913"/>
              <a:ext cx="5111750" cy="503237"/>
              <a:chOff x="1066" y="3719"/>
              <a:chExt cx="3220" cy="317"/>
            </a:xfrm>
          </p:grpSpPr>
          <p:sp>
            <p:nvSpPr>
              <p:cNvPr id="85046" name="Rectangle 49">
                <a:extLst>
                  <a:ext uri="{FF2B5EF4-FFF2-40B4-BE49-F238E27FC236}">
                    <a16:creationId xmlns:a16="http://schemas.microsoft.com/office/drawing/2014/main" id="{9EE17F88-880A-43AC-B880-C435A268CC87}"/>
                  </a:ext>
                </a:extLst>
              </p:cNvPr>
              <p:cNvSpPr>
                <a:spLocks noChangeArrowheads="1"/>
              </p:cNvSpPr>
              <p:nvPr/>
            </p:nvSpPr>
            <p:spPr bwMode="auto">
              <a:xfrm>
                <a:off x="1298" y="3899"/>
                <a:ext cx="720" cy="92"/>
              </a:xfrm>
              <a:prstGeom prst="rect">
                <a:avLst/>
              </a:prstGeom>
              <a:solidFill>
                <a:srgbClr val="996600"/>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85047" name="Rectangle 50">
                <a:extLst>
                  <a:ext uri="{FF2B5EF4-FFF2-40B4-BE49-F238E27FC236}">
                    <a16:creationId xmlns:a16="http://schemas.microsoft.com/office/drawing/2014/main" id="{41A967A7-131D-4A1D-82C8-C9ACA122C7A6}"/>
                  </a:ext>
                </a:extLst>
              </p:cNvPr>
              <p:cNvSpPr>
                <a:spLocks noChangeArrowheads="1"/>
              </p:cNvSpPr>
              <p:nvPr/>
            </p:nvSpPr>
            <p:spPr bwMode="auto">
              <a:xfrm>
                <a:off x="1298" y="3765"/>
                <a:ext cx="2764" cy="90"/>
              </a:xfrm>
              <a:prstGeom prst="rect">
                <a:avLst/>
              </a:prstGeom>
              <a:solidFill>
                <a:schemeClr val="accent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85048" name="Rectangle 51">
                <a:extLst>
                  <a:ext uri="{FF2B5EF4-FFF2-40B4-BE49-F238E27FC236}">
                    <a16:creationId xmlns:a16="http://schemas.microsoft.com/office/drawing/2014/main" id="{23BE789A-1340-4197-9C2A-560A4718BE2F}"/>
                  </a:ext>
                </a:extLst>
              </p:cNvPr>
              <p:cNvSpPr>
                <a:spLocks noChangeArrowheads="1"/>
              </p:cNvSpPr>
              <p:nvPr/>
            </p:nvSpPr>
            <p:spPr bwMode="auto">
              <a:xfrm>
                <a:off x="1066" y="3719"/>
                <a:ext cx="251" cy="317"/>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kumimoji="1" lang="en-US" altLang="zh-CN" sz="1800">
                    <a:solidFill>
                      <a:srgbClr val="333399"/>
                    </a:solidFill>
                    <a:ea typeface="宋体" panose="02010600030101010101" pitchFamily="2" charset="-122"/>
                  </a:rPr>
                  <a:t>A</a:t>
                </a:r>
              </a:p>
            </p:txBody>
          </p:sp>
          <p:sp>
            <p:nvSpPr>
              <p:cNvPr id="85049" name="Rectangle 52">
                <a:extLst>
                  <a:ext uri="{FF2B5EF4-FFF2-40B4-BE49-F238E27FC236}">
                    <a16:creationId xmlns:a16="http://schemas.microsoft.com/office/drawing/2014/main" id="{4750D48C-BA07-4352-BDFF-81EDE61ED231}"/>
                  </a:ext>
                </a:extLst>
              </p:cNvPr>
              <p:cNvSpPr>
                <a:spLocks noChangeArrowheads="1"/>
              </p:cNvSpPr>
              <p:nvPr/>
            </p:nvSpPr>
            <p:spPr bwMode="auto">
              <a:xfrm>
                <a:off x="4035" y="3719"/>
                <a:ext cx="251" cy="317"/>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kumimoji="1" lang="en-US" altLang="zh-CN" sz="1800">
                    <a:solidFill>
                      <a:srgbClr val="333399"/>
                    </a:solidFill>
                    <a:ea typeface="宋体" panose="02010600030101010101" pitchFamily="2" charset="-122"/>
                  </a:rPr>
                  <a:t>B</a:t>
                </a:r>
              </a:p>
            </p:txBody>
          </p:sp>
          <p:sp>
            <p:nvSpPr>
              <p:cNvPr id="105" name="Line 53">
                <a:extLst>
                  <a:ext uri="{FF2B5EF4-FFF2-40B4-BE49-F238E27FC236}">
                    <a16:creationId xmlns:a16="http://schemas.microsoft.com/office/drawing/2014/main" id="{CB880CFA-5220-4485-BA34-EE098D687902}"/>
                  </a:ext>
                </a:extLst>
              </p:cNvPr>
              <p:cNvSpPr>
                <a:spLocks noChangeShapeType="1"/>
              </p:cNvSpPr>
              <p:nvPr/>
            </p:nvSpPr>
            <p:spPr bwMode="auto">
              <a:xfrm flipH="1">
                <a:off x="1217" y="3945"/>
                <a:ext cx="120" cy="0"/>
              </a:xfrm>
              <a:prstGeom prst="line">
                <a:avLst/>
              </a:prstGeom>
              <a:noFill/>
              <a:ln w="12700">
                <a:solidFill>
                  <a:srgbClr val="333399"/>
                </a:solidFill>
                <a:round/>
                <a:headEnd/>
                <a:tailEnd type="triangle" w="sm" len="med"/>
              </a:ln>
              <a:effectLst/>
            </p:spPr>
            <p:txBody>
              <a:bodyPr/>
              <a:lstStyle/>
              <a:p>
                <a:pPr>
                  <a:defRPr/>
                </a:pPr>
                <a:endParaRPr lang="zh-CN" altLang="en-US">
                  <a:latin typeface="+mn-ea"/>
                </a:endParaRPr>
              </a:p>
            </p:txBody>
          </p:sp>
        </p:grpSp>
        <p:sp>
          <p:nvSpPr>
            <p:cNvPr id="85023" name="Rectangle 54">
              <a:extLst>
                <a:ext uri="{FF2B5EF4-FFF2-40B4-BE49-F238E27FC236}">
                  <a16:creationId xmlns:a16="http://schemas.microsoft.com/office/drawing/2014/main" id="{1B76DD5C-F04D-4A04-BC1C-B9046F4DC6CA}"/>
                </a:ext>
              </a:extLst>
            </p:cNvPr>
            <p:cNvSpPr>
              <a:spLocks noChangeArrowheads="1"/>
            </p:cNvSpPr>
            <p:nvPr/>
          </p:nvSpPr>
          <p:spPr bwMode="auto">
            <a:xfrm>
              <a:off x="6320523" y="3818678"/>
              <a:ext cx="125566" cy="145409"/>
            </a:xfrm>
            <a:prstGeom prst="rect">
              <a:avLst/>
            </a:prstGeom>
            <a:solidFill>
              <a:srgbClr val="996600"/>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85024" name="Rectangle 55">
              <a:extLst>
                <a:ext uri="{FF2B5EF4-FFF2-40B4-BE49-F238E27FC236}">
                  <a16:creationId xmlns:a16="http://schemas.microsoft.com/office/drawing/2014/main" id="{193F914A-797C-4487-BB37-234118A96382}"/>
                </a:ext>
              </a:extLst>
            </p:cNvPr>
            <p:cNvSpPr>
              <a:spLocks noChangeArrowheads="1"/>
            </p:cNvSpPr>
            <p:nvPr/>
          </p:nvSpPr>
          <p:spPr bwMode="auto">
            <a:xfrm>
              <a:off x="2091648" y="3602530"/>
              <a:ext cx="3401486" cy="143444"/>
            </a:xfrm>
            <a:prstGeom prst="rect">
              <a:avLst/>
            </a:prstGeom>
            <a:solidFill>
              <a:schemeClr val="accent1"/>
            </a:solidFill>
            <a:ln w="12700">
              <a:solidFill>
                <a:srgbClr val="333399"/>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85025" name="Rectangle 56">
              <a:extLst>
                <a:ext uri="{FF2B5EF4-FFF2-40B4-BE49-F238E27FC236}">
                  <a16:creationId xmlns:a16="http://schemas.microsoft.com/office/drawing/2014/main" id="{51B04419-EDDC-4428-A794-3DC3D364D463}"/>
                </a:ext>
              </a:extLst>
            </p:cNvPr>
            <p:cNvSpPr>
              <a:spLocks noChangeArrowheads="1"/>
            </p:cNvSpPr>
            <p:nvPr/>
          </p:nvSpPr>
          <p:spPr bwMode="auto">
            <a:xfrm>
              <a:off x="1692528" y="3529826"/>
              <a:ext cx="399120" cy="505000"/>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kumimoji="1" lang="en-US" altLang="zh-CN" sz="1800">
                  <a:solidFill>
                    <a:srgbClr val="333399"/>
                  </a:solidFill>
                  <a:ea typeface="宋体" panose="02010600030101010101" pitchFamily="2" charset="-122"/>
                </a:rPr>
                <a:t>A</a:t>
              </a:r>
            </a:p>
          </p:txBody>
        </p:sp>
        <p:sp>
          <p:nvSpPr>
            <p:cNvPr id="85026" name="Rectangle 57">
              <a:extLst>
                <a:ext uri="{FF2B5EF4-FFF2-40B4-BE49-F238E27FC236}">
                  <a16:creationId xmlns:a16="http://schemas.microsoft.com/office/drawing/2014/main" id="{A5C26335-8031-430C-AAEF-C803395745B8}"/>
                </a:ext>
              </a:extLst>
            </p:cNvPr>
            <p:cNvSpPr>
              <a:spLocks noChangeArrowheads="1"/>
            </p:cNvSpPr>
            <p:nvPr/>
          </p:nvSpPr>
          <p:spPr bwMode="auto">
            <a:xfrm>
              <a:off x="6403486" y="3529826"/>
              <a:ext cx="401363" cy="505000"/>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kumimoji="1" lang="en-US" altLang="zh-CN" sz="1800">
                  <a:solidFill>
                    <a:srgbClr val="333399"/>
                  </a:solidFill>
                  <a:ea typeface="宋体" panose="02010600030101010101" pitchFamily="2" charset="-122"/>
                </a:rPr>
                <a:t>B</a:t>
              </a:r>
            </a:p>
          </p:txBody>
        </p:sp>
        <p:sp>
          <p:nvSpPr>
            <p:cNvPr id="82" name="Line 58">
              <a:extLst>
                <a:ext uri="{FF2B5EF4-FFF2-40B4-BE49-F238E27FC236}">
                  <a16:creationId xmlns:a16="http://schemas.microsoft.com/office/drawing/2014/main" id="{09A1AE1C-B55B-431A-9E87-1174FF3F94DE}"/>
                </a:ext>
              </a:extLst>
            </p:cNvPr>
            <p:cNvSpPr>
              <a:spLocks noChangeShapeType="1"/>
            </p:cNvSpPr>
            <p:nvPr/>
          </p:nvSpPr>
          <p:spPr bwMode="auto">
            <a:xfrm>
              <a:off x="5493134" y="3675235"/>
              <a:ext cx="190592" cy="0"/>
            </a:xfrm>
            <a:prstGeom prst="line">
              <a:avLst/>
            </a:prstGeom>
            <a:noFill/>
            <a:ln w="12700">
              <a:solidFill>
                <a:srgbClr val="333399"/>
              </a:solidFill>
              <a:round/>
              <a:headEnd/>
              <a:tailEnd type="triangle" w="sm" len="med"/>
            </a:ln>
            <a:effectLst/>
          </p:spPr>
          <p:txBody>
            <a:bodyPr/>
            <a:lstStyle/>
            <a:p>
              <a:pPr>
                <a:defRPr/>
              </a:pPr>
              <a:endParaRPr lang="zh-CN" altLang="en-US">
                <a:latin typeface="+mn-ea"/>
              </a:endParaRPr>
            </a:p>
          </p:txBody>
        </p:sp>
        <p:sp>
          <p:nvSpPr>
            <p:cNvPr id="83" name="Line 59">
              <a:extLst>
                <a:ext uri="{FF2B5EF4-FFF2-40B4-BE49-F238E27FC236}">
                  <a16:creationId xmlns:a16="http://schemas.microsoft.com/office/drawing/2014/main" id="{B405993D-8287-4211-A77A-2B79F2801C38}"/>
                </a:ext>
              </a:extLst>
            </p:cNvPr>
            <p:cNvSpPr>
              <a:spLocks noChangeShapeType="1"/>
            </p:cNvSpPr>
            <p:nvPr/>
          </p:nvSpPr>
          <p:spPr bwMode="auto">
            <a:xfrm flipH="1">
              <a:off x="6129932" y="3889417"/>
              <a:ext cx="190592" cy="0"/>
            </a:xfrm>
            <a:prstGeom prst="line">
              <a:avLst/>
            </a:prstGeom>
            <a:noFill/>
            <a:ln w="12700">
              <a:solidFill>
                <a:srgbClr val="333399"/>
              </a:solidFill>
              <a:round/>
              <a:headEnd/>
              <a:tailEnd type="triangle" w="sm" len="med"/>
            </a:ln>
            <a:effectLst/>
          </p:spPr>
          <p:txBody>
            <a:bodyPr/>
            <a:lstStyle/>
            <a:p>
              <a:pPr>
                <a:defRPr/>
              </a:pPr>
              <a:endParaRPr lang="zh-CN" altLang="en-US">
                <a:latin typeface="+mn-ea"/>
              </a:endParaRPr>
            </a:p>
          </p:txBody>
        </p:sp>
        <p:sp>
          <p:nvSpPr>
            <p:cNvPr id="85029" name="Text Box 60">
              <a:extLst>
                <a:ext uri="{FF2B5EF4-FFF2-40B4-BE49-F238E27FC236}">
                  <a16:creationId xmlns:a16="http://schemas.microsoft.com/office/drawing/2014/main" id="{BCCEE6C2-33A7-4EFD-B8F4-9DAA1F9C5056}"/>
                </a:ext>
              </a:extLst>
            </p:cNvPr>
            <p:cNvSpPr txBox="1">
              <a:spLocks noChangeArrowheads="1"/>
            </p:cNvSpPr>
            <p:nvPr/>
          </p:nvSpPr>
          <p:spPr bwMode="auto">
            <a:xfrm>
              <a:off x="-1188758" y="2633795"/>
              <a:ext cx="2811776" cy="903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lnSpc>
                  <a:spcPct val="90000"/>
                </a:lnSpc>
                <a:spcBef>
                  <a:spcPct val="0"/>
                </a:spcBef>
                <a:buClrTx/>
                <a:buSzTx/>
                <a:buFontTx/>
                <a:buNone/>
              </a:pPr>
              <a:r>
                <a:rPr kumimoji="1" lang="en-US" altLang="zh-CN" sz="1800" i="1">
                  <a:solidFill>
                    <a:srgbClr val="333399"/>
                  </a:solidFill>
                  <a:ea typeface="宋体" panose="02010600030101010101" pitchFamily="2" charset="-122"/>
                </a:rPr>
                <a:t> </a:t>
              </a:r>
              <a:r>
                <a:rPr kumimoji="1" lang="en-US" altLang="zh-CN" sz="1400" i="1">
                  <a:solidFill>
                    <a:srgbClr val="333399"/>
                  </a:solidFill>
                  <a:ea typeface="宋体" panose="02010600030101010101" pitchFamily="2" charset="-122"/>
                </a:rPr>
                <a:t>t</a:t>
              </a:r>
              <a:r>
                <a:rPr kumimoji="1" lang="en-US" altLang="zh-CN" sz="1400">
                  <a:solidFill>
                    <a:srgbClr val="333399"/>
                  </a:solidFill>
                  <a:ea typeface="宋体" panose="02010600030101010101" pitchFamily="2" charset="-122"/>
                </a:rPr>
                <a:t> = 0,  A find that the channel is idle, then sending data</a:t>
              </a:r>
              <a:endParaRPr kumimoji="1" lang="zh-CN" altLang="en-US" sz="1400">
                <a:solidFill>
                  <a:srgbClr val="333399"/>
                </a:solidFill>
                <a:ea typeface="宋体" panose="02010600030101010101" pitchFamily="2" charset="-122"/>
              </a:endParaRPr>
            </a:p>
          </p:txBody>
        </p:sp>
        <p:grpSp>
          <p:nvGrpSpPr>
            <p:cNvPr id="85030" name="Group 61">
              <a:extLst>
                <a:ext uri="{FF2B5EF4-FFF2-40B4-BE49-F238E27FC236}">
                  <a16:creationId xmlns:a16="http://schemas.microsoft.com/office/drawing/2014/main" id="{E85727EF-ED13-4018-B60D-D5533D974FC5}"/>
                </a:ext>
              </a:extLst>
            </p:cNvPr>
            <p:cNvGrpSpPr>
              <a:grpSpLocks/>
            </p:cNvGrpSpPr>
            <p:nvPr/>
          </p:nvGrpSpPr>
          <p:grpSpPr bwMode="auto">
            <a:xfrm>
              <a:off x="1995488" y="2808288"/>
              <a:ext cx="446087" cy="142875"/>
              <a:chOff x="1176" y="1872"/>
              <a:chExt cx="336" cy="96"/>
            </a:xfrm>
          </p:grpSpPr>
          <p:sp>
            <p:nvSpPr>
              <p:cNvPr id="85044" name="Rectangle 62">
                <a:extLst>
                  <a:ext uri="{FF2B5EF4-FFF2-40B4-BE49-F238E27FC236}">
                    <a16:creationId xmlns:a16="http://schemas.microsoft.com/office/drawing/2014/main" id="{3B26E682-4D1E-4BD4-95F8-C620774ABE6A}"/>
                  </a:ext>
                </a:extLst>
              </p:cNvPr>
              <p:cNvSpPr>
                <a:spLocks noChangeArrowheads="1"/>
              </p:cNvSpPr>
              <p:nvPr/>
            </p:nvSpPr>
            <p:spPr bwMode="auto">
              <a:xfrm>
                <a:off x="1176" y="1872"/>
                <a:ext cx="193" cy="96"/>
              </a:xfrm>
              <a:prstGeom prst="rect">
                <a:avLst/>
              </a:prstGeom>
              <a:solidFill>
                <a:schemeClr val="accent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00" name="Line 63">
                <a:extLst>
                  <a:ext uri="{FF2B5EF4-FFF2-40B4-BE49-F238E27FC236}">
                    <a16:creationId xmlns:a16="http://schemas.microsoft.com/office/drawing/2014/main" id="{2703FE1D-7E17-497B-A37F-D20CD993C620}"/>
                  </a:ext>
                </a:extLst>
              </p:cNvPr>
              <p:cNvSpPr>
                <a:spLocks noChangeShapeType="1"/>
              </p:cNvSpPr>
              <p:nvPr/>
            </p:nvSpPr>
            <p:spPr bwMode="auto">
              <a:xfrm>
                <a:off x="1368" y="1926"/>
                <a:ext cx="144" cy="0"/>
              </a:xfrm>
              <a:prstGeom prst="line">
                <a:avLst/>
              </a:prstGeom>
              <a:noFill/>
              <a:ln w="12700">
                <a:solidFill>
                  <a:schemeClr val="tx1"/>
                </a:solidFill>
                <a:round/>
                <a:headEnd/>
                <a:tailEnd type="triangle" w="sm" len="med"/>
              </a:ln>
              <a:effectLst/>
            </p:spPr>
            <p:txBody>
              <a:bodyPr/>
              <a:lstStyle/>
              <a:p>
                <a:pPr>
                  <a:defRPr/>
                </a:pPr>
                <a:endParaRPr lang="zh-CN" altLang="en-US">
                  <a:latin typeface="+mn-ea"/>
                </a:endParaRPr>
              </a:p>
            </p:txBody>
          </p:sp>
        </p:grpSp>
        <p:sp>
          <p:nvSpPr>
            <p:cNvPr id="85031" name="Rectangle 64">
              <a:extLst>
                <a:ext uri="{FF2B5EF4-FFF2-40B4-BE49-F238E27FC236}">
                  <a16:creationId xmlns:a16="http://schemas.microsoft.com/office/drawing/2014/main" id="{B9D26DFC-96EC-444E-87EA-736D64EA65D2}"/>
                </a:ext>
              </a:extLst>
            </p:cNvPr>
            <p:cNvSpPr>
              <a:spLocks noChangeArrowheads="1"/>
            </p:cNvSpPr>
            <p:nvPr/>
          </p:nvSpPr>
          <p:spPr bwMode="auto">
            <a:xfrm>
              <a:off x="1692528" y="2735974"/>
              <a:ext cx="399120" cy="505000"/>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kumimoji="1" lang="en-US" altLang="zh-CN" sz="1800">
                  <a:solidFill>
                    <a:srgbClr val="333399"/>
                  </a:solidFill>
                  <a:ea typeface="宋体" panose="02010600030101010101" pitchFamily="2" charset="-122"/>
                </a:rPr>
                <a:t>A</a:t>
              </a:r>
            </a:p>
          </p:txBody>
        </p:sp>
        <p:sp>
          <p:nvSpPr>
            <p:cNvPr id="85032" name="Rectangle 65">
              <a:extLst>
                <a:ext uri="{FF2B5EF4-FFF2-40B4-BE49-F238E27FC236}">
                  <a16:creationId xmlns:a16="http://schemas.microsoft.com/office/drawing/2014/main" id="{221B21DF-899B-4FE5-AC33-C2AEABF862BF}"/>
                </a:ext>
              </a:extLst>
            </p:cNvPr>
            <p:cNvSpPr>
              <a:spLocks noChangeArrowheads="1"/>
            </p:cNvSpPr>
            <p:nvPr/>
          </p:nvSpPr>
          <p:spPr bwMode="auto">
            <a:xfrm>
              <a:off x="6403486" y="2735974"/>
              <a:ext cx="401363" cy="505000"/>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kumimoji="1" lang="en-US" altLang="zh-CN" sz="1800">
                  <a:solidFill>
                    <a:srgbClr val="333399"/>
                  </a:solidFill>
                  <a:ea typeface="宋体" panose="02010600030101010101" pitchFamily="2" charset="-122"/>
                </a:rPr>
                <a:t>B</a:t>
              </a:r>
            </a:p>
          </p:txBody>
        </p:sp>
        <p:sp>
          <p:nvSpPr>
            <p:cNvPr id="85033" name="Text Box 66">
              <a:extLst>
                <a:ext uri="{FF2B5EF4-FFF2-40B4-BE49-F238E27FC236}">
                  <a16:creationId xmlns:a16="http://schemas.microsoft.com/office/drawing/2014/main" id="{8772CFD2-F097-4294-96EB-81598A6EB7C4}"/>
                </a:ext>
              </a:extLst>
            </p:cNvPr>
            <p:cNvSpPr txBox="1">
              <a:spLocks noChangeArrowheads="1"/>
            </p:cNvSpPr>
            <p:nvPr/>
          </p:nvSpPr>
          <p:spPr bwMode="auto">
            <a:xfrm>
              <a:off x="376329" y="458560"/>
              <a:ext cx="973135" cy="457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i="1">
                  <a:solidFill>
                    <a:srgbClr val="333399"/>
                  </a:solidFill>
                  <a:ea typeface="宋体" panose="02010600030101010101" pitchFamily="2" charset="-122"/>
                </a:rPr>
                <a:t>t</a:t>
              </a:r>
              <a:r>
                <a:rPr kumimoji="1" lang="en-US" altLang="zh-CN" sz="1800">
                  <a:solidFill>
                    <a:srgbClr val="333399"/>
                  </a:solidFill>
                  <a:ea typeface="宋体" panose="02010600030101010101" pitchFamily="2" charset="-122"/>
                </a:rPr>
                <a:t> = 0</a:t>
              </a:r>
              <a:endParaRPr kumimoji="1" lang="en-US" altLang="zh-CN" sz="1800" baseline="30000">
                <a:solidFill>
                  <a:srgbClr val="333399"/>
                </a:solidFill>
                <a:ea typeface="宋体" panose="02010600030101010101" pitchFamily="2" charset="-122"/>
              </a:endParaRPr>
            </a:p>
          </p:txBody>
        </p:sp>
        <p:sp>
          <p:nvSpPr>
            <p:cNvPr id="89" name="Line 67">
              <a:extLst>
                <a:ext uri="{FF2B5EF4-FFF2-40B4-BE49-F238E27FC236}">
                  <a16:creationId xmlns:a16="http://schemas.microsoft.com/office/drawing/2014/main" id="{1C7642F1-87F9-4402-8990-806332C590BA}"/>
                </a:ext>
              </a:extLst>
            </p:cNvPr>
            <p:cNvSpPr>
              <a:spLocks noChangeShapeType="1"/>
            </p:cNvSpPr>
            <p:nvPr/>
          </p:nvSpPr>
          <p:spPr bwMode="auto">
            <a:xfrm>
              <a:off x="1450366" y="653093"/>
              <a:ext cx="412573" cy="0"/>
            </a:xfrm>
            <a:prstGeom prst="line">
              <a:avLst/>
            </a:prstGeom>
            <a:noFill/>
            <a:ln w="28575">
              <a:solidFill>
                <a:srgbClr val="333399"/>
              </a:solidFill>
              <a:round/>
              <a:headEnd/>
              <a:tailEnd type="triangle" w="sm" len="med"/>
            </a:ln>
            <a:effectLst/>
          </p:spPr>
          <p:txBody>
            <a:bodyPr/>
            <a:lstStyle/>
            <a:p>
              <a:pPr>
                <a:defRPr/>
              </a:pPr>
              <a:endParaRPr lang="zh-CN" altLang="en-US">
                <a:latin typeface="+mn-ea"/>
              </a:endParaRPr>
            </a:p>
          </p:txBody>
        </p:sp>
        <p:grpSp>
          <p:nvGrpSpPr>
            <p:cNvPr id="85035" name="Group 68">
              <a:extLst>
                <a:ext uri="{FF2B5EF4-FFF2-40B4-BE49-F238E27FC236}">
                  <a16:creationId xmlns:a16="http://schemas.microsoft.com/office/drawing/2014/main" id="{6ADB9D0B-4037-41CC-A116-304192C692D5}"/>
                </a:ext>
              </a:extLst>
            </p:cNvPr>
            <p:cNvGrpSpPr>
              <a:grpSpLocks/>
            </p:cNvGrpSpPr>
            <p:nvPr/>
          </p:nvGrpSpPr>
          <p:grpSpPr bwMode="auto">
            <a:xfrm>
              <a:off x="4110037" y="4921251"/>
              <a:ext cx="5719769" cy="903288"/>
              <a:chOff x="2589" y="3100"/>
              <a:chExt cx="3603" cy="569"/>
            </a:xfrm>
          </p:grpSpPr>
          <p:sp>
            <p:nvSpPr>
              <p:cNvPr id="85042" name="Text Box 69">
                <a:extLst>
                  <a:ext uri="{FF2B5EF4-FFF2-40B4-BE49-F238E27FC236}">
                    <a16:creationId xmlns:a16="http://schemas.microsoft.com/office/drawing/2014/main" id="{1772A5E5-6B6C-4DA5-8313-58AD5141C7F3}"/>
                  </a:ext>
                </a:extLst>
              </p:cNvPr>
              <p:cNvSpPr txBox="1">
                <a:spLocks noChangeArrowheads="1"/>
              </p:cNvSpPr>
              <p:nvPr/>
            </p:nvSpPr>
            <p:spPr bwMode="auto">
              <a:xfrm>
                <a:off x="4332" y="3100"/>
                <a:ext cx="1860" cy="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buClrTx/>
                  <a:buSzTx/>
                  <a:buFontTx/>
                  <a:buNone/>
                </a:pPr>
                <a:r>
                  <a:rPr kumimoji="1" lang="en-US" altLang="zh-CN" sz="1800" i="1">
                    <a:solidFill>
                      <a:srgbClr val="333399"/>
                    </a:solidFill>
                    <a:ea typeface="宋体" panose="02010600030101010101" pitchFamily="2" charset="-122"/>
                  </a:rPr>
                  <a:t>t</a:t>
                </a:r>
                <a:r>
                  <a:rPr kumimoji="1" lang="en-US" altLang="zh-CN" sz="1800">
                    <a:solidFill>
                      <a:srgbClr val="333399"/>
                    </a:solidFill>
                    <a:ea typeface="宋体" panose="02010600030101010101" pitchFamily="2" charset="-122"/>
                  </a:rPr>
                  <a:t> = </a:t>
                </a:r>
                <a:r>
                  <a:rPr kumimoji="1" lang="en-US" altLang="zh-CN" sz="1800">
                    <a:solidFill>
                      <a:srgbClr val="333399"/>
                    </a:solidFill>
                    <a:ea typeface="宋体" panose="02010600030101010101" pitchFamily="2" charset="-122"/>
                    <a:sym typeface="Symbol" panose="05050102010706020507" pitchFamily="18" charset="2"/>
                  </a:rPr>
                  <a:t></a:t>
                </a:r>
                <a:endParaRPr kumimoji="1" lang="en-US" altLang="zh-CN" sz="1800" baseline="30000">
                  <a:solidFill>
                    <a:srgbClr val="333399"/>
                  </a:solidFill>
                  <a:ea typeface="宋体" panose="02010600030101010101" pitchFamily="2" charset="-122"/>
                </a:endParaRPr>
              </a:p>
              <a:p>
                <a:pPr>
                  <a:lnSpc>
                    <a:spcPct val="90000"/>
                  </a:lnSpc>
                  <a:spcBef>
                    <a:spcPct val="0"/>
                  </a:spcBef>
                  <a:buClrTx/>
                  <a:buSzTx/>
                  <a:buFontTx/>
                  <a:buNone/>
                </a:pPr>
                <a:r>
                  <a:rPr kumimoji="1" lang="en-US" altLang="zh-CN" sz="1400">
                    <a:solidFill>
                      <a:srgbClr val="333399"/>
                    </a:solidFill>
                    <a:ea typeface="宋体" panose="02010600030101010101" pitchFamily="2" charset="-122"/>
                  </a:rPr>
                  <a:t>B detect the collision, then stop sending</a:t>
                </a:r>
                <a:endParaRPr kumimoji="1" lang="zh-CN" altLang="en-US" sz="1400">
                  <a:solidFill>
                    <a:srgbClr val="333399"/>
                  </a:solidFill>
                  <a:ea typeface="宋体" panose="02010600030101010101" pitchFamily="2" charset="-122"/>
                </a:endParaRPr>
              </a:p>
            </p:txBody>
          </p:sp>
          <p:sp>
            <p:nvSpPr>
              <p:cNvPr id="98" name="Text Box 70">
                <a:extLst>
                  <a:ext uri="{FF2B5EF4-FFF2-40B4-BE49-F238E27FC236}">
                    <a16:creationId xmlns:a16="http://schemas.microsoft.com/office/drawing/2014/main" id="{E8B18966-121C-4926-A733-EC7143C6952E}"/>
                  </a:ext>
                </a:extLst>
              </p:cNvPr>
              <p:cNvSpPr txBox="1">
                <a:spLocks noChangeArrowheads="1"/>
              </p:cNvSpPr>
              <p:nvPr/>
            </p:nvSpPr>
            <p:spPr bwMode="auto">
              <a:xfrm>
                <a:off x="2589" y="3346"/>
                <a:ext cx="723" cy="288"/>
              </a:xfrm>
              <a:prstGeom prst="rect">
                <a:avLst/>
              </a:prstGeom>
              <a:noFill/>
              <a:ln w="9525">
                <a:noFill/>
                <a:miter lim="800000"/>
                <a:headEnd/>
                <a:tailEnd/>
              </a:ln>
              <a:effectLst/>
            </p:spPr>
            <p:txBody>
              <a:bodyPr wrap="none">
                <a:spAutoFit/>
              </a:bodyPr>
              <a:lstStyle/>
              <a:p>
                <a:pPr>
                  <a:defRPr/>
                </a:pPr>
                <a:r>
                  <a:rPr lang="en-US" altLang="zh-CN" b="1" dirty="0">
                    <a:solidFill>
                      <a:srgbClr val="FF0000"/>
                    </a:solidFill>
                    <a:latin typeface="+mn-ea"/>
                  </a:rPr>
                  <a:t>STOP</a:t>
                </a:r>
              </a:p>
            </p:txBody>
          </p:sp>
        </p:grpSp>
        <p:grpSp>
          <p:nvGrpSpPr>
            <p:cNvPr id="85036" name="Group 71">
              <a:extLst>
                <a:ext uri="{FF2B5EF4-FFF2-40B4-BE49-F238E27FC236}">
                  <a16:creationId xmlns:a16="http://schemas.microsoft.com/office/drawing/2014/main" id="{3DD02F76-524B-4191-89D2-9C3FB736EB94}"/>
                </a:ext>
              </a:extLst>
            </p:cNvPr>
            <p:cNvGrpSpPr>
              <a:grpSpLocks/>
            </p:cNvGrpSpPr>
            <p:nvPr/>
          </p:nvGrpSpPr>
          <p:grpSpPr bwMode="auto">
            <a:xfrm>
              <a:off x="-287338" y="5613403"/>
              <a:ext cx="3489326" cy="1135063"/>
              <a:chOff x="-181" y="3536"/>
              <a:chExt cx="2198" cy="715"/>
            </a:xfrm>
          </p:grpSpPr>
          <p:sp>
            <p:nvSpPr>
              <p:cNvPr id="85040" name="Text Box 72">
                <a:extLst>
                  <a:ext uri="{FF2B5EF4-FFF2-40B4-BE49-F238E27FC236}">
                    <a16:creationId xmlns:a16="http://schemas.microsoft.com/office/drawing/2014/main" id="{308FBA9E-A4B7-4BFC-87FE-F4E189A30E10}"/>
                  </a:ext>
                </a:extLst>
              </p:cNvPr>
              <p:cNvSpPr txBox="1">
                <a:spLocks noChangeArrowheads="1"/>
              </p:cNvSpPr>
              <p:nvPr/>
            </p:nvSpPr>
            <p:spPr bwMode="auto">
              <a:xfrm>
                <a:off x="-181" y="3574"/>
                <a:ext cx="1356" cy="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90000"/>
                  </a:lnSpc>
                  <a:spcBef>
                    <a:spcPct val="0"/>
                  </a:spcBef>
                  <a:buClrTx/>
                  <a:buSzTx/>
                  <a:buFontTx/>
                  <a:buNone/>
                </a:pPr>
                <a:r>
                  <a:rPr kumimoji="1" lang="en-US" altLang="zh-CN" sz="1400" i="1">
                    <a:solidFill>
                      <a:srgbClr val="333399"/>
                    </a:solidFill>
                    <a:ea typeface="宋体" panose="02010600030101010101" pitchFamily="2" charset="-122"/>
                  </a:rPr>
                  <a:t>t</a:t>
                </a:r>
                <a:r>
                  <a:rPr kumimoji="1" lang="en-US" altLang="zh-CN" sz="1400">
                    <a:solidFill>
                      <a:srgbClr val="333399"/>
                    </a:solidFill>
                    <a:ea typeface="宋体" panose="02010600030101010101" pitchFamily="2" charset="-122"/>
                  </a:rPr>
                  <a:t> = 2</a:t>
                </a:r>
                <a:r>
                  <a:rPr kumimoji="1" lang="en-US" altLang="zh-CN" sz="1400">
                    <a:solidFill>
                      <a:srgbClr val="333399"/>
                    </a:solidFill>
                    <a:ea typeface="宋体" panose="02010600030101010101" pitchFamily="2" charset="-122"/>
                    <a:sym typeface="Symbol" panose="05050102010706020507" pitchFamily="18" charset="2"/>
                  </a:rPr>
                  <a:t></a:t>
                </a:r>
                <a:r>
                  <a:rPr kumimoji="1" lang="en-US" altLang="zh-CN" sz="1400">
                    <a:solidFill>
                      <a:srgbClr val="333399"/>
                    </a:solidFill>
                    <a:ea typeface="宋体" panose="02010600030101010101" pitchFamily="2" charset="-122"/>
                  </a:rPr>
                  <a:t> </a:t>
                </a:r>
                <a:r>
                  <a:rPr kumimoji="1" lang="en-US" altLang="zh-CN" sz="1400">
                    <a:solidFill>
                      <a:srgbClr val="333399"/>
                    </a:solidFill>
                    <a:ea typeface="宋体" panose="02010600030101010101" pitchFamily="2" charset="-122"/>
                    <a:sym typeface="Symbol" panose="05050102010706020507" pitchFamily="18" charset="2"/>
                  </a:rPr>
                  <a:t> </a:t>
                </a:r>
                <a:endParaRPr kumimoji="1" lang="en-US" altLang="zh-CN" sz="1400" baseline="30000">
                  <a:solidFill>
                    <a:srgbClr val="333399"/>
                  </a:solidFill>
                  <a:ea typeface="宋体" panose="02010600030101010101" pitchFamily="2" charset="-122"/>
                </a:endParaRPr>
              </a:p>
              <a:p>
                <a:pPr>
                  <a:lnSpc>
                    <a:spcPct val="90000"/>
                  </a:lnSpc>
                  <a:spcBef>
                    <a:spcPct val="0"/>
                  </a:spcBef>
                  <a:buClrTx/>
                  <a:buSzTx/>
                  <a:buFontTx/>
                  <a:buNone/>
                </a:pPr>
                <a:r>
                  <a:rPr kumimoji="1" lang="en-US" altLang="zh-CN" sz="1400">
                    <a:solidFill>
                      <a:srgbClr val="333399"/>
                    </a:solidFill>
                    <a:ea typeface="宋体" panose="02010600030101010101" pitchFamily="2" charset="-122"/>
                  </a:rPr>
                  <a:t>A detect the collision, then stop sending</a:t>
                </a:r>
                <a:endParaRPr kumimoji="1" lang="zh-CN" altLang="en-US" sz="1400">
                  <a:solidFill>
                    <a:srgbClr val="333399"/>
                  </a:solidFill>
                  <a:ea typeface="宋体" panose="02010600030101010101" pitchFamily="2" charset="-122"/>
                </a:endParaRPr>
              </a:p>
            </p:txBody>
          </p:sp>
          <p:sp>
            <p:nvSpPr>
              <p:cNvPr id="96" name="Text Box 73">
                <a:extLst>
                  <a:ext uri="{FF2B5EF4-FFF2-40B4-BE49-F238E27FC236}">
                    <a16:creationId xmlns:a16="http://schemas.microsoft.com/office/drawing/2014/main" id="{60DDFB02-1BE0-49B6-A348-B71176ED0311}"/>
                  </a:ext>
                </a:extLst>
              </p:cNvPr>
              <p:cNvSpPr txBox="1">
                <a:spLocks noChangeArrowheads="1"/>
              </p:cNvSpPr>
              <p:nvPr/>
            </p:nvSpPr>
            <p:spPr bwMode="auto">
              <a:xfrm>
                <a:off x="1294" y="3536"/>
                <a:ext cx="723" cy="288"/>
              </a:xfrm>
              <a:prstGeom prst="rect">
                <a:avLst/>
              </a:prstGeom>
              <a:noFill/>
              <a:ln w="9525">
                <a:noFill/>
                <a:miter lim="800000"/>
                <a:headEnd/>
                <a:tailEnd/>
              </a:ln>
              <a:effectLst/>
            </p:spPr>
            <p:txBody>
              <a:bodyPr wrap="none">
                <a:spAutoFit/>
              </a:bodyPr>
              <a:lstStyle/>
              <a:p>
                <a:pPr>
                  <a:defRPr/>
                </a:pPr>
                <a:r>
                  <a:rPr lang="en-US" altLang="zh-CN" b="1" dirty="0">
                    <a:solidFill>
                      <a:srgbClr val="FF0000"/>
                    </a:solidFill>
                    <a:latin typeface="+mn-ea"/>
                  </a:rPr>
                  <a:t>STOP</a:t>
                </a:r>
              </a:p>
            </p:txBody>
          </p:sp>
        </p:grpSp>
        <p:sp>
          <p:nvSpPr>
            <p:cNvPr id="85037" name="Rectangle 74">
              <a:extLst>
                <a:ext uri="{FF2B5EF4-FFF2-40B4-BE49-F238E27FC236}">
                  <a16:creationId xmlns:a16="http://schemas.microsoft.com/office/drawing/2014/main" id="{349F7691-4909-4967-8BB1-9684C079CB6A}"/>
                </a:ext>
              </a:extLst>
            </p:cNvPr>
            <p:cNvSpPr>
              <a:spLocks noChangeArrowheads="1"/>
            </p:cNvSpPr>
            <p:nvPr/>
          </p:nvSpPr>
          <p:spPr bwMode="auto">
            <a:xfrm>
              <a:off x="1692528" y="5141111"/>
              <a:ext cx="399120" cy="503035"/>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kumimoji="1" lang="en-US" altLang="zh-CN" sz="1800">
                  <a:solidFill>
                    <a:srgbClr val="333399"/>
                  </a:solidFill>
                  <a:ea typeface="宋体" panose="02010600030101010101" pitchFamily="2" charset="-122"/>
                </a:rPr>
                <a:t>A</a:t>
              </a:r>
            </a:p>
          </p:txBody>
        </p:sp>
        <p:sp>
          <p:nvSpPr>
            <p:cNvPr id="85038" name="Rectangle 75">
              <a:extLst>
                <a:ext uri="{FF2B5EF4-FFF2-40B4-BE49-F238E27FC236}">
                  <a16:creationId xmlns:a16="http://schemas.microsoft.com/office/drawing/2014/main" id="{B5C39083-FEE6-400E-8C6F-F130D307C1CE}"/>
                </a:ext>
              </a:extLst>
            </p:cNvPr>
            <p:cNvSpPr>
              <a:spLocks noChangeArrowheads="1"/>
            </p:cNvSpPr>
            <p:nvPr/>
          </p:nvSpPr>
          <p:spPr bwMode="auto">
            <a:xfrm>
              <a:off x="6403486" y="4364943"/>
              <a:ext cx="401363" cy="503035"/>
            </a:xfrm>
            <a:prstGeom prst="rect">
              <a:avLst/>
            </a:prstGeom>
            <a:solidFill>
              <a:srgbClr val="FFFF99"/>
            </a:solidFill>
            <a:ln w="12700">
              <a:solidFill>
                <a:schemeClr val="tx1"/>
              </a:solidFill>
              <a:miter lim="800000"/>
              <a:headEnd/>
              <a:tailEnd/>
            </a:ln>
          </p:spPr>
          <p:txBody>
            <a:bodyPr wrap="none" anchor="ctr"/>
            <a:lstStyle>
              <a:lvl1pPr defTabSz="7620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defTabSz="76200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defTabSz="762000">
                <a:spcBef>
                  <a:spcPct val="20000"/>
                </a:spcBef>
                <a:buChar char="•"/>
                <a:defRPr sz="2000">
                  <a:solidFill>
                    <a:schemeClr val="tx1"/>
                  </a:solidFill>
                  <a:latin typeface="Comic Sans MS" panose="030F0702030302020204" pitchFamily="66" charset="0"/>
                </a:defRPr>
              </a:lvl3pPr>
              <a:lvl4pPr marL="1600200" indent="-228600" defTabSz="762000">
                <a:spcBef>
                  <a:spcPct val="20000"/>
                </a:spcBef>
                <a:buChar char="–"/>
                <a:defRPr sz="2000">
                  <a:solidFill>
                    <a:schemeClr val="tx1"/>
                  </a:solidFill>
                  <a:latin typeface="Times New Roman" panose="02020603050405020304" pitchFamily="18" charset="0"/>
                </a:defRPr>
              </a:lvl4pPr>
              <a:lvl5pPr marL="2057400" indent="-228600" defTabSz="762000">
                <a:spcBef>
                  <a:spcPct val="20000"/>
                </a:spcBef>
                <a:buChar char="»"/>
                <a:defRPr sz="2000">
                  <a:solidFill>
                    <a:schemeClr val="tx1"/>
                  </a:solidFill>
                  <a:latin typeface="Times New Roman" panose="02020603050405020304" pitchFamily="18" charset="0"/>
                </a:defRPr>
              </a:lvl5pPr>
              <a:lvl6pPr marL="25146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620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kumimoji="1" lang="en-US" altLang="zh-CN" sz="1800">
                  <a:solidFill>
                    <a:srgbClr val="333399"/>
                  </a:solidFill>
                  <a:ea typeface="宋体" panose="02010600030101010101" pitchFamily="2" charset="-122"/>
                </a:rPr>
                <a:t>B</a:t>
              </a:r>
            </a:p>
          </p:txBody>
        </p:sp>
        <p:sp>
          <p:nvSpPr>
            <p:cNvPr id="85039" name="Text Box 76">
              <a:extLst>
                <a:ext uri="{FF2B5EF4-FFF2-40B4-BE49-F238E27FC236}">
                  <a16:creationId xmlns:a16="http://schemas.microsoft.com/office/drawing/2014/main" id="{4643E87D-512C-4535-A72B-C840707AC93B}"/>
                </a:ext>
              </a:extLst>
            </p:cNvPr>
            <p:cNvSpPr txBox="1">
              <a:spLocks noChangeArrowheads="1"/>
            </p:cNvSpPr>
            <p:nvPr/>
          </p:nvSpPr>
          <p:spPr bwMode="auto">
            <a:xfrm>
              <a:off x="7098582" y="1780993"/>
              <a:ext cx="3659345" cy="913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zh-CN" altLang="en-US" sz="2400" i="1">
                  <a:solidFill>
                    <a:srgbClr val="FF0000"/>
                  </a:solidFill>
                  <a:ea typeface="宋体" panose="02010600030101010101" pitchFamily="2" charset="-122"/>
                  <a:sym typeface="Symbol" panose="05050102010706020507" pitchFamily="18" charset="2"/>
                </a:rPr>
                <a:t></a:t>
              </a:r>
              <a:r>
                <a:rPr lang="zh-CN" altLang="en-US" sz="2400">
                  <a:solidFill>
                    <a:srgbClr val="FF0000"/>
                  </a:solidFill>
                  <a:ea typeface="宋体" panose="02010600030101010101" pitchFamily="2" charset="-122"/>
                </a:rPr>
                <a:t> </a:t>
              </a:r>
              <a:r>
                <a:rPr lang="en-US" altLang="zh-CN" sz="2400">
                  <a:solidFill>
                    <a:srgbClr val="FF0000"/>
                  </a:solidFill>
                  <a:ea typeface="宋体" panose="02010600030101010101" pitchFamily="2" charset="-122"/>
                </a:rPr>
                <a:t>:</a:t>
              </a:r>
              <a:r>
                <a:rPr lang="en-US" altLang="zh-CN" sz="1800">
                  <a:solidFill>
                    <a:srgbClr val="FF0000"/>
                  </a:solidFill>
                  <a:ea typeface="宋体" panose="02010600030101010101" pitchFamily="2" charset="-122"/>
                </a:rPr>
                <a:t>one way propagation delay</a:t>
              </a:r>
              <a:endParaRPr lang="zh-CN" altLang="en-US" sz="1800">
                <a:solidFill>
                  <a:srgbClr val="FF0000"/>
                </a:solidFill>
                <a:ea typeface="宋体" panose="02010600030101010101" pitchFamily="2" charset="-122"/>
              </a:endParaRPr>
            </a:p>
          </p:txBody>
        </p:sp>
      </p:grpSp>
      <p:sp>
        <p:nvSpPr>
          <p:cNvPr id="84997" name="灯片编号占位符 6">
            <a:extLst>
              <a:ext uri="{FF2B5EF4-FFF2-40B4-BE49-F238E27FC236}">
                <a16:creationId xmlns:a16="http://schemas.microsoft.com/office/drawing/2014/main" id="{BDBAD665-FDAB-4F31-AFBB-8D210420F80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BFD80E77-2E5A-4525-AF9E-AB370E3A4341}" type="slidenum">
              <a:rPr lang="en-US" altLang="zh-CN" sz="1400" smtClean="0">
                <a:latin typeface="Times New Roman" panose="02020603050405020304" pitchFamily="18" charset="0"/>
              </a:rPr>
              <a:pPr>
                <a:spcBef>
                  <a:spcPct val="0"/>
                </a:spcBef>
                <a:buClrTx/>
                <a:buSzTx/>
                <a:buFontTx/>
                <a:buNone/>
              </a:pPr>
              <a:t>64</a:t>
            </a:fld>
            <a:endParaRPr lang="en-US" altLang="zh-CN" sz="1400">
              <a:latin typeface="Times New Roman" panose="02020603050405020304"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E01841C4-8205-453F-B4CB-986F96A72392}"/>
              </a:ext>
            </a:extLst>
          </p:cNvPr>
          <p:cNvSpPr>
            <a:spLocks noGrp="1" noChangeArrowheads="1"/>
          </p:cNvSpPr>
          <p:nvPr>
            <p:ph type="title"/>
          </p:nvPr>
        </p:nvSpPr>
        <p:spPr/>
        <p:txBody>
          <a:bodyPr/>
          <a:lstStyle/>
          <a:p>
            <a:r>
              <a:rPr lang="en-US" altLang="zh-CN">
                <a:ea typeface="宋体" panose="02010600030101010101" pitchFamily="2" charset="-122"/>
              </a:rPr>
              <a:t>CSMA/CD (Collision Detection)</a:t>
            </a:r>
          </a:p>
        </p:txBody>
      </p:sp>
      <p:sp>
        <p:nvSpPr>
          <p:cNvPr id="87043" name="Rectangle 3">
            <a:extLst>
              <a:ext uri="{FF2B5EF4-FFF2-40B4-BE49-F238E27FC236}">
                <a16:creationId xmlns:a16="http://schemas.microsoft.com/office/drawing/2014/main" id="{E193FEE4-7722-4064-99E8-B576062B64BD}"/>
              </a:ext>
            </a:extLst>
          </p:cNvPr>
          <p:cNvSpPr>
            <a:spLocks noGrp="1" noChangeArrowheads="1"/>
          </p:cNvSpPr>
          <p:nvPr>
            <p:ph type="body" idx="1"/>
          </p:nvPr>
        </p:nvSpPr>
        <p:spPr>
          <a:xfrm>
            <a:off x="522288" y="1433513"/>
            <a:ext cx="8264525" cy="4648200"/>
          </a:xfrm>
        </p:spPr>
        <p:txBody>
          <a:bodyPr/>
          <a:lstStyle/>
          <a:p>
            <a:pPr>
              <a:buFont typeface="ZapfDingbats" pitchFamily="82" charset="2"/>
              <a:buNone/>
            </a:pPr>
            <a:r>
              <a:rPr lang="en-US" altLang="zh-CN">
                <a:solidFill>
                  <a:srgbClr val="FF0000"/>
                </a:solidFill>
                <a:ea typeface="宋体" panose="02010600030101010101" pitchFamily="2" charset="-122"/>
              </a:rPr>
              <a:t>CSMA/CD:</a:t>
            </a:r>
            <a:r>
              <a:rPr lang="en-US" altLang="zh-CN">
                <a:ea typeface="宋体" panose="02010600030101010101" pitchFamily="2" charset="-122"/>
              </a:rPr>
              <a:t> carrier sensing, deferral as in CSMA</a:t>
            </a:r>
          </a:p>
          <a:p>
            <a:pPr lvl="1"/>
            <a:r>
              <a:rPr lang="en-US" altLang="zh-CN">
                <a:ea typeface="宋体" panose="02010600030101010101" pitchFamily="2" charset="-122"/>
              </a:rPr>
              <a:t>collisions </a:t>
            </a:r>
            <a:r>
              <a:rPr lang="en-US" altLang="zh-CN" i="1">
                <a:ea typeface="宋体" panose="02010600030101010101" pitchFamily="2" charset="-122"/>
              </a:rPr>
              <a:t>detected</a:t>
            </a:r>
            <a:r>
              <a:rPr lang="en-US" altLang="zh-CN">
                <a:ea typeface="宋体" panose="02010600030101010101" pitchFamily="2" charset="-122"/>
              </a:rPr>
              <a:t> within short time</a:t>
            </a:r>
          </a:p>
          <a:p>
            <a:pPr lvl="1"/>
            <a:r>
              <a:rPr lang="en-US" altLang="zh-CN">
                <a:ea typeface="宋体" panose="02010600030101010101" pitchFamily="2" charset="-122"/>
              </a:rPr>
              <a:t>colliding transmissions aborted, reducing channel wastage </a:t>
            </a:r>
          </a:p>
          <a:p>
            <a:pPr lvl="1"/>
            <a:r>
              <a:rPr lang="en-US" altLang="zh-CN">
                <a:ea typeface="宋体" panose="02010600030101010101" pitchFamily="2" charset="-122"/>
              </a:rPr>
              <a:t>persistent or non-persistent retransmission</a:t>
            </a:r>
          </a:p>
          <a:p>
            <a:r>
              <a:rPr lang="en-US" altLang="zh-CN">
                <a:ea typeface="宋体" panose="02010600030101010101" pitchFamily="2" charset="-122"/>
              </a:rPr>
              <a:t>collision detection:</a:t>
            </a:r>
            <a:r>
              <a:rPr lang="en-US" altLang="zh-CN" sz="2400">
                <a:ea typeface="宋体" panose="02010600030101010101" pitchFamily="2" charset="-122"/>
              </a:rPr>
              <a:t> </a:t>
            </a:r>
          </a:p>
          <a:p>
            <a:pPr lvl="1"/>
            <a:r>
              <a:rPr lang="en-US" altLang="zh-CN">
                <a:ea typeface="宋体" panose="02010600030101010101" pitchFamily="2" charset="-122"/>
              </a:rPr>
              <a:t>easy in wired LANs: measure signal strengths, compare transmitted, received signals</a:t>
            </a:r>
          </a:p>
          <a:p>
            <a:pPr lvl="1"/>
            <a:r>
              <a:rPr lang="en-US" altLang="zh-CN">
                <a:ea typeface="宋体" panose="02010600030101010101" pitchFamily="2" charset="-122"/>
              </a:rPr>
              <a:t>difficult in wireless LANs: receiver shut off while transmitting</a:t>
            </a:r>
            <a:endParaRPr lang="en-US" altLang="zh-CN" b="1">
              <a:ea typeface="宋体" panose="02010600030101010101" pitchFamily="2" charset="-122"/>
            </a:endParaRPr>
          </a:p>
          <a:p>
            <a:r>
              <a:rPr lang="en-US" altLang="zh-CN">
                <a:ea typeface="宋体" panose="02010600030101010101" pitchFamily="2" charset="-122"/>
              </a:rPr>
              <a:t>human analogy: the polite conversationalist </a:t>
            </a:r>
          </a:p>
        </p:txBody>
      </p:sp>
      <p:sp>
        <p:nvSpPr>
          <p:cNvPr id="87044" name="灯片编号占位符 6">
            <a:extLst>
              <a:ext uri="{FF2B5EF4-FFF2-40B4-BE49-F238E27FC236}">
                <a16:creationId xmlns:a16="http://schemas.microsoft.com/office/drawing/2014/main" id="{1508C05F-EF97-4D50-B0B6-1A777DFBADD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A1203A52-0DCA-402D-A702-23961C490DA3}" type="slidenum">
              <a:rPr lang="en-US" altLang="zh-CN" sz="1400" smtClean="0">
                <a:latin typeface="Times New Roman" panose="02020603050405020304" pitchFamily="18" charset="0"/>
              </a:rPr>
              <a:pPr>
                <a:spcBef>
                  <a:spcPct val="0"/>
                </a:spcBef>
                <a:buClrTx/>
                <a:buSzTx/>
                <a:buFontTx/>
                <a:buNone/>
              </a:pPr>
              <a:t>65</a:t>
            </a:fld>
            <a:endParaRPr lang="en-US" altLang="zh-CN" sz="1400">
              <a:latin typeface="Times New Roman" panose="02020603050405020304"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8B5E7F9E-1699-441D-8AE4-D8C14DE94626}"/>
              </a:ext>
            </a:extLst>
          </p:cNvPr>
          <p:cNvSpPr>
            <a:spLocks noGrp="1" noChangeArrowheads="1"/>
          </p:cNvSpPr>
          <p:nvPr>
            <p:ph type="title"/>
          </p:nvPr>
        </p:nvSpPr>
        <p:spPr/>
        <p:txBody>
          <a:bodyPr/>
          <a:lstStyle/>
          <a:p>
            <a:r>
              <a:rPr lang="en-US" altLang="zh-CN" sz="3600">
                <a:ea typeface="宋体" panose="02010600030101010101" pitchFamily="2" charset="-122"/>
              </a:rPr>
              <a:t>CSMA/CD efficiency</a:t>
            </a:r>
          </a:p>
        </p:txBody>
      </p:sp>
      <p:sp>
        <p:nvSpPr>
          <p:cNvPr id="153603" name="Rectangle 3">
            <a:extLst>
              <a:ext uri="{FF2B5EF4-FFF2-40B4-BE49-F238E27FC236}">
                <a16:creationId xmlns:a16="http://schemas.microsoft.com/office/drawing/2014/main" id="{68E9D5D2-3818-48E7-A60E-0418B76CCB80}"/>
              </a:ext>
            </a:extLst>
          </p:cNvPr>
          <p:cNvSpPr>
            <a:spLocks noGrp="1" noChangeArrowheads="1"/>
          </p:cNvSpPr>
          <p:nvPr>
            <p:ph type="body" idx="1"/>
          </p:nvPr>
        </p:nvSpPr>
        <p:spPr>
          <a:xfrm>
            <a:off x="533400" y="1600200"/>
            <a:ext cx="7772400" cy="1684338"/>
          </a:xfrm>
        </p:spPr>
        <p:txBody>
          <a:bodyPr/>
          <a:lstStyle/>
          <a:p>
            <a:pPr marL="238125" indent="-238125"/>
            <a:r>
              <a:rPr lang="en-US" altLang="zh-CN" sz="2400">
                <a:ea typeface="宋体" panose="02010600030101010101" pitchFamily="2" charset="-122"/>
              </a:rPr>
              <a:t>T</a:t>
            </a:r>
            <a:r>
              <a:rPr lang="en-US" altLang="zh-CN" sz="2400" baseline="-25000">
                <a:ea typeface="宋体" panose="02010600030101010101" pitchFamily="2" charset="-122"/>
              </a:rPr>
              <a:t>prop</a:t>
            </a:r>
            <a:r>
              <a:rPr lang="en-US" altLang="zh-CN" sz="2400">
                <a:ea typeface="宋体" panose="02010600030101010101" pitchFamily="2" charset="-122"/>
              </a:rPr>
              <a:t> = max prop delay between 2 nodes in LAN</a:t>
            </a:r>
          </a:p>
          <a:p>
            <a:pPr marL="238125" indent="-238125"/>
            <a:r>
              <a:rPr lang="en-US" altLang="zh-CN" sz="2400">
                <a:ea typeface="宋体" panose="02010600030101010101" pitchFamily="2" charset="-122"/>
              </a:rPr>
              <a:t>t</a:t>
            </a:r>
            <a:r>
              <a:rPr lang="en-US" altLang="zh-CN" sz="2400" baseline="-25000">
                <a:ea typeface="宋体" panose="02010600030101010101" pitchFamily="2" charset="-122"/>
              </a:rPr>
              <a:t>trans</a:t>
            </a:r>
            <a:r>
              <a:rPr lang="en-US" altLang="zh-CN" sz="2400">
                <a:ea typeface="宋体" panose="02010600030101010101" pitchFamily="2" charset="-122"/>
              </a:rPr>
              <a:t> = time to transmit max-size frame</a:t>
            </a:r>
            <a:endParaRPr lang="en-US" altLang="zh-CN">
              <a:ea typeface="宋体" panose="02010600030101010101" pitchFamily="2" charset="-122"/>
            </a:endParaRPr>
          </a:p>
          <a:p>
            <a:pPr marL="238125" indent="-238125"/>
            <a:endParaRPr lang="en-US" altLang="zh-CN">
              <a:ea typeface="宋体" panose="02010600030101010101" pitchFamily="2" charset="-122"/>
            </a:endParaRPr>
          </a:p>
          <a:p>
            <a:pPr marL="238125" indent="-238125"/>
            <a:endParaRPr lang="en-US" altLang="zh-CN">
              <a:ea typeface="宋体" panose="02010600030101010101" pitchFamily="2" charset="-122"/>
            </a:endParaRPr>
          </a:p>
          <a:p>
            <a:pPr marL="238125" indent="-238125"/>
            <a:endParaRPr lang="en-US" altLang="zh-CN">
              <a:ea typeface="宋体" panose="02010600030101010101" pitchFamily="2" charset="-122"/>
            </a:endParaRPr>
          </a:p>
          <a:p>
            <a:pPr marL="238125" indent="-238125"/>
            <a:r>
              <a:rPr lang="en-US" altLang="zh-CN" sz="2400">
                <a:ea typeface="宋体" panose="02010600030101010101" pitchFamily="2" charset="-122"/>
              </a:rPr>
              <a:t>efficiency goes to 1 </a:t>
            </a:r>
          </a:p>
          <a:p>
            <a:pPr marL="695325" lvl="1" indent="-238125"/>
            <a:r>
              <a:rPr lang="en-US" altLang="zh-CN">
                <a:ea typeface="宋体" panose="02010600030101010101" pitchFamily="2" charset="-122"/>
              </a:rPr>
              <a:t>as </a:t>
            </a:r>
            <a:r>
              <a:rPr lang="en-US" altLang="zh-CN" i="1">
                <a:ea typeface="宋体" panose="02010600030101010101" pitchFamily="2" charset="-122"/>
              </a:rPr>
              <a:t>t</a:t>
            </a:r>
            <a:r>
              <a:rPr lang="en-US" altLang="zh-CN" i="1" baseline="-25000">
                <a:ea typeface="宋体" panose="02010600030101010101" pitchFamily="2" charset="-122"/>
              </a:rPr>
              <a:t>prop</a:t>
            </a:r>
            <a:r>
              <a:rPr lang="en-US" altLang="zh-CN">
                <a:ea typeface="宋体" panose="02010600030101010101" pitchFamily="2" charset="-122"/>
              </a:rPr>
              <a:t> goes to 0</a:t>
            </a:r>
          </a:p>
          <a:p>
            <a:pPr marL="695325" lvl="1" indent="-238125"/>
            <a:r>
              <a:rPr lang="en-US" altLang="zh-CN">
                <a:ea typeface="宋体" panose="02010600030101010101" pitchFamily="2" charset="-122"/>
              </a:rPr>
              <a:t>as </a:t>
            </a:r>
            <a:r>
              <a:rPr lang="en-US" altLang="zh-CN" i="1">
                <a:ea typeface="宋体" panose="02010600030101010101" pitchFamily="2" charset="-122"/>
              </a:rPr>
              <a:t>t</a:t>
            </a:r>
            <a:r>
              <a:rPr lang="en-US" altLang="zh-CN" i="1" baseline="-25000">
                <a:ea typeface="宋体" panose="02010600030101010101" pitchFamily="2" charset="-122"/>
              </a:rPr>
              <a:t>trans</a:t>
            </a:r>
            <a:r>
              <a:rPr lang="en-US" altLang="zh-CN">
                <a:ea typeface="宋体" panose="02010600030101010101" pitchFamily="2" charset="-122"/>
              </a:rPr>
              <a:t> goes to infinity</a:t>
            </a:r>
          </a:p>
          <a:p>
            <a:pPr marL="238125" indent="-238125"/>
            <a:r>
              <a:rPr lang="en-US" altLang="zh-CN" sz="2400">
                <a:ea typeface="宋体" panose="02010600030101010101" pitchFamily="2" charset="-122"/>
              </a:rPr>
              <a:t>better performance than ALOHA: and simple, cheap, decentralized</a:t>
            </a:r>
            <a:r>
              <a:rPr lang="en-US" altLang="zh-CN">
                <a:ea typeface="宋体" panose="02010600030101010101" pitchFamily="2" charset="-122"/>
              </a:rPr>
              <a:t>!</a:t>
            </a:r>
          </a:p>
        </p:txBody>
      </p:sp>
      <p:graphicFrame>
        <p:nvGraphicFramePr>
          <p:cNvPr id="153604" name="Object 4">
            <a:extLst>
              <a:ext uri="{FF2B5EF4-FFF2-40B4-BE49-F238E27FC236}">
                <a16:creationId xmlns:a16="http://schemas.microsoft.com/office/drawing/2014/main" id="{CD9D5140-C829-49E0-92D3-45B666B90F16}"/>
              </a:ext>
            </a:extLst>
          </p:cNvPr>
          <p:cNvGraphicFramePr>
            <a:graphicFrameLocks noChangeAspect="1"/>
          </p:cNvGraphicFramePr>
          <p:nvPr/>
        </p:nvGraphicFramePr>
        <p:xfrm>
          <a:off x="2795588" y="2859088"/>
          <a:ext cx="3570287" cy="984250"/>
        </p:xfrm>
        <a:graphic>
          <a:graphicData uri="http://schemas.openxmlformats.org/presentationml/2006/ole">
            <mc:AlternateContent xmlns:mc="http://schemas.openxmlformats.org/markup-compatibility/2006">
              <mc:Choice xmlns:v="urn:schemas-microsoft-com:vml" Requires="v">
                <p:oleObj spid="_x0000_s44036" name="Equation" r:id="rId4" imgW="1422400" imgH="393700" progId="Equation.3">
                  <p:embed/>
                </p:oleObj>
              </mc:Choice>
              <mc:Fallback>
                <p:oleObj name="Equation" r:id="rId4" imgW="1422400" imgH="393700" progId="Equation.3">
                  <p:embed/>
                  <p:pic>
                    <p:nvPicPr>
                      <p:cNvPr id="153604" name="Object 4">
                        <a:extLst>
                          <a:ext uri="{FF2B5EF4-FFF2-40B4-BE49-F238E27FC236}">
                            <a16:creationId xmlns:a16="http://schemas.microsoft.com/office/drawing/2014/main" id="{CD9D5140-C829-49E0-92D3-45B666B90F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95588" y="2859088"/>
                        <a:ext cx="3570287" cy="984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153605" name="页脚占位符 5">
            <a:extLst>
              <a:ext uri="{FF2B5EF4-FFF2-40B4-BE49-F238E27FC236}">
                <a16:creationId xmlns:a16="http://schemas.microsoft.com/office/drawing/2014/main" id="{99FD4F56-9B01-44D8-BFE9-4F962B5F8561}"/>
              </a:ext>
            </a:extLst>
          </p:cNvPr>
          <p:cNvSpPr>
            <a:spLocks noGrp="1"/>
          </p:cNvSpPr>
          <p:nvPr>
            <p:ph type="ftr" sz="quarter" idx="11"/>
          </p:nvPr>
        </p:nvSpPr>
        <p:spPr>
          <a:xfrm>
            <a:off x="5553075" y="6400800"/>
            <a:ext cx="2895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The Data Link Layer</a:t>
            </a:r>
            <a:endParaRPr lang="en-US" altLang="zh-CN" sz="1400">
              <a:latin typeface="Times New Roman" panose="02020603050405020304" pitchFamily="18" charset="0"/>
            </a:endParaRPr>
          </a:p>
        </p:txBody>
      </p:sp>
      <p:sp>
        <p:nvSpPr>
          <p:cNvPr id="153606" name="灯片编号占位符 6">
            <a:extLst>
              <a:ext uri="{FF2B5EF4-FFF2-40B4-BE49-F238E27FC236}">
                <a16:creationId xmlns:a16="http://schemas.microsoft.com/office/drawing/2014/main" id="{8021BF2E-602F-442A-B531-03340A824A2A}"/>
              </a:ext>
            </a:extLst>
          </p:cNvPr>
          <p:cNvSpPr>
            <a:spLocks noGrp="1"/>
          </p:cNvSpPr>
          <p:nvPr>
            <p:ph type="sldNum" sz="quarter" idx="12"/>
          </p:nvPr>
        </p:nvSpPr>
        <p:spPr>
          <a:xfrm>
            <a:off x="8305800" y="6400800"/>
            <a:ext cx="676275"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A0801E66-A5DD-43E6-BB43-F3FECB745574}" type="slidenum">
              <a:rPr lang="en-US" altLang="zh-CN" sz="1400">
                <a:latin typeface="Times New Roman" panose="02020603050405020304" pitchFamily="18" charset="0"/>
              </a:rPr>
              <a:pPr>
                <a:spcBef>
                  <a:spcPct val="0"/>
                </a:spcBef>
                <a:buClrTx/>
                <a:buSzTx/>
                <a:buFontTx/>
                <a:buNone/>
              </a:pPr>
              <a:t>66</a:t>
            </a:fld>
            <a:endParaRPr lang="en-US" altLang="zh-CN" sz="1400">
              <a:latin typeface="Times New Roman" panose="0202060305040502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BD30B6DC-515A-4FF2-AAEC-250899F7F7F3}"/>
              </a:ext>
            </a:extLst>
          </p:cNvPr>
          <p:cNvSpPr>
            <a:spLocks noGrp="1" noChangeArrowheads="1"/>
          </p:cNvSpPr>
          <p:nvPr>
            <p:ph type="title"/>
          </p:nvPr>
        </p:nvSpPr>
        <p:spPr/>
        <p:txBody>
          <a:bodyPr/>
          <a:lstStyle/>
          <a:p>
            <a:r>
              <a:rPr lang="zh-CN" altLang="en-US">
                <a:ea typeface="宋体" panose="02010600030101010101" pitchFamily="2" charset="-122"/>
              </a:rPr>
              <a:t> </a:t>
            </a:r>
            <a:r>
              <a:rPr lang="en-US" altLang="zh-CN">
                <a:ea typeface="宋体" panose="02010600030101010101" pitchFamily="2" charset="-122"/>
              </a:rPr>
              <a:t>Summary of MAC protocols</a:t>
            </a:r>
          </a:p>
        </p:txBody>
      </p:sp>
      <p:sp>
        <p:nvSpPr>
          <p:cNvPr id="88067" name="Rectangle 3">
            <a:extLst>
              <a:ext uri="{FF2B5EF4-FFF2-40B4-BE49-F238E27FC236}">
                <a16:creationId xmlns:a16="http://schemas.microsoft.com/office/drawing/2014/main" id="{22350734-D288-4645-90C6-C1D1ABB8214B}"/>
              </a:ext>
            </a:extLst>
          </p:cNvPr>
          <p:cNvSpPr>
            <a:spLocks noGrp="1" noChangeArrowheads="1"/>
          </p:cNvSpPr>
          <p:nvPr>
            <p:ph type="body" idx="1"/>
          </p:nvPr>
        </p:nvSpPr>
        <p:spPr/>
        <p:txBody>
          <a:bodyPr/>
          <a:lstStyle/>
          <a:p>
            <a:r>
              <a:rPr lang="en-US" altLang="zh-CN">
                <a:ea typeface="宋体" panose="02010600030101010101" pitchFamily="2" charset="-122"/>
              </a:rPr>
              <a:t>What do you do with a shared media?</a:t>
            </a:r>
          </a:p>
          <a:p>
            <a:pPr lvl="1"/>
            <a:r>
              <a:rPr lang="en-US" altLang="zh-CN">
                <a:ea typeface="宋体" panose="02010600030101010101" pitchFamily="2" charset="-122"/>
              </a:rPr>
              <a:t>Channel Partitioning, by time, frequency or code</a:t>
            </a:r>
          </a:p>
          <a:p>
            <a:pPr lvl="2"/>
            <a:r>
              <a:rPr lang="en-US" altLang="zh-CN">
                <a:ea typeface="宋体" panose="02010600030101010101" pitchFamily="2" charset="-122"/>
              </a:rPr>
              <a:t>Time Division,Code Division, Frequency Division</a:t>
            </a:r>
          </a:p>
          <a:p>
            <a:pPr lvl="1"/>
            <a:r>
              <a:rPr lang="en-US" altLang="zh-CN">
                <a:ea typeface="宋体" panose="02010600030101010101" pitchFamily="2" charset="-122"/>
              </a:rPr>
              <a:t>Random partitioning (dynamic), </a:t>
            </a:r>
          </a:p>
          <a:p>
            <a:pPr lvl="2"/>
            <a:r>
              <a:rPr lang="en-US" altLang="zh-CN">
                <a:ea typeface="宋体" panose="02010600030101010101" pitchFamily="2" charset="-122"/>
              </a:rPr>
              <a:t>ALOHA, S-ALOHA, CSMA, CSMA/CD</a:t>
            </a:r>
          </a:p>
          <a:p>
            <a:pPr lvl="2"/>
            <a:r>
              <a:rPr lang="en-US" altLang="zh-CN">
                <a:ea typeface="宋体" panose="02010600030101010101" pitchFamily="2" charset="-122"/>
              </a:rPr>
              <a:t>carrier sensing: easy in some technoligies (wire), hard in others (wireless)</a:t>
            </a:r>
          </a:p>
          <a:p>
            <a:pPr lvl="2"/>
            <a:r>
              <a:rPr lang="en-US" altLang="zh-CN">
                <a:ea typeface="宋体" panose="02010600030101010101" pitchFamily="2" charset="-122"/>
              </a:rPr>
              <a:t>CSMA/CD used in Ethernet</a:t>
            </a:r>
          </a:p>
          <a:p>
            <a:pPr lvl="1"/>
            <a:r>
              <a:rPr lang="en-US" altLang="zh-CN">
                <a:ea typeface="宋体" panose="02010600030101010101" pitchFamily="2" charset="-122"/>
              </a:rPr>
              <a:t>Taking Turns</a:t>
            </a:r>
          </a:p>
          <a:p>
            <a:pPr lvl="2"/>
            <a:r>
              <a:rPr lang="en-US" altLang="zh-CN">
                <a:ea typeface="宋体" panose="02010600030101010101" pitchFamily="2" charset="-122"/>
              </a:rPr>
              <a:t>polling from a central cite, token passing</a:t>
            </a:r>
          </a:p>
        </p:txBody>
      </p:sp>
      <p:sp>
        <p:nvSpPr>
          <p:cNvPr id="88068" name="灯片编号占位符 6">
            <a:extLst>
              <a:ext uri="{FF2B5EF4-FFF2-40B4-BE49-F238E27FC236}">
                <a16:creationId xmlns:a16="http://schemas.microsoft.com/office/drawing/2014/main" id="{179E7CCB-479D-4B68-B5FC-A99B21A02AA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CF228E55-4165-4AB5-93BE-76029FCB7597}" type="slidenum">
              <a:rPr lang="en-US" altLang="zh-CN" sz="1400" smtClean="0">
                <a:latin typeface="Times New Roman" panose="02020603050405020304" pitchFamily="18" charset="0"/>
              </a:rPr>
              <a:pPr>
                <a:spcBef>
                  <a:spcPct val="0"/>
                </a:spcBef>
                <a:buClrTx/>
                <a:buSzTx/>
                <a:buFontTx/>
                <a:buNone/>
              </a:pPr>
              <a:t>67</a:t>
            </a:fld>
            <a:endParaRPr lang="en-US" altLang="zh-CN" sz="1400">
              <a:latin typeface="Times New Roman" panose="020206030504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E8C473EE-09B3-4C11-9F8D-518651F9AAB4}"/>
              </a:ext>
            </a:extLst>
          </p:cNvPr>
          <p:cNvSpPr>
            <a:spLocks noGrp="1" noChangeArrowheads="1"/>
          </p:cNvSpPr>
          <p:nvPr>
            <p:ph type="title"/>
          </p:nvPr>
        </p:nvSpPr>
        <p:spPr/>
        <p:txBody>
          <a:bodyPr/>
          <a:lstStyle/>
          <a:p>
            <a:r>
              <a:rPr lang="en-US" altLang="zh-CN">
                <a:ea typeface="宋体" panose="02010600030101010101" pitchFamily="2" charset="-122"/>
              </a:rPr>
              <a:t>Summary of MAC protocols</a:t>
            </a:r>
          </a:p>
        </p:txBody>
      </p:sp>
      <p:sp>
        <p:nvSpPr>
          <p:cNvPr id="89091" name="Rectangle 3">
            <a:extLst>
              <a:ext uri="{FF2B5EF4-FFF2-40B4-BE49-F238E27FC236}">
                <a16:creationId xmlns:a16="http://schemas.microsoft.com/office/drawing/2014/main" id="{0A089B47-A35F-4B55-8056-1171AAF1AE15}"/>
              </a:ext>
            </a:extLst>
          </p:cNvPr>
          <p:cNvSpPr>
            <a:spLocks noGrp="1" noChangeArrowheads="1"/>
          </p:cNvSpPr>
          <p:nvPr>
            <p:ph type="body" idx="1"/>
          </p:nvPr>
        </p:nvSpPr>
        <p:spPr/>
        <p:txBody>
          <a:bodyPr/>
          <a:lstStyle/>
          <a:p>
            <a:pPr>
              <a:buFont typeface="ZapfDingbats" pitchFamily="82" charset="2"/>
              <a:buNone/>
            </a:pPr>
            <a:r>
              <a:rPr lang="en-US" altLang="zh-CN" sz="2400">
                <a:solidFill>
                  <a:schemeClr val="accent2"/>
                </a:solidFill>
                <a:ea typeface="宋体" panose="02010600030101010101" pitchFamily="2" charset="-122"/>
              </a:rPr>
              <a:t>channel partitioning MAC protocols:</a:t>
            </a:r>
            <a:endParaRPr lang="en-US" altLang="zh-CN">
              <a:ea typeface="宋体" panose="02010600030101010101" pitchFamily="2" charset="-122"/>
            </a:endParaRPr>
          </a:p>
          <a:p>
            <a:pPr lvl="1"/>
            <a:r>
              <a:rPr lang="en-US" altLang="zh-CN">
                <a:ea typeface="宋体" panose="02010600030101010101" pitchFamily="2" charset="-122"/>
              </a:rPr>
              <a:t>share channel efficiently at high load</a:t>
            </a:r>
          </a:p>
          <a:p>
            <a:pPr lvl="1"/>
            <a:r>
              <a:rPr lang="en-US" altLang="zh-CN">
                <a:ea typeface="宋体" panose="02010600030101010101" pitchFamily="2" charset="-122"/>
              </a:rPr>
              <a:t>inefficient at low load: delay in channel access, 1/N bandwidth allocated even if only 1 active node! </a:t>
            </a:r>
          </a:p>
          <a:p>
            <a:pPr>
              <a:buFont typeface="ZapfDingbats" pitchFamily="82" charset="2"/>
              <a:buNone/>
            </a:pPr>
            <a:r>
              <a:rPr lang="en-US" altLang="zh-CN" sz="2400">
                <a:solidFill>
                  <a:schemeClr val="accent2"/>
                </a:solidFill>
                <a:ea typeface="宋体" panose="02010600030101010101" pitchFamily="2" charset="-122"/>
              </a:rPr>
              <a:t>Random access MAC protocols</a:t>
            </a:r>
            <a:endParaRPr lang="en-US" altLang="zh-CN">
              <a:ea typeface="宋体" panose="02010600030101010101" pitchFamily="2" charset="-122"/>
            </a:endParaRPr>
          </a:p>
          <a:p>
            <a:pPr lvl="1"/>
            <a:r>
              <a:rPr lang="en-US" altLang="zh-CN">
                <a:ea typeface="宋体" panose="02010600030101010101" pitchFamily="2" charset="-122"/>
              </a:rPr>
              <a:t>efficient at low load: single node can fully utilize channel</a:t>
            </a:r>
          </a:p>
          <a:p>
            <a:pPr lvl="1"/>
            <a:r>
              <a:rPr lang="en-US" altLang="zh-CN">
                <a:ea typeface="宋体" panose="02010600030101010101" pitchFamily="2" charset="-122"/>
              </a:rPr>
              <a:t>high load: collision overhead</a:t>
            </a:r>
          </a:p>
          <a:p>
            <a:pPr>
              <a:buFont typeface="ZapfDingbats" pitchFamily="82" charset="2"/>
              <a:buNone/>
            </a:pPr>
            <a:r>
              <a:rPr lang="en-US" altLang="zh-CN" sz="2400">
                <a:solidFill>
                  <a:schemeClr val="accent2"/>
                </a:solidFill>
                <a:ea typeface="宋体" panose="02010600030101010101" pitchFamily="2" charset="-122"/>
              </a:rPr>
              <a:t>“taking turns” protocols</a:t>
            </a:r>
            <a:endParaRPr lang="en-US" altLang="zh-CN">
              <a:ea typeface="宋体" panose="02010600030101010101" pitchFamily="2" charset="-122"/>
            </a:endParaRPr>
          </a:p>
          <a:p>
            <a:pPr lvl="1">
              <a:buFont typeface="ZapfDingbats" pitchFamily="82" charset="2"/>
              <a:buNone/>
            </a:pPr>
            <a:r>
              <a:rPr lang="en-US" altLang="zh-CN">
                <a:ea typeface="宋体" panose="02010600030101010101" pitchFamily="2" charset="-122"/>
              </a:rPr>
              <a:t>look for best of both worlds!</a:t>
            </a:r>
          </a:p>
        </p:txBody>
      </p:sp>
      <p:sp>
        <p:nvSpPr>
          <p:cNvPr id="89092" name="灯片编号占位符 6">
            <a:extLst>
              <a:ext uri="{FF2B5EF4-FFF2-40B4-BE49-F238E27FC236}">
                <a16:creationId xmlns:a16="http://schemas.microsoft.com/office/drawing/2014/main" id="{4F143D1D-1791-47DF-8926-194F23E08978}"/>
              </a:ext>
            </a:extLst>
          </p:cNvPr>
          <p:cNvSpPr txBox="1">
            <a:spLocks noGrp="1"/>
          </p:cNvSpPr>
          <p:nvPr/>
        </p:nvSpPr>
        <p:spPr bwMode="auto">
          <a:xfrm>
            <a:off x="8162925" y="6400800"/>
            <a:ext cx="676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400">
                <a:latin typeface="Times New Roman" panose="02020603050405020304" pitchFamily="18" charset="0"/>
                <a:ea typeface="宋体" panose="02010600030101010101" pitchFamily="2" charset="-122"/>
              </a:rPr>
              <a:t>3-</a:t>
            </a:r>
            <a:fld id="{7CB9A416-0C94-42E1-A3CB-6D8D97E1CCE9}" type="slidenum">
              <a:rPr lang="en-US" altLang="zh-CN" sz="1400">
                <a:latin typeface="Times New Roman" panose="02020603050405020304" pitchFamily="18" charset="0"/>
                <a:ea typeface="宋体" panose="02010600030101010101" pitchFamily="2" charset="-122"/>
              </a:rPr>
              <a:pPr algn="r">
                <a:spcBef>
                  <a:spcPct val="0"/>
                </a:spcBef>
                <a:buClrTx/>
                <a:buSzTx/>
                <a:buFontTx/>
                <a:buNone/>
              </a:pPr>
              <a:t>68</a:t>
            </a:fld>
            <a:endParaRPr lang="en-US" altLang="zh-CN" sz="1400">
              <a:latin typeface="Times New Roman" panose="02020603050405020304" pitchFamily="18" charset="0"/>
              <a:ea typeface="宋体" panose="0201060003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F2CB05F7-0170-4DA2-AB5D-18C86D58190B}"/>
              </a:ext>
            </a:extLst>
          </p:cNvPr>
          <p:cNvSpPr>
            <a:spLocks noGrp="1" noChangeArrowheads="1"/>
          </p:cNvSpPr>
          <p:nvPr>
            <p:ph type="title"/>
          </p:nvPr>
        </p:nvSpPr>
        <p:spPr/>
        <p:txBody>
          <a:bodyPr/>
          <a:lstStyle/>
          <a:p>
            <a:r>
              <a:rPr lang="en-US" altLang="zh-CN">
                <a:ea typeface="宋体" panose="02010600030101010101" pitchFamily="2" charset="-122"/>
              </a:rPr>
              <a:t>Exercises-4</a:t>
            </a:r>
            <a:endParaRPr lang="zh-CN" altLang="en-US">
              <a:ea typeface="宋体" panose="02010600030101010101" pitchFamily="2" charset="-122"/>
            </a:endParaRPr>
          </a:p>
        </p:txBody>
      </p:sp>
      <p:sp>
        <p:nvSpPr>
          <p:cNvPr id="90115" name="内容占位符 2">
            <a:extLst>
              <a:ext uri="{FF2B5EF4-FFF2-40B4-BE49-F238E27FC236}">
                <a16:creationId xmlns:a16="http://schemas.microsoft.com/office/drawing/2014/main" id="{64D41A89-3721-47AF-8B43-B4FFB35F4937}"/>
              </a:ext>
            </a:extLst>
          </p:cNvPr>
          <p:cNvSpPr>
            <a:spLocks noGrp="1" noChangeArrowheads="1"/>
          </p:cNvSpPr>
          <p:nvPr>
            <p:ph idx="1"/>
          </p:nvPr>
        </p:nvSpPr>
        <p:spPr>
          <a:xfrm>
            <a:off x="533400" y="1600200"/>
            <a:ext cx="8096250" cy="4648200"/>
          </a:xfrm>
        </p:spPr>
        <p:txBody>
          <a:bodyPr/>
          <a:lstStyle/>
          <a:p>
            <a:pPr algn="just"/>
            <a:r>
              <a:rPr lang="en-US" altLang="zh-CN" dirty="0">
                <a:ea typeface="宋体" panose="02010600030101010101" pitchFamily="2" charset="-122"/>
              </a:rPr>
              <a:t>A LAN adopts CSMA/CD protocol to realize the media access control. The data transmission rate is 10Mbps, the distance between host A and host B is 2km, and the signal propagation speed is 200000km/s. If there is a conflict when two hosts send data, how long will it take from the time when they start sending data to the time when both hosts detect the conflict? (What is the minimum and maximum duration?)</a:t>
            </a:r>
            <a:endParaRPr lang="zh-CN" altLang="en-US" dirty="0">
              <a:ea typeface="宋体" panose="02010600030101010101" pitchFamily="2" charset="-122"/>
            </a:endParaRPr>
          </a:p>
        </p:txBody>
      </p:sp>
      <p:sp>
        <p:nvSpPr>
          <p:cNvPr id="90116" name="灯片编号占位符 6">
            <a:extLst>
              <a:ext uri="{FF2B5EF4-FFF2-40B4-BE49-F238E27FC236}">
                <a16:creationId xmlns:a16="http://schemas.microsoft.com/office/drawing/2014/main" id="{96F9EF14-2A2A-4F58-9AAA-0AB5FD6E8E95}"/>
              </a:ext>
            </a:extLst>
          </p:cNvPr>
          <p:cNvSpPr txBox="1">
            <a:spLocks noGrp="1"/>
          </p:cNvSpPr>
          <p:nvPr/>
        </p:nvSpPr>
        <p:spPr bwMode="auto">
          <a:xfrm>
            <a:off x="8162925" y="6400800"/>
            <a:ext cx="676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400">
                <a:latin typeface="Times New Roman" panose="02020603050405020304" pitchFamily="18" charset="0"/>
                <a:ea typeface="宋体" panose="02010600030101010101" pitchFamily="2" charset="-122"/>
              </a:rPr>
              <a:t>3-</a:t>
            </a:r>
            <a:fld id="{86AC7FF8-B89E-4CE4-A216-97ABE47D5DB5}" type="slidenum">
              <a:rPr lang="en-US" altLang="zh-CN" sz="1400">
                <a:latin typeface="Times New Roman" panose="02020603050405020304" pitchFamily="18" charset="0"/>
                <a:ea typeface="宋体" panose="02010600030101010101" pitchFamily="2" charset="-122"/>
              </a:rPr>
              <a:pPr algn="r">
                <a:spcBef>
                  <a:spcPct val="0"/>
                </a:spcBef>
                <a:buClrTx/>
                <a:buSzTx/>
                <a:buFontTx/>
                <a:buNone/>
              </a:pPr>
              <a:t>69</a:t>
            </a:fld>
            <a:endParaRPr lang="en-US" altLang="zh-CN" sz="1400">
              <a:latin typeface="Times New Roman" panose="02020603050405020304" pitchFamily="18" charset="0"/>
              <a:ea typeface="宋体" panose="02010600030101010101" pitchFamily="2"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6">
            <a:extLst>
              <a:ext uri="{FF2B5EF4-FFF2-40B4-BE49-F238E27FC236}">
                <a16:creationId xmlns:a16="http://schemas.microsoft.com/office/drawing/2014/main" id="{9C5CCB64-7177-448F-B0BC-19AFB95E80F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8295D76D-1D12-4C7D-B8E7-E984D536B563}" type="slidenum">
              <a:rPr lang="en-US" altLang="zh-CN" sz="1400" smtClean="0">
                <a:latin typeface="Times New Roman" panose="02020603050405020304" pitchFamily="18" charset="0"/>
              </a:rPr>
              <a:pPr>
                <a:spcBef>
                  <a:spcPct val="0"/>
                </a:spcBef>
                <a:buClrTx/>
                <a:buSzTx/>
                <a:buFontTx/>
                <a:buNone/>
              </a:pPr>
              <a:t>70</a:t>
            </a:fld>
            <a:endParaRPr lang="en-US" altLang="zh-CN" sz="1400">
              <a:latin typeface="Times New Roman" panose="02020603050405020304" pitchFamily="18" charset="0"/>
            </a:endParaRPr>
          </a:p>
        </p:txBody>
      </p:sp>
      <p:sp>
        <p:nvSpPr>
          <p:cNvPr id="92163" name="Rectangle 2">
            <a:extLst>
              <a:ext uri="{FF2B5EF4-FFF2-40B4-BE49-F238E27FC236}">
                <a16:creationId xmlns:a16="http://schemas.microsoft.com/office/drawing/2014/main" id="{11D51054-8613-451D-981E-6720218BD78D}"/>
              </a:ext>
            </a:extLst>
          </p:cNvPr>
          <p:cNvSpPr>
            <a:spLocks noGrp="1" noChangeArrowheads="1"/>
          </p:cNvSpPr>
          <p:nvPr>
            <p:ph type="title"/>
          </p:nvPr>
        </p:nvSpPr>
        <p:spPr/>
        <p:txBody>
          <a:bodyPr/>
          <a:lstStyle/>
          <a:p>
            <a:r>
              <a:rPr lang="en-US" altLang="zh-CN">
                <a:ea typeface="宋体" panose="02010600030101010101" pitchFamily="2" charset="-122"/>
              </a:rPr>
              <a:t>Chapter 3: Summary</a:t>
            </a:r>
          </a:p>
        </p:txBody>
      </p:sp>
      <p:sp>
        <p:nvSpPr>
          <p:cNvPr id="92164" name="Rectangle 3">
            <a:extLst>
              <a:ext uri="{FF2B5EF4-FFF2-40B4-BE49-F238E27FC236}">
                <a16:creationId xmlns:a16="http://schemas.microsoft.com/office/drawing/2014/main" id="{A76368BE-27E8-4107-99E5-4D4CE4051B0C}"/>
              </a:ext>
            </a:extLst>
          </p:cNvPr>
          <p:cNvSpPr>
            <a:spLocks noGrp="1" noChangeArrowheads="1"/>
          </p:cNvSpPr>
          <p:nvPr>
            <p:ph type="body" sz="half" idx="1"/>
          </p:nvPr>
        </p:nvSpPr>
        <p:spPr>
          <a:xfrm>
            <a:off x="533400" y="1630363"/>
            <a:ext cx="7307263" cy="4770437"/>
          </a:xfrm>
        </p:spPr>
        <p:txBody>
          <a:bodyPr/>
          <a:lstStyle/>
          <a:p>
            <a:r>
              <a:rPr lang="en-US" altLang="zh-CN" sz="2400">
                <a:ea typeface="宋体" panose="02010600030101010101" pitchFamily="2" charset="-122"/>
              </a:rPr>
              <a:t>principles behind data link layer services:</a:t>
            </a:r>
          </a:p>
          <a:p>
            <a:pPr lvl="1"/>
            <a:r>
              <a:rPr lang="en-US" altLang="zh-CN" sz="2000">
                <a:ea typeface="宋体" panose="02010600030101010101" pitchFamily="2" charset="-122"/>
              </a:rPr>
              <a:t>framing</a:t>
            </a:r>
          </a:p>
          <a:p>
            <a:pPr lvl="1"/>
            <a:r>
              <a:rPr lang="en-US" altLang="zh-CN" sz="2000">
                <a:ea typeface="宋体" panose="02010600030101010101" pitchFamily="2" charset="-122"/>
              </a:rPr>
              <a:t>error detection, correction</a:t>
            </a:r>
          </a:p>
          <a:p>
            <a:pPr lvl="1"/>
            <a:r>
              <a:rPr lang="en-US" altLang="zh-CN" sz="2000">
                <a:ea typeface="宋体" panose="02010600030101010101" pitchFamily="2" charset="-122"/>
              </a:rPr>
              <a:t>reliable data transfer </a:t>
            </a:r>
          </a:p>
          <a:p>
            <a:pPr lvl="1"/>
            <a:r>
              <a:rPr lang="en-US" altLang="zh-CN" sz="2000">
                <a:ea typeface="宋体" panose="02010600030101010101" pitchFamily="2" charset="-122"/>
              </a:rPr>
              <a:t>sharing a broadcast channel: multiple access</a:t>
            </a:r>
          </a:p>
          <a:p>
            <a:r>
              <a:rPr lang="en-US" altLang="zh-CN" sz="2400">
                <a:ea typeface="宋体" panose="02010600030101010101" pitchFamily="2" charset="-122"/>
              </a:rPr>
              <a:t>Next, various link layer technologies</a:t>
            </a:r>
          </a:p>
          <a:p>
            <a:pPr lvl="1"/>
            <a:r>
              <a:rPr lang="en-US" altLang="zh-CN" sz="2000">
                <a:ea typeface="宋体" panose="02010600030101010101" pitchFamily="2" charset="-122"/>
              </a:rPr>
              <a:t>LAN Model</a:t>
            </a:r>
          </a:p>
          <a:p>
            <a:pPr lvl="1"/>
            <a:r>
              <a:rPr lang="en-US" altLang="zh-CN" sz="2000">
                <a:ea typeface="宋体" panose="02010600030101010101" pitchFamily="2" charset="-122"/>
              </a:rPr>
              <a:t>Ethernet</a:t>
            </a:r>
          </a:p>
          <a:p>
            <a:pPr lvl="1"/>
            <a:r>
              <a:rPr lang="en-US" altLang="zh-CN" sz="2000">
                <a:ea typeface="宋体" panose="02010600030101010101" pitchFamily="2" charset="-122"/>
              </a:rPr>
              <a:t>WLAN</a:t>
            </a:r>
          </a:p>
          <a:p>
            <a:pPr lvl="1"/>
            <a:endParaRPr lang="en-US" altLang="zh-CN" sz="2000">
              <a:ea typeface="宋体" panose="02010600030101010101" pitchFamily="2"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a:extLst>
              <a:ext uri="{FF2B5EF4-FFF2-40B4-BE49-F238E27FC236}">
                <a16:creationId xmlns:a16="http://schemas.microsoft.com/office/drawing/2014/main" id="{F18D9658-0B14-418B-99AE-B64E54CAE226}"/>
              </a:ext>
            </a:extLst>
          </p:cNvPr>
          <p:cNvSpPr>
            <a:spLocks noGrp="1" noChangeArrowheads="1"/>
          </p:cNvSpPr>
          <p:nvPr>
            <p:ph type="title"/>
          </p:nvPr>
        </p:nvSpPr>
        <p:spPr/>
        <p:txBody>
          <a:bodyPr/>
          <a:lstStyle/>
          <a:p>
            <a:r>
              <a:rPr lang="en-US" altLang="zh-CN">
                <a:ea typeface="宋体" panose="02010600030101010101" pitchFamily="2" charset="-122"/>
              </a:rPr>
              <a:t>Homework</a:t>
            </a:r>
            <a:endParaRPr lang="zh-CN" altLang="en-US">
              <a:ea typeface="宋体" panose="02010600030101010101" pitchFamily="2" charset="-122"/>
            </a:endParaRPr>
          </a:p>
        </p:txBody>
      </p:sp>
      <p:sp>
        <p:nvSpPr>
          <p:cNvPr id="3" name="内容占位符 2">
            <a:extLst>
              <a:ext uri="{FF2B5EF4-FFF2-40B4-BE49-F238E27FC236}">
                <a16:creationId xmlns:a16="http://schemas.microsoft.com/office/drawing/2014/main" id="{8D6373AC-85EF-4B6E-943D-A43EF53A021F}"/>
              </a:ext>
            </a:extLst>
          </p:cNvPr>
          <p:cNvSpPr>
            <a:spLocks noGrp="1"/>
          </p:cNvSpPr>
          <p:nvPr>
            <p:ph idx="1"/>
          </p:nvPr>
        </p:nvSpPr>
        <p:spPr/>
        <p:txBody>
          <a:bodyPr/>
          <a:lstStyle/>
          <a:p>
            <a:pPr>
              <a:defRPr/>
            </a:pPr>
            <a:r>
              <a:rPr lang="en-US" altLang="zh-CN" dirty="0">
                <a:ea typeface="宋体" panose="02010600030101010101" pitchFamily="2" charset="-122"/>
              </a:rPr>
              <a:t>P319-322</a:t>
            </a:r>
          </a:p>
          <a:p>
            <a:pPr>
              <a:buFont typeface="ZapfDingbats" pitchFamily="82" charset="2"/>
              <a:buNone/>
              <a:defRPr/>
            </a:pPr>
            <a:r>
              <a:rPr lang="en-US" altLang="zh-CN" dirty="0">
                <a:ea typeface="宋体" panose="02010600030101010101" pitchFamily="2" charset="-122"/>
              </a:rPr>
              <a:t>   P9,11,17,22</a:t>
            </a:r>
          </a:p>
          <a:p>
            <a:pPr>
              <a:buFont typeface="Wingdings" panose="05000000000000000000" pitchFamily="2" charset="2"/>
              <a:buChar char="p"/>
              <a:defRPr/>
            </a:pPr>
            <a:r>
              <a:rPr lang="en-US" altLang="zh-CN" dirty="0">
                <a:ea typeface="宋体" panose="02010600030101010101" pitchFamily="2" charset="-122"/>
              </a:rPr>
              <a:t>P537</a:t>
            </a:r>
          </a:p>
          <a:p>
            <a:pPr marL="0" indent="0">
              <a:buFont typeface="ZapfDingbats" pitchFamily="82" charset="2"/>
              <a:buNone/>
              <a:defRPr/>
            </a:pPr>
            <a:r>
              <a:rPr lang="en-US" altLang="zh-CN" dirty="0">
                <a:ea typeface="宋体" panose="02010600030101010101" pitchFamily="2" charset="-122"/>
              </a:rPr>
              <a:t>   P5</a:t>
            </a:r>
            <a:endParaRPr lang="zh-CN" altLang="en-US" dirty="0">
              <a:ea typeface="宋体" panose="02010600030101010101" pitchFamily="2" charset="-122"/>
            </a:endParaRPr>
          </a:p>
        </p:txBody>
      </p:sp>
      <p:sp>
        <p:nvSpPr>
          <p:cNvPr id="93188" name="灯片编号占位符 6">
            <a:extLst>
              <a:ext uri="{FF2B5EF4-FFF2-40B4-BE49-F238E27FC236}">
                <a16:creationId xmlns:a16="http://schemas.microsoft.com/office/drawing/2014/main" id="{880F855C-4D72-4EEF-BADA-08883A3F806D}"/>
              </a:ext>
            </a:extLst>
          </p:cNvPr>
          <p:cNvSpPr txBox="1">
            <a:spLocks noGrp="1"/>
          </p:cNvSpPr>
          <p:nvPr/>
        </p:nvSpPr>
        <p:spPr bwMode="auto">
          <a:xfrm>
            <a:off x="8162925" y="6400800"/>
            <a:ext cx="676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400">
                <a:latin typeface="Times New Roman" panose="02020603050405020304" pitchFamily="18" charset="0"/>
                <a:ea typeface="宋体" panose="02010600030101010101" pitchFamily="2" charset="-122"/>
              </a:rPr>
              <a:t>3-</a:t>
            </a:r>
            <a:fld id="{C8256A6C-CB7E-4CF3-987D-6FC178A8DAF8}" type="slidenum">
              <a:rPr lang="en-US" altLang="zh-CN" sz="1400">
                <a:latin typeface="Times New Roman" panose="02020603050405020304" pitchFamily="18" charset="0"/>
                <a:ea typeface="宋体" panose="02010600030101010101" pitchFamily="2" charset="-122"/>
              </a:rPr>
              <a:pPr algn="r">
                <a:spcBef>
                  <a:spcPct val="0"/>
                </a:spcBef>
                <a:buClrTx/>
                <a:buSzTx/>
                <a:buFontTx/>
                <a:buNone/>
              </a:pPr>
              <a:t>71</a:t>
            </a:fld>
            <a:endParaRPr lang="en-US" altLang="zh-CN" sz="1400">
              <a:latin typeface="Times New Roman" panose="02020603050405020304" pitchFamily="18" charset="0"/>
              <a:ea typeface="宋体" panose="02010600030101010101" pitchFamily="2" charset="-122"/>
            </a:endParaRP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Comic Sans MS" pitchFamily="66"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Comic Sans MS" pitchFamily="66" charset="0"/>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4633</TotalTime>
  <Words>4009</Words>
  <Application>Microsoft Office PowerPoint</Application>
  <PresentationFormat>全屏显示(4:3)</PresentationFormat>
  <Paragraphs>946</Paragraphs>
  <Slides>71</Slides>
  <Notes>17</Notes>
  <HiddenSlides>20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3</vt:i4>
      </vt:variant>
      <vt:variant>
        <vt:lpstr>幻灯片标题</vt:lpstr>
      </vt:variant>
      <vt:variant>
        <vt:i4>71</vt:i4>
      </vt:variant>
    </vt:vector>
  </HeadingPairs>
  <TitlesOfParts>
    <vt:vector size="89" baseType="lpstr">
      <vt:lpstr>MS PGothic</vt:lpstr>
      <vt:lpstr>MS PGothic</vt:lpstr>
      <vt:lpstr>ZapfDingbats</vt:lpstr>
      <vt:lpstr>黑体</vt:lpstr>
      <vt:lpstr>宋体</vt:lpstr>
      <vt:lpstr>幼圆</vt:lpstr>
      <vt:lpstr>Arial</vt:lpstr>
      <vt:lpstr>Comic Sans MS</vt:lpstr>
      <vt:lpstr>Courier New</vt:lpstr>
      <vt:lpstr>Gill Sans MT</vt:lpstr>
      <vt:lpstr>Symbol</vt:lpstr>
      <vt:lpstr>Tahoma</vt:lpstr>
      <vt:lpstr>Times New Roman</vt:lpstr>
      <vt:lpstr>Wingdings</vt:lpstr>
      <vt:lpstr>默认设计模板</vt:lpstr>
      <vt:lpstr>Clip</vt:lpstr>
      <vt:lpstr>Picture</vt:lpstr>
      <vt:lpstr>Equation</vt:lpstr>
      <vt:lpstr>Chapter 3: The Link Layer</vt:lpstr>
      <vt:lpstr>Keypoints and Difficulties</vt:lpstr>
      <vt:lpstr>Link layer: Introduction</vt:lpstr>
      <vt:lpstr>Link layer: context</vt:lpstr>
      <vt:lpstr>Link Layer: setting the context</vt:lpstr>
      <vt:lpstr>Link Layer: setting the context</vt:lpstr>
      <vt:lpstr>Link Layer: Implementation</vt:lpstr>
      <vt:lpstr>Multiple Access Links and Protocols</vt:lpstr>
      <vt:lpstr>Link Layer Services</vt:lpstr>
      <vt:lpstr>Link Layer Services (more)</vt:lpstr>
      <vt:lpstr>Framing</vt:lpstr>
      <vt:lpstr>Framing</vt:lpstr>
      <vt:lpstr>Framing</vt:lpstr>
      <vt:lpstr>Framing</vt:lpstr>
      <vt:lpstr>Framing</vt:lpstr>
      <vt:lpstr>Framing</vt:lpstr>
      <vt:lpstr>Framing</vt:lpstr>
      <vt:lpstr>Exercise-1</vt:lpstr>
      <vt:lpstr>Error Detection</vt:lpstr>
      <vt:lpstr>Parity Checking</vt:lpstr>
      <vt:lpstr>Checksumming: Cyclic Redundancy Check</vt:lpstr>
      <vt:lpstr>CRC Example</vt:lpstr>
      <vt:lpstr>CRC well-known generator</vt:lpstr>
      <vt:lpstr>Exercise-2</vt:lpstr>
      <vt:lpstr>Reliable Data Transfer</vt:lpstr>
      <vt:lpstr>Stop-and-Wait</vt:lpstr>
      <vt:lpstr>Stop-and-Wait</vt:lpstr>
      <vt:lpstr>Stop-and-Wait</vt:lpstr>
      <vt:lpstr>Pipelined Protocols</vt:lpstr>
      <vt:lpstr>Pipelined Protocols</vt:lpstr>
      <vt:lpstr>Pipelining: Increased Utilization</vt:lpstr>
      <vt:lpstr>Go-Back-N</vt:lpstr>
      <vt:lpstr>GBN: Sender</vt:lpstr>
      <vt:lpstr>More on Receiver</vt:lpstr>
      <vt:lpstr>GBN In Action</vt:lpstr>
      <vt:lpstr> </vt:lpstr>
      <vt:lpstr>Selective Repeat</vt:lpstr>
      <vt:lpstr>Selective Repeat: Sender, Receiver Windows</vt:lpstr>
      <vt:lpstr>Selective Repeat</vt:lpstr>
      <vt:lpstr>Selective Repeat In Action</vt:lpstr>
      <vt:lpstr>Selective Repeat:  Dilemma</vt:lpstr>
      <vt:lpstr>GBN vs. Selective Repeat</vt:lpstr>
      <vt:lpstr>Exercises-3</vt:lpstr>
      <vt:lpstr>Exercise-3</vt:lpstr>
      <vt:lpstr>Multiple Access Links and Protocols</vt:lpstr>
      <vt:lpstr>Multiple Access protocols</vt:lpstr>
      <vt:lpstr>Multiple Access protocols</vt:lpstr>
      <vt:lpstr>MAC Protocols: a taxonomy</vt:lpstr>
      <vt:lpstr>Channel Partitioning MAC protocols: TDMA</vt:lpstr>
      <vt:lpstr>Channel Partitioning MAC protocols: FDMA</vt:lpstr>
      <vt:lpstr>Code Division Multiple Access (CDMA)</vt:lpstr>
      <vt:lpstr>CDMA encode/decode</vt:lpstr>
      <vt:lpstr>CDMA: two-sender interference</vt:lpstr>
      <vt:lpstr>“Taking Turns” MAC protocols</vt:lpstr>
      <vt:lpstr>Reservation-based protocols</vt:lpstr>
      <vt:lpstr>Random Access protocols</vt:lpstr>
      <vt:lpstr>Pure ALOHA</vt:lpstr>
      <vt:lpstr>Pure Aloha (cont.)</vt:lpstr>
      <vt:lpstr>Slotted Aloha</vt:lpstr>
      <vt:lpstr>Slotted Aloha efficiency</vt:lpstr>
      <vt:lpstr>CSMA: Carrier Sense Multiple Access)</vt:lpstr>
      <vt:lpstr>CSMA collisions</vt:lpstr>
      <vt:lpstr>CSMA/CD collision detection</vt:lpstr>
      <vt:lpstr>CSMA/CD (Collision Detection)</vt:lpstr>
      <vt:lpstr>CSMA/CD (Collision Detection)</vt:lpstr>
      <vt:lpstr>CSMA/CD efficiency</vt:lpstr>
      <vt:lpstr> Summary of MAC protocols</vt:lpstr>
      <vt:lpstr>Summary of MAC protocols</vt:lpstr>
      <vt:lpstr>Exercises-4</vt:lpstr>
      <vt:lpstr>Chapter 3: Summary</vt:lpstr>
      <vt:lpstr>Homework</vt:lpstr>
    </vt:vector>
  </TitlesOfParts>
  <Company>University of Massachusetts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I: Introduction</dc:title>
  <dc:creator>Don Towsley</dc:creator>
  <cp:lastModifiedBy>hu Hu</cp:lastModifiedBy>
  <cp:revision>201</cp:revision>
  <cp:lastPrinted>2022-03-10T15:34:06Z</cp:lastPrinted>
  <dcterms:created xsi:type="dcterms:W3CDTF">1999-10-08T19:08:27Z</dcterms:created>
  <dcterms:modified xsi:type="dcterms:W3CDTF">2022-09-18T09:02:43Z</dcterms:modified>
</cp:coreProperties>
</file>