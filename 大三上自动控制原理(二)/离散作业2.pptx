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863768" y="1463675"/>
            <a:ext cx="537518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4000" b="1" dirty="0" smtClean="0"/>
              <a:t>离散部分第二次</a:t>
            </a:r>
            <a:r>
              <a:rPr lang="zh-CN" altLang="en-US" sz="4000" b="1" dirty="0"/>
              <a:t>作业：</a:t>
            </a:r>
          </a:p>
          <a:p>
            <a:pPr algn="ctr"/>
            <a:endParaRPr lang="zh-CN" altLang="en-US" sz="4000" b="1" dirty="0"/>
          </a:p>
          <a:p>
            <a:pPr algn="ctr"/>
            <a:r>
              <a:rPr lang="zh-CN" altLang="en-US" sz="3200" b="1" dirty="0"/>
              <a:t>课本</a:t>
            </a:r>
            <a:r>
              <a:rPr lang="zh-CN" altLang="en-US" sz="3200" b="1" dirty="0" smtClean="0"/>
              <a:t>第七章</a:t>
            </a:r>
            <a:r>
              <a:rPr lang="zh-CN" altLang="en-US" sz="3200" b="1" dirty="0"/>
              <a:t>课后</a:t>
            </a:r>
            <a:r>
              <a:rPr lang="zh-CN" altLang="en-US" sz="3200" b="1" dirty="0" smtClean="0"/>
              <a:t>练习</a:t>
            </a:r>
            <a:endParaRPr lang="en-US" altLang="zh-CN" sz="3200" b="1" dirty="0" smtClean="0"/>
          </a:p>
          <a:p>
            <a:pPr algn="ctr"/>
            <a:endParaRPr lang="zh-CN" altLang="en-US" sz="3200" b="1" dirty="0"/>
          </a:p>
          <a:p>
            <a:pPr algn="ctr"/>
            <a:r>
              <a:rPr lang="en-US" altLang="zh-CN" sz="3200" b="1" dirty="0" smtClean="0"/>
              <a:t>7-9</a:t>
            </a:r>
            <a:r>
              <a:rPr lang="zh-CN" altLang="en-US" sz="3200" b="1" dirty="0" smtClean="0"/>
              <a:t>，</a:t>
            </a:r>
            <a:r>
              <a:rPr lang="en-US" altLang="zh-CN" sz="3200" b="1" dirty="0" smtClean="0"/>
              <a:t>7-10</a:t>
            </a:r>
            <a:r>
              <a:rPr lang="zh-CN" altLang="en-US" sz="3200" b="1" dirty="0" smtClean="0"/>
              <a:t>，</a:t>
            </a:r>
            <a:r>
              <a:rPr lang="en-US" altLang="zh-CN" sz="3200" b="1" dirty="0" smtClean="0"/>
              <a:t>7-13</a:t>
            </a:r>
            <a:r>
              <a:rPr lang="zh-CN" altLang="en-US" sz="3200" b="1" dirty="0" smtClean="0"/>
              <a:t>，</a:t>
            </a:r>
            <a:r>
              <a:rPr lang="en-US" altLang="zh-CN" sz="3200" b="1" dirty="0" smtClean="0"/>
              <a:t>7-15</a:t>
            </a:r>
            <a:r>
              <a:rPr lang="zh-CN" altLang="en-US" sz="3200" b="1" dirty="0" smtClean="0"/>
              <a:t>，</a:t>
            </a:r>
            <a:r>
              <a:rPr lang="en-US" altLang="zh-CN" sz="3200" b="1" dirty="0" smtClean="0"/>
              <a:t>7-16</a:t>
            </a:r>
          </a:p>
          <a:p>
            <a:pPr algn="ctr"/>
            <a:endParaRPr lang="en-US" altLang="zh-CN" sz="3200" b="1" dirty="0"/>
          </a:p>
          <a:p>
            <a:pPr algn="ctr"/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755664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20</Words>
  <Application>Microsoft Office PowerPoint</Application>
  <PresentationFormat>全屏显示(4:3)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宋体</vt:lpstr>
      <vt:lpstr>Arial</vt:lpstr>
      <vt:lpstr>Calibri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huangjian</dc:creator>
  <cp:lastModifiedBy>ws</cp:lastModifiedBy>
  <cp:revision>9</cp:revision>
  <dcterms:created xsi:type="dcterms:W3CDTF">2014-03-04T13:16:42Z</dcterms:created>
  <dcterms:modified xsi:type="dcterms:W3CDTF">2025-09-29T13:13:47Z</dcterms:modified>
</cp:coreProperties>
</file>