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69" r:id="rId16"/>
  </p:sldIdLst>
  <p:sldSz cx="12192000" cy="6858000"/>
  <p:notesSz cx="6858000" cy="9144000"/>
  <p:embeddedFontLst>
    <p:embeddedFont>
      <p:font typeface="等线" panose="02010600030101010101" pitchFamily="2" charset="-122"/>
      <p:regular r:id="rId17"/>
      <p:bold r:id="rId18"/>
    </p:embeddedFont>
    <p:embeddedFont>
      <p:font typeface="等线 Light" panose="02010600030101010101" pitchFamily="2" charset="-122"/>
      <p:regular r:id="rId19"/>
    </p:embeddedFont>
    <p:embeddedFont>
      <p:font typeface="醉清风" panose="02000500000000000000" pitchFamily="2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D4A19-2EC4-444F-95D2-33E01F827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667D8-28F3-464D-BAFB-72D0C8D40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520276-7365-495F-9902-EFAF9303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41869-1D71-484E-80C1-683432FA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6699B8-E086-4EFC-A499-6695C92C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94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A5B5B-B25A-4B92-A0DB-041E5231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F8AF4C-C152-4B03-91E9-9E01E1569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115714-346F-472F-B006-2DFF5D888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FDA101-89CF-4778-85B3-52BEFD5D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B69A5B-D5EC-498E-8F75-8EC28D70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34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E2167-3DB3-4152-8803-8B549BE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B4CD5C-256F-48FB-BAFE-A1A6F7343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02BB6F-7BFB-4B3A-A978-D1E3489F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F8BBD-48C0-4B35-A86A-73CE821CA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7C0D3E-E584-4301-A85D-AD479FA7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99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755AA-4AEE-4E9C-B957-34E111EA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614D6-F815-47BD-9C5F-841A9F258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4D3301-CC8E-4ED9-91BB-45D2FA22D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FF7AEF-DE9E-4B59-91F2-34825CD4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F1F3C6-11E1-49F3-B94B-025CE7F0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DDCF0F-44B2-464A-810B-7F44CE89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31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96CCB-CA92-43AB-B39D-FDD1580B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350698-0F5A-438D-B379-056D52D2E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577239-1732-454F-B3BF-D40C18E60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A075B9-85B3-4D02-A570-8FB0BECBC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7F4834-1168-41D0-A53C-085CAEA9D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336ED8-0610-491F-B964-967BAA86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38475C-9B15-4E18-AC10-3968015E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A5D019-FF7B-40F3-9605-60E91386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1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F0237-FD93-4B06-8DAD-191AA720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11EBAD-2F38-4B24-990D-B02FA30F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FA9C9C-E411-49F1-ABE9-8D254013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08E663-3225-496D-980E-32D681AB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60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A2C2B2-6208-4F90-87A5-C818BDD8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5C3658-D333-4196-9CA0-50CF4F240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0DE6D4-DCD4-45BF-8FE2-E8EFBA9F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41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AD9CC-34CB-4DF6-B9D6-6256168C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9FB39B-C2C3-4A63-9468-DF350F826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4AC4EE-8663-42FB-9625-E659F1F68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725BFA-D29C-4953-9527-0478E69D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E959A3-D92F-4FEC-9547-33DD90EF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9DCA6D-FE4A-49D8-B74B-89F3DD52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46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F6842-DE16-4802-95F6-EB4CDC20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2D1751-FA5E-4616-A80C-D599FEA4D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981219-A7BF-4826-92D9-37EF4E8A6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57B91C-2320-4372-A907-1422B38F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2D102B-150E-43EE-801B-9F1F9B7F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1400BD-3E29-4B86-8A1F-570E9D07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83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C3FB2-4E33-49DB-A9C3-4CAAC4AF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4048A7-1D8D-49EC-A1E9-44C4DC119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DCE20-1E19-4452-8740-C16A9905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373F0-C6A0-46C3-ADD1-65993029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AD79CE-23D4-4565-835E-BFCEB38D4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86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C0CAC5-4BDE-4718-8D9D-B15448386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22F190-F6F8-42BB-AE7F-AB56D5457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FD3D7-DE68-430E-9A38-4B81B2CE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0D8A10-7D0C-4E7E-AF91-80C1A82F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AF189B-D679-4E54-99C6-08C15D7F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4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0088FE-B324-4198-AC38-5ED9F057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142948-ECDA-4562-AD6B-6788A7B54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6E238-5D67-4356-9D44-280257758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BE324-9CAC-4DC4-920C-9296BEF8228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B2904E-AC20-4416-90DB-284AA93CF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B37C1B-A386-4598-A34F-7F3247F8B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4BD44-8A80-4621-9E1C-44E3C6194D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59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BB8D732-7928-4FFA-8C9B-8B506FD3E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4538" y="1277753"/>
            <a:ext cx="6580632" cy="504850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9F00C9B-0FFD-4F15-BD92-AD78291428BB}"/>
              </a:ext>
            </a:extLst>
          </p:cNvPr>
          <p:cNvSpPr txBox="1"/>
          <p:nvPr/>
        </p:nvSpPr>
        <p:spPr>
          <a:xfrm>
            <a:off x="4827037" y="386178"/>
            <a:ext cx="25379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题目要求</a:t>
            </a:r>
          </a:p>
        </p:txBody>
      </p:sp>
    </p:spTree>
    <p:extLst>
      <p:ext uri="{BB962C8B-B14F-4D97-AF65-F5344CB8AC3E}">
        <p14:creationId xmlns:p14="http://schemas.microsoft.com/office/powerpoint/2010/main" val="4110129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E6854C2-750D-4A7E-8F97-D82BF46C2D98}"/>
              </a:ext>
            </a:extLst>
          </p:cNvPr>
          <p:cNvSpPr txBox="1"/>
          <p:nvPr/>
        </p:nvSpPr>
        <p:spPr>
          <a:xfrm>
            <a:off x="4767942" y="476481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临界比例度法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9CC4848-801A-4FE1-B98F-0DF9FC613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38" y="1184367"/>
            <a:ext cx="11152687" cy="568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1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EC09EA3-143C-4A9C-848F-9CBF366D1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6" y="341202"/>
            <a:ext cx="11614959" cy="591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36F920-FD8F-48ED-A996-B535D049A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69" y="320294"/>
            <a:ext cx="11714595" cy="59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3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5E4BB67-157F-45E3-AAF6-48CD5CA82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9" y="192695"/>
            <a:ext cx="11986262" cy="609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9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196086-BD20-483A-84A2-793F8608E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73" y="380776"/>
            <a:ext cx="11678939" cy="625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5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3391CBA-BD0E-4A52-90CE-18E0097A3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1" y="303139"/>
            <a:ext cx="11803318" cy="517392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581030A-D91F-47E7-9951-215FAE9D7997}"/>
              </a:ext>
            </a:extLst>
          </p:cNvPr>
          <p:cNvSpPr txBox="1"/>
          <p:nvPr/>
        </p:nvSpPr>
        <p:spPr>
          <a:xfrm>
            <a:off x="1931437" y="5943600"/>
            <a:ext cx="70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最终有，比例度为</a:t>
            </a:r>
            <a:r>
              <a:rPr lang="en-US" altLang="zh-CN" dirty="0"/>
              <a:t>7.5</a:t>
            </a:r>
            <a:r>
              <a:rPr lang="zh-CN" altLang="en-US" dirty="0"/>
              <a:t>时，采用纯比例控制。超调量为</a:t>
            </a:r>
            <a:r>
              <a:rPr lang="en-US" altLang="zh-CN" dirty="0"/>
              <a:t>5.7%</a:t>
            </a:r>
            <a:r>
              <a:rPr lang="zh-CN" altLang="en-US" dirty="0"/>
              <a:t>，满足要求。</a:t>
            </a:r>
          </a:p>
        </p:txBody>
      </p:sp>
    </p:spTree>
    <p:extLst>
      <p:ext uri="{BB962C8B-B14F-4D97-AF65-F5344CB8AC3E}">
        <p14:creationId xmlns:p14="http://schemas.microsoft.com/office/powerpoint/2010/main" val="3441111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172FF4-F65D-4B57-9C9B-C7C153D1D384}"/>
              </a:ext>
            </a:extLst>
          </p:cNvPr>
          <p:cNvSpPr txBox="1"/>
          <p:nvPr/>
        </p:nvSpPr>
        <p:spPr>
          <a:xfrm>
            <a:off x="4767942" y="476481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衰减曲线法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E5E86E-9C75-4F4E-87DF-343DABE5E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12" y="1073020"/>
            <a:ext cx="10632776" cy="578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33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558BC05-0B00-469C-B72A-558A23842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86" y="238645"/>
            <a:ext cx="9343842" cy="661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02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F65B16-6945-4565-8F91-E7CFA860B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191" y="167951"/>
            <a:ext cx="9338078" cy="679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4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0530943-6B68-4B97-B148-757F7FA08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2" y="93309"/>
            <a:ext cx="11597951" cy="599025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3EE22A5-BFD8-47F9-9188-CB305C03F6E9}"/>
              </a:ext>
            </a:extLst>
          </p:cNvPr>
          <p:cNvSpPr txBox="1"/>
          <p:nvPr/>
        </p:nvSpPr>
        <p:spPr>
          <a:xfrm>
            <a:off x="2183363" y="6186196"/>
            <a:ext cx="701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最终有，比例度为</a:t>
            </a:r>
            <a:r>
              <a:rPr lang="en-US" altLang="zh-CN" dirty="0"/>
              <a:t>8</a:t>
            </a:r>
            <a:r>
              <a:rPr lang="zh-CN" altLang="en-US" dirty="0"/>
              <a:t>时，采用纯比例控制。超调量为</a:t>
            </a:r>
            <a:r>
              <a:rPr lang="en-US" altLang="zh-CN" dirty="0"/>
              <a:t>4.5%</a:t>
            </a:r>
            <a:r>
              <a:rPr lang="zh-CN" altLang="en-US" dirty="0"/>
              <a:t>，满足要求。</a:t>
            </a:r>
          </a:p>
        </p:txBody>
      </p:sp>
    </p:spTree>
    <p:extLst>
      <p:ext uri="{BB962C8B-B14F-4D97-AF65-F5344CB8AC3E}">
        <p14:creationId xmlns:p14="http://schemas.microsoft.com/office/powerpoint/2010/main" val="4281785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497C00-92DA-4B6C-901E-45960A97EC6D}"/>
              </a:ext>
            </a:extLst>
          </p:cNvPr>
          <p:cNvSpPr txBox="1"/>
          <p:nvPr/>
        </p:nvSpPr>
        <p:spPr>
          <a:xfrm>
            <a:off x="5607698" y="280538"/>
            <a:ext cx="1296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8DA99D-29E2-4240-826E-F408962C1B7D}"/>
              </a:ext>
            </a:extLst>
          </p:cNvPr>
          <p:cNvSpPr txBox="1"/>
          <p:nvPr/>
        </p:nvSpPr>
        <p:spPr>
          <a:xfrm>
            <a:off x="1436915" y="1245526"/>
            <a:ext cx="6120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微调规律：</a:t>
            </a:r>
            <a:endParaRPr lang="en-US" altLang="zh-CN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0B00F1-08E1-4547-80A5-52D5D79D0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566" y="1707191"/>
            <a:ext cx="9275321" cy="433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19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5F4C4-4DFF-4935-BBA1-B6F726BD8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2CB8B6-4946-4578-B704-A2B16DF11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22" y="1465375"/>
            <a:ext cx="11575783" cy="53268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2923821-F61B-43AD-BF9C-797E5215EA6B}"/>
              </a:ext>
            </a:extLst>
          </p:cNvPr>
          <p:cNvSpPr txBox="1"/>
          <p:nvPr/>
        </p:nvSpPr>
        <p:spPr>
          <a:xfrm>
            <a:off x="1352938" y="1025705"/>
            <a:ext cx="556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也可以采用</a:t>
            </a:r>
            <a:r>
              <a:rPr lang="en-US" altLang="zh-CN" dirty="0"/>
              <a:t>PD</a:t>
            </a:r>
            <a:r>
              <a:rPr lang="zh-CN" altLang="en-US" dirty="0"/>
              <a:t>控制以达到更快的动态响应</a:t>
            </a:r>
          </a:p>
        </p:txBody>
      </p:sp>
    </p:spTree>
    <p:extLst>
      <p:ext uri="{BB962C8B-B14F-4D97-AF65-F5344CB8AC3E}">
        <p14:creationId xmlns:p14="http://schemas.microsoft.com/office/powerpoint/2010/main" val="139534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76F8BCB-FB3E-4802-9AF6-A5FC667C9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08" y="72720"/>
            <a:ext cx="11457992" cy="67852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931D2D0-6837-475A-ADFF-6F6DA266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0351" cy="847854"/>
          </a:xfrm>
        </p:spPr>
        <p:txBody>
          <a:bodyPr/>
          <a:lstStyle/>
          <a:p>
            <a:r>
              <a:rPr lang="zh-CN" altLang="en-US" b="1" dirty="0"/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3854579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BAF18D-7F28-4F40-A170-89167BF44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6510" y="2529827"/>
            <a:ext cx="3108649" cy="1325563"/>
          </a:xfrm>
        </p:spPr>
        <p:txBody>
          <a:bodyPr/>
          <a:lstStyle/>
          <a:p>
            <a:r>
              <a:rPr lang="zh-CN" altLang="en-US" dirty="0">
                <a:latin typeface="醉清风" panose="02000500000000000000" pitchFamily="2" charset="-122"/>
                <a:ea typeface="醉清风" panose="02000500000000000000" pitchFamily="2" charset="-122"/>
              </a:rPr>
              <a:t>感谢阅读！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021F9-6CF7-4533-8E41-0083D3581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614569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制作人：</a:t>
            </a:r>
          </a:p>
        </p:txBody>
      </p:sp>
    </p:spTree>
    <p:extLst>
      <p:ext uri="{BB962C8B-B14F-4D97-AF65-F5344CB8AC3E}">
        <p14:creationId xmlns:p14="http://schemas.microsoft.com/office/powerpoint/2010/main" val="3862727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69</Words>
  <Application>Microsoft Office PowerPoint</Application>
  <PresentationFormat>宽屏</PresentationFormat>
  <Paragraphs>11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醉清风</vt:lpstr>
      <vt:lpstr>等线</vt:lpstr>
      <vt:lpstr>Arial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附录</vt:lpstr>
      <vt:lpstr>感谢阅读！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qing</dc:creator>
  <cp:lastModifiedBy>liu qing</cp:lastModifiedBy>
  <cp:revision>18</cp:revision>
  <dcterms:created xsi:type="dcterms:W3CDTF">2026-03-31T02:35:49Z</dcterms:created>
  <dcterms:modified xsi:type="dcterms:W3CDTF">2026-04-02T14:11:36Z</dcterms:modified>
</cp:coreProperties>
</file>