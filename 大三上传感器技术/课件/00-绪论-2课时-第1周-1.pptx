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wmf" ContentType="image/x-wmf"/>
  <Default Extension="emf" ContentType="image/x-emf"/>
  <Default Extension="rels" ContentType="application/vnd.openxmlformats-package.relationships+xml"/>
  <Default Extension="xml" ContentType="application/xml"/>
  <Default Extension="wdp" ContentType="image/vnd.ms-photo"/>
  <Default Extension="vml" ContentType="application/vnd.openxmlformats-officedocument.vmlDrawing"/>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2.xml" ContentType="application/vnd.openxmlformats-officedocument.theme+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2" r:id="rId2"/>
    <p:sldMasterId id="2147483677" r:id="rId3"/>
  </p:sldMasterIdLst>
  <p:notesMasterIdLst>
    <p:notesMasterId r:id="rId60"/>
  </p:notesMasterIdLst>
  <p:sldIdLst>
    <p:sldId id="391" r:id="rId4"/>
    <p:sldId id="442" r:id="rId5"/>
    <p:sldId id="733" r:id="rId6"/>
    <p:sldId id="734" r:id="rId7"/>
    <p:sldId id="444" r:id="rId8"/>
    <p:sldId id="633" r:id="rId9"/>
    <p:sldId id="445" r:id="rId10"/>
    <p:sldId id="257" r:id="rId11"/>
    <p:sldId id="448" r:id="rId12"/>
    <p:sldId id="731" r:id="rId13"/>
    <p:sldId id="732" r:id="rId14"/>
    <p:sldId id="425" r:id="rId15"/>
    <p:sldId id="426" r:id="rId16"/>
    <p:sldId id="455" r:id="rId17"/>
    <p:sldId id="427" r:id="rId18"/>
    <p:sldId id="689" r:id="rId19"/>
    <p:sldId id="410" r:id="rId20"/>
    <p:sldId id="450" r:id="rId21"/>
    <p:sldId id="428" r:id="rId22"/>
    <p:sldId id="429" r:id="rId23"/>
    <p:sldId id="430" r:id="rId24"/>
    <p:sldId id="412" r:id="rId25"/>
    <p:sldId id="409" r:id="rId26"/>
    <p:sldId id="451" r:id="rId27"/>
    <p:sldId id="413" r:id="rId28"/>
    <p:sldId id="452" r:id="rId29"/>
    <p:sldId id="432" r:id="rId30"/>
    <p:sldId id="414" r:id="rId31"/>
    <p:sldId id="357" r:id="rId32"/>
    <p:sldId id="387" r:id="rId33"/>
    <p:sldId id="366" r:id="rId34"/>
    <p:sldId id="415" r:id="rId35"/>
    <p:sldId id="419" r:id="rId36"/>
    <p:sldId id="420" r:id="rId37"/>
    <p:sldId id="634" r:id="rId38"/>
    <p:sldId id="385" r:id="rId39"/>
    <p:sldId id="368" r:id="rId40"/>
    <p:sldId id="417" r:id="rId41"/>
    <p:sldId id="458" r:id="rId42"/>
    <p:sldId id="460" r:id="rId43"/>
    <p:sldId id="416" r:id="rId44"/>
    <p:sldId id="370" r:id="rId45"/>
    <p:sldId id="375" r:id="rId46"/>
    <p:sldId id="376" r:id="rId47"/>
    <p:sldId id="377" r:id="rId48"/>
    <p:sldId id="378" r:id="rId49"/>
    <p:sldId id="379" r:id="rId50"/>
    <p:sldId id="380" r:id="rId51"/>
    <p:sldId id="423" r:id="rId52"/>
    <p:sldId id="381" r:id="rId53"/>
    <p:sldId id="382" r:id="rId54"/>
    <p:sldId id="383" r:id="rId55"/>
    <p:sldId id="424" r:id="rId56"/>
    <p:sldId id="384" r:id="rId57"/>
    <p:sldId id="421" r:id="rId58"/>
    <p:sldId id="462" r:id="rId59"/>
  </p:sldIdLst>
  <p:sldSz cx="9144000" cy="6858000" type="screen4x3"/>
  <p:notesSz cx="7099300" cy="10234613"/>
  <p:defaultTextStyle>
    <a:defPPr>
      <a:defRPr lang="zh-CN"/>
    </a:defPPr>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vl6pPr marL="2286000" lvl="5"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6pPr>
    <a:lvl7pPr marL="2743200" lvl="6"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7pPr>
    <a:lvl8pPr marL="3200400" lvl="7"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8pPr>
    <a:lvl9pPr marL="3657600" lvl="8"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9pPr>
  </p:defaultTextStyle>
  <p:extLst>
    <p:ext uri="{EFAFB233-063F-42B5-8137-9DF3F51BA10A}">
      <p15:sldGuideLst xmlns:p15="http://schemas.microsoft.com/office/powerpoint/2012/main">
        <p15:guide id="1" orient="horz" pos="2184">
          <p15:clr>
            <a:srgbClr val="A4A3A4"/>
          </p15:clr>
        </p15:guide>
        <p15:guide id="2" pos="2925">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1552D1"/>
    <a:srgbClr val="FFFFFF"/>
    <a:srgbClr val="FF3300"/>
    <a:srgbClr val="A73719"/>
    <a:srgbClr val="FFFFCC"/>
    <a:srgbClr val="FFFF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384"/>
    <p:restoredTop sz="94682"/>
  </p:normalViewPr>
  <p:slideViewPr>
    <p:cSldViewPr showGuides="1">
      <p:cViewPr varScale="1">
        <p:scale>
          <a:sx n="63" d="100"/>
          <a:sy n="63" d="100"/>
        </p:scale>
        <p:origin x="1388" y="60"/>
      </p:cViewPr>
      <p:guideLst>
        <p:guide orient="horz" pos="2184"/>
        <p:guide pos="2925"/>
      </p:guideLst>
    </p:cSldViewPr>
  </p:slideViewPr>
  <p:outlineViewPr>
    <p:cViewPr>
      <p:scale>
        <a:sx n="33" d="100"/>
        <a:sy n="33" d="100"/>
      </p:scale>
      <p:origin x="0" y="0"/>
    </p:cViewPr>
  </p:outlineViewPr>
  <p:notesTextViewPr>
    <p:cViewPr>
      <p:scale>
        <a:sx n="100" d="100"/>
        <a:sy n="100" d="100"/>
      </p:scale>
      <p:origin x="0" y="0"/>
    </p:cViewPr>
  </p:notesTextViewPr>
  <p:sorterViewPr showFormatting="0">
    <p:cViewPr>
      <p:scale>
        <a:sx n="66" d="100"/>
        <a:sy n="66" d="100"/>
      </p:scale>
      <p:origin x="0" y="2784"/>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9" Type="http://schemas.openxmlformats.org/officeDocument/2006/relationships/slide" Target="slides/slide36.xml"/><Relationship Id="rId21" Type="http://schemas.openxmlformats.org/officeDocument/2006/relationships/slide" Target="slides/slide18.xml"/><Relationship Id="rId34" Type="http://schemas.openxmlformats.org/officeDocument/2006/relationships/slide" Target="slides/slide31.xml"/><Relationship Id="rId42" Type="http://schemas.openxmlformats.org/officeDocument/2006/relationships/slide" Target="slides/slide39.xml"/><Relationship Id="rId47" Type="http://schemas.openxmlformats.org/officeDocument/2006/relationships/slide" Target="slides/slide44.xml"/><Relationship Id="rId50" Type="http://schemas.openxmlformats.org/officeDocument/2006/relationships/slide" Target="slides/slide47.xml"/><Relationship Id="rId55" Type="http://schemas.openxmlformats.org/officeDocument/2006/relationships/slide" Target="slides/slide52.xml"/><Relationship Id="rId63" Type="http://schemas.openxmlformats.org/officeDocument/2006/relationships/theme" Target="theme/theme1.xml"/><Relationship Id="rId7" Type="http://schemas.openxmlformats.org/officeDocument/2006/relationships/slide" Target="slides/slide4.xml"/><Relationship Id="rId2" Type="http://schemas.openxmlformats.org/officeDocument/2006/relationships/slideMaster" Target="slideMasters/slideMaster2.xml"/><Relationship Id="rId16" Type="http://schemas.openxmlformats.org/officeDocument/2006/relationships/slide" Target="slides/slide13.xml"/><Relationship Id="rId29" Type="http://schemas.openxmlformats.org/officeDocument/2006/relationships/slide" Target="slides/slide26.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slide" Target="slides/slide34.xml"/><Relationship Id="rId40" Type="http://schemas.openxmlformats.org/officeDocument/2006/relationships/slide" Target="slides/slide37.xml"/><Relationship Id="rId45" Type="http://schemas.openxmlformats.org/officeDocument/2006/relationships/slide" Target="slides/slide42.xml"/><Relationship Id="rId53" Type="http://schemas.openxmlformats.org/officeDocument/2006/relationships/slide" Target="slides/slide50.xml"/><Relationship Id="rId58" Type="http://schemas.openxmlformats.org/officeDocument/2006/relationships/slide" Target="slides/slide55.xml"/><Relationship Id="rId5" Type="http://schemas.openxmlformats.org/officeDocument/2006/relationships/slide" Target="slides/slide2.xml"/><Relationship Id="rId61" Type="http://schemas.openxmlformats.org/officeDocument/2006/relationships/presProps" Target="presProps.xml"/><Relationship Id="rId19" Type="http://schemas.openxmlformats.org/officeDocument/2006/relationships/slide" Target="slides/slide1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slide" Target="slides/slide40.xml"/><Relationship Id="rId48" Type="http://schemas.openxmlformats.org/officeDocument/2006/relationships/slide" Target="slides/slide45.xml"/><Relationship Id="rId56" Type="http://schemas.openxmlformats.org/officeDocument/2006/relationships/slide" Target="slides/slide53.xml"/><Relationship Id="rId64" Type="http://schemas.openxmlformats.org/officeDocument/2006/relationships/tableStyles" Target="tableStyles.xml"/><Relationship Id="rId8" Type="http://schemas.openxmlformats.org/officeDocument/2006/relationships/slide" Target="slides/slide5.xml"/><Relationship Id="rId51" Type="http://schemas.openxmlformats.org/officeDocument/2006/relationships/slide" Target="slides/slide48.xml"/><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46" Type="http://schemas.openxmlformats.org/officeDocument/2006/relationships/slide" Target="slides/slide43.xml"/><Relationship Id="rId59" Type="http://schemas.openxmlformats.org/officeDocument/2006/relationships/slide" Target="slides/slide56.xml"/><Relationship Id="rId20" Type="http://schemas.openxmlformats.org/officeDocument/2006/relationships/slide" Target="slides/slide17.xml"/><Relationship Id="rId41" Type="http://schemas.openxmlformats.org/officeDocument/2006/relationships/slide" Target="slides/slide38.xml"/><Relationship Id="rId54" Type="http://schemas.openxmlformats.org/officeDocument/2006/relationships/slide" Target="slides/slide51.xml"/><Relationship Id="rId62"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3.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49" Type="http://schemas.openxmlformats.org/officeDocument/2006/relationships/slide" Target="slides/slide46.xml"/><Relationship Id="rId57" Type="http://schemas.openxmlformats.org/officeDocument/2006/relationships/slide" Target="slides/slide54.xml"/><Relationship Id="rId10" Type="http://schemas.openxmlformats.org/officeDocument/2006/relationships/slide" Target="slides/slide7.xml"/><Relationship Id="rId31" Type="http://schemas.openxmlformats.org/officeDocument/2006/relationships/slide" Target="slides/slide28.xml"/><Relationship Id="rId44" Type="http://schemas.openxmlformats.org/officeDocument/2006/relationships/slide" Target="slides/slide41.xml"/><Relationship Id="rId52" Type="http://schemas.openxmlformats.org/officeDocument/2006/relationships/slide" Target="slides/slide49.xml"/><Relationship Id="rId60" Type="http://schemas.openxmlformats.org/officeDocument/2006/relationships/notesMaster" Target="notesMasters/notesMaster1.xml"/><Relationship Id="rId4" Type="http://schemas.openxmlformats.org/officeDocument/2006/relationships/slide" Target="slides/slide1.xml"/><Relationship Id="rId9" Type="http://schemas.openxmlformats.org/officeDocument/2006/relationships/slide" Target="slides/slide6.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9.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23.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26.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31.png"/></Relationships>
</file>

<file path=ppt/drawings/_rels/vmlDrawing5.vml.rels><?xml version="1.0" encoding="UTF-8" standalone="yes"?>
<Relationships xmlns="http://schemas.openxmlformats.org/package/2006/relationships"><Relationship Id="rId1" Type="http://schemas.openxmlformats.org/officeDocument/2006/relationships/image" Target="../media/image33.w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33.w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34.wmf"/></Relationships>
</file>

<file path=ppt/drawings/_rels/vmlDrawing8.vml.rels><?xml version="1.0" encoding="UTF-8" standalone="yes"?>
<Relationships xmlns="http://schemas.openxmlformats.org/package/2006/relationships"><Relationship Id="rId2" Type="http://schemas.openxmlformats.org/officeDocument/2006/relationships/image" Target="../media/image39.wmf"/><Relationship Id="rId1" Type="http://schemas.openxmlformats.org/officeDocument/2006/relationships/image" Target="../media/image38.wmf"/></Relationships>
</file>

<file path=ppt/drawings/_rels/vmlDrawing9.vml.rels><?xml version="1.0" encoding="UTF-8" standalone="yes"?>
<Relationships xmlns="http://schemas.openxmlformats.org/package/2006/relationships"><Relationship Id="rId3" Type="http://schemas.openxmlformats.org/officeDocument/2006/relationships/image" Target="../media/image42.wmf"/><Relationship Id="rId2" Type="http://schemas.openxmlformats.org/officeDocument/2006/relationships/image" Target="../media/image41.wmf"/><Relationship Id="rId1" Type="http://schemas.openxmlformats.org/officeDocument/2006/relationships/image" Target="../media/image40.wmf"/><Relationship Id="rId5" Type="http://schemas.openxmlformats.org/officeDocument/2006/relationships/image" Target="../media/image44.wmf"/><Relationship Id="rId4" Type="http://schemas.openxmlformats.org/officeDocument/2006/relationships/image" Target="../media/image43.w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46.wmf"/></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47.emf"/></Relationships>
</file>

<file path=ppt/drawings/_rels/vmlDrawing12.vml.rels><?xml version="1.0" encoding="UTF-8" standalone="yes"?>
<Relationships xmlns="http://schemas.openxmlformats.org/package/2006/relationships"><Relationship Id="rId3" Type="http://schemas.openxmlformats.org/officeDocument/2006/relationships/image" Target="../media/image53.wmf"/><Relationship Id="rId2" Type="http://schemas.openxmlformats.org/officeDocument/2006/relationships/image" Target="../media/image52.wmf"/><Relationship Id="rId1" Type="http://schemas.openxmlformats.org/officeDocument/2006/relationships/image" Target="../media/image51.wmf"/><Relationship Id="rId4" Type="http://schemas.openxmlformats.org/officeDocument/2006/relationships/image" Target="../media/image54.wmf"/></Relationships>
</file>

<file path=ppt/drawings/_rels/vmlDrawing13.vml.rels><?xml version="1.0" encoding="UTF-8" standalone="yes"?>
<Relationships xmlns="http://schemas.openxmlformats.org/package/2006/relationships"><Relationship Id="rId3" Type="http://schemas.openxmlformats.org/officeDocument/2006/relationships/image" Target="../media/image57.wmf"/><Relationship Id="rId2" Type="http://schemas.openxmlformats.org/officeDocument/2006/relationships/image" Target="../media/image56.wmf"/><Relationship Id="rId1" Type="http://schemas.openxmlformats.org/officeDocument/2006/relationships/image" Target="../media/image55.wmf"/><Relationship Id="rId6" Type="http://schemas.openxmlformats.org/officeDocument/2006/relationships/image" Target="../media/image60.wmf"/><Relationship Id="rId5" Type="http://schemas.openxmlformats.org/officeDocument/2006/relationships/image" Target="../media/image59.wmf"/><Relationship Id="rId4" Type="http://schemas.openxmlformats.org/officeDocument/2006/relationships/image" Target="../media/image58.wmf"/></Relationships>
</file>

<file path=ppt/drawings/_rels/vmlDrawing14.vml.rels><?xml version="1.0" encoding="UTF-8" standalone="yes"?>
<Relationships xmlns="http://schemas.openxmlformats.org/package/2006/relationships"><Relationship Id="rId1" Type="http://schemas.openxmlformats.org/officeDocument/2006/relationships/image" Target="../media/image55.wmf"/></Relationships>
</file>

<file path=ppt/drawings/_rels/vmlDrawing15.vml.rels><?xml version="1.0" encoding="UTF-8" standalone="yes"?>
<Relationships xmlns="http://schemas.openxmlformats.org/package/2006/relationships"><Relationship Id="rId1" Type="http://schemas.openxmlformats.org/officeDocument/2006/relationships/image" Target="../media/image65.wmf"/></Relationships>
</file>

<file path=ppt/drawings/_rels/vmlDrawing16.vml.rels><?xml version="1.0" encoding="UTF-8" standalone="yes"?>
<Relationships xmlns="http://schemas.openxmlformats.org/package/2006/relationships"><Relationship Id="rId2" Type="http://schemas.openxmlformats.org/officeDocument/2006/relationships/image" Target="../media/image68.emf"/><Relationship Id="rId1" Type="http://schemas.openxmlformats.org/officeDocument/2006/relationships/image" Target="../media/image67.wmf"/></Relationships>
</file>

<file path=ppt/drawings/_rels/vmlDrawing17.vml.rels><?xml version="1.0" encoding="UTF-8" standalone="yes"?>
<Relationships xmlns="http://schemas.openxmlformats.org/package/2006/relationships"><Relationship Id="rId3" Type="http://schemas.openxmlformats.org/officeDocument/2006/relationships/image" Target="../media/image72.emf"/><Relationship Id="rId2" Type="http://schemas.openxmlformats.org/officeDocument/2006/relationships/image" Target="../media/image71.emf"/><Relationship Id="rId1" Type="http://schemas.openxmlformats.org/officeDocument/2006/relationships/image" Target="../media/image70.emf"/><Relationship Id="rId4" Type="http://schemas.openxmlformats.org/officeDocument/2006/relationships/image" Target="../media/image73.emf"/></Relationships>
</file>

<file path=ppt/drawings/_rels/vmlDrawing18.vml.rels><?xml version="1.0" encoding="UTF-8" standalone="yes"?>
<Relationships xmlns="http://schemas.openxmlformats.org/package/2006/relationships"><Relationship Id="rId1" Type="http://schemas.openxmlformats.org/officeDocument/2006/relationships/image" Target="../media/image74.emf"/></Relationships>
</file>

<file path=ppt/drawings/_rels/vmlDrawing19.vml.rels><?xml version="1.0" encoding="UTF-8" standalone="yes"?>
<Relationships xmlns="http://schemas.openxmlformats.org/package/2006/relationships"><Relationship Id="rId3" Type="http://schemas.openxmlformats.org/officeDocument/2006/relationships/image" Target="../media/image78.wmf"/><Relationship Id="rId7" Type="http://schemas.openxmlformats.org/officeDocument/2006/relationships/image" Target="../media/image82.wmf"/><Relationship Id="rId2" Type="http://schemas.openxmlformats.org/officeDocument/2006/relationships/image" Target="../media/image77.wmf"/><Relationship Id="rId1" Type="http://schemas.openxmlformats.org/officeDocument/2006/relationships/image" Target="../media/image76.wmf"/><Relationship Id="rId6" Type="http://schemas.openxmlformats.org/officeDocument/2006/relationships/image" Target="../media/image81.wmf"/><Relationship Id="rId5" Type="http://schemas.openxmlformats.org/officeDocument/2006/relationships/image" Target="../media/image80.wmf"/><Relationship Id="rId4" Type="http://schemas.openxmlformats.org/officeDocument/2006/relationships/image" Target="../media/image79.wmf"/></Relationships>
</file>

<file path=ppt/drawings/_rels/vmlDrawing20.vml.rels><?xml version="1.0" encoding="UTF-8" standalone="yes"?>
<Relationships xmlns="http://schemas.openxmlformats.org/package/2006/relationships"><Relationship Id="rId1" Type="http://schemas.openxmlformats.org/officeDocument/2006/relationships/image" Target="../media/image83.wmf"/></Relationships>
</file>

<file path=ppt/drawings/_rels/vmlDrawing21.vml.rels><?xml version="1.0" encoding="UTF-8" standalone="yes"?>
<Relationships xmlns="http://schemas.openxmlformats.org/package/2006/relationships"><Relationship Id="rId1" Type="http://schemas.openxmlformats.org/officeDocument/2006/relationships/image" Target="../media/image84.wmf"/></Relationships>
</file>

<file path=ppt/drawings/_rels/vmlDrawing22.vml.rels><?xml version="1.0" encoding="UTF-8" standalone="yes"?>
<Relationships xmlns="http://schemas.openxmlformats.org/package/2006/relationships"><Relationship Id="rId1" Type="http://schemas.openxmlformats.org/officeDocument/2006/relationships/image" Target="../media/image86.emf"/></Relationships>
</file>

<file path=ppt/drawings/_rels/vmlDrawing23.vml.rels><?xml version="1.0" encoding="UTF-8" standalone="yes"?>
<Relationships xmlns="http://schemas.openxmlformats.org/package/2006/relationships"><Relationship Id="rId1" Type="http://schemas.openxmlformats.org/officeDocument/2006/relationships/image" Target="../media/image87.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4338" name="Rectangle 2"/>
          <p:cNvSpPr>
            <a:spLocks noGrp="1" noChangeArrowheads="1"/>
          </p:cNvSpPr>
          <p:nvPr>
            <p:ph type="hdr" sz="quarter"/>
          </p:nvPr>
        </p:nvSpPr>
        <p:spPr bwMode="auto">
          <a:xfrm>
            <a:off x="0" y="0"/>
            <a:ext cx="3076575" cy="511175"/>
          </a:xfrm>
          <a:prstGeom prst="rect">
            <a:avLst/>
          </a:prstGeom>
          <a:noFill/>
          <a:ln w="9525">
            <a:noFill/>
            <a:miter lim="800000"/>
          </a:ln>
          <a:effectLst/>
        </p:spPr>
        <p:txBody>
          <a:bodyPr vert="horz" wrap="square" lIns="99048" tIns="49524" rIns="99048" bIns="49524" numCol="1" anchor="t" anchorCtr="0" compatLnSpc="1"/>
          <a:lstStyle>
            <a:lvl1pPr algn="l" defTabSz="990600" eaLnBrk="1" hangingPunct="1">
              <a:lnSpc>
                <a:spcPct val="100000"/>
              </a:lnSpc>
              <a:spcBef>
                <a:spcPct val="0"/>
              </a:spcBef>
              <a:buSzTx/>
              <a:buFontTx/>
              <a:buNone/>
              <a:defRPr sz="1300">
                <a:ea typeface="宋体" panose="02010600030101010101" pitchFamily="2" charset="-122"/>
              </a:defRPr>
            </a:lvl1pPr>
          </a:lstStyle>
          <a:p>
            <a:pPr marL="0" marR="0" lvl="0" indent="0" algn="l" defTabSz="990600" rtl="0" eaLnBrk="1" fontAlgn="base" latinLnBrk="0" hangingPunct="1">
              <a:lnSpc>
                <a:spcPct val="100000"/>
              </a:lnSpc>
              <a:spcBef>
                <a:spcPct val="0"/>
              </a:spcBef>
              <a:spcAft>
                <a:spcPct val="0"/>
              </a:spcAft>
              <a:buClrTx/>
              <a:buSzTx/>
              <a:buFontTx/>
              <a:buNone/>
              <a:defRPr/>
            </a:pPr>
            <a:endParaRPr kumimoji="1" lang="en-US" altLang="zh-CN" sz="13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4339" name="Rectangle 3"/>
          <p:cNvSpPr>
            <a:spLocks noGrp="1" noChangeArrowheads="1"/>
          </p:cNvSpPr>
          <p:nvPr>
            <p:ph type="dt" idx="1"/>
          </p:nvPr>
        </p:nvSpPr>
        <p:spPr bwMode="auto">
          <a:xfrm>
            <a:off x="4022725" y="0"/>
            <a:ext cx="3076575" cy="511175"/>
          </a:xfrm>
          <a:prstGeom prst="rect">
            <a:avLst/>
          </a:prstGeom>
          <a:noFill/>
          <a:ln w="9525">
            <a:noFill/>
            <a:miter lim="800000"/>
          </a:ln>
          <a:effectLst/>
        </p:spPr>
        <p:txBody>
          <a:bodyPr vert="horz" wrap="square" lIns="99048" tIns="49524" rIns="99048" bIns="49524" numCol="1" anchor="t" anchorCtr="0" compatLnSpc="1"/>
          <a:lstStyle>
            <a:lvl1pPr algn="r" defTabSz="990600" eaLnBrk="1" hangingPunct="1">
              <a:lnSpc>
                <a:spcPct val="100000"/>
              </a:lnSpc>
              <a:spcBef>
                <a:spcPct val="0"/>
              </a:spcBef>
              <a:buSzTx/>
              <a:buFontTx/>
              <a:buNone/>
              <a:defRPr sz="1300">
                <a:ea typeface="宋体" panose="02010600030101010101" pitchFamily="2" charset="-122"/>
              </a:defRPr>
            </a:lvl1pPr>
          </a:lstStyle>
          <a:p>
            <a:pPr marL="0" marR="0" lvl="0" indent="0" algn="r" defTabSz="990600" rtl="0" eaLnBrk="1" fontAlgn="base" latinLnBrk="0" hangingPunct="1">
              <a:lnSpc>
                <a:spcPct val="100000"/>
              </a:lnSpc>
              <a:spcBef>
                <a:spcPct val="0"/>
              </a:spcBef>
              <a:spcAft>
                <a:spcPct val="0"/>
              </a:spcAft>
              <a:buClrTx/>
              <a:buSzTx/>
              <a:buFontTx/>
              <a:buNone/>
              <a:defRPr/>
            </a:pPr>
            <a:endParaRPr kumimoji="1" lang="en-US" altLang="zh-CN" sz="13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148" name="Rectangle 4"/>
          <p:cNvSpPr>
            <a:spLocks noGrp="1" noRot="1" noChangeAspect="1" noTextEdit="1"/>
          </p:cNvSpPr>
          <p:nvPr>
            <p:ph type="sldImg"/>
          </p:nvPr>
        </p:nvSpPr>
        <p:spPr>
          <a:xfrm>
            <a:off x="990600" y="768350"/>
            <a:ext cx="5118100" cy="3836988"/>
          </a:xfrm>
          <a:prstGeom prst="rect">
            <a:avLst/>
          </a:prstGeom>
          <a:noFill/>
          <a:ln w="9525" cap="flat" cmpd="sng">
            <a:solidFill>
              <a:srgbClr val="000000"/>
            </a:solidFill>
            <a:prstDash val="solid"/>
            <a:miter/>
            <a:headEnd type="none" w="med" len="med"/>
            <a:tailEnd type="none" w="med" len="med"/>
          </a:ln>
        </p:spPr>
      </p:sp>
      <p:sp>
        <p:nvSpPr>
          <p:cNvPr id="14341" name="Rectangle 5"/>
          <p:cNvSpPr>
            <a:spLocks noGrp="1" noChangeArrowheads="1"/>
          </p:cNvSpPr>
          <p:nvPr>
            <p:ph type="body" sz="quarter" idx="3"/>
          </p:nvPr>
        </p:nvSpPr>
        <p:spPr bwMode="auto">
          <a:xfrm>
            <a:off x="946150" y="4860925"/>
            <a:ext cx="5207000" cy="4605338"/>
          </a:xfrm>
          <a:prstGeom prst="rect">
            <a:avLst/>
          </a:prstGeom>
          <a:noFill/>
          <a:ln w="9525">
            <a:noFill/>
            <a:miter lim="800000"/>
          </a:ln>
          <a:effectLst/>
        </p:spPr>
        <p:txBody>
          <a:bodyPr vert="horz" wrap="square" lIns="99048" tIns="49524" rIns="99048" bIns="49524" numCol="1" anchor="t"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r>
              <a:rPr kumimoji="1"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单击此处编辑母版文本样式</a:t>
            </a:r>
          </a:p>
          <a:p>
            <a:pPr marL="457200" marR="0" lvl="1" indent="0" algn="l" defTabSz="914400" rtl="0" eaLnBrk="0" fontAlgn="base" latinLnBrk="0" hangingPunct="0">
              <a:lnSpc>
                <a:spcPct val="100000"/>
              </a:lnSpc>
              <a:spcBef>
                <a:spcPct val="30000"/>
              </a:spcBef>
              <a:spcAft>
                <a:spcPct val="0"/>
              </a:spcAft>
              <a:buClrTx/>
              <a:buSzTx/>
              <a:buFontTx/>
              <a:buNone/>
              <a:defRPr/>
            </a:pPr>
            <a:r>
              <a:rPr kumimoji="1"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第二级</a:t>
            </a:r>
          </a:p>
          <a:p>
            <a:pPr marL="914400" marR="0" lvl="2" indent="0" algn="l" defTabSz="914400" rtl="0" eaLnBrk="0" fontAlgn="base" latinLnBrk="0" hangingPunct="0">
              <a:lnSpc>
                <a:spcPct val="100000"/>
              </a:lnSpc>
              <a:spcBef>
                <a:spcPct val="30000"/>
              </a:spcBef>
              <a:spcAft>
                <a:spcPct val="0"/>
              </a:spcAft>
              <a:buClrTx/>
              <a:buSzTx/>
              <a:buFontTx/>
              <a:buNone/>
              <a:defRPr/>
            </a:pPr>
            <a:r>
              <a:rPr kumimoji="1"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第三级</a:t>
            </a:r>
          </a:p>
          <a:p>
            <a:pPr marL="1371600" marR="0" lvl="3" indent="0" algn="l" defTabSz="914400" rtl="0" eaLnBrk="0" fontAlgn="base" latinLnBrk="0" hangingPunct="0">
              <a:lnSpc>
                <a:spcPct val="100000"/>
              </a:lnSpc>
              <a:spcBef>
                <a:spcPct val="30000"/>
              </a:spcBef>
              <a:spcAft>
                <a:spcPct val="0"/>
              </a:spcAft>
              <a:buClrTx/>
              <a:buSzTx/>
              <a:buFontTx/>
              <a:buNone/>
              <a:defRPr/>
            </a:pPr>
            <a:r>
              <a:rPr kumimoji="1"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第四级</a:t>
            </a:r>
          </a:p>
          <a:p>
            <a:pPr marL="1828800" marR="0" lvl="4" indent="0" algn="l" defTabSz="914400" rtl="0" eaLnBrk="0" fontAlgn="base" latinLnBrk="0" hangingPunct="0">
              <a:lnSpc>
                <a:spcPct val="100000"/>
              </a:lnSpc>
              <a:spcBef>
                <a:spcPct val="30000"/>
              </a:spcBef>
              <a:spcAft>
                <a:spcPct val="0"/>
              </a:spcAft>
              <a:buClrTx/>
              <a:buSzTx/>
              <a:buFontTx/>
              <a:buNone/>
              <a:defRPr/>
            </a:pPr>
            <a:r>
              <a:rPr kumimoji="1"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第五级</a:t>
            </a:r>
          </a:p>
        </p:txBody>
      </p:sp>
      <p:sp>
        <p:nvSpPr>
          <p:cNvPr id="14342" name="Rectangle 6"/>
          <p:cNvSpPr>
            <a:spLocks noGrp="1" noChangeArrowheads="1"/>
          </p:cNvSpPr>
          <p:nvPr>
            <p:ph type="ftr" sz="quarter" idx="4"/>
          </p:nvPr>
        </p:nvSpPr>
        <p:spPr bwMode="auto">
          <a:xfrm>
            <a:off x="0" y="9723438"/>
            <a:ext cx="3076575" cy="511175"/>
          </a:xfrm>
          <a:prstGeom prst="rect">
            <a:avLst/>
          </a:prstGeom>
          <a:noFill/>
          <a:ln w="9525">
            <a:noFill/>
            <a:miter lim="800000"/>
          </a:ln>
          <a:effectLst/>
        </p:spPr>
        <p:txBody>
          <a:bodyPr vert="horz" wrap="square" lIns="99048" tIns="49524" rIns="99048" bIns="49524" numCol="1" anchor="b" anchorCtr="0" compatLnSpc="1"/>
          <a:lstStyle>
            <a:lvl1pPr algn="l" defTabSz="990600" eaLnBrk="1" hangingPunct="1">
              <a:lnSpc>
                <a:spcPct val="100000"/>
              </a:lnSpc>
              <a:spcBef>
                <a:spcPct val="0"/>
              </a:spcBef>
              <a:buSzTx/>
              <a:buFontTx/>
              <a:buNone/>
              <a:defRPr sz="1300">
                <a:ea typeface="宋体" panose="02010600030101010101" pitchFamily="2" charset="-122"/>
              </a:defRPr>
            </a:lvl1pPr>
          </a:lstStyle>
          <a:p>
            <a:pPr marL="0" marR="0" lvl="0" indent="0" algn="l" defTabSz="990600" rtl="0" eaLnBrk="1" fontAlgn="base" latinLnBrk="0" hangingPunct="1">
              <a:lnSpc>
                <a:spcPct val="100000"/>
              </a:lnSpc>
              <a:spcBef>
                <a:spcPct val="0"/>
              </a:spcBef>
              <a:spcAft>
                <a:spcPct val="0"/>
              </a:spcAft>
              <a:buClrTx/>
              <a:buSzTx/>
              <a:buFontTx/>
              <a:buNone/>
              <a:defRPr/>
            </a:pPr>
            <a:endParaRPr kumimoji="1" lang="en-US" altLang="zh-CN" sz="13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4343" name="Rectangle 7"/>
          <p:cNvSpPr>
            <a:spLocks noGrp="1" noChangeArrowheads="1"/>
          </p:cNvSpPr>
          <p:nvPr>
            <p:ph type="sldNum" sz="quarter" idx="5"/>
          </p:nvPr>
        </p:nvSpPr>
        <p:spPr bwMode="auto">
          <a:xfrm>
            <a:off x="4022725" y="9723438"/>
            <a:ext cx="3076575" cy="511175"/>
          </a:xfrm>
          <a:prstGeom prst="rect">
            <a:avLst/>
          </a:prstGeom>
          <a:noFill/>
          <a:ln w="9525">
            <a:noFill/>
            <a:miter lim="800000"/>
          </a:ln>
          <a:effectLst/>
        </p:spPr>
        <p:txBody>
          <a:bodyPr vert="horz" wrap="square" lIns="99048" tIns="49524" rIns="99048" bIns="49524" numCol="1" anchor="b" anchorCtr="0" compatLnSpc="1"/>
          <a:lstStyle>
            <a:lvl1pPr algn="r" defTabSz="990600" eaLnBrk="1" hangingPunct="1">
              <a:lnSpc>
                <a:spcPct val="100000"/>
              </a:lnSpc>
              <a:spcBef>
                <a:spcPct val="0"/>
              </a:spcBef>
              <a:buSzTx/>
              <a:buFontTx/>
              <a:buNone/>
              <a:defRPr sz="1300">
                <a:ea typeface="宋体" panose="02010600030101010101" pitchFamily="2" charset="-122"/>
              </a:defRPr>
            </a:lvl1pPr>
          </a:lstStyle>
          <a:p>
            <a:pPr marL="0" marR="0" lvl="0" indent="0" algn="r" defTabSz="990600" rtl="0" eaLnBrk="1" fontAlgn="base" latinLnBrk="0" hangingPunct="1">
              <a:lnSpc>
                <a:spcPct val="100000"/>
              </a:lnSpc>
              <a:spcBef>
                <a:spcPct val="0"/>
              </a:spcBef>
              <a:spcAft>
                <a:spcPct val="0"/>
              </a:spcAft>
              <a:buClrTx/>
              <a:buSzTx/>
              <a:buFontTx/>
              <a:buNone/>
              <a:defRPr/>
            </a:pPr>
            <a:fld id="{8A5896EF-D449-447A-90B3-D702CD311471}" type="slidenum">
              <a:rPr kumimoji="1" lang="en-US" altLang="zh-CN" sz="13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a:t>
            </a:fld>
            <a:endParaRPr kumimoji="1" lang="en-US" altLang="zh-CN" sz="13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1pPr>
    <a:lvl2pPr marL="4572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2pPr>
    <a:lvl3pPr marL="9144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3pPr>
    <a:lvl4pPr marL="13716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4pPr>
    <a:lvl5pPr marL="18288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3" name="幻灯片图像占位符 1"/>
          <p:cNvSpPr>
            <a:spLocks noGrp="1" noRot="1" noChangeAspect="1" noTextEdit="1"/>
          </p:cNvSpPr>
          <p:nvPr>
            <p:ph type="sldImg"/>
          </p:nvPr>
        </p:nvSpPr>
        <p:spPr>
          <a:xfrm>
            <a:off x="992188" y="768350"/>
            <a:ext cx="5114925" cy="3836988"/>
          </a:xfrm>
        </p:spPr>
      </p:sp>
      <p:sp>
        <p:nvSpPr>
          <p:cNvPr id="13314" name="备注占位符 2"/>
          <p:cNvSpPr>
            <a:spLocks noGrp="1"/>
          </p:cNvSpPr>
          <p:nvPr>
            <p:ph type="body"/>
          </p:nvPr>
        </p:nvSpPr>
        <p:spPr/>
        <p:txBody>
          <a:bodyPr wrap="square" lIns="99048" tIns="49524" rIns="99048" bIns="49524" anchor="t"/>
          <a:lstStyle/>
          <a:p>
            <a:pPr lvl="0"/>
            <a:r>
              <a:rPr lang="zh-CN" altLang="en-US" dirty="0"/>
              <a:t>传感器是被测对象信息感知的基础，本课程偏重于传感器部分的内容</a:t>
            </a:r>
          </a:p>
        </p:txBody>
      </p:sp>
      <p:sp>
        <p:nvSpPr>
          <p:cNvPr id="13315" name="灯片编号占位符 3"/>
          <p:cNvSpPr txBox="1">
            <a:spLocks noGrp="1"/>
          </p:cNvSpPr>
          <p:nvPr>
            <p:ph type="sldNum" sz="quarter"/>
          </p:nvPr>
        </p:nvSpPr>
        <p:spPr>
          <a:xfrm>
            <a:off x="4022725" y="9723438"/>
            <a:ext cx="3076575" cy="511175"/>
          </a:xfrm>
          <a:prstGeom prst="rect">
            <a:avLst/>
          </a:prstGeom>
          <a:noFill/>
          <a:ln w="9525">
            <a:noFill/>
          </a:ln>
        </p:spPr>
        <p:txBody>
          <a:bodyPr vert="horz" wrap="square" lIns="99048" tIns="49524" rIns="99048" bIns="49524" anchor="b"/>
          <a:lstStyle/>
          <a:p>
            <a:pPr lvl="0" algn="r" defTabSz="990600">
              <a:buSzTx/>
            </a:pPr>
            <a:fld id="{9A0DB2DC-4C9A-4742-B13C-FB6460FD3503}" type="slidenum">
              <a:rPr lang="en-US" altLang="zh-CN" sz="1300" dirty="0">
                <a:ea typeface="宋体" panose="02010600030101010101" pitchFamily="2" charset="-122"/>
              </a:rPr>
              <a:t>8</a:t>
            </a:fld>
            <a:endParaRPr lang="en-US" altLang="zh-CN" sz="1300" dirty="0">
              <a:ea typeface="宋体" panose="02010600030101010101" pitchFamily="2" charset="-122"/>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pPr fontAlgn="base"/>
            <a:r>
              <a:rPr lang="zh-CN" altLang="en-US" strike="noStrike" noProof="1"/>
              <a:t>单击此处编辑母版标题样式</a:t>
            </a:r>
          </a:p>
        </p:txBody>
      </p:sp>
      <p:sp>
        <p:nvSpPr>
          <p:cNvPr id="3" name="副标题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pPr fontAlgn="base"/>
            <a:r>
              <a:rPr lang="zh-CN" altLang="en-US" strike="noStrike" noProof="1"/>
              <a:t>单击此处编辑母版副标题样式</a:t>
            </a: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50000"/>
              </a:lnSpc>
              <a:spcBef>
                <a:spcPct val="20000"/>
              </a:spcBef>
              <a:spcAft>
                <a:spcPct val="0"/>
              </a:spcAft>
              <a:buClrTx/>
              <a:buSzPct val="85000"/>
              <a:buFontTx/>
              <a:buChar char="•"/>
              <a:defRPr/>
            </a:pPr>
            <a:fld id="{12D30AAB-2124-440D-B203-3271BF4B2021}" type="datetime8">
              <a:rPr kumimoji="1" lang="zh-CN" altLang="en-US" sz="1200" b="0" i="0" u="none" strike="noStrike" kern="1200" cap="none" spc="0" normalizeH="0" baseline="0" noProof="0">
                <a:ln>
                  <a:noFill/>
                </a:ln>
                <a:solidFill>
                  <a:schemeClr val="tx1">
                    <a:tint val="75000"/>
                  </a:schemeClr>
                </a:solidFill>
                <a:effectLst/>
                <a:uLnTx/>
                <a:uFillTx/>
                <a:latin typeface="Times New Roman" panose="02020603050405020304" pitchFamily="18" charset="0"/>
                <a:ea typeface="楷体_GB2312" pitchFamily="49" charset="-122"/>
                <a:cs typeface="+mn-cs"/>
              </a:rPr>
              <a:t>2024年9月5日12时0分</a:t>
            </a:fld>
            <a:endParaRPr kumimoji="1" lang="en-US" altLang="zh-CN" sz="1200" b="0" i="0" u="none" strike="noStrike" kern="1200" cap="none" spc="0" normalizeH="0" baseline="0" noProof="0">
              <a:ln>
                <a:noFill/>
              </a:ln>
              <a:solidFill>
                <a:schemeClr val="tx1">
                  <a:tint val="75000"/>
                </a:schemeClr>
              </a:solidFill>
              <a:effectLst/>
              <a:uLnTx/>
              <a:uFillTx/>
              <a:latin typeface="Times New Roman" panose="02020603050405020304" pitchFamily="18" charset="0"/>
              <a:ea typeface="楷体_GB2312" pitchFamily="49"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50000"/>
              </a:lnSpc>
              <a:spcBef>
                <a:spcPct val="20000"/>
              </a:spcBef>
              <a:spcAft>
                <a:spcPct val="0"/>
              </a:spcAft>
              <a:buClrTx/>
              <a:buSzPct val="85000"/>
              <a:buFontTx/>
              <a:buChar char="•"/>
              <a:defRPr/>
            </a:pPr>
            <a:r>
              <a:rPr kumimoji="1" lang="zh-CN" altLang="en-US" sz="1200" b="0" i="0" u="none" strike="noStrike" kern="1200" cap="none" spc="0" normalizeH="0" baseline="0" noProof="0">
                <a:ln>
                  <a:noFill/>
                </a:ln>
                <a:solidFill>
                  <a:schemeClr val="tx1">
                    <a:tint val="75000"/>
                  </a:schemeClr>
                </a:solidFill>
                <a:effectLst/>
                <a:uLnTx/>
                <a:uFillTx/>
                <a:latin typeface="Times New Roman" panose="02020603050405020304" pitchFamily="18" charset="0"/>
                <a:ea typeface="楷体_GB2312" pitchFamily="49" charset="-122"/>
                <a:cs typeface="+mn-cs"/>
              </a:rPr>
              <a:t>自动化学院</a:t>
            </a:r>
            <a:endParaRPr kumimoji="1" lang="en-US" altLang="zh-CN" sz="1200" b="0" i="0" u="none" strike="noStrike" kern="1200" cap="none" spc="0" normalizeH="0" baseline="0" noProof="0">
              <a:ln>
                <a:noFill/>
              </a:ln>
              <a:solidFill>
                <a:schemeClr val="tx1">
                  <a:tint val="75000"/>
                </a:schemeClr>
              </a:solidFill>
              <a:effectLst/>
              <a:uLnTx/>
              <a:uFillTx/>
              <a:latin typeface="Times New Roman" panose="02020603050405020304" pitchFamily="18" charset="0"/>
              <a:ea typeface="楷体_GB2312" pitchFamily="49" charset="-122"/>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base" latinLnBrk="0" hangingPunct="1">
              <a:lnSpc>
                <a:spcPct val="150000"/>
              </a:lnSpc>
              <a:spcBef>
                <a:spcPct val="20000"/>
              </a:spcBef>
              <a:spcAft>
                <a:spcPct val="0"/>
              </a:spcAft>
              <a:buClrTx/>
              <a:buSzPct val="85000"/>
              <a:buFontTx/>
              <a:buChar char="•"/>
              <a:defRPr/>
            </a:pPr>
            <a:fld id="{1517C538-367E-41AC-BC9B-F215724DE702}" type="slidenum">
              <a:rPr kumimoji="1" lang="en-US" altLang="zh-CN" sz="1200" b="0" i="0" u="none" strike="noStrike" kern="1200" cap="none" spc="0" normalizeH="0" baseline="0" noProof="0">
                <a:ln>
                  <a:noFill/>
                </a:ln>
                <a:solidFill>
                  <a:srgbClr val="898989"/>
                </a:solidFill>
                <a:effectLst/>
                <a:uLnTx/>
                <a:uFillTx/>
                <a:latin typeface="Times New Roman" panose="02020603050405020304" pitchFamily="18" charset="0"/>
                <a:ea typeface="楷体_GB2312" pitchFamily="49" charset="-122"/>
                <a:cs typeface="+mn-cs"/>
              </a:rPr>
              <a:t>‹#›</a:t>
            </a:fld>
            <a:endParaRPr kumimoji="1" lang="en-US" altLang="zh-CN" sz="1200" b="0" i="0" u="none" strike="noStrike" kern="1200" cap="none" spc="0" normalizeH="0" baseline="0" noProof="0">
              <a:ln>
                <a:noFill/>
              </a:ln>
              <a:solidFill>
                <a:srgbClr val="898989"/>
              </a:solidFill>
              <a:effectLst/>
              <a:uLnTx/>
              <a:uFillTx/>
              <a:latin typeface="Times New Roman" panose="02020603050405020304" pitchFamily="18" charset="0"/>
              <a:ea typeface="楷体_GB2312" pitchFamily="49" charset="-122"/>
              <a:cs typeface="+mn-cs"/>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内容占位符 2"/>
          <p:cNvSpPr>
            <a:spLocks noGrp="1"/>
          </p:cNvSpPr>
          <p:nvPr>
            <p:ph idx="1"/>
          </p:nvPr>
        </p:nvSpPr>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50000"/>
              </a:lnSpc>
              <a:spcBef>
                <a:spcPct val="20000"/>
              </a:spcBef>
              <a:spcAft>
                <a:spcPct val="0"/>
              </a:spcAft>
              <a:buClrTx/>
              <a:buSzPct val="85000"/>
              <a:buFontTx/>
              <a:buChar char="•"/>
              <a:defRPr/>
            </a:pPr>
            <a:fld id="{12D30AAB-2124-440D-B203-3271BF4B2021}" type="datetime8">
              <a:rPr kumimoji="1" lang="zh-CN" altLang="en-US" sz="1200" b="0" i="0" u="none" strike="noStrike" kern="1200" cap="none" spc="0" normalizeH="0" baseline="0" noProof="0">
                <a:ln>
                  <a:noFill/>
                </a:ln>
                <a:solidFill>
                  <a:schemeClr val="tx1">
                    <a:tint val="75000"/>
                  </a:schemeClr>
                </a:solidFill>
                <a:effectLst/>
                <a:uLnTx/>
                <a:uFillTx/>
                <a:latin typeface="Times New Roman" panose="02020603050405020304" pitchFamily="18" charset="0"/>
                <a:ea typeface="楷体_GB2312" pitchFamily="49" charset="-122"/>
                <a:cs typeface="+mn-cs"/>
              </a:rPr>
              <a:t>2024年9月5日12时0分</a:t>
            </a:fld>
            <a:endParaRPr kumimoji="1" lang="en-US" altLang="zh-CN" sz="1200" b="0" i="0" u="none" strike="noStrike" kern="1200" cap="none" spc="0" normalizeH="0" baseline="0" noProof="0">
              <a:ln>
                <a:noFill/>
              </a:ln>
              <a:solidFill>
                <a:schemeClr val="tx1">
                  <a:tint val="75000"/>
                </a:schemeClr>
              </a:solidFill>
              <a:effectLst/>
              <a:uLnTx/>
              <a:uFillTx/>
              <a:latin typeface="Times New Roman" panose="02020603050405020304" pitchFamily="18" charset="0"/>
              <a:ea typeface="楷体_GB2312" pitchFamily="49"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50000"/>
              </a:lnSpc>
              <a:spcBef>
                <a:spcPct val="20000"/>
              </a:spcBef>
              <a:spcAft>
                <a:spcPct val="0"/>
              </a:spcAft>
              <a:buClrTx/>
              <a:buSzPct val="85000"/>
              <a:buFontTx/>
              <a:buChar char="•"/>
              <a:defRPr/>
            </a:pPr>
            <a:r>
              <a:rPr kumimoji="1" lang="zh-CN" altLang="en-US" sz="1200" b="0" i="0" u="none" strike="noStrike" kern="1200" cap="none" spc="0" normalizeH="0" baseline="0" noProof="0">
                <a:ln>
                  <a:noFill/>
                </a:ln>
                <a:solidFill>
                  <a:schemeClr val="tx1">
                    <a:tint val="75000"/>
                  </a:schemeClr>
                </a:solidFill>
                <a:effectLst/>
                <a:uLnTx/>
                <a:uFillTx/>
                <a:latin typeface="Times New Roman" panose="02020603050405020304" pitchFamily="18" charset="0"/>
                <a:ea typeface="楷体_GB2312" pitchFamily="49" charset="-122"/>
                <a:cs typeface="+mn-cs"/>
              </a:rPr>
              <a:t>自动化学院</a:t>
            </a:r>
            <a:endParaRPr kumimoji="1" lang="en-US" altLang="zh-CN" sz="1200" b="0" i="0" u="none" strike="noStrike" kern="1200" cap="none" spc="0" normalizeH="0" baseline="0" noProof="0">
              <a:ln>
                <a:noFill/>
              </a:ln>
              <a:solidFill>
                <a:schemeClr val="tx1">
                  <a:tint val="75000"/>
                </a:schemeClr>
              </a:solidFill>
              <a:effectLst/>
              <a:uLnTx/>
              <a:uFillTx/>
              <a:latin typeface="Times New Roman" panose="02020603050405020304" pitchFamily="18" charset="0"/>
              <a:ea typeface="楷体_GB2312" pitchFamily="49" charset="-122"/>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base" latinLnBrk="0" hangingPunct="1">
              <a:lnSpc>
                <a:spcPct val="150000"/>
              </a:lnSpc>
              <a:spcBef>
                <a:spcPct val="20000"/>
              </a:spcBef>
              <a:spcAft>
                <a:spcPct val="0"/>
              </a:spcAft>
              <a:buClrTx/>
              <a:buSzPct val="85000"/>
              <a:buFontTx/>
              <a:buChar char="•"/>
              <a:defRPr/>
            </a:pPr>
            <a:fld id="{1517C538-367E-41AC-BC9B-F215724DE702}" type="slidenum">
              <a:rPr kumimoji="1" lang="en-US" altLang="zh-CN" sz="1200" b="0" i="0" u="none" strike="noStrike" kern="1200" cap="none" spc="0" normalizeH="0" baseline="0" noProof="0">
                <a:ln>
                  <a:noFill/>
                </a:ln>
                <a:solidFill>
                  <a:srgbClr val="898989"/>
                </a:solidFill>
                <a:effectLst/>
                <a:uLnTx/>
                <a:uFillTx/>
                <a:latin typeface="Times New Roman" panose="02020603050405020304" pitchFamily="18" charset="0"/>
                <a:ea typeface="楷体_GB2312" pitchFamily="49" charset="-122"/>
                <a:cs typeface="+mn-cs"/>
              </a:rPr>
              <a:t>‹#›</a:t>
            </a:fld>
            <a:endParaRPr kumimoji="1" lang="en-US" altLang="zh-CN" sz="1200" b="0" i="0" u="none" strike="noStrike" kern="1200" cap="none" spc="0" normalizeH="0" baseline="0" noProof="0">
              <a:ln>
                <a:noFill/>
              </a:ln>
              <a:solidFill>
                <a:srgbClr val="898989"/>
              </a:solidFill>
              <a:effectLst/>
              <a:uLnTx/>
              <a:uFillTx/>
              <a:latin typeface="Times New Roman" panose="02020603050405020304" pitchFamily="18" charset="0"/>
              <a:ea typeface="楷体_GB2312" pitchFamily="49" charset="-122"/>
              <a:cs typeface="+mn-cs"/>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pPr fontAlgn="base"/>
            <a:r>
              <a:rPr lang="zh-CN" altLang="en-US" strike="noStrike" noProof="1"/>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fontAlgn="base"/>
            <a:r>
              <a:rPr lang="zh-CN" altLang="en-US" strike="noStrike" noProof="1"/>
              <a:t>单击此处编辑母版文本样式</a:t>
            </a: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50000"/>
              </a:lnSpc>
              <a:spcBef>
                <a:spcPct val="20000"/>
              </a:spcBef>
              <a:spcAft>
                <a:spcPct val="0"/>
              </a:spcAft>
              <a:buClrTx/>
              <a:buSzPct val="85000"/>
              <a:buFontTx/>
              <a:buChar char="•"/>
              <a:defRPr/>
            </a:pPr>
            <a:fld id="{12D30AAB-2124-440D-B203-3271BF4B2021}" type="datetime8">
              <a:rPr kumimoji="1" lang="zh-CN" altLang="en-US" sz="1200" b="0" i="0" u="none" strike="noStrike" kern="1200" cap="none" spc="0" normalizeH="0" baseline="0" noProof="0">
                <a:ln>
                  <a:noFill/>
                </a:ln>
                <a:solidFill>
                  <a:schemeClr val="tx1">
                    <a:tint val="75000"/>
                  </a:schemeClr>
                </a:solidFill>
                <a:effectLst/>
                <a:uLnTx/>
                <a:uFillTx/>
                <a:latin typeface="Times New Roman" panose="02020603050405020304" pitchFamily="18" charset="0"/>
                <a:ea typeface="楷体_GB2312" pitchFamily="49" charset="-122"/>
                <a:cs typeface="+mn-cs"/>
              </a:rPr>
              <a:t>2024年9月5日12时0分</a:t>
            </a:fld>
            <a:endParaRPr kumimoji="1" lang="en-US" altLang="zh-CN" sz="1200" b="0" i="0" u="none" strike="noStrike" kern="1200" cap="none" spc="0" normalizeH="0" baseline="0" noProof="0">
              <a:ln>
                <a:noFill/>
              </a:ln>
              <a:solidFill>
                <a:schemeClr val="tx1">
                  <a:tint val="75000"/>
                </a:schemeClr>
              </a:solidFill>
              <a:effectLst/>
              <a:uLnTx/>
              <a:uFillTx/>
              <a:latin typeface="Times New Roman" panose="02020603050405020304" pitchFamily="18" charset="0"/>
              <a:ea typeface="楷体_GB2312" pitchFamily="49"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50000"/>
              </a:lnSpc>
              <a:spcBef>
                <a:spcPct val="20000"/>
              </a:spcBef>
              <a:spcAft>
                <a:spcPct val="0"/>
              </a:spcAft>
              <a:buClrTx/>
              <a:buSzPct val="85000"/>
              <a:buFontTx/>
              <a:buChar char="•"/>
              <a:defRPr/>
            </a:pPr>
            <a:r>
              <a:rPr kumimoji="1" lang="zh-CN" altLang="en-US" sz="1200" b="0" i="0" u="none" strike="noStrike" kern="1200" cap="none" spc="0" normalizeH="0" baseline="0" noProof="0">
                <a:ln>
                  <a:noFill/>
                </a:ln>
                <a:solidFill>
                  <a:schemeClr val="tx1">
                    <a:tint val="75000"/>
                  </a:schemeClr>
                </a:solidFill>
                <a:effectLst/>
                <a:uLnTx/>
                <a:uFillTx/>
                <a:latin typeface="Times New Roman" panose="02020603050405020304" pitchFamily="18" charset="0"/>
                <a:ea typeface="楷体_GB2312" pitchFamily="49" charset="-122"/>
                <a:cs typeface="+mn-cs"/>
              </a:rPr>
              <a:t>自动化学院</a:t>
            </a:r>
            <a:endParaRPr kumimoji="1" lang="en-US" altLang="zh-CN" sz="1200" b="0" i="0" u="none" strike="noStrike" kern="1200" cap="none" spc="0" normalizeH="0" baseline="0" noProof="0">
              <a:ln>
                <a:noFill/>
              </a:ln>
              <a:solidFill>
                <a:schemeClr val="tx1">
                  <a:tint val="75000"/>
                </a:schemeClr>
              </a:solidFill>
              <a:effectLst/>
              <a:uLnTx/>
              <a:uFillTx/>
              <a:latin typeface="Times New Roman" panose="02020603050405020304" pitchFamily="18" charset="0"/>
              <a:ea typeface="楷体_GB2312" pitchFamily="49" charset="-122"/>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base" latinLnBrk="0" hangingPunct="1">
              <a:lnSpc>
                <a:spcPct val="150000"/>
              </a:lnSpc>
              <a:spcBef>
                <a:spcPct val="20000"/>
              </a:spcBef>
              <a:spcAft>
                <a:spcPct val="0"/>
              </a:spcAft>
              <a:buClrTx/>
              <a:buSzPct val="85000"/>
              <a:buFontTx/>
              <a:buChar char="•"/>
              <a:defRPr/>
            </a:pPr>
            <a:fld id="{1517C538-367E-41AC-BC9B-F215724DE702}" type="slidenum">
              <a:rPr kumimoji="1" lang="en-US" altLang="zh-CN" sz="1200" b="0" i="0" u="none" strike="noStrike" kern="1200" cap="none" spc="0" normalizeH="0" baseline="0" noProof="0">
                <a:ln>
                  <a:noFill/>
                </a:ln>
                <a:solidFill>
                  <a:srgbClr val="898989"/>
                </a:solidFill>
                <a:effectLst/>
                <a:uLnTx/>
                <a:uFillTx/>
                <a:latin typeface="Times New Roman" panose="02020603050405020304" pitchFamily="18" charset="0"/>
                <a:ea typeface="楷体_GB2312" pitchFamily="49" charset="-122"/>
                <a:cs typeface="+mn-cs"/>
              </a:rPr>
              <a:t>‹#›</a:t>
            </a:fld>
            <a:endParaRPr kumimoji="1" lang="en-US" altLang="zh-CN" sz="1200" b="0" i="0" u="none" strike="noStrike" kern="1200" cap="none" spc="0" normalizeH="0" baseline="0" noProof="0">
              <a:ln>
                <a:noFill/>
              </a:ln>
              <a:solidFill>
                <a:srgbClr val="898989"/>
              </a:solidFill>
              <a:effectLst/>
              <a:uLnTx/>
              <a:uFillTx/>
              <a:latin typeface="Times New Roman" panose="02020603050405020304" pitchFamily="18" charset="0"/>
              <a:ea typeface="楷体_GB2312" pitchFamily="49" charset="-122"/>
              <a:cs typeface="+mn-cs"/>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50000"/>
              </a:lnSpc>
              <a:spcBef>
                <a:spcPct val="20000"/>
              </a:spcBef>
              <a:spcAft>
                <a:spcPct val="0"/>
              </a:spcAft>
              <a:buClrTx/>
              <a:buSzPct val="85000"/>
              <a:buFontTx/>
              <a:buChar char="•"/>
              <a:defRPr/>
            </a:pPr>
            <a:fld id="{12D30AAB-2124-440D-B203-3271BF4B2021}" type="datetime8">
              <a:rPr kumimoji="1" lang="zh-CN" altLang="en-US" sz="1200" b="0" i="0" u="none" strike="noStrike" kern="1200" cap="none" spc="0" normalizeH="0" baseline="0" noProof="0">
                <a:ln>
                  <a:noFill/>
                </a:ln>
                <a:solidFill>
                  <a:schemeClr val="tx1">
                    <a:tint val="75000"/>
                  </a:schemeClr>
                </a:solidFill>
                <a:effectLst/>
                <a:uLnTx/>
                <a:uFillTx/>
                <a:latin typeface="Times New Roman" panose="02020603050405020304" pitchFamily="18" charset="0"/>
                <a:ea typeface="楷体_GB2312" pitchFamily="49" charset="-122"/>
                <a:cs typeface="+mn-cs"/>
              </a:rPr>
              <a:t>2024年9月5日12时0分</a:t>
            </a:fld>
            <a:endParaRPr kumimoji="1" lang="en-US" altLang="zh-CN" sz="1200" b="0" i="0" u="none" strike="noStrike" kern="1200" cap="none" spc="0" normalizeH="0" baseline="0" noProof="0">
              <a:ln>
                <a:noFill/>
              </a:ln>
              <a:solidFill>
                <a:schemeClr val="tx1">
                  <a:tint val="75000"/>
                </a:schemeClr>
              </a:solidFill>
              <a:effectLst/>
              <a:uLnTx/>
              <a:uFillTx/>
              <a:latin typeface="Times New Roman" panose="02020603050405020304" pitchFamily="18" charset="0"/>
              <a:ea typeface="楷体_GB2312" pitchFamily="49"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50000"/>
              </a:lnSpc>
              <a:spcBef>
                <a:spcPct val="20000"/>
              </a:spcBef>
              <a:spcAft>
                <a:spcPct val="0"/>
              </a:spcAft>
              <a:buClrTx/>
              <a:buSzPct val="85000"/>
              <a:buFontTx/>
              <a:buChar char="•"/>
              <a:defRPr/>
            </a:pPr>
            <a:r>
              <a:rPr kumimoji="1" lang="zh-CN" altLang="en-US" sz="1200" b="0" i="0" u="none" strike="noStrike" kern="1200" cap="none" spc="0" normalizeH="0" baseline="0" noProof="0">
                <a:ln>
                  <a:noFill/>
                </a:ln>
                <a:solidFill>
                  <a:schemeClr val="tx1">
                    <a:tint val="75000"/>
                  </a:schemeClr>
                </a:solidFill>
                <a:effectLst/>
                <a:uLnTx/>
                <a:uFillTx/>
                <a:latin typeface="Times New Roman" panose="02020603050405020304" pitchFamily="18" charset="0"/>
                <a:ea typeface="楷体_GB2312" pitchFamily="49" charset="-122"/>
                <a:cs typeface="+mn-cs"/>
              </a:rPr>
              <a:t>自动化学院</a:t>
            </a:r>
            <a:endParaRPr kumimoji="1" lang="en-US" altLang="zh-CN" sz="1200" b="0" i="0" u="none" strike="noStrike" kern="1200" cap="none" spc="0" normalizeH="0" baseline="0" noProof="0">
              <a:ln>
                <a:noFill/>
              </a:ln>
              <a:solidFill>
                <a:schemeClr val="tx1">
                  <a:tint val="75000"/>
                </a:schemeClr>
              </a:solidFill>
              <a:effectLst/>
              <a:uLnTx/>
              <a:uFillTx/>
              <a:latin typeface="Times New Roman" panose="02020603050405020304" pitchFamily="18" charset="0"/>
              <a:ea typeface="楷体_GB2312" pitchFamily="49" charset="-122"/>
              <a:cs typeface="+mn-cs"/>
            </a:endParaRPr>
          </a:p>
        </p:txBody>
      </p:sp>
      <p:sp>
        <p:nvSpPr>
          <p:cNvPr id="7" name="灯片编号占位符 6"/>
          <p:cNvSpPr>
            <a:spLocks noGrp="1"/>
          </p:cNvSpPr>
          <p:nvPr>
            <p:ph type="sldNum" sz="quarter" idx="12"/>
          </p:nvPr>
        </p:nvSpPr>
        <p:spPr/>
        <p:txBody>
          <a:bodyPr/>
          <a:lstStyle/>
          <a:p>
            <a:pPr marL="0" marR="0" lvl="0" indent="0" algn="r" defTabSz="914400" rtl="0" eaLnBrk="1" fontAlgn="base" latinLnBrk="0" hangingPunct="1">
              <a:lnSpc>
                <a:spcPct val="150000"/>
              </a:lnSpc>
              <a:spcBef>
                <a:spcPct val="20000"/>
              </a:spcBef>
              <a:spcAft>
                <a:spcPct val="0"/>
              </a:spcAft>
              <a:buClrTx/>
              <a:buSzPct val="85000"/>
              <a:buFontTx/>
              <a:buChar char="•"/>
              <a:defRPr/>
            </a:pPr>
            <a:fld id="{1517C538-367E-41AC-BC9B-F215724DE702}" type="slidenum">
              <a:rPr kumimoji="1" lang="en-US" altLang="zh-CN" sz="1200" b="0" i="0" u="none" strike="noStrike" kern="1200" cap="none" spc="0" normalizeH="0" baseline="0" noProof="0">
                <a:ln>
                  <a:noFill/>
                </a:ln>
                <a:solidFill>
                  <a:srgbClr val="898989"/>
                </a:solidFill>
                <a:effectLst/>
                <a:uLnTx/>
                <a:uFillTx/>
                <a:latin typeface="Times New Roman" panose="02020603050405020304" pitchFamily="18" charset="0"/>
                <a:ea typeface="楷体_GB2312" pitchFamily="49" charset="-122"/>
                <a:cs typeface="+mn-cs"/>
              </a:rPr>
              <a:t>‹#›</a:t>
            </a:fld>
            <a:endParaRPr kumimoji="1" lang="en-US" altLang="zh-CN" sz="1200" b="0" i="0" u="none" strike="noStrike" kern="1200" cap="none" spc="0" normalizeH="0" baseline="0" noProof="0">
              <a:ln>
                <a:noFill/>
              </a:ln>
              <a:solidFill>
                <a:srgbClr val="898989"/>
              </a:solidFill>
              <a:effectLst/>
              <a:uLnTx/>
              <a:uFillTx/>
              <a:latin typeface="Times New Roman" panose="02020603050405020304" pitchFamily="18" charset="0"/>
              <a:ea typeface="楷体_GB2312" pitchFamily="49" charset="-122"/>
              <a:cs typeface="+mn-cs"/>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pPr fontAlgn="base"/>
            <a:r>
              <a:rPr lang="zh-CN" altLang="en-US" strike="noStrike" noProof="1"/>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7" name="日期占位符 6"/>
          <p:cNvSpPr>
            <a:spLocks noGrp="1"/>
          </p:cNvSpPr>
          <p:nvPr>
            <p:ph type="dt" sz="half" idx="10"/>
          </p:nvPr>
        </p:nvSpPr>
        <p:spPr/>
        <p:txBody>
          <a:bodyPr/>
          <a:lstStyle/>
          <a:p>
            <a:pPr marL="0" marR="0" lvl="0" indent="0" algn="l" defTabSz="914400" rtl="0" eaLnBrk="1" fontAlgn="base" latinLnBrk="0" hangingPunct="1">
              <a:lnSpc>
                <a:spcPct val="150000"/>
              </a:lnSpc>
              <a:spcBef>
                <a:spcPct val="20000"/>
              </a:spcBef>
              <a:spcAft>
                <a:spcPct val="0"/>
              </a:spcAft>
              <a:buClrTx/>
              <a:buSzPct val="85000"/>
              <a:buFontTx/>
              <a:buChar char="•"/>
              <a:defRPr/>
            </a:pPr>
            <a:fld id="{12D30AAB-2124-440D-B203-3271BF4B2021}" type="datetime8">
              <a:rPr kumimoji="1" lang="zh-CN" altLang="en-US" sz="1200" b="0" i="0" u="none" strike="noStrike" kern="1200" cap="none" spc="0" normalizeH="0" baseline="0" noProof="0">
                <a:ln>
                  <a:noFill/>
                </a:ln>
                <a:solidFill>
                  <a:schemeClr val="tx1">
                    <a:tint val="75000"/>
                  </a:schemeClr>
                </a:solidFill>
                <a:effectLst/>
                <a:uLnTx/>
                <a:uFillTx/>
                <a:latin typeface="Times New Roman" panose="02020603050405020304" pitchFamily="18" charset="0"/>
                <a:ea typeface="楷体_GB2312" pitchFamily="49" charset="-122"/>
                <a:cs typeface="+mn-cs"/>
              </a:rPr>
              <a:t>2024年9月5日12时0分</a:t>
            </a:fld>
            <a:endParaRPr kumimoji="1" lang="en-US" altLang="zh-CN" sz="1200" b="0" i="0" u="none" strike="noStrike" kern="1200" cap="none" spc="0" normalizeH="0" baseline="0" noProof="0">
              <a:ln>
                <a:noFill/>
              </a:ln>
              <a:solidFill>
                <a:schemeClr val="tx1">
                  <a:tint val="75000"/>
                </a:schemeClr>
              </a:solidFill>
              <a:effectLst/>
              <a:uLnTx/>
              <a:uFillTx/>
              <a:latin typeface="Times New Roman" panose="02020603050405020304" pitchFamily="18" charset="0"/>
              <a:ea typeface="楷体_GB2312" pitchFamily="49" charset="-122"/>
              <a:cs typeface="+mn-cs"/>
            </a:endParaRPr>
          </a:p>
        </p:txBody>
      </p:sp>
      <p:sp>
        <p:nvSpPr>
          <p:cNvPr id="8" name="页脚占位符 7"/>
          <p:cNvSpPr>
            <a:spLocks noGrp="1"/>
          </p:cNvSpPr>
          <p:nvPr>
            <p:ph type="ftr" sz="quarter" idx="11"/>
          </p:nvPr>
        </p:nvSpPr>
        <p:spPr/>
        <p:txBody>
          <a:bodyPr/>
          <a:lstStyle/>
          <a:p>
            <a:pPr marL="0" marR="0" lvl="0" indent="0" algn="ctr" defTabSz="914400" rtl="0" eaLnBrk="1" fontAlgn="base" latinLnBrk="0" hangingPunct="1">
              <a:lnSpc>
                <a:spcPct val="150000"/>
              </a:lnSpc>
              <a:spcBef>
                <a:spcPct val="20000"/>
              </a:spcBef>
              <a:spcAft>
                <a:spcPct val="0"/>
              </a:spcAft>
              <a:buClrTx/>
              <a:buSzPct val="85000"/>
              <a:buFontTx/>
              <a:buChar char="•"/>
              <a:defRPr/>
            </a:pPr>
            <a:r>
              <a:rPr kumimoji="1" lang="zh-CN" altLang="en-US" sz="1200" b="0" i="0" u="none" strike="noStrike" kern="1200" cap="none" spc="0" normalizeH="0" baseline="0" noProof="0">
                <a:ln>
                  <a:noFill/>
                </a:ln>
                <a:solidFill>
                  <a:schemeClr val="tx1">
                    <a:tint val="75000"/>
                  </a:schemeClr>
                </a:solidFill>
                <a:effectLst/>
                <a:uLnTx/>
                <a:uFillTx/>
                <a:latin typeface="Times New Roman" panose="02020603050405020304" pitchFamily="18" charset="0"/>
                <a:ea typeface="楷体_GB2312" pitchFamily="49" charset="-122"/>
                <a:cs typeface="+mn-cs"/>
              </a:rPr>
              <a:t>自动化学院</a:t>
            </a:r>
            <a:endParaRPr kumimoji="1" lang="en-US" altLang="zh-CN" sz="1200" b="0" i="0" u="none" strike="noStrike" kern="1200" cap="none" spc="0" normalizeH="0" baseline="0" noProof="0">
              <a:ln>
                <a:noFill/>
              </a:ln>
              <a:solidFill>
                <a:schemeClr val="tx1">
                  <a:tint val="75000"/>
                </a:schemeClr>
              </a:solidFill>
              <a:effectLst/>
              <a:uLnTx/>
              <a:uFillTx/>
              <a:latin typeface="Times New Roman" panose="02020603050405020304" pitchFamily="18" charset="0"/>
              <a:ea typeface="楷体_GB2312" pitchFamily="49" charset="-122"/>
              <a:cs typeface="+mn-cs"/>
            </a:endParaRPr>
          </a:p>
        </p:txBody>
      </p:sp>
      <p:sp>
        <p:nvSpPr>
          <p:cNvPr id="9" name="灯片编号占位符 8"/>
          <p:cNvSpPr>
            <a:spLocks noGrp="1"/>
          </p:cNvSpPr>
          <p:nvPr>
            <p:ph type="sldNum" sz="quarter" idx="12"/>
          </p:nvPr>
        </p:nvSpPr>
        <p:spPr/>
        <p:txBody>
          <a:bodyPr/>
          <a:lstStyle/>
          <a:p>
            <a:pPr marL="0" marR="0" lvl="0" indent="0" algn="r" defTabSz="914400" rtl="0" eaLnBrk="1" fontAlgn="base" latinLnBrk="0" hangingPunct="1">
              <a:lnSpc>
                <a:spcPct val="150000"/>
              </a:lnSpc>
              <a:spcBef>
                <a:spcPct val="20000"/>
              </a:spcBef>
              <a:spcAft>
                <a:spcPct val="0"/>
              </a:spcAft>
              <a:buClrTx/>
              <a:buSzPct val="85000"/>
              <a:buFontTx/>
              <a:buChar char="•"/>
              <a:defRPr/>
            </a:pPr>
            <a:fld id="{1517C538-367E-41AC-BC9B-F215724DE702}" type="slidenum">
              <a:rPr kumimoji="1" lang="en-US" altLang="zh-CN" sz="1200" b="0" i="0" u="none" strike="noStrike" kern="1200" cap="none" spc="0" normalizeH="0" baseline="0" noProof="0">
                <a:ln>
                  <a:noFill/>
                </a:ln>
                <a:solidFill>
                  <a:srgbClr val="898989"/>
                </a:solidFill>
                <a:effectLst/>
                <a:uLnTx/>
                <a:uFillTx/>
                <a:latin typeface="Times New Roman" panose="02020603050405020304" pitchFamily="18" charset="0"/>
                <a:ea typeface="楷体_GB2312" pitchFamily="49" charset="-122"/>
                <a:cs typeface="+mn-cs"/>
              </a:rPr>
              <a:t>‹#›</a:t>
            </a:fld>
            <a:endParaRPr kumimoji="1" lang="en-US" altLang="zh-CN" sz="1200" b="0" i="0" u="none" strike="noStrike" kern="1200" cap="none" spc="0" normalizeH="0" baseline="0" noProof="0">
              <a:ln>
                <a:noFill/>
              </a:ln>
              <a:solidFill>
                <a:srgbClr val="898989"/>
              </a:solidFill>
              <a:effectLst/>
              <a:uLnTx/>
              <a:uFillTx/>
              <a:latin typeface="Times New Roman" panose="02020603050405020304" pitchFamily="18" charset="0"/>
              <a:ea typeface="楷体_GB2312" pitchFamily="49" charset="-122"/>
              <a:cs typeface="+mn-cs"/>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日期占位符 2"/>
          <p:cNvSpPr>
            <a:spLocks noGrp="1"/>
          </p:cNvSpPr>
          <p:nvPr>
            <p:ph type="dt" sz="half" idx="10"/>
          </p:nvPr>
        </p:nvSpPr>
        <p:spPr/>
        <p:txBody>
          <a:bodyPr/>
          <a:lstStyle/>
          <a:p>
            <a:pPr marL="0" marR="0" lvl="0" indent="0" algn="l" defTabSz="914400" rtl="0" eaLnBrk="1" fontAlgn="base" latinLnBrk="0" hangingPunct="1">
              <a:lnSpc>
                <a:spcPct val="150000"/>
              </a:lnSpc>
              <a:spcBef>
                <a:spcPct val="20000"/>
              </a:spcBef>
              <a:spcAft>
                <a:spcPct val="0"/>
              </a:spcAft>
              <a:buClrTx/>
              <a:buSzPct val="85000"/>
              <a:buFontTx/>
              <a:buChar char="•"/>
              <a:defRPr/>
            </a:pPr>
            <a:fld id="{12D30AAB-2124-440D-B203-3271BF4B2021}" type="datetime8">
              <a:rPr kumimoji="1" lang="zh-CN" altLang="en-US" sz="1200" b="0" i="0" u="none" strike="noStrike" kern="1200" cap="none" spc="0" normalizeH="0" baseline="0" noProof="0">
                <a:ln>
                  <a:noFill/>
                </a:ln>
                <a:solidFill>
                  <a:schemeClr val="tx1">
                    <a:tint val="75000"/>
                  </a:schemeClr>
                </a:solidFill>
                <a:effectLst/>
                <a:uLnTx/>
                <a:uFillTx/>
                <a:latin typeface="Times New Roman" panose="02020603050405020304" pitchFamily="18" charset="0"/>
                <a:ea typeface="楷体_GB2312" pitchFamily="49" charset="-122"/>
                <a:cs typeface="+mn-cs"/>
              </a:rPr>
              <a:t>2024年9月5日12时0分</a:t>
            </a:fld>
            <a:endParaRPr kumimoji="1" lang="en-US" altLang="zh-CN" sz="1200" b="0" i="0" u="none" strike="noStrike" kern="1200" cap="none" spc="0" normalizeH="0" baseline="0" noProof="0">
              <a:ln>
                <a:noFill/>
              </a:ln>
              <a:solidFill>
                <a:schemeClr val="tx1">
                  <a:tint val="75000"/>
                </a:schemeClr>
              </a:solidFill>
              <a:effectLst/>
              <a:uLnTx/>
              <a:uFillTx/>
              <a:latin typeface="Times New Roman" panose="02020603050405020304" pitchFamily="18" charset="0"/>
              <a:ea typeface="楷体_GB2312" pitchFamily="49" charset="-122"/>
              <a:cs typeface="+mn-cs"/>
            </a:endParaRPr>
          </a:p>
        </p:txBody>
      </p:sp>
      <p:sp>
        <p:nvSpPr>
          <p:cNvPr id="4" name="页脚占位符 3"/>
          <p:cNvSpPr>
            <a:spLocks noGrp="1"/>
          </p:cNvSpPr>
          <p:nvPr>
            <p:ph type="ftr" sz="quarter" idx="11"/>
          </p:nvPr>
        </p:nvSpPr>
        <p:spPr/>
        <p:txBody>
          <a:bodyPr/>
          <a:lstStyle/>
          <a:p>
            <a:pPr marL="0" marR="0" lvl="0" indent="0" algn="ctr" defTabSz="914400" rtl="0" eaLnBrk="1" fontAlgn="base" latinLnBrk="0" hangingPunct="1">
              <a:lnSpc>
                <a:spcPct val="150000"/>
              </a:lnSpc>
              <a:spcBef>
                <a:spcPct val="20000"/>
              </a:spcBef>
              <a:spcAft>
                <a:spcPct val="0"/>
              </a:spcAft>
              <a:buClrTx/>
              <a:buSzPct val="85000"/>
              <a:buFontTx/>
              <a:buChar char="•"/>
              <a:defRPr/>
            </a:pPr>
            <a:r>
              <a:rPr kumimoji="1" lang="zh-CN" altLang="en-US" sz="1200" b="0" i="0" u="none" strike="noStrike" kern="1200" cap="none" spc="0" normalizeH="0" baseline="0" noProof="0">
                <a:ln>
                  <a:noFill/>
                </a:ln>
                <a:solidFill>
                  <a:schemeClr val="tx1">
                    <a:tint val="75000"/>
                  </a:schemeClr>
                </a:solidFill>
                <a:effectLst/>
                <a:uLnTx/>
                <a:uFillTx/>
                <a:latin typeface="Times New Roman" panose="02020603050405020304" pitchFamily="18" charset="0"/>
                <a:ea typeface="楷体_GB2312" pitchFamily="49" charset="-122"/>
                <a:cs typeface="+mn-cs"/>
              </a:rPr>
              <a:t>自动化学院</a:t>
            </a:r>
            <a:endParaRPr kumimoji="1" lang="en-US" altLang="zh-CN" sz="1200" b="0" i="0" u="none" strike="noStrike" kern="1200" cap="none" spc="0" normalizeH="0" baseline="0" noProof="0">
              <a:ln>
                <a:noFill/>
              </a:ln>
              <a:solidFill>
                <a:schemeClr val="tx1">
                  <a:tint val="75000"/>
                </a:schemeClr>
              </a:solidFill>
              <a:effectLst/>
              <a:uLnTx/>
              <a:uFillTx/>
              <a:latin typeface="Times New Roman" panose="02020603050405020304" pitchFamily="18" charset="0"/>
              <a:ea typeface="楷体_GB2312" pitchFamily="49" charset="-122"/>
              <a:cs typeface="+mn-cs"/>
            </a:endParaRPr>
          </a:p>
        </p:txBody>
      </p:sp>
      <p:sp>
        <p:nvSpPr>
          <p:cNvPr id="5" name="灯片编号占位符 4"/>
          <p:cNvSpPr>
            <a:spLocks noGrp="1"/>
          </p:cNvSpPr>
          <p:nvPr>
            <p:ph type="sldNum" sz="quarter" idx="12"/>
          </p:nvPr>
        </p:nvSpPr>
        <p:spPr/>
        <p:txBody>
          <a:bodyPr/>
          <a:lstStyle/>
          <a:p>
            <a:pPr marL="0" marR="0" lvl="0" indent="0" algn="r" defTabSz="914400" rtl="0" eaLnBrk="1" fontAlgn="base" latinLnBrk="0" hangingPunct="1">
              <a:lnSpc>
                <a:spcPct val="150000"/>
              </a:lnSpc>
              <a:spcBef>
                <a:spcPct val="20000"/>
              </a:spcBef>
              <a:spcAft>
                <a:spcPct val="0"/>
              </a:spcAft>
              <a:buClrTx/>
              <a:buSzPct val="85000"/>
              <a:buFontTx/>
              <a:buChar char="•"/>
              <a:defRPr/>
            </a:pPr>
            <a:fld id="{1517C538-367E-41AC-BC9B-F215724DE702}" type="slidenum">
              <a:rPr kumimoji="1" lang="en-US" altLang="zh-CN" sz="1200" b="0" i="0" u="none" strike="noStrike" kern="1200" cap="none" spc="0" normalizeH="0" baseline="0" noProof="0">
                <a:ln>
                  <a:noFill/>
                </a:ln>
                <a:solidFill>
                  <a:srgbClr val="898989"/>
                </a:solidFill>
                <a:effectLst/>
                <a:uLnTx/>
                <a:uFillTx/>
                <a:latin typeface="Times New Roman" panose="02020603050405020304" pitchFamily="18" charset="0"/>
                <a:ea typeface="楷体_GB2312" pitchFamily="49" charset="-122"/>
                <a:cs typeface="+mn-cs"/>
              </a:rPr>
              <a:t>‹#›</a:t>
            </a:fld>
            <a:endParaRPr kumimoji="1" lang="en-US" altLang="zh-CN" sz="1200" b="0" i="0" u="none" strike="noStrike" kern="1200" cap="none" spc="0" normalizeH="0" baseline="0" noProof="0">
              <a:ln>
                <a:noFill/>
              </a:ln>
              <a:solidFill>
                <a:srgbClr val="898989"/>
              </a:solidFill>
              <a:effectLst/>
              <a:uLnTx/>
              <a:uFillTx/>
              <a:latin typeface="Times New Roman" panose="02020603050405020304" pitchFamily="18" charset="0"/>
              <a:ea typeface="楷体_GB2312" pitchFamily="49" charset="-122"/>
              <a:cs typeface="+mn-cs"/>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marL="0" marR="0" lvl="0" indent="0" algn="l" defTabSz="914400" rtl="0" eaLnBrk="1" fontAlgn="base" latinLnBrk="0" hangingPunct="1">
              <a:lnSpc>
                <a:spcPct val="150000"/>
              </a:lnSpc>
              <a:spcBef>
                <a:spcPct val="20000"/>
              </a:spcBef>
              <a:spcAft>
                <a:spcPct val="0"/>
              </a:spcAft>
              <a:buClrTx/>
              <a:buSzPct val="85000"/>
              <a:buFontTx/>
              <a:buChar char="•"/>
              <a:defRPr/>
            </a:pPr>
            <a:fld id="{12D30AAB-2124-440D-B203-3271BF4B2021}" type="datetime8">
              <a:rPr kumimoji="1" lang="zh-CN" altLang="en-US" sz="1200" b="0" i="0" u="none" strike="noStrike" kern="1200" cap="none" spc="0" normalizeH="0" baseline="0" noProof="0">
                <a:ln>
                  <a:noFill/>
                </a:ln>
                <a:solidFill>
                  <a:schemeClr val="tx1">
                    <a:tint val="75000"/>
                  </a:schemeClr>
                </a:solidFill>
                <a:effectLst/>
                <a:uLnTx/>
                <a:uFillTx/>
                <a:latin typeface="Times New Roman" panose="02020603050405020304" pitchFamily="18" charset="0"/>
                <a:ea typeface="楷体_GB2312" pitchFamily="49" charset="-122"/>
                <a:cs typeface="+mn-cs"/>
              </a:rPr>
              <a:t>2024年9月5日12时0分</a:t>
            </a:fld>
            <a:endParaRPr kumimoji="1" lang="en-US" altLang="zh-CN" sz="1200" b="0" i="0" u="none" strike="noStrike" kern="1200" cap="none" spc="0" normalizeH="0" baseline="0" noProof="0">
              <a:ln>
                <a:noFill/>
              </a:ln>
              <a:solidFill>
                <a:schemeClr val="tx1">
                  <a:tint val="75000"/>
                </a:schemeClr>
              </a:solidFill>
              <a:effectLst/>
              <a:uLnTx/>
              <a:uFillTx/>
              <a:latin typeface="Times New Roman" panose="02020603050405020304" pitchFamily="18" charset="0"/>
              <a:ea typeface="楷体_GB2312" pitchFamily="49" charset="-122"/>
              <a:cs typeface="+mn-cs"/>
            </a:endParaRPr>
          </a:p>
        </p:txBody>
      </p:sp>
      <p:sp>
        <p:nvSpPr>
          <p:cNvPr id="3" name="页脚占位符 2"/>
          <p:cNvSpPr>
            <a:spLocks noGrp="1"/>
          </p:cNvSpPr>
          <p:nvPr>
            <p:ph type="ftr" sz="quarter" idx="11"/>
          </p:nvPr>
        </p:nvSpPr>
        <p:spPr/>
        <p:txBody>
          <a:bodyPr/>
          <a:lstStyle/>
          <a:p>
            <a:pPr marL="0" marR="0" lvl="0" indent="0" algn="ctr" defTabSz="914400" rtl="0" eaLnBrk="1" fontAlgn="base" latinLnBrk="0" hangingPunct="1">
              <a:lnSpc>
                <a:spcPct val="150000"/>
              </a:lnSpc>
              <a:spcBef>
                <a:spcPct val="20000"/>
              </a:spcBef>
              <a:spcAft>
                <a:spcPct val="0"/>
              </a:spcAft>
              <a:buClrTx/>
              <a:buSzPct val="85000"/>
              <a:buFontTx/>
              <a:buChar char="•"/>
              <a:defRPr/>
            </a:pPr>
            <a:r>
              <a:rPr kumimoji="1" lang="zh-CN" altLang="en-US" sz="1200" b="0" i="0" u="none" strike="noStrike" kern="1200" cap="none" spc="0" normalizeH="0" baseline="0" noProof="0">
                <a:ln>
                  <a:noFill/>
                </a:ln>
                <a:solidFill>
                  <a:schemeClr val="tx1">
                    <a:tint val="75000"/>
                  </a:schemeClr>
                </a:solidFill>
                <a:effectLst/>
                <a:uLnTx/>
                <a:uFillTx/>
                <a:latin typeface="Times New Roman" panose="02020603050405020304" pitchFamily="18" charset="0"/>
                <a:ea typeface="楷体_GB2312" pitchFamily="49" charset="-122"/>
                <a:cs typeface="+mn-cs"/>
              </a:rPr>
              <a:t>自动化学院</a:t>
            </a:r>
            <a:endParaRPr kumimoji="1" lang="en-US" altLang="zh-CN" sz="1200" b="0" i="0" u="none" strike="noStrike" kern="1200" cap="none" spc="0" normalizeH="0" baseline="0" noProof="0">
              <a:ln>
                <a:noFill/>
              </a:ln>
              <a:solidFill>
                <a:schemeClr val="tx1">
                  <a:tint val="75000"/>
                </a:schemeClr>
              </a:solidFill>
              <a:effectLst/>
              <a:uLnTx/>
              <a:uFillTx/>
              <a:latin typeface="Times New Roman" panose="02020603050405020304" pitchFamily="18" charset="0"/>
              <a:ea typeface="楷体_GB2312" pitchFamily="49" charset="-122"/>
              <a:cs typeface="+mn-cs"/>
            </a:endParaRPr>
          </a:p>
        </p:txBody>
      </p:sp>
      <p:sp>
        <p:nvSpPr>
          <p:cNvPr id="4" name="灯片编号占位符 3"/>
          <p:cNvSpPr>
            <a:spLocks noGrp="1"/>
          </p:cNvSpPr>
          <p:nvPr>
            <p:ph type="sldNum" sz="quarter" idx="12"/>
          </p:nvPr>
        </p:nvSpPr>
        <p:spPr/>
        <p:txBody>
          <a:bodyPr/>
          <a:lstStyle/>
          <a:p>
            <a:pPr marL="0" marR="0" lvl="0" indent="0" algn="r" defTabSz="914400" rtl="0" eaLnBrk="1" fontAlgn="base" latinLnBrk="0" hangingPunct="1">
              <a:lnSpc>
                <a:spcPct val="150000"/>
              </a:lnSpc>
              <a:spcBef>
                <a:spcPct val="20000"/>
              </a:spcBef>
              <a:spcAft>
                <a:spcPct val="0"/>
              </a:spcAft>
              <a:buClrTx/>
              <a:buSzPct val="85000"/>
              <a:buFontTx/>
              <a:buChar char="•"/>
              <a:defRPr/>
            </a:pPr>
            <a:fld id="{1517C538-367E-41AC-BC9B-F215724DE702}" type="slidenum">
              <a:rPr kumimoji="1" lang="en-US" altLang="zh-CN" sz="1200" b="0" i="0" u="none" strike="noStrike" kern="1200" cap="none" spc="0" normalizeH="0" baseline="0" noProof="0">
                <a:ln>
                  <a:noFill/>
                </a:ln>
                <a:solidFill>
                  <a:srgbClr val="898989"/>
                </a:solidFill>
                <a:effectLst/>
                <a:uLnTx/>
                <a:uFillTx/>
                <a:latin typeface="Times New Roman" panose="02020603050405020304" pitchFamily="18" charset="0"/>
                <a:ea typeface="楷体_GB2312" pitchFamily="49" charset="-122"/>
                <a:cs typeface="+mn-cs"/>
              </a:rPr>
              <a:t>‹#›</a:t>
            </a:fld>
            <a:endParaRPr kumimoji="1" lang="en-US" altLang="zh-CN" sz="1200" b="0" i="0" u="none" strike="noStrike" kern="1200" cap="none" spc="0" normalizeH="0" baseline="0" noProof="0">
              <a:ln>
                <a:noFill/>
              </a:ln>
              <a:solidFill>
                <a:srgbClr val="898989"/>
              </a:solidFill>
              <a:effectLst/>
              <a:uLnTx/>
              <a:uFillTx/>
              <a:latin typeface="Times New Roman" panose="02020603050405020304" pitchFamily="18" charset="0"/>
              <a:ea typeface="楷体_GB2312" pitchFamily="49" charset="-122"/>
              <a:cs typeface="+mn-cs"/>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pPr fontAlgn="base"/>
            <a:r>
              <a:rPr lang="zh-CN" altLang="en-US" strike="noStrike" noProof="1"/>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a:t>单击此处编辑母版文本样式</a:t>
            </a:r>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50000"/>
              </a:lnSpc>
              <a:spcBef>
                <a:spcPct val="20000"/>
              </a:spcBef>
              <a:spcAft>
                <a:spcPct val="0"/>
              </a:spcAft>
              <a:buClrTx/>
              <a:buSzPct val="85000"/>
              <a:buFontTx/>
              <a:buChar char="•"/>
              <a:defRPr/>
            </a:pPr>
            <a:fld id="{12D30AAB-2124-440D-B203-3271BF4B2021}" type="datetime8">
              <a:rPr kumimoji="1" lang="zh-CN" altLang="en-US" sz="1200" b="0" i="0" u="none" strike="noStrike" kern="1200" cap="none" spc="0" normalizeH="0" baseline="0" noProof="0">
                <a:ln>
                  <a:noFill/>
                </a:ln>
                <a:solidFill>
                  <a:schemeClr val="tx1">
                    <a:tint val="75000"/>
                  </a:schemeClr>
                </a:solidFill>
                <a:effectLst/>
                <a:uLnTx/>
                <a:uFillTx/>
                <a:latin typeface="Times New Roman" panose="02020603050405020304" pitchFamily="18" charset="0"/>
                <a:ea typeface="楷体_GB2312" pitchFamily="49" charset="-122"/>
                <a:cs typeface="+mn-cs"/>
              </a:rPr>
              <a:t>2024年9月5日12时0分</a:t>
            </a:fld>
            <a:endParaRPr kumimoji="1" lang="en-US" altLang="zh-CN" sz="1200" b="0" i="0" u="none" strike="noStrike" kern="1200" cap="none" spc="0" normalizeH="0" baseline="0" noProof="0">
              <a:ln>
                <a:noFill/>
              </a:ln>
              <a:solidFill>
                <a:schemeClr val="tx1">
                  <a:tint val="75000"/>
                </a:schemeClr>
              </a:solidFill>
              <a:effectLst/>
              <a:uLnTx/>
              <a:uFillTx/>
              <a:latin typeface="Times New Roman" panose="02020603050405020304" pitchFamily="18" charset="0"/>
              <a:ea typeface="楷体_GB2312" pitchFamily="49"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50000"/>
              </a:lnSpc>
              <a:spcBef>
                <a:spcPct val="20000"/>
              </a:spcBef>
              <a:spcAft>
                <a:spcPct val="0"/>
              </a:spcAft>
              <a:buClrTx/>
              <a:buSzPct val="85000"/>
              <a:buFontTx/>
              <a:buChar char="•"/>
              <a:defRPr/>
            </a:pPr>
            <a:r>
              <a:rPr kumimoji="1" lang="zh-CN" altLang="en-US" sz="1200" b="0" i="0" u="none" strike="noStrike" kern="1200" cap="none" spc="0" normalizeH="0" baseline="0" noProof="0">
                <a:ln>
                  <a:noFill/>
                </a:ln>
                <a:solidFill>
                  <a:schemeClr val="tx1">
                    <a:tint val="75000"/>
                  </a:schemeClr>
                </a:solidFill>
                <a:effectLst/>
                <a:uLnTx/>
                <a:uFillTx/>
                <a:latin typeface="Times New Roman" panose="02020603050405020304" pitchFamily="18" charset="0"/>
                <a:ea typeface="楷体_GB2312" pitchFamily="49" charset="-122"/>
                <a:cs typeface="+mn-cs"/>
              </a:rPr>
              <a:t>自动化学院</a:t>
            </a:r>
            <a:endParaRPr kumimoji="1" lang="en-US" altLang="zh-CN" sz="1200" b="0" i="0" u="none" strike="noStrike" kern="1200" cap="none" spc="0" normalizeH="0" baseline="0" noProof="0">
              <a:ln>
                <a:noFill/>
              </a:ln>
              <a:solidFill>
                <a:schemeClr val="tx1">
                  <a:tint val="75000"/>
                </a:schemeClr>
              </a:solidFill>
              <a:effectLst/>
              <a:uLnTx/>
              <a:uFillTx/>
              <a:latin typeface="Times New Roman" panose="02020603050405020304" pitchFamily="18" charset="0"/>
              <a:ea typeface="楷体_GB2312" pitchFamily="49" charset="-122"/>
              <a:cs typeface="+mn-cs"/>
            </a:endParaRPr>
          </a:p>
        </p:txBody>
      </p:sp>
      <p:sp>
        <p:nvSpPr>
          <p:cNvPr id="7" name="灯片编号占位符 6"/>
          <p:cNvSpPr>
            <a:spLocks noGrp="1"/>
          </p:cNvSpPr>
          <p:nvPr>
            <p:ph type="sldNum" sz="quarter" idx="12"/>
          </p:nvPr>
        </p:nvSpPr>
        <p:spPr/>
        <p:txBody>
          <a:bodyPr/>
          <a:lstStyle/>
          <a:p>
            <a:pPr marL="0" marR="0" lvl="0" indent="0" algn="r" defTabSz="914400" rtl="0" eaLnBrk="1" fontAlgn="base" latinLnBrk="0" hangingPunct="1">
              <a:lnSpc>
                <a:spcPct val="150000"/>
              </a:lnSpc>
              <a:spcBef>
                <a:spcPct val="20000"/>
              </a:spcBef>
              <a:spcAft>
                <a:spcPct val="0"/>
              </a:spcAft>
              <a:buClrTx/>
              <a:buSzPct val="85000"/>
              <a:buFontTx/>
              <a:buChar char="•"/>
              <a:defRPr/>
            </a:pPr>
            <a:fld id="{1517C538-367E-41AC-BC9B-F215724DE702}" type="slidenum">
              <a:rPr kumimoji="1" lang="en-US" altLang="zh-CN" sz="1200" b="0" i="0" u="none" strike="noStrike" kern="1200" cap="none" spc="0" normalizeH="0" baseline="0" noProof="0">
                <a:ln>
                  <a:noFill/>
                </a:ln>
                <a:solidFill>
                  <a:srgbClr val="898989"/>
                </a:solidFill>
                <a:effectLst/>
                <a:uLnTx/>
                <a:uFillTx/>
                <a:latin typeface="Times New Roman" panose="02020603050405020304" pitchFamily="18" charset="0"/>
                <a:ea typeface="楷体_GB2312" pitchFamily="49" charset="-122"/>
                <a:cs typeface="+mn-cs"/>
              </a:rPr>
              <a:t>‹#›</a:t>
            </a:fld>
            <a:endParaRPr kumimoji="1" lang="en-US" altLang="zh-CN" sz="1200" b="0" i="0" u="none" strike="noStrike" kern="1200" cap="none" spc="0" normalizeH="0" baseline="0" noProof="0">
              <a:ln>
                <a:noFill/>
              </a:ln>
              <a:solidFill>
                <a:srgbClr val="898989"/>
              </a:solidFill>
              <a:effectLst/>
              <a:uLnTx/>
              <a:uFillTx/>
              <a:latin typeface="Times New Roman" panose="02020603050405020304" pitchFamily="18" charset="0"/>
              <a:ea typeface="楷体_GB2312" pitchFamily="49" charset="-122"/>
              <a:cs typeface="+mn-cs"/>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pPr fontAlgn="base"/>
            <a:r>
              <a:rPr lang="zh-CN" altLang="en-US" strike="noStrike" noProof="1"/>
              <a:t>单击此处编辑母版标题样式</a:t>
            </a:r>
          </a:p>
        </p:txBody>
      </p:sp>
      <p:sp>
        <p:nvSpPr>
          <p:cNvPr id="3" name="图片占位符 2"/>
          <p:cNvSpPr>
            <a:spLocks noGrp="1"/>
          </p:cNvSpPr>
          <p:nvPr>
            <p:ph type="pic" idx="1"/>
          </p:nvPr>
        </p:nvSpPr>
        <p:spPr>
          <a:xfrm>
            <a:off x="1792288" y="612775"/>
            <a:ext cx="5486400" cy="4114800"/>
          </a:xfrm>
        </p:spPr>
        <p:txBody>
          <a:bodyPr vert="horz" wrap="square" lIns="91440" tIns="45720" rIns="91440" bIns="45720" numCol="1" rtlCol="0" anchor="t" anchorCtr="0" compatLnSpc="1">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endParaRPr kumimoji="0" lang="zh-CN" altLang="en-US" sz="3200" b="0" i="0" u="none" strike="noStrike" kern="1200" cap="none" spc="0" normalizeH="0" baseline="0" noProof="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a:t>单击此处编辑母版文本样式</a:t>
            </a:r>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50000"/>
              </a:lnSpc>
              <a:spcBef>
                <a:spcPct val="20000"/>
              </a:spcBef>
              <a:spcAft>
                <a:spcPct val="0"/>
              </a:spcAft>
              <a:buClrTx/>
              <a:buSzPct val="85000"/>
              <a:buFontTx/>
              <a:buChar char="•"/>
              <a:defRPr/>
            </a:pPr>
            <a:fld id="{12D30AAB-2124-440D-B203-3271BF4B2021}" type="datetime8">
              <a:rPr kumimoji="1" lang="zh-CN" altLang="en-US" sz="1200" b="0" i="0" u="none" strike="noStrike" kern="1200" cap="none" spc="0" normalizeH="0" baseline="0" noProof="0">
                <a:ln>
                  <a:noFill/>
                </a:ln>
                <a:solidFill>
                  <a:schemeClr val="tx1">
                    <a:tint val="75000"/>
                  </a:schemeClr>
                </a:solidFill>
                <a:effectLst/>
                <a:uLnTx/>
                <a:uFillTx/>
                <a:latin typeface="Times New Roman" panose="02020603050405020304" pitchFamily="18" charset="0"/>
                <a:ea typeface="楷体_GB2312" pitchFamily="49" charset="-122"/>
                <a:cs typeface="+mn-cs"/>
              </a:rPr>
              <a:t>2024年9月5日12时0分</a:t>
            </a:fld>
            <a:endParaRPr kumimoji="1" lang="en-US" altLang="zh-CN" sz="1200" b="0" i="0" u="none" strike="noStrike" kern="1200" cap="none" spc="0" normalizeH="0" baseline="0" noProof="0">
              <a:ln>
                <a:noFill/>
              </a:ln>
              <a:solidFill>
                <a:schemeClr val="tx1">
                  <a:tint val="75000"/>
                </a:schemeClr>
              </a:solidFill>
              <a:effectLst/>
              <a:uLnTx/>
              <a:uFillTx/>
              <a:latin typeface="Times New Roman" panose="02020603050405020304" pitchFamily="18" charset="0"/>
              <a:ea typeface="楷体_GB2312" pitchFamily="49"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50000"/>
              </a:lnSpc>
              <a:spcBef>
                <a:spcPct val="20000"/>
              </a:spcBef>
              <a:spcAft>
                <a:spcPct val="0"/>
              </a:spcAft>
              <a:buClrTx/>
              <a:buSzPct val="85000"/>
              <a:buFontTx/>
              <a:buChar char="•"/>
              <a:defRPr/>
            </a:pPr>
            <a:r>
              <a:rPr kumimoji="1" lang="zh-CN" altLang="en-US" sz="1200" b="0" i="0" u="none" strike="noStrike" kern="1200" cap="none" spc="0" normalizeH="0" baseline="0" noProof="0">
                <a:ln>
                  <a:noFill/>
                </a:ln>
                <a:solidFill>
                  <a:schemeClr val="tx1">
                    <a:tint val="75000"/>
                  </a:schemeClr>
                </a:solidFill>
                <a:effectLst/>
                <a:uLnTx/>
                <a:uFillTx/>
                <a:latin typeface="Times New Roman" panose="02020603050405020304" pitchFamily="18" charset="0"/>
                <a:ea typeface="楷体_GB2312" pitchFamily="49" charset="-122"/>
                <a:cs typeface="+mn-cs"/>
              </a:rPr>
              <a:t>自动化学院</a:t>
            </a:r>
            <a:endParaRPr kumimoji="1" lang="en-US" altLang="zh-CN" sz="1200" b="0" i="0" u="none" strike="noStrike" kern="1200" cap="none" spc="0" normalizeH="0" baseline="0" noProof="0">
              <a:ln>
                <a:noFill/>
              </a:ln>
              <a:solidFill>
                <a:schemeClr val="tx1">
                  <a:tint val="75000"/>
                </a:schemeClr>
              </a:solidFill>
              <a:effectLst/>
              <a:uLnTx/>
              <a:uFillTx/>
              <a:latin typeface="Times New Roman" panose="02020603050405020304" pitchFamily="18" charset="0"/>
              <a:ea typeface="楷体_GB2312" pitchFamily="49" charset="-122"/>
              <a:cs typeface="+mn-cs"/>
            </a:endParaRPr>
          </a:p>
        </p:txBody>
      </p:sp>
      <p:sp>
        <p:nvSpPr>
          <p:cNvPr id="7" name="灯片编号占位符 6"/>
          <p:cNvSpPr>
            <a:spLocks noGrp="1"/>
          </p:cNvSpPr>
          <p:nvPr>
            <p:ph type="sldNum" sz="quarter" idx="12"/>
          </p:nvPr>
        </p:nvSpPr>
        <p:spPr/>
        <p:txBody>
          <a:bodyPr/>
          <a:lstStyle/>
          <a:p>
            <a:pPr marL="0" marR="0" lvl="0" indent="0" algn="r" defTabSz="914400" rtl="0" eaLnBrk="1" fontAlgn="base" latinLnBrk="0" hangingPunct="1">
              <a:lnSpc>
                <a:spcPct val="150000"/>
              </a:lnSpc>
              <a:spcBef>
                <a:spcPct val="20000"/>
              </a:spcBef>
              <a:spcAft>
                <a:spcPct val="0"/>
              </a:spcAft>
              <a:buClrTx/>
              <a:buSzPct val="85000"/>
              <a:buFontTx/>
              <a:buChar char="•"/>
              <a:defRPr/>
            </a:pPr>
            <a:fld id="{1517C538-367E-41AC-BC9B-F215724DE702}" type="slidenum">
              <a:rPr kumimoji="1" lang="en-US" altLang="zh-CN" sz="1200" b="0" i="0" u="none" strike="noStrike" kern="1200" cap="none" spc="0" normalizeH="0" baseline="0" noProof="0">
                <a:ln>
                  <a:noFill/>
                </a:ln>
                <a:solidFill>
                  <a:srgbClr val="898989"/>
                </a:solidFill>
                <a:effectLst/>
                <a:uLnTx/>
                <a:uFillTx/>
                <a:latin typeface="Times New Roman" panose="02020603050405020304" pitchFamily="18" charset="0"/>
                <a:ea typeface="楷体_GB2312" pitchFamily="49" charset="-122"/>
                <a:cs typeface="+mn-cs"/>
              </a:rPr>
              <a:t>‹#›</a:t>
            </a:fld>
            <a:endParaRPr kumimoji="1" lang="en-US" altLang="zh-CN" sz="1200" b="0" i="0" u="none" strike="noStrike" kern="1200" cap="none" spc="0" normalizeH="0" baseline="0" noProof="0">
              <a:ln>
                <a:noFill/>
              </a:ln>
              <a:solidFill>
                <a:srgbClr val="898989"/>
              </a:solidFill>
              <a:effectLst/>
              <a:uLnTx/>
              <a:uFillTx/>
              <a:latin typeface="Times New Roman" panose="02020603050405020304" pitchFamily="18" charset="0"/>
              <a:ea typeface="楷体_GB2312" pitchFamily="49" charset="-122"/>
              <a:cs typeface="+mn-cs"/>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竖排文字占位符 2"/>
          <p:cNvSpPr>
            <a:spLocks noGrp="1"/>
          </p:cNvSpPr>
          <p:nvPr>
            <p:ph type="body" orient="vert" idx="1"/>
          </p:nvPr>
        </p:nvSpPr>
        <p:spPr/>
        <p:txBody>
          <a:bodyPr vert="eaVert"/>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50000"/>
              </a:lnSpc>
              <a:spcBef>
                <a:spcPct val="20000"/>
              </a:spcBef>
              <a:spcAft>
                <a:spcPct val="0"/>
              </a:spcAft>
              <a:buClrTx/>
              <a:buSzPct val="85000"/>
              <a:buFontTx/>
              <a:buChar char="•"/>
              <a:defRPr/>
            </a:pPr>
            <a:fld id="{12D30AAB-2124-440D-B203-3271BF4B2021}" type="datetime8">
              <a:rPr kumimoji="1" lang="zh-CN" altLang="en-US" sz="1200" b="0" i="0" u="none" strike="noStrike" kern="1200" cap="none" spc="0" normalizeH="0" baseline="0" noProof="0">
                <a:ln>
                  <a:noFill/>
                </a:ln>
                <a:solidFill>
                  <a:schemeClr val="tx1">
                    <a:tint val="75000"/>
                  </a:schemeClr>
                </a:solidFill>
                <a:effectLst/>
                <a:uLnTx/>
                <a:uFillTx/>
                <a:latin typeface="Times New Roman" panose="02020603050405020304" pitchFamily="18" charset="0"/>
                <a:ea typeface="楷体_GB2312" pitchFamily="49" charset="-122"/>
                <a:cs typeface="+mn-cs"/>
              </a:rPr>
              <a:t>2024年9月5日12时0分</a:t>
            </a:fld>
            <a:endParaRPr kumimoji="1" lang="en-US" altLang="zh-CN" sz="1200" b="0" i="0" u="none" strike="noStrike" kern="1200" cap="none" spc="0" normalizeH="0" baseline="0" noProof="0">
              <a:ln>
                <a:noFill/>
              </a:ln>
              <a:solidFill>
                <a:schemeClr val="tx1">
                  <a:tint val="75000"/>
                </a:schemeClr>
              </a:solidFill>
              <a:effectLst/>
              <a:uLnTx/>
              <a:uFillTx/>
              <a:latin typeface="Times New Roman" panose="02020603050405020304" pitchFamily="18" charset="0"/>
              <a:ea typeface="楷体_GB2312" pitchFamily="49"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50000"/>
              </a:lnSpc>
              <a:spcBef>
                <a:spcPct val="20000"/>
              </a:spcBef>
              <a:spcAft>
                <a:spcPct val="0"/>
              </a:spcAft>
              <a:buClrTx/>
              <a:buSzPct val="85000"/>
              <a:buFontTx/>
              <a:buChar char="•"/>
              <a:defRPr/>
            </a:pPr>
            <a:r>
              <a:rPr kumimoji="1" lang="zh-CN" altLang="en-US" sz="1200" b="0" i="0" u="none" strike="noStrike" kern="1200" cap="none" spc="0" normalizeH="0" baseline="0" noProof="0">
                <a:ln>
                  <a:noFill/>
                </a:ln>
                <a:solidFill>
                  <a:schemeClr val="tx1">
                    <a:tint val="75000"/>
                  </a:schemeClr>
                </a:solidFill>
                <a:effectLst/>
                <a:uLnTx/>
                <a:uFillTx/>
                <a:latin typeface="Times New Roman" panose="02020603050405020304" pitchFamily="18" charset="0"/>
                <a:ea typeface="楷体_GB2312" pitchFamily="49" charset="-122"/>
                <a:cs typeface="+mn-cs"/>
              </a:rPr>
              <a:t>自动化学院</a:t>
            </a:r>
            <a:endParaRPr kumimoji="1" lang="en-US" altLang="zh-CN" sz="1200" b="0" i="0" u="none" strike="noStrike" kern="1200" cap="none" spc="0" normalizeH="0" baseline="0" noProof="0">
              <a:ln>
                <a:noFill/>
              </a:ln>
              <a:solidFill>
                <a:schemeClr val="tx1">
                  <a:tint val="75000"/>
                </a:schemeClr>
              </a:solidFill>
              <a:effectLst/>
              <a:uLnTx/>
              <a:uFillTx/>
              <a:latin typeface="Times New Roman" panose="02020603050405020304" pitchFamily="18" charset="0"/>
              <a:ea typeface="楷体_GB2312" pitchFamily="49" charset="-122"/>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base" latinLnBrk="0" hangingPunct="1">
              <a:lnSpc>
                <a:spcPct val="150000"/>
              </a:lnSpc>
              <a:spcBef>
                <a:spcPct val="20000"/>
              </a:spcBef>
              <a:spcAft>
                <a:spcPct val="0"/>
              </a:spcAft>
              <a:buClrTx/>
              <a:buSzPct val="85000"/>
              <a:buFontTx/>
              <a:buChar char="•"/>
              <a:defRPr/>
            </a:pPr>
            <a:fld id="{1517C538-367E-41AC-BC9B-F215724DE702}" type="slidenum">
              <a:rPr kumimoji="1" lang="en-US" altLang="zh-CN" sz="1200" b="0" i="0" u="none" strike="noStrike" kern="1200" cap="none" spc="0" normalizeH="0" baseline="0" noProof="0">
                <a:ln>
                  <a:noFill/>
                </a:ln>
                <a:solidFill>
                  <a:srgbClr val="898989"/>
                </a:solidFill>
                <a:effectLst/>
                <a:uLnTx/>
                <a:uFillTx/>
                <a:latin typeface="Times New Roman" panose="02020603050405020304" pitchFamily="18" charset="0"/>
                <a:ea typeface="楷体_GB2312" pitchFamily="49" charset="-122"/>
                <a:cs typeface="+mn-cs"/>
              </a:rPr>
              <a:t>‹#›</a:t>
            </a:fld>
            <a:endParaRPr kumimoji="1" lang="en-US" altLang="zh-CN" sz="1200" b="0" i="0" u="none" strike="noStrike" kern="1200" cap="none" spc="0" normalizeH="0" baseline="0" noProof="0">
              <a:ln>
                <a:noFill/>
              </a:ln>
              <a:solidFill>
                <a:srgbClr val="898989"/>
              </a:solidFill>
              <a:effectLst/>
              <a:uLnTx/>
              <a:uFillTx/>
              <a:latin typeface="Times New Roman" panose="02020603050405020304" pitchFamily="18" charset="0"/>
              <a:ea typeface="楷体_GB2312" pitchFamily="49" charset="-122"/>
              <a:cs typeface="+mn-cs"/>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pPr fontAlgn="base"/>
            <a:r>
              <a:rPr lang="zh-CN" altLang="en-US" strike="noStrike" noProof="1"/>
              <a:t>单击此处编辑母版标题样式</a:t>
            </a:r>
          </a:p>
        </p:txBody>
      </p:sp>
      <p:sp>
        <p:nvSpPr>
          <p:cNvPr id="3" name="竖排文字占位符 2"/>
          <p:cNvSpPr>
            <a:spLocks noGrp="1"/>
          </p:cNvSpPr>
          <p:nvPr>
            <p:ph type="body" orient="vert" idx="1"/>
          </p:nvPr>
        </p:nvSpPr>
        <p:spPr>
          <a:xfrm>
            <a:off x="457200" y="274638"/>
            <a:ext cx="6019800" cy="5851525"/>
          </a:xfrm>
        </p:spPr>
        <p:txBody>
          <a:bodyPr vert="eaVert"/>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50000"/>
              </a:lnSpc>
              <a:spcBef>
                <a:spcPct val="20000"/>
              </a:spcBef>
              <a:spcAft>
                <a:spcPct val="0"/>
              </a:spcAft>
              <a:buClrTx/>
              <a:buSzPct val="85000"/>
              <a:buFontTx/>
              <a:buChar char="•"/>
              <a:defRPr/>
            </a:pPr>
            <a:fld id="{12D30AAB-2124-440D-B203-3271BF4B2021}" type="datetime8">
              <a:rPr kumimoji="1" lang="zh-CN" altLang="en-US" sz="1200" b="0" i="0" u="none" strike="noStrike" kern="1200" cap="none" spc="0" normalizeH="0" baseline="0" noProof="0">
                <a:ln>
                  <a:noFill/>
                </a:ln>
                <a:solidFill>
                  <a:schemeClr val="tx1">
                    <a:tint val="75000"/>
                  </a:schemeClr>
                </a:solidFill>
                <a:effectLst/>
                <a:uLnTx/>
                <a:uFillTx/>
                <a:latin typeface="Times New Roman" panose="02020603050405020304" pitchFamily="18" charset="0"/>
                <a:ea typeface="楷体_GB2312" pitchFamily="49" charset="-122"/>
                <a:cs typeface="+mn-cs"/>
              </a:rPr>
              <a:t>2024年9月5日12时0分</a:t>
            </a:fld>
            <a:endParaRPr kumimoji="1" lang="en-US" altLang="zh-CN" sz="1200" b="0" i="0" u="none" strike="noStrike" kern="1200" cap="none" spc="0" normalizeH="0" baseline="0" noProof="0">
              <a:ln>
                <a:noFill/>
              </a:ln>
              <a:solidFill>
                <a:schemeClr val="tx1">
                  <a:tint val="75000"/>
                </a:schemeClr>
              </a:solidFill>
              <a:effectLst/>
              <a:uLnTx/>
              <a:uFillTx/>
              <a:latin typeface="Times New Roman" panose="02020603050405020304" pitchFamily="18" charset="0"/>
              <a:ea typeface="楷体_GB2312" pitchFamily="49"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50000"/>
              </a:lnSpc>
              <a:spcBef>
                <a:spcPct val="20000"/>
              </a:spcBef>
              <a:spcAft>
                <a:spcPct val="0"/>
              </a:spcAft>
              <a:buClrTx/>
              <a:buSzPct val="85000"/>
              <a:buFontTx/>
              <a:buChar char="•"/>
              <a:defRPr/>
            </a:pPr>
            <a:r>
              <a:rPr kumimoji="1" lang="zh-CN" altLang="en-US" sz="1200" b="0" i="0" u="none" strike="noStrike" kern="1200" cap="none" spc="0" normalizeH="0" baseline="0" noProof="0">
                <a:ln>
                  <a:noFill/>
                </a:ln>
                <a:solidFill>
                  <a:schemeClr val="tx1">
                    <a:tint val="75000"/>
                  </a:schemeClr>
                </a:solidFill>
                <a:effectLst/>
                <a:uLnTx/>
                <a:uFillTx/>
                <a:latin typeface="Times New Roman" panose="02020603050405020304" pitchFamily="18" charset="0"/>
                <a:ea typeface="楷体_GB2312" pitchFamily="49" charset="-122"/>
                <a:cs typeface="+mn-cs"/>
              </a:rPr>
              <a:t>自动化学院</a:t>
            </a:r>
            <a:endParaRPr kumimoji="1" lang="en-US" altLang="zh-CN" sz="1200" b="0" i="0" u="none" strike="noStrike" kern="1200" cap="none" spc="0" normalizeH="0" baseline="0" noProof="0">
              <a:ln>
                <a:noFill/>
              </a:ln>
              <a:solidFill>
                <a:schemeClr val="tx1">
                  <a:tint val="75000"/>
                </a:schemeClr>
              </a:solidFill>
              <a:effectLst/>
              <a:uLnTx/>
              <a:uFillTx/>
              <a:latin typeface="Times New Roman" panose="02020603050405020304" pitchFamily="18" charset="0"/>
              <a:ea typeface="楷体_GB2312" pitchFamily="49" charset="-122"/>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base" latinLnBrk="0" hangingPunct="1">
              <a:lnSpc>
                <a:spcPct val="150000"/>
              </a:lnSpc>
              <a:spcBef>
                <a:spcPct val="20000"/>
              </a:spcBef>
              <a:spcAft>
                <a:spcPct val="0"/>
              </a:spcAft>
              <a:buClrTx/>
              <a:buSzPct val="85000"/>
              <a:buFontTx/>
              <a:buChar char="•"/>
              <a:defRPr/>
            </a:pPr>
            <a:fld id="{1517C538-367E-41AC-BC9B-F215724DE702}" type="slidenum">
              <a:rPr kumimoji="1" lang="en-US" altLang="zh-CN" sz="1200" b="0" i="0" u="none" strike="noStrike" kern="1200" cap="none" spc="0" normalizeH="0" baseline="0" noProof="0">
                <a:ln>
                  <a:noFill/>
                </a:ln>
                <a:solidFill>
                  <a:srgbClr val="898989"/>
                </a:solidFill>
                <a:effectLst/>
                <a:uLnTx/>
                <a:uFillTx/>
                <a:latin typeface="Times New Roman" panose="02020603050405020304" pitchFamily="18" charset="0"/>
                <a:ea typeface="楷体_GB2312" pitchFamily="49" charset="-122"/>
                <a:cs typeface="+mn-cs"/>
              </a:rPr>
              <a:t>‹#›</a:t>
            </a:fld>
            <a:endParaRPr kumimoji="1" lang="en-US" altLang="zh-CN" sz="1200" b="0" i="0" u="none" strike="noStrike" kern="1200" cap="none" spc="0" normalizeH="0" baseline="0" noProof="0">
              <a:ln>
                <a:noFill/>
              </a:ln>
              <a:solidFill>
                <a:srgbClr val="898989"/>
              </a:solidFill>
              <a:effectLst/>
              <a:uLnTx/>
              <a:uFillTx/>
              <a:latin typeface="Times New Roman" panose="02020603050405020304" pitchFamily="18" charset="0"/>
              <a:ea typeface="楷体_GB2312" pitchFamily="49" charset="-122"/>
              <a:cs typeface="+mn-cs"/>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Only">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685800" y="465138"/>
            <a:ext cx="7772400" cy="5630862"/>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3" name="日期占位符 2"/>
          <p:cNvSpPr>
            <a:spLocks noGrp="1"/>
          </p:cNvSpPr>
          <p:nvPr>
            <p:ph type="dt" sz="half" idx="10"/>
          </p:nvPr>
        </p:nvSpPr>
        <p:spPr/>
        <p:txBody>
          <a:bodyPr/>
          <a:lstStyle/>
          <a:p>
            <a:pPr marL="0" marR="0" lvl="0" indent="0" algn="l" defTabSz="914400" rtl="0" eaLnBrk="1" fontAlgn="base" latinLnBrk="0" hangingPunct="1">
              <a:lnSpc>
                <a:spcPct val="150000"/>
              </a:lnSpc>
              <a:spcBef>
                <a:spcPct val="20000"/>
              </a:spcBef>
              <a:spcAft>
                <a:spcPct val="0"/>
              </a:spcAft>
              <a:buClrTx/>
              <a:buSzPct val="85000"/>
              <a:buFontTx/>
              <a:buChar char="•"/>
              <a:defRPr/>
            </a:pPr>
            <a:fld id="{12D30AAB-2124-440D-B203-3271BF4B2021}" type="datetime8">
              <a:rPr kumimoji="1" lang="zh-CN" altLang="en-US" sz="1200" b="0" i="0" u="none" strike="noStrike" kern="1200" cap="none" spc="0" normalizeH="0" baseline="0" noProof="0">
                <a:ln>
                  <a:noFill/>
                </a:ln>
                <a:solidFill>
                  <a:schemeClr val="tx1">
                    <a:tint val="75000"/>
                  </a:schemeClr>
                </a:solidFill>
                <a:effectLst/>
                <a:uLnTx/>
                <a:uFillTx/>
                <a:latin typeface="Times New Roman" panose="02020603050405020304" pitchFamily="18" charset="0"/>
                <a:ea typeface="楷体_GB2312" pitchFamily="49" charset="-122"/>
                <a:cs typeface="+mn-cs"/>
              </a:rPr>
              <a:t>2024年9月5日12时0分</a:t>
            </a:fld>
            <a:endParaRPr kumimoji="1" lang="en-US" altLang="zh-CN" sz="1200" b="0" i="0" u="none" strike="noStrike" kern="1200" cap="none" spc="0" normalizeH="0" baseline="0" noProof="0">
              <a:ln>
                <a:noFill/>
              </a:ln>
              <a:solidFill>
                <a:schemeClr val="tx1">
                  <a:tint val="75000"/>
                </a:schemeClr>
              </a:solidFill>
              <a:effectLst/>
              <a:uLnTx/>
              <a:uFillTx/>
              <a:latin typeface="Times New Roman" panose="02020603050405020304" pitchFamily="18" charset="0"/>
              <a:ea typeface="楷体_GB2312" pitchFamily="49" charset="-122"/>
              <a:cs typeface="+mn-cs"/>
            </a:endParaRPr>
          </a:p>
        </p:txBody>
      </p:sp>
      <p:sp>
        <p:nvSpPr>
          <p:cNvPr id="4" name="页脚占位符 3"/>
          <p:cNvSpPr>
            <a:spLocks noGrp="1"/>
          </p:cNvSpPr>
          <p:nvPr>
            <p:ph type="ftr" sz="quarter" idx="11"/>
          </p:nvPr>
        </p:nvSpPr>
        <p:spPr/>
        <p:txBody>
          <a:bodyPr/>
          <a:lstStyle/>
          <a:p>
            <a:pPr marL="0" marR="0" lvl="0" indent="0" algn="ctr" defTabSz="914400" rtl="0" eaLnBrk="1" fontAlgn="base" latinLnBrk="0" hangingPunct="1">
              <a:lnSpc>
                <a:spcPct val="150000"/>
              </a:lnSpc>
              <a:spcBef>
                <a:spcPct val="20000"/>
              </a:spcBef>
              <a:spcAft>
                <a:spcPct val="0"/>
              </a:spcAft>
              <a:buClrTx/>
              <a:buSzPct val="85000"/>
              <a:buFontTx/>
              <a:buChar char="•"/>
              <a:defRPr/>
            </a:pPr>
            <a:r>
              <a:rPr kumimoji="1" lang="zh-CN" altLang="en-US" sz="1200" b="0" i="0" u="none" strike="noStrike" kern="1200" cap="none" spc="0" normalizeH="0" baseline="0" noProof="0">
                <a:ln>
                  <a:noFill/>
                </a:ln>
                <a:solidFill>
                  <a:schemeClr val="tx1">
                    <a:tint val="75000"/>
                  </a:schemeClr>
                </a:solidFill>
                <a:effectLst/>
                <a:uLnTx/>
                <a:uFillTx/>
                <a:latin typeface="Times New Roman" panose="02020603050405020304" pitchFamily="18" charset="0"/>
                <a:ea typeface="楷体_GB2312" pitchFamily="49" charset="-122"/>
                <a:cs typeface="+mn-cs"/>
              </a:rPr>
              <a:t>自动化学院</a:t>
            </a:r>
            <a:endParaRPr kumimoji="1" lang="en-US" altLang="zh-CN" sz="1200" b="0" i="0" u="none" strike="noStrike" kern="1200" cap="none" spc="0" normalizeH="0" baseline="0" noProof="0">
              <a:ln>
                <a:noFill/>
              </a:ln>
              <a:solidFill>
                <a:schemeClr val="tx1">
                  <a:tint val="75000"/>
                </a:schemeClr>
              </a:solidFill>
              <a:effectLst/>
              <a:uLnTx/>
              <a:uFillTx/>
              <a:latin typeface="Times New Roman" panose="02020603050405020304" pitchFamily="18" charset="0"/>
              <a:ea typeface="楷体_GB2312" pitchFamily="49" charset="-122"/>
              <a:cs typeface="+mn-cs"/>
            </a:endParaRPr>
          </a:p>
        </p:txBody>
      </p:sp>
      <p:sp>
        <p:nvSpPr>
          <p:cNvPr id="5" name="灯片编号占位符 4"/>
          <p:cNvSpPr>
            <a:spLocks noGrp="1"/>
          </p:cNvSpPr>
          <p:nvPr>
            <p:ph type="sldNum" sz="quarter" idx="12"/>
          </p:nvPr>
        </p:nvSpPr>
        <p:spPr/>
        <p:txBody>
          <a:bodyPr/>
          <a:lstStyle/>
          <a:p>
            <a:pPr marL="0" marR="0" lvl="0" indent="0" algn="r" defTabSz="914400" rtl="0" eaLnBrk="1" fontAlgn="base" latinLnBrk="0" hangingPunct="1">
              <a:lnSpc>
                <a:spcPct val="150000"/>
              </a:lnSpc>
              <a:spcBef>
                <a:spcPct val="20000"/>
              </a:spcBef>
              <a:spcAft>
                <a:spcPct val="0"/>
              </a:spcAft>
              <a:buClrTx/>
              <a:buSzPct val="85000"/>
              <a:buFontTx/>
              <a:buChar char="•"/>
              <a:defRPr/>
            </a:pPr>
            <a:fld id="{1517C538-367E-41AC-BC9B-F215724DE702}" type="slidenum">
              <a:rPr kumimoji="1" lang="en-US" altLang="zh-CN" sz="1200" b="0" i="0" u="none" strike="noStrike" kern="1200" cap="none" spc="0" normalizeH="0" baseline="0" noProof="0">
                <a:ln>
                  <a:noFill/>
                </a:ln>
                <a:solidFill>
                  <a:srgbClr val="898989"/>
                </a:solidFill>
                <a:effectLst/>
                <a:uLnTx/>
                <a:uFillTx/>
                <a:latin typeface="Times New Roman" panose="02020603050405020304" pitchFamily="18" charset="0"/>
                <a:ea typeface="楷体_GB2312" pitchFamily="49" charset="-122"/>
                <a:cs typeface="+mn-cs"/>
              </a:rPr>
              <a:t>‹#›</a:t>
            </a:fld>
            <a:endParaRPr kumimoji="1" lang="en-US" altLang="zh-CN" sz="1200" b="0" i="0" u="none" strike="noStrike" kern="1200" cap="none" spc="0" normalizeH="0" baseline="0" noProof="0">
              <a:ln>
                <a:noFill/>
              </a:ln>
              <a:solidFill>
                <a:srgbClr val="898989"/>
              </a:solidFill>
              <a:effectLst/>
              <a:uLnTx/>
              <a:uFillTx/>
              <a:latin typeface="Times New Roman" panose="02020603050405020304" pitchFamily="18" charset="0"/>
              <a:ea typeface="楷体_GB2312" pitchFamily="49" charset="-122"/>
              <a:cs typeface="+mn-cs"/>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fourObj">
  <p:cSld name="标题和四项内容">
    <p:spTree>
      <p:nvGrpSpPr>
        <p:cNvPr id="1" name=""/>
        <p:cNvGrpSpPr/>
        <p:nvPr/>
      </p:nvGrpSpPr>
      <p:grpSpPr>
        <a:xfrm>
          <a:off x="0" y="0"/>
          <a:ext cx="0" cy="0"/>
          <a:chOff x="0" y="0"/>
          <a:chExt cx="0" cy="0"/>
        </a:xfrm>
      </p:grpSpPr>
      <p:sp>
        <p:nvSpPr>
          <p:cNvPr id="2" name="标题 1"/>
          <p:cNvSpPr>
            <a:spLocks noGrp="1"/>
          </p:cNvSpPr>
          <p:nvPr>
            <p:ph type="title" sz="quarter"/>
          </p:nvPr>
        </p:nvSpPr>
        <p:spPr>
          <a:xfrm>
            <a:off x="685800" y="465138"/>
            <a:ext cx="7772400" cy="1431925"/>
          </a:xfrm>
        </p:spPr>
        <p:txBody>
          <a:bodyPr/>
          <a:lstStyle/>
          <a:p>
            <a:pPr fontAlgn="base"/>
            <a:r>
              <a:rPr lang="zh-CN" altLang="en-US" strike="noStrike" noProof="1"/>
              <a:t>单击此处编辑母版标题样式</a:t>
            </a:r>
          </a:p>
        </p:txBody>
      </p:sp>
      <p:sp>
        <p:nvSpPr>
          <p:cNvPr id="3" name="内容占位符 2"/>
          <p:cNvSpPr>
            <a:spLocks noGrp="1"/>
          </p:cNvSpPr>
          <p:nvPr>
            <p:ph sz="quarter" idx="1"/>
          </p:nvPr>
        </p:nvSpPr>
        <p:spPr>
          <a:xfrm>
            <a:off x="685800" y="1981200"/>
            <a:ext cx="3810000" cy="1981200"/>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内容占位符 3"/>
          <p:cNvSpPr>
            <a:spLocks noGrp="1"/>
          </p:cNvSpPr>
          <p:nvPr>
            <p:ph sz="quarter" idx="2"/>
          </p:nvPr>
        </p:nvSpPr>
        <p:spPr>
          <a:xfrm>
            <a:off x="4648200" y="1981200"/>
            <a:ext cx="3810000" cy="1981200"/>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5" name="内容占位符 4"/>
          <p:cNvSpPr>
            <a:spLocks noGrp="1"/>
          </p:cNvSpPr>
          <p:nvPr>
            <p:ph sz="quarter" idx="3"/>
          </p:nvPr>
        </p:nvSpPr>
        <p:spPr>
          <a:xfrm>
            <a:off x="685800" y="4114800"/>
            <a:ext cx="3810000" cy="1981200"/>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6" name="内容占位符 5"/>
          <p:cNvSpPr>
            <a:spLocks noGrp="1"/>
          </p:cNvSpPr>
          <p:nvPr>
            <p:ph sz="quarter" idx="4"/>
          </p:nvPr>
        </p:nvSpPr>
        <p:spPr>
          <a:xfrm>
            <a:off x="4648200" y="4114800"/>
            <a:ext cx="3810000" cy="1981200"/>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7" name="日期占位符 6"/>
          <p:cNvSpPr>
            <a:spLocks noGrp="1"/>
          </p:cNvSpPr>
          <p:nvPr>
            <p:ph type="dt" sz="half" idx="10"/>
          </p:nvPr>
        </p:nvSpPr>
        <p:spPr/>
        <p:txBody>
          <a:bodyPr/>
          <a:lstStyle/>
          <a:p>
            <a:pPr marL="0" marR="0" lvl="0" indent="0" algn="l" defTabSz="914400" rtl="0" eaLnBrk="1" fontAlgn="base" latinLnBrk="0" hangingPunct="1">
              <a:lnSpc>
                <a:spcPct val="150000"/>
              </a:lnSpc>
              <a:spcBef>
                <a:spcPct val="20000"/>
              </a:spcBef>
              <a:spcAft>
                <a:spcPct val="0"/>
              </a:spcAft>
              <a:buClrTx/>
              <a:buSzPct val="85000"/>
              <a:buFontTx/>
              <a:buChar char="•"/>
              <a:defRPr/>
            </a:pPr>
            <a:fld id="{12D30AAB-2124-440D-B203-3271BF4B2021}" type="datetime8">
              <a:rPr kumimoji="1" lang="zh-CN" altLang="en-US" sz="1200" b="0" i="0" u="none" strike="noStrike" kern="1200" cap="none" spc="0" normalizeH="0" baseline="0" noProof="0">
                <a:ln>
                  <a:noFill/>
                </a:ln>
                <a:solidFill>
                  <a:schemeClr val="tx1">
                    <a:tint val="75000"/>
                  </a:schemeClr>
                </a:solidFill>
                <a:effectLst/>
                <a:uLnTx/>
                <a:uFillTx/>
                <a:latin typeface="Times New Roman" panose="02020603050405020304" pitchFamily="18" charset="0"/>
                <a:ea typeface="楷体_GB2312" pitchFamily="49" charset="-122"/>
                <a:cs typeface="+mn-cs"/>
              </a:rPr>
              <a:t>2024年9月5日12时0分</a:t>
            </a:fld>
            <a:endParaRPr kumimoji="1" lang="en-US" altLang="zh-CN" sz="1200" b="0" i="0" u="none" strike="noStrike" kern="1200" cap="none" spc="0" normalizeH="0" baseline="0" noProof="0">
              <a:ln>
                <a:noFill/>
              </a:ln>
              <a:solidFill>
                <a:schemeClr val="tx1">
                  <a:tint val="75000"/>
                </a:schemeClr>
              </a:solidFill>
              <a:effectLst/>
              <a:uLnTx/>
              <a:uFillTx/>
              <a:latin typeface="Times New Roman" panose="02020603050405020304" pitchFamily="18" charset="0"/>
              <a:ea typeface="楷体_GB2312" pitchFamily="49" charset="-122"/>
              <a:cs typeface="+mn-cs"/>
            </a:endParaRPr>
          </a:p>
        </p:txBody>
      </p:sp>
      <p:sp>
        <p:nvSpPr>
          <p:cNvPr id="8" name="页脚占位符 7"/>
          <p:cNvSpPr>
            <a:spLocks noGrp="1"/>
          </p:cNvSpPr>
          <p:nvPr>
            <p:ph type="ftr" sz="quarter" idx="11"/>
          </p:nvPr>
        </p:nvSpPr>
        <p:spPr/>
        <p:txBody>
          <a:bodyPr/>
          <a:lstStyle/>
          <a:p>
            <a:pPr marL="0" marR="0" lvl="0" indent="0" algn="ctr" defTabSz="914400" rtl="0" eaLnBrk="1" fontAlgn="base" latinLnBrk="0" hangingPunct="1">
              <a:lnSpc>
                <a:spcPct val="150000"/>
              </a:lnSpc>
              <a:spcBef>
                <a:spcPct val="20000"/>
              </a:spcBef>
              <a:spcAft>
                <a:spcPct val="0"/>
              </a:spcAft>
              <a:buClrTx/>
              <a:buSzPct val="85000"/>
              <a:buFontTx/>
              <a:buChar char="•"/>
              <a:defRPr/>
            </a:pPr>
            <a:r>
              <a:rPr kumimoji="1" lang="zh-CN" altLang="en-US" sz="1200" b="0" i="0" u="none" strike="noStrike" kern="1200" cap="none" spc="0" normalizeH="0" baseline="0" noProof="0">
                <a:ln>
                  <a:noFill/>
                </a:ln>
                <a:solidFill>
                  <a:schemeClr val="tx1">
                    <a:tint val="75000"/>
                  </a:schemeClr>
                </a:solidFill>
                <a:effectLst/>
                <a:uLnTx/>
                <a:uFillTx/>
                <a:latin typeface="Times New Roman" panose="02020603050405020304" pitchFamily="18" charset="0"/>
                <a:ea typeface="楷体_GB2312" pitchFamily="49" charset="-122"/>
                <a:cs typeface="+mn-cs"/>
              </a:rPr>
              <a:t>自动化学院</a:t>
            </a:r>
            <a:endParaRPr kumimoji="1" lang="en-US" altLang="zh-CN" sz="1200" b="0" i="0" u="none" strike="noStrike" kern="1200" cap="none" spc="0" normalizeH="0" baseline="0" noProof="0">
              <a:ln>
                <a:noFill/>
              </a:ln>
              <a:solidFill>
                <a:schemeClr val="tx1">
                  <a:tint val="75000"/>
                </a:schemeClr>
              </a:solidFill>
              <a:effectLst/>
              <a:uLnTx/>
              <a:uFillTx/>
              <a:latin typeface="Times New Roman" panose="02020603050405020304" pitchFamily="18" charset="0"/>
              <a:ea typeface="楷体_GB2312" pitchFamily="49" charset="-122"/>
              <a:cs typeface="+mn-cs"/>
            </a:endParaRPr>
          </a:p>
        </p:txBody>
      </p:sp>
      <p:sp>
        <p:nvSpPr>
          <p:cNvPr id="9" name="灯片编号占位符 8"/>
          <p:cNvSpPr>
            <a:spLocks noGrp="1"/>
          </p:cNvSpPr>
          <p:nvPr>
            <p:ph type="sldNum" sz="quarter" idx="12"/>
          </p:nvPr>
        </p:nvSpPr>
        <p:spPr/>
        <p:txBody>
          <a:bodyPr/>
          <a:lstStyle/>
          <a:p>
            <a:pPr marL="0" marR="0" lvl="0" indent="0" algn="r" defTabSz="914400" rtl="0" eaLnBrk="1" fontAlgn="base" latinLnBrk="0" hangingPunct="1">
              <a:lnSpc>
                <a:spcPct val="150000"/>
              </a:lnSpc>
              <a:spcBef>
                <a:spcPct val="20000"/>
              </a:spcBef>
              <a:spcAft>
                <a:spcPct val="0"/>
              </a:spcAft>
              <a:buClrTx/>
              <a:buSzPct val="85000"/>
              <a:buFontTx/>
              <a:buChar char="•"/>
              <a:defRPr/>
            </a:pPr>
            <a:fld id="{1517C538-367E-41AC-BC9B-F215724DE702}" type="slidenum">
              <a:rPr kumimoji="1" lang="en-US" altLang="zh-CN" sz="1200" b="0" i="0" u="none" strike="noStrike" kern="1200" cap="none" spc="0" normalizeH="0" baseline="0" noProof="0">
                <a:ln>
                  <a:noFill/>
                </a:ln>
                <a:solidFill>
                  <a:srgbClr val="898989"/>
                </a:solidFill>
                <a:effectLst/>
                <a:uLnTx/>
                <a:uFillTx/>
                <a:latin typeface="Times New Roman" panose="02020603050405020304" pitchFamily="18" charset="0"/>
                <a:ea typeface="楷体_GB2312" pitchFamily="49" charset="-122"/>
                <a:cs typeface="+mn-cs"/>
              </a:rPr>
              <a:t>‹#›</a:t>
            </a:fld>
            <a:endParaRPr kumimoji="1" lang="en-US" altLang="zh-CN" sz="1200" b="0" i="0" u="none" strike="noStrike" kern="1200" cap="none" spc="0" normalizeH="0" baseline="0" noProof="0">
              <a:ln>
                <a:noFill/>
              </a:ln>
              <a:solidFill>
                <a:srgbClr val="898989"/>
              </a:solidFill>
              <a:effectLst/>
              <a:uLnTx/>
              <a:uFillTx/>
              <a:latin typeface="Times New Roman" panose="02020603050405020304" pitchFamily="18" charset="0"/>
              <a:ea typeface="楷体_GB2312" pitchFamily="49" charset="-122"/>
              <a:cs typeface="+mn-cs"/>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pPr fontAlgn="base"/>
            <a:r>
              <a:rPr lang="zh-CN" altLang="en-US" strike="noStrike" noProof="1"/>
              <a:t>单击此处编辑母版标题样式</a:t>
            </a:r>
          </a:p>
        </p:txBody>
      </p:sp>
      <p:sp>
        <p:nvSpPr>
          <p:cNvPr id="3" name="副标题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pPr fontAlgn="base"/>
            <a:r>
              <a:rPr lang="zh-CN" altLang="en-US" strike="noStrike" noProof="1"/>
              <a:t>单击此处编辑母版副标题样式</a:t>
            </a: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50000"/>
              </a:lnSpc>
              <a:spcBef>
                <a:spcPct val="20000"/>
              </a:spcBef>
              <a:spcAft>
                <a:spcPct val="0"/>
              </a:spcAft>
              <a:buClrTx/>
              <a:buSzPct val="85000"/>
              <a:buFontTx/>
              <a:buChar char="•"/>
              <a:defRPr/>
            </a:pPr>
            <a:fld id="{12D30AAB-2124-440D-B203-3271BF4B2021}" type="datetime8">
              <a:rPr kumimoji="1" lang="zh-CN" altLang="en-US" sz="1200" b="0" i="0" u="none" strike="noStrike" kern="1200" cap="none" spc="0" normalizeH="0" baseline="0" noProof="0">
                <a:ln>
                  <a:noFill/>
                </a:ln>
                <a:solidFill>
                  <a:schemeClr val="tx1">
                    <a:tint val="75000"/>
                  </a:schemeClr>
                </a:solidFill>
                <a:effectLst/>
                <a:uLnTx/>
                <a:uFillTx/>
                <a:latin typeface="Times New Roman" panose="02020603050405020304" pitchFamily="18" charset="0"/>
                <a:ea typeface="楷体_GB2312" pitchFamily="49" charset="-122"/>
                <a:cs typeface="+mn-cs"/>
              </a:rPr>
              <a:t>2024年9月5日12时0分</a:t>
            </a:fld>
            <a:endParaRPr kumimoji="1" lang="en-US" altLang="zh-CN" sz="1200" b="0" i="0" u="none" strike="noStrike" kern="1200" cap="none" spc="0" normalizeH="0" baseline="0" noProof="0">
              <a:ln>
                <a:noFill/>
              </a:ln>
              <a:solidFill>
                <a:schemeClr val="tx1">
                  <a:tint val="75000"/>
                </a:schemeClr>
              </a:solidFill>
              <a:effectLst/>
              <a:uLnTx/>
              <a:uFillTx/>
              <a:latin typeface="Times New Roman" panose="02020603050405020304" pitchFamily="18" charset="0"/>
              <a:ea typeface="楷体_GB2312" pitchFamily="49"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50000"/>
              </a:lnSpc>
              <a:spcBef>
                <a:spcPct val="20000"/>
              </a:spcBef>
              <a:spcAft>
                <a:spcPct val="0"/>
              </a:spcAft>
              <a:buClrTx/>
              <a:buSzPct val="85000"/>
              <a:buFontTx/>
              <a:buChar char="•"/>
              <a:defRPr/>
            </a:pPr>
            <a:r>
              <a:rPr kumimoji="1" lang="zh-CN" altLang="en-US" sz="1200" b="0" i="0" u="none" strike="noStrike" kern="1200" cap="none" spc="0" normalizeH="0" baseline="0" noProof="0">
                <a:ln>
                  <a:noFill/>
                </a:ln>
                <a:solidFill>
                  <a:schemeClr val="tx1">
                    <a:tint val="75000"/>
                  </a:schemeClr>
                </a:solidFill>
                <a:effectLst/>
                <a:uLnTx/>
                <a:uFillTx/>
                <a:latin typeface="Times New Roman" panose="02020603050405020304" pitchFamily="18" charset="0"/>
                <a:ea typeface="楷体_GB2312" pitchFamily="49" charset="-122"/>
                <a:cs typeface="+mn-cs"/>
              </a:rPr>
              <a:t>自动化学院</a:t>
            </a:r>
            <a:endParaRPr kumimoji="1" lang="en-US" altLang="zh-CN" sz="1200" b="0" i="0" u="none" strike="noStrike" kern="1200" cap="none" spc="0" normalizeH="0" baseline="0" noProof="0">
              <a:ln>
                <a:noFill/>
              </a:ln>
              <a:solidFill>
                <a:schemeClr val="tx1">
                  <a:tint val="75000"/>
                </a:schemeClr>
              </a:solidFill>
              <a:effectLst/>
              <a:uLnTx/>
              <a:uFillTx/>
              <a:latin typeface="Times New Roman" panose="02020603050405020304" pitchFamily="18" charset="0"/>
              <a:ea typeface="楷体_GB2312" pitchFamily="49" charset="-122"/>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base" latinLnBrk="0" hangingPunct="1">
              <a:lnSpc>
                <a:spcPct val="150000"/>
              </a:lnSpc>
              <a:spcBef>
                <a:spcPct val="20000"/>
              </a:spcBef>
              <a:spcAft>
                <a:spcPct val="0"/>
              </a:spcAft>
              <a:buClrTx/>
              <a:buSzPct val="85000"/>
              <a:buFontTx/>
              <a:buChar char="•"/>
              <a:defRPr/>
            </a:pPr>
            <a:fld id="{1517C538-367E-41AC-BC9B-F215724DE702}" type="slidenum">
              <a:rPr kumimoji="1" lang="en-US" altLang="zh-CN" sz="1200" b="0" i="0" u="none" strike="noStrike" kern="1200" cap="none" spc="0" normalizeH="0" baseline="0" noProof="0">
                <a:ln>
                  <a:noFill/>
                </a:ln>
                <a:solidFill>
                  <a:srgbClr val="898989"/>
                </a:solidFill>
                <a:effectLst/>
                <a:uLnTx/>
                <a:uFillTx/>
                <a:latin typeface="Times New Roman" panose="02020603050405020304" pitchFamily="18" charset="0"/>
                <a:ea typeface="楷体_GB2312" pitchFamily="49" charset="-122"/>
                <a:cs typeface="+mn-cs"/>
              </a:rPr>
              <a:t>‹#›</a:t>
            </a:fld>
            <a:endParaRPr kumimoji="1" lang="en-US" altLang="zh-CN" sz="1200" b="0" i="0" u="none" strike="noStrike" kern="1200" cap="none" spc="0" normalizeH="0" baseline="0" noProof="0">
              <a:ln>
                <a:noFill/>
              </a:ln>
              <a:solidFill>
                <a:srgbClr val="898989"/>
              </a:solidFill>
              <a:effectLst/>
              <a:uLnTx/>
              <a:uFillTx/>
              <a:latin typeface="Times New Roman" panose="02020603050405020304" pitchFamily="18" charset="0"/>
              <a:ea typeface="楷体_GB2312" pitchFamily="49" charset="-122"/>
              <a:cs typeface="+mn-cs"/>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内容占位符 2"/>
          <p:cNvSpPr>
            <a:spLocks noGrp="1"/>
          </p:cNvSpPr>
          <p:nvPr>
            <p:ph idx="1"/>
          </p:nvPr>
        </p:nvSpPr>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50000"/>
              </a:lnSpc>
              <a:spcBef>
                <a:spcPct val="20000"/>
              </a:spcBef>
              <a:spcAft>
                <a:spcPct val="0"/>
              </a:spcAft>
              <a:buClrTx/>
              <a:buSzPct val="85000"/>
              <a:buFontTx/>
              <a:buChar char="•"/>
              <a:defRPr/>
            </a:pPr>
            <a:fld id="{12D30AAB-2124-440D-B203-3271BF4B2021}" type="datetime8">
              <a:rPr kumimoji="1" lang="zh-CN" altLang="en-US" sz="1200" b="0" i="0" u="none" strike="noStrike" kern="1200" cap="none" spc="0" normalizeH="0" baseline="0" noProof="0">
                <a:ln>
                  <a:noFill/>
                </a:ln>
                <a:solidFill>
                  <a:schemeClr val="tx1">
                    <a:tint val="75000"/>
                  </a:schemeClr>
                </a:solidFill>
                <a:effectLst/>
                <a:uLnTx/>
                <a:uFillTx/>
                <a:latin typeface="Times New Roman" panose="02020603050405020304" pitchFamily="18" charset="0"/>
                <a:ea typeface="楷体_GB2312" pitchFamily="49" charset="-122"/>
                <a:cs typeface="+mn-cs"/>
              </a:rPr>
              <a:t>2024年9月5日12时0分</a:t>
            </a:fld>
            <a:endParaRPr kumimoji="1" lang="en-US" altLang="zh-CN" sz="1200" b="0" i="0" u="none" strike="noStrike" kern="1200" cap="none" spc="0" normalizeH="0" baseline="0" noProof="0">
              <a:ln>
                <a:noFill/>
              </a:ln>
              <a:solidFill>
                <a:schemeClr val="tx1">
                  <a:tint val="75000"/>
                </a:schemeClr>
              </a:solidFill>
              <a:effectLst/>
              <a:uLnTx/>
              <a:uFillTx/>
              <a:latin typeface="Times New Roman" panose="02020603050405020304" pitchFamily="18" charset="0"/>
              <a:ea typeface="楷体_GB2312" pitchFamily="49"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50000"/>
              </a:lnSpc>
              <a:spcBef>
                <a:spcPct val="20000"/>
              </a:spcBef>
              <a:spcAft>
                <a:spcPct val="0"/>
              </a:spcAft>
              <a:buClrTx/>
              <a:buSzPct val="85000"/>
              <a:buFontTx/>
              <a:buChar char="•"/>
              <a:defRPr/>
            </a:pPr>
            <a:r>
              <a:rPr kumimoji="1" lang="zh-CN" altLang="en-US" sz="1200" b="0" i="0" u="none" strike="noStrike" kern="1200" cap="none" spc="0" normalizeH="0" baseline="0" noProof="0">
                <a:ln>
                  <a:noFill/>
                </a:ln>
                <a:solidFill>
                  <a:schemeClr val="tx1">
                    <a:tint val="75000"/>
                  </a:schemeClr>
                </a:solidFill>
                <a:effectLst/>
                <a:uLnTx/>
                <a:uFillTx/>
                <a:latin typeface="Times New Roman" panose="02020603050405020304" pitchFamily="18" charset="0"/>
                <a:ea typeface="楷体_GB2312" pitchFamily="49" charset="-122"/>
                <a:cs typeface="+mn-cs"/>
              </a:rPr>
              <a:t>自动化学院</a:t>
            </a:r>
            <a:endParaRPr kumimoji="1" lang="en-US" altLang="zh-CN" sz="1200" b="0" i="0" u="none" strike="noStrike" kern="1200" cap="none" spc="0" normalizeH="0" baseline="0" noProof="0">
              <a:ln>
                <a:noFill/>
              </a:ln>
              <a:solidFill>
                <a:schemeClr val="tx1">
                  <a:tint val="75000"/>
                </a:schemeClr>
              </a:solidFill>
              <a:effectLst/>
              <a:uLnTx/>
              <a:uFillTx/>
              <a:latin typeface="Times New Roman" panose="02020603050405020304" pitchFamily="18" charset="0"/>
              <a:ea typeface="楷体_GB2312" pitchFamily="49" charset="-122"/>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base" latinLnBrk="0" hangingPunct="1">
              <a:lnSpc>
                <a:spcPct val="150000"/>
              </a:lnSpc>
              <a:spcBef>
                <a:spcPct val="20000"/>
              </a:spcBef>
              <a:spcAft>
                <a:spcPct val="0"/>
              </a:spcAft>
              <a:buClrTx/>
              <a:buSzPct val="85000"/>
              <a:buFontTx/>
              <a:buChar char="•"/>
              <a:defRPr/>
            </a:pPr>
            <a:fld id="{1517C538-367E-41AC-BC9B-F215724DE702}" type="slidenum">
              <a:rPr kumimoji="1" lang="en-US" altLang="zh-CN" sz="1200" b="0" i="0" u="none" strike="noStrike" kern="1200" cap="none" spc="0" normalizeH="0" baseline="0" noProof="0">
                <a:ln>
                  <a:noFill/>
                </a:ln>
                <a:solidFill>
                  <a:srgbClr val="898989"/>
                </a:solidFill>
                <a:effectLst/>
                <a:uLnTx/>
                <a:uFillTx/>
                <a:latin typeface="Times New Roman" panose="02020603050405020304" pitchFamily="18" charset="0"/>
                <a:ea typeface="楷体_GB2312" pitchFamily="49" charset="-122"/>
                <a:cs typeface="+mn-cs"/>
              </a:rPr>
              <a:t>‹#›</a:t>
            </a:fld>
            <a:endParaRPr kumimoji="1" lang="en-US" altLang="zh-CN" sz="1200" b="0" i="0" u="none" strike="noStrike" kern="1200" cap="none" spc="0" normalizeH="0" baseline="0" noProof="0">
              <a:ln>
                <a:noFill/>
              </a:ln>
              <a:solidFill>
                <a:srgbClr val="898989"/>
              </a:solidFill>
              <a:effectLst/>
              <a:uLnTx/>
              <a:uFillTx/>
              <a:latin typeface="Times New Roman" panose="02020603050405020304" pitchFamily="18" charset="0"/>
              <a:ea typeface="楷体_GB2312" pitchFamily="49" charset="-122"/>
              <a:cs typeface="+mn-cs"/>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pPr fontAlgn="base"/>
            <a:r>
              <a:rPr lang="zh-CN" altLang="en-US" strike="noStrike" noProof="1"/>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fontAlgn="base"/>
            <a:r>
              <a:rPr lang="zh-CN" altLang="en-US" strike="noStrike" noProof="1"/>
              <a:t>单击此处编辑母版文本样式</a:t>
            </a: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50000"/>
              </a:lnSpc>
              <a:spcBef>
                <a:spcPct val="20000"/>
              </a:spcBef>
              <a:spcAft>
                <a:spcPct val="0"/>
              </a:spcAft>
              <a:buClrTx/>
              <a:buSzPct val="85000"/>
              <a:buFontTx/>
              <a:buChar char="•"/>
              <a:defRPr/>
            </a:pPr>
            <a:fld id="{12D30AAB-2124-440D-B203-3271BF4B2021}" type="datetime8">
              <a:rPr kumimoji="1" lang="zh-CN" altLang="en-US" sz="1200" b="0" i="0" u="none" strike="noStrike" kern="1200" cap="none" spc="0" normalizeH="0" baseline="0" noProof="0">
                <a:ln>
                  <a:noFill/>
                </a:ln>
                <a:solidFill>
                  <a:schemeClr val="tx1">
                    <a:tint val="75000"/>
                  </a:schemeClr>
                </a:solidFill>
                <a:effectLst/>
                <a:uLnTx/>
                <a:uFillTx/>
                <a:latin typeface="Times New Roman" panose="02020603050405020304" pitchFamily="18" charset="0"/>
                <a:ea typeface="楷体_GB2312" pitchFamily="49" charset="-122"/>
                <a:cs typeface="+mn-cs"/>
              </a:rPr>
              <a:t>2024年9月5日12时0分</a:t>
            </a:fld>
            <a:endParaRPr kumimoji="1" lang="en-US" altLang="zh-CN" sz="1200" b="0" i="0" u="none" strike="noStrike" kern="1200" cap="none" spc="0" normalizeH="0" baseline="0" noProof="0">
              <a:ln>
                <a:noFill/>
              </a:ln>
              <a:solidFill>
                <a:schemeClr val="tx1">
                  <a:tint val="75000"/>
                </a:schemeClr>
              </a:solidFill>
              <a:effectLst/>
              <a:uLnTx/>
              <a:uFillTx/>
              <a:latin typeface="Times New Roman" panose="02020603050405020304" pitchFamily="18" charset="0"/>
              <a:ea typeface="楷体_GB2312" pitchFamily="49"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50000"/>
              </a:lnSpc>
              <a:spcBef>
                <a:spcPct val="20000"/>
              </a:spcBef>
              <a:spcAft>
                <a:spcPct val="0"/>
              </a:spcAft>
              <a:buClrTx/>
              <a:buSzPct val="85000"/>
              <a:buFontTx/>
              <a:buChar char="•"/>
              <a:defRPr/>
            </a:pPr>
            <a:r>
              <a:rPr kumimoji="1" lang="zh-CN" altLang="en-US" sz="1200" b="0" i="0" u="none" strike="noStrike" kern="1200" cap="none" spc="0" normalizeH="0" baseline="0" noProof="0">
                <a:ln>
                  <a:noFill/>
                </a:ln>
                <a:solidFill>
                  <a:schemeClr val="tx1">
                    <a:tint val="75000"/>
                  </a:schemeClr>
                </a:solidFill>
                <a:effectLst/>
                <a:uLnTx/>
                <a:uFillTx/>
                <a:latin typeface="Times New Roman" panose="02020603050405020304" pitchFamily="18" charset="0"/>
                <a:ea typeface="楷体_GB2312" pitchFamily="49" charset="-122"/>
                <a:cs typeface="+mn-cs"/>
              </a:rPr>
              <a:t>自动化学院</a:t>
            </a:r>
            <a:endParaRPr kumimoji="1" lang="en-US" altLang="zh-CN" sz="1200" b="0" i="0" u="none" strike="noStrike" kern="1200" cap="none" spc="0" normalizeH="0" baseline="0" noProof="0">
              <a:ln>
                <a:noFill/>
              </a:ln>
              <a:solidFill>
                <a:schemeClr val="tx1">
                  <a:tint val="75000"/>
                </a:schemeClr>
              </a:solidFill>
              <a:effectLst/>
              <a:uLnTx/>
              <a:uFillTx/>
              <a:latin typeface="Times New Roman" panose="02020603050405020304" pitchFamily="18" charset="0"/>
              <a:ea typeface="楷体_GB2312" pitchFamily="49" charset="-122"/>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base" latinLnBrk="0" hangingPunct="1">
              <a:lnSpc>
                <a:spcPct val="150000"/>
              </a:lnSpc>
              <a:spcBef>
                <a:spcPct val="20000"/>
              </a:spcBef>
              <a:spcAft>
                <a:spcPct val="0"/>
              </a:spcAft>
              <a:buClrTx/>
              <a:buSzPct val="85000"/>
              <a:buFontTx/>
              <a:buChar char="•"/>
              <a:defRPr/>
            </a:pPr>
            <a:fld id="{1517C538-367E-41AC-BC9B-F215724DE702}" type="slidenum">
              <a:rPr kumimoji="1" lang="en-US" altLang="zh-CN" sz="1200" b="0" i="0" u="none" strike="noStrike" kern="1200" cap="none" spc="0" normalizeH="0" baseline="0" noProof="0">
                <a:ln>
                  <a:noFill/>
                </a:ln>
                <a:solidFill>
                  <a:srgbClr val="898989"/>
                </a:solidFill>
                <a:effectLst/>
                <a:uLnTx/>
                <a:uFillTx/>
                <a:latin typeface="Times New Roman" panose="02020603050405020304" pitchFamily="18" charset="0"/>
                <a:ea typeface="楷体_GB2312" pitchFamily="49" charset="-122"/>
                <a:cs typeface="+mn-cs"/>
              </a:rPr>
              <a:t>‹#›</a:t>
            </a:fld>
            <a:endParaRPr kumimoji="1" lang="en-US" altLang="zh-CN" sz="1200" b="0" i="0" u="none" strike="noStrike" kern="1200" cap="none" spc="0" normalizeH="0" baseline="0" noProof="0">
              <a:ln>
                <a:noFill/>
              </a:ln>
              <a:solidFill>
                <a:srgbClr val="898989"/>
              </a:solidFill>
              <a:effectLst/>
              <a:uLnTx/>
              <a:uFillTx/>
              <a:latin typeface="Times New Roman" panose="02020603050405020304" pitchFamily="18" charset="0"/>
              <a:ea typeface="楷体_GB2312" pitchFamily="49" charset="-122"/>
              <a:cs typeface="+mn-cs"/>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50000"/>
              </a:lnSpc>
              <a:spcBef>
                <a:spcPct val="20000"/>
              </a:spcBef>
              <a:spcAft>
                <a:spcPct val="0"/>
              </a:spcAft>
              <a:buClrTx/>
              <a:buSzPct val="85000"/>
              <a:buFontTx/>
              <a:buChar char="•"/>
              <a:defRPr/>
            </a:pPr>
            <a:fld id="{12D30AAB-2124-440D-B203-3271BF4B2021}" type="datetime8">
              <a:rPr kumimoji="1" lang="zh-CN" altLang="en-US" sz="1200" b="0" i="0" u="none" strike="noStrike" kern="1200" cap="none" spc="0" normalizeH="0" baseline="0" noProof="0">
                <a:ln>
                  <a:noFill/>
                </a:ln>
                <a:solidFill>
                  <a:schemeClr val="tx1">
                    <a:tint val="75000"/>
                  </a:schemeClr>
                </a:solidFill>
                <a:effectLst/>
                <a:uLnTx/>
                <a:uFillTx/>
                <a:latin typeface="Times New Roman" panose="02020603050405020304" pitchFamily="18" charset="0"/>
                <a:ea typeface="楷体_GB2312" pitchFamily="49" charset="-122"/>
                <a:cs typeface="+mn-cs"/>
              </a:rPr>
              <a:t>2024年9月5日12时0分</a:t>
            </a:fld>
            <a:endParaRPr kumimoji="1" lang="en-US" altLang="zh-CN" sz="1200" b="0" i="0" u="none" strike="noStrike" kern="1200" cap="none" spc="0" normalizeH="0" baseline="0" noProof="0">
              <a:ln>
                <a:noFill/>
              </a:ln>
              <a:solidFill>
                <a:schemeClr val="tx1">
                  <a:tint val="75000"/>
                </a:schemeClr>
              </a:solidFill>
              <a:effectLst/>
              <a:uLnTx/>
              <a:uFillTx/>
              <a:latin typeface="Times New Roman" panose="02020603050405020304" pitchFamily="18" charset="0"/>
              <a:ea typeface="楷体_GB2312" pitchFamily="49"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50000"/>
              </a:lnSpc>
              <a:spcBef>
                <a:spcPct val="20000"/>
              </a:spcBef>
              <a:spcAft>
                <a:spcPct val="0"/>
              </a:spcAft>
              <a:buClrTx/>
              <a:buSzPct val="85000"/>
              <a:buFontTx/>
              <a:buChar char="•"/>
              <a:defRPr/>
            </a:pPr>
            <a:r>
              <a:rPr kumimoji="1" lang="zh-CN" altLang="en-US" sz="1200" b="0" i="0" u="none" strike="noStrike" kern="1200" cap="none" spc="0" normalizeH="0" baseline="0" noProof="0">
                <a:ln>
                  <a:noFill/>
                </a:ln>
                <a:solidFill>
                  <a:schemeClr val="tx1">
                    <a:tint val="75000"/>
                  </a:schemeClr>
                </a:solidFill>
                <a:effectLst/>
                <a:uLnTx/>
                <a:uFillTx/>
                <a:latin typeface="Times New Roman" panose="02020603050405020304" pitchFamily="18" charset="0"/>
                <a:ea typeface="楷体_GB2312" pitchFamily="49" charset="-122"/>
                <a:cs typeface="+mn-cs"/>
              </a:rPr>
              <a:t>自动化学院</a:t>
            </a:r>
            <a:endParaRPr kumimoji="1" lang="en-US" altLang="zh-CN" sz="1200" b="0" i="0" u="none" strike="noStrike" kern="1200" cap="none" spc="0" normalizeH="0" baseline="0" noProof="0">
              <a:ln>
                <a:noFill/>
              </a:ln>
              <a:solidFill>
                <a:schemeClr val="tx1">
                  <a:tint val="75000"/>
                </a:schemeClr>
              </a:solidFill>
              <a:effectLst/>
              <a:uLnTx/>
              <a:uFillTx/>
              <a:latin typeface="Times New Roman" panose="02020603050405020304" pitchFamily="18" charset="0"/>
              <a:ea typeface="楷体_GB2312" pitchFamily="49" charset="-122"/>
              <a:cs typeface="+mn-cs"/>
            </a:endParaRPr>
          </a:p>
        </p:txBody>
      </p:sp>
      <p:sp>
        <p:nvSpPr>
          <p:cNvPr id="7" name="灯片编号占位符 6"/>
          <p:cNvSpPr>
            <a:spLocks noGrp="1"/>
          </p:cNvSpPr>
          <p:nvPr>
            <p:ph type="sldNum" sz="quarter" idx="12"/>
          </p:nvPr>
        </p:nvSpPr>
        <p:spPr/>
        <p:txBody>
          <a:bodyPr/>
          <a:lstStyle/>
          <a:p>
            <a:pPr marL="0" marR="0" lvl="0" indent="0" algn="r" defTabSz="914400" rtl="0" eaLnBrk="1" fontAlgn="base" latinLnBrk="0" hangingPunct="1">
              <a:lnSpc>
                <a:spcPct val="150000"/>
              </a:lnSpc>
              <a:spcBef>
                <a:spcPct val="20000"/>
              </a:spcBef>
              <a:spcAft>
                <a:spcPct val="0"/>
              </a:spcAft>
              <a:buClrTx/>
              <a:buSzPct val="85000"/>
              <a:buFontTx/>
              <a:buChar char="•"/>
              <a:defRPr/>
            </a:pPr>
            <a:fld id="{1517C538-367E-41AC-BC9B-F215724DE702}" type="slidenum">
              <a:rPr kumimoji="1" lang="en-US" altLang="zh-CN" sz="1200" b="0" i="0" u="none" strike="noStrike" kern="1200" cap="none" spc="0" normalizeH="0" baseline="0" noProof="0">
                <a:ln>
                  <a:noFill/>
                </a:ln>
                <a:solidFill>
                  <a:srgbClr val="898989"/>
                </a:solidFill>
                <a:effectLst/>
                <a:uLnTx/>
                <a:uFillTx/>
                <a:latin typeface="Times New Roman" panose="02020603050405020304" pitchFamily="18" charset="0"/>
                <a:ea typeface="楷体_GB2312" pitchFamily="49" charset="-122"/>
                <a:cs typeface="+mn-cs"/>
              </a:rPr>
              <a:t>‹#›</a:t>
            </a:fld>
            <a:endParaRPr kumimoji="1" lang="en-US" altLang="zh-CN" sz="1200" b="0" i="0" u="none" strike="noStrike" kern="1200" cap="none" spc="0" normalizeH="0" baseline="0" noProof="0">
              <a:ln>
                <a:noFill/>
              </a:ln>
              <a:solidFill>
                <a:srgbClr val="898989"/>
              </a:solidFill>
              <a:effectLst/>
              <a:uLnTx/>
              <a:uFillTx/>
              <a:latin typeface="Times New Roman" panose="02020603050405020304" pitchFamily="18" charset="0"/>
              <a:ea typeface="楷体_GB2312" pitchFamily="49" charset="-122"/>
              <a:cs typeface="+mn-cs"/>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pPr fontAlgn="base"/>
            <a:r>
              <a:rPr lang="zh-CN" altLang="en-US" strike="noStrike" noProof="1"/>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7" name="日期占位符 6"/>
          <p:cNvSpPr>
            <a:spLocks noGrp="1"/>
          </p:cNvSpPr>
          <p:nvPr>
            <p:ph type="dt" sz="half" idx="10"/>
          </p:nvPr>
        </p:nvSpPr>
        <p:spPr/>
        <p:txBody>
          <a:bodyPr/>
          <a:lstStyle/>
          <a:p>
            <a:pPr marL="0" marR="0" lvl="0" indent="0" algn="l" defTabSz="914400" rtl="0" eaLnBrk="1" fontAlgn="base" latinLnBrk="0" hangingPunct="1">
              <a:lnSpc>
                <a:spcPct val="150000"/>
              </a:lnSpc>
              <a:spcBef>
                <a:spcPct val="20000"/>
              </a:spcBef>
              <a:spcAft>
                <a:spcPct val="0"/>
              </a:spcAft>
              <a:buClrTx/>
              <a:buSzPct val="85000"/>
              <a:buFontTx/>
              <a:buChar char="•"/>
              <a:defRPr/>
            </a:pPr>
            <a:fld id="{12D30AAB-2124-440D-B203-3271BF4B2021}" type="datetime8">
              <a:rPr kumimoji="1" lang="zh-CN" altLang="en-US" sz="1200" b="0" i="0" u="none" strike="noStrike" kern="1200" cap="none" spc="0" normalizeH="0" baseline="0" noProof="0">
                <a:ln>
                  <a:noFill/>
                </a:ln>
                <a:solidFill>
                  <a:schemeClr val="tx1">
                    <a:tint val="75000"/>
                  </a:schemeClr>
                </a:solidFill>
                <a:effectLst/>
                <a:uLnTx/>
                <a:uFillTx/>
                <a:latin typeface="Times New Roman" panose="02020603050405020304" pitchFamily="18" charset="0"/>
                <a:ea typeface="楷体_GB2312" pitchFamily="49" charset="-122"/>
                <a:cs typeface="+mn-cs"/>
              </a:rPr>
              <a:t>2024年9月5日12时0分</a:t>
            </a:fld>
            <a:endParaRPr kumimoji="1" lang="en-US" altLang="zh-CN" sz="1200" b="0" i="0" u="none" strike="noStrike" kern="1200" cap="none" spc="0" normalizeH="0" baseline="0" noProof="0">
              <a:ln>
                <a:noFill/>
              </a:ln>
              <a:solidFill>
                <a:schemeClr val="tx1">
                  <a:tint val="75000"/>
                </a:schemeClr>
              </a:solidFill>
              <a:effectLst/>
              <a:uLnTx/>
              <a:uFillTx/>
              <a:latin typeface="Times New Roman" panose="02020603050405020304" pitchFamily="18" charset="0"/>
              <a:ea typeface="楷体_GB2312" pitchFamily="49" charset="-122"/>
              <a:cs typeface="+mn-cs"/>
            </a:endParaRPr>
          </a:p>
        </p:txBody>
      </p:sp>
      <p:sp>
        <p:nvSpPr>
          <p:cNvPr id="8" name="页脚占位符 7"/>
          <p:cNvSpPr>
            <a:spLocks noGrp="1"/>
          </p:cNvSpPr>
          <p:nvPr>
            <p:ph type="ftr" sz="quarter" idx="11"/>
          </p:nvPr>
        </p:nvSpPr>
        <p:spPr/>
        <p:txBody>
          <a:bodyPr/>
          <a:lstStyle/>
          <a:p>
            <a:pPr marL="0" marR="0" lvl="0" indent="0" algn="ctr" defTabSz="914400" rtl="0" eaLnBrk="1" fontAlgn="base" latinLnBrk="0" hangingPunct="1">
              <a:lnSpc>
                <a:spcPct val="150000"/>
              </a:lnSpc>
              <a:spcBef>
                <a:spcPct val="20000"/>
              </a:spcBef>
              <a:spcAft>
                <a:spcPct val="0"/>
              </a:spcAft>
              <a:buClrTx/>
              <a:buSzPct val="85000"/>
              <a:buFontTx/>
              <a:buChar char="•"/>
              <a:defRPr/>
            </a:pPr>
            <a:r>
              <a:rPr kumimoji="1" lang="zh-CN" altLang="en-US" sz="1200" b="0" i="0" u="none" strike="noStrike" kern="1200" cap="none" spc="0" normalizeH="0" baseline="0" noProof="0">
                <a:ln>
                  <a:noFill/>
                </a:ln>
                <a:solidFill>
                  <a:schemeClr val="tx1">
                    <a:tint val="75000"/>
                  </a:schemeClr>
                </a:solidFill>
                <a:effectLst/>
                <a:uLnTx/>
                <a:uFillTx/>
                <a:latin typeface="Times New Roman" panose="02020603050405020304" pitchFamily="18" charset="0"/>
                <a:ea typeface="楷体_GB2312" pitchFamily="49" charset="-122"/>
                <a:cs typeface="+mn-cs"/>
              </a:rPr>
              <a:t>自动化学院</a:t>
            </a:r>
            <a:endParaRPr kumimoji="1" lang="en-US" altLang="zh-CN" sz="1200" b="0" i="0" u="none" strike="noStrike" kern="1200" cap="none" spc="0" normalizeH="0" baseline="0" noProof="0">
              <a:ln>
                <a:noFill/>
              </a:ln>
              <a:solidFill>
                <a:schemeClr val="tx1">
                  <a:tint val="75000"/>
                </a:schemeClr>
              </a:solidFill>
              <a:effectLst/>
              <a:uLnTx/>
              <a:uFillTx/>
              <a:latin typeface="Times New Roman" panose="02020603050405020304" pitchFamily="18" charset="0"/>
              <a:ea typeface="楷体_GB2312" pitchFamily="49" charset="-122"/>
              <a:cs typeface="+mn-cs"/>
            </a:endParaRPr>
          </a:p>
        </p:txBody>
      </p:sp>
      <p:sp>
        <p:nvSpPr>
          <p:cNvPr id="9" name="灯片编号占位符 8"/>
          <p:cNvSpPr>
            <a:spLocks noGrp="1"/>
          </p:cNvSpPr>
          <p:nvPr>
            <p:ph type="sldNum" sz="quarter" idx="12"/>
          </p:nvPr>
        </p:nvSpPr>
        <p:spPr/>
        <p:txBody>
          <a:bodyPr/>
          <a:lstStyle/>
          <a:p>
            <a:pPr marL="0" marR="0" lvl="0" indent="0" algn="r" defTabSz="914400" rtl="0" eaLnBrk="1" fontAlgn="base" latinLnBrk="0" hangingPunct="1">
              <a:lnSpc>
                <a:spcPct val="150000"/>
              </a:lnSpc>
              <a:spcBef>
                <a:spcPct val="20000"/>
              </a:spcBef>
              <a:spcAft>
                <a:spcPct val="0"/>
              </a:spcAft>
              <a:buClrTx/>
              <a:buSzPct val="85000"/>
              <a:buFontTx/>
              <a:buChar char="•"/>
              <a:defRPr/>
            </a:pPr>
            <a:fld id="{1517C538-367E-41AC-BC9B-F215724DE702}" type="slidenum">
              <a:rPr kumimoji="1" lang="en-US" altLang="zh-CN" sz="1200" b="0" i="0" u="none" strike="noStrike" kern="1200" cap="none" spc="0" normalizeH="0" baseline="0" noProof="0">
                <a:ln>
                  <a:noFill/>
                </a:ln>
                <a:solidFill>
                  <a:srgbClr val="898989"/>
                </a:solidFill>
                <a:effectLst/>
                <a:uLnTx/>
                <a:uFillTx/>
                <a:latin typeface="Times New Roman" panose="02020603050405020304" pitchFamily="18" charset="0"/>
                <a:ea typeface="楷体_GB2312" pitchFamily="49" charset="-122"/>
                <a:cs typeface="+mn-cs"/>
              </a:rPr>
              <a:t>‹#›</a:t>
            </a:fld>
            <a:endParaRPr kumimoji="1" lang="en-US" altLang="zh-CN" sz="1200" b="0" i="0" u="none" strike="noStrike" kern="1200" cap="none" spc="0" normalizeH="0" baseline="0" noProof="0">
              <a:ln>
                <a:noFill/>
              </a:ln>
              <a:solidFill>
                <a:srgbClr val="898989"/>
              </a:solidFill>
              <a:effectLst/>
              <a:uLnTx/>
              <a:uFillTx/>
              <a:latin typeface="Times New Roman" panose="02020603050405020304" pitchFamily="18" charset="0"/>
              <a:ea typeface="楷体_GB2312" pitchFamily="49" charset="-122"/>
              <a:cs typeface="+mn-cs"/>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日期占位符 2"/>
          <p:cNvSpPr>
            <a:spLocks noGrp="1"/>
          </p:cNvSpPr>
          <p:nvPr>
            <p:ph type="dt" sz="half" idx="10"/>
          </p:nvPr>
        </p:nvSpPr>
        <p:spPr/>
        <p:txBody>
          <a:bodyPr/>
          <a:lstStyle/>
          <a:p>
            <a:pPr marL="0" marR="0" lvl="0" indent="0" algn="l" defTabSz="914400" rtl="0" eaLnBrk="1" fontAlgn="base" latinLnBrk="0" hangingPunct="1">
              <a:lnSpc>
                <a:spcPct val="150000"/>
              </a:lnSpc>
              <a:spcBef>
                <a:spcPct val="20000"/>
              </a:spcBef>
              <a:spcAft>
                <a:spcPct val="0"/>
              </a:spcAft>
              <a:buClrTx/>
              <a:buSzPct val="85000"/>
              <a:buFontTx/>
              <a:buChar char="•"/>
              <a:defRPr/>
            </a:pPr>
            <a:fld id="{12D30AAB-2124-440D-B203-3271BF4B2021}" type="datetime8">
              <a:rPr kumimoji="1" lang="zh-CN" altLang="en-US" sz="1200" b="0" i="0" u="none" strike="noStrike" kern="1200" cap="none" spc="0" normalizeH="0" baseline="0" noProof="0">
                <a:ln>
                  <a:noFill/>
                </a:ln>
                <a:solidFill>
                  <a:schemeClr val="tx1">
                    <a:tint val="75000"/>
                  </a:schemeClr>
                </a:solidFill>
                <a:effectLst/>
                <a:uLnTx/>
                <a:uFillTx/>
                <a:latin typeface="Times New Roman" panose="02020603050405020304" pitchFamily="18" charset="0"/>
                <a:ea typeface="楷体_GB2312" pitchFamily="49" charset="-122"/>
                <a:cs typeface="+mn-cs"/>
              </a:rPr>
              <a:t>2024年9月5日12时0分</a:t>
            </a:fld>
            <a:endParaRPr kumimoji="1" lang="en-US" altLang="zh-CN" sz="1200" b="0" i="0" u="none" strike="noStrike" kern="1200" cap="none" spc="0" normalizeH="0" baseline="0" noProof="0">
              <a:ln>
                <a:noFill/>
              </a:ln>
              <a:solidFill>
                <a:schemeClr val="tx1">
                  <a:tint val="75000"/>
                </a:schemeClr>
              </a:solidFill>
              <a:effectLst/>
              <a:uLnTx/>
              <a:uFillTx/>
              <a:latin typeface="Times New Roman" panose="02020603050405020304" pitchFamily="18" charset="0"/>
              <a:ea typeface="楷体_GB2312" pitchFamily="49" charset="-122"/>
              <a:cs typeface="+mn-cs"/>
            </a:endParaRPr>
          </a:p>
        </p:txBody>
      </p:sp>
      <p:sp>
        <p:nvSpPr>
          <p:cNvPr id="4" name="页脚占位符 3"/>
          <p:cNvSpPr>
            <a:spLocks noGrp="1"/>
          </p:cNvSpPr>
          <p:nvPr>
            <p:ph type="ftr" sz="quarter" idx="11"/>
          </p:nvPr>
        </p:nvSpPr>
        <p:spPr/>
        <p:txBody>
          <a:bodyPr/>
          <a:lstStyle/>
          <a:p>
            <a:pPr marL="0" marR="0" lvl="0" indent="0" algn="ctr" defTabSz="914400" rtl="0" eaLnBrk="1" fontAlgn="base" latinLnBrk="0" hangingPunct="1">
              <a:lnSpc>
                <a:spcPct val="150000"/>
              </a:lnSpc>
              <a:spcBef>
                <a:spcPct val="20000"/>
              </a:spcBef>
              <a:spcAft>
                <a:spcPct val="0"/>
              </a:spcAft>
              <a:buClrTx/>
              <a:buSzPct val="85000"/>
              <a:buFontTx/>
              <a:buChar char="•"/>
              <a:defRPr/>
            </a:pPr>
            <a:r>
              <a:rPr kumimoji="1" lang="zh-CN" altLang="en-US" sz="1200" b="0" i="0" u="none" strike="noStrike" kern="1200" cap="none" spc="0" normalizeH="0" baseline="0" noProof="0">
                <a:ln>
                  <a:noFill/>
                </a:ln>
                <a:solidFill>
                  <a:schemeClr val="tx1">
                    <a:tint val="75000"/>
                  </a:schemeClr>
                </a:solidFill>
                <a:effectLst/>
                <a:uLnTx/>
                <a:uFillTx/>
                <a:latin typeface="Times New Roman" panose="02020603050405020304" pitchFamily="18" charset="0"/>
                <a:ea typeface="楷体_GB2312" pitchFamily="49" charset="-122"/>
                <a:cs typeface="+mn-cs"/>
              </a:rPr>
              <a:t>自动化学院</a:t>
            </a:r>
            <a:endParaRPr kumimoji="1" lang="en-US" altLang="zh-CN" sz="1200" b="0" i="0" u="none" strike="noStrike" kern="1200" cap="none" spc="0" normalizeH="0" baseline="0" noProof="0">
              <a:ln>
                <a:noFill/>
              </a:ln>
              <a:solidFill>
                <a:schemeClr val="tx1">
                  <a:tint val="75000"/>
                </a:schemeClr>
              </a:solidFill>
              <a:effectLst/>
              <a:uLnTx/>
              <a:uFillTx/>
              <a:latin typeface="Times New Roman" panose="02020603050405020304" pitchFamily="18" charset="0"/>
              <a:ea typeface="楷体_GB2312" pitchFamily="49" charset="-122"/>
              <a:cs typeface="+mn-cs"/>
            </a:endParaRPr>
          </a:p>
        </p:txBody>
      </p:sp>
      <p:sp>
        <p:nvSpPr>
          <p:cNvPr id="5" name="灯片编号占位符 4"/>
          <p:cNvSpPr>
            <a:spLocks noGrp="1"/>
          </p:cNvSpPr>
          <p:nvPr>
            <p:ph type="sldNum" sz="quarter" idx="12"/>
          </p:nvPr>
        </p:nvSpPr>
        <p:spPr/>
        <p:txBody>
          <a:bodyPr/>
          <a:lstStyle/>
          <a:p>
            <a:pPr marL="0" marR="0" lvl="0" indent="0" algn="r" defTabSz="914400" rtl="0" eaLnBrk="1" fontAlgn="base" latinLnBrk="0" hangingPunct="1">
              <a:lnSpc>
                <a:spcPct val="150000"/>
              </a:lnSpc>
              <a:spcBef>
                <a:spcPct val="20000"/>
              </a:spcBef>
              <a:spcAft>
                <a:spcPct val="0"/>
              </a:spcAft>
              <a:buClrTx/>
              <a:buSzPct val="85000"/>
              <a:buFontTx/>
              <a:buChar char="•"/>
              <a:defRPr/>
            </a:pPr>
            <a:fld id="{1517C538-367E-41AC-BC9B-F215724DE702}" type="slidenum">
              <a:rPr kumimoji="1" lang="en-US" altLang="zh-CN" sz="1200" b="0" i="0" u="none" strike="noStrike" kern="1200" cap="none" spc="0" normalizeH="0" baseline="0" noProof="0">
                <a:ln>
                  <a:noFill/>
                </a:ln>
                <a:solidFill>
                  <a:srgbClr val="898989"/>
                </a:solidFill>
                <a:effectLst/>
                <a:uLnTx/>
                <a:uFillTx/>
                <a:latin typeface="Times New Roman" panose="02020603050405020304" pitchFamily="18" charset="0"/>
                <a:ea typeface="楷体_GB2312" pitchFamily="49" charset="-122"/>
                <a:cs typeface="+mn-cs"/>
              </a:rPr>
              <a:t>‹#›</a:t>
            </a:fld>
            <a:endParaRPr kumimoji="1" lang="en-US" altLang="zh-CN" sz="1200" b="0" i="0" u="none" strike="noStrike" kern="1200" cap="none" spc="0" normalizeH="0" baseline="0" noProof="0">
              <a:ln>
                <a:noFill/>
              </a:ln>
              <a:solidFill>
                <a:srgbClr val="898989"/>
              </a:solidFill>
              <a:effectLst/>
              <a:uLnTx/>
              <a:uFillTx/>
              <a:latin typeface="Times New Roman" panose="02020603050405020304" pitchFamily="18" charset="0"/>
              <a:ea typeface="楷体_GB2312" pitchFamily="49" charset="-122"/>
              <a:cs typeface="+mn-cs"/>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marL="0" marR="0" lvl="0" indent="0" algn="l" defTabSz="914400" rtl="0" eaLnBrk="1" fontAlgn="base" latinLnBrk="0" hangingPunct="1">
              <a:lnSpc>
                <a:spcPct val="150000"/>
              </a:lnSpc>
              <a:spcBef>
                <a:spcPct val="20000"/>
              </a:spcBef>
              <a:spcAft>
                <a:spcPct val="0"/>
              </a:spcAft>
              <a:buClrTx/>
              <a:buSzPct val="85000"/>
              <a:buFontTx/>
              <a:buChar char="•"/>
              <a:defRPr/>
            </a:pPr>
            <a:fld id="{12D30AAB-2124-440D-B203-3271BF4B2021}" type="datetime8">
              <a:rPr kumimoji="1" lang="zh-CN" altLang="en-US" sz="1200" b="0" i="0" u="none" strike="noStrike" kern="1200" cap="none" spc="0" normalizeH="0" baseline="0" noProof="0">
                <a:ln>
                  <a:noFill/>
                </a:ln>
                <a:solidFill>
                  <a:schemeClr val="tx1">
                    <a:tint val="75000"/>
                  </a:schemeClr>
                </a:solidFill>
                <a:effectLst/>
                <a:uLnTx/>
                <a:uFillTx/>
                <a:latin typeface="Times New Roman" panose="02020603050405020304" pitchFamily="18" charset="0"/>
                <a:ea typeface="楷体_GB2312" pitchFamily="49" charset="-122"/>
                <a:cs typeface="+mn-cs"/>
              </a:rPr>
              <a:t>2024年9月5日12时0分</a:t>
            </a:fld>
            <a:endParaRPr kumimoji="1" lang="en-US" altLang="zh-CN" sz="1200" b="0" i="0" u="none" strike="noStrike" kern="1200" cap="none" spc="0" normalizeH="0" baseline="0" noProof="0">
              <a:ln>
                <a:noFill/>
              </a:ln>
              <a:solidFill>
                <a:schemeClr val="tx1">
                  <a:tint val="75000"/>
                </a:schemeClr>
              </a:solidFill>
              <a:effectLst/>
              <a:uLnTx/>
              <a:uFillTx/>
              <a:latin typeface="Times New Roman" panose="02020603050405020304" pitchFamily="18" charset="0"/>
              <a:ea typeface="楷体_GB2312" pitchFamily="49" charset="-122"/>
              <a:cs typeface="+mn-cs"/>
            </a:endParaRPr>
          </a:p>
        </p:txBody>
      </p:sp>
      <p:sp>
        <p:nvSpPr>
          <p:cNvPr id="3" name="页脚占位符 2"/>
          <p:cNvSpPr>
            <a:spLocks noGrp="1"/>
          </p:cNvSpPr>
          <p:nvPr>
            <p:ph type="ftr" sz="quarter" idx="11"/>
          </p:nvPr>
        </p:nvSpPr>
        <p:spPr/>
        <p:txBody>
          <a:bodyPr/>
          <a:lstStyle/>
          <a:p>
            <a:pPr marL="0" marR="0" lvl="0" indent="0" algn="ctr" defTabSz="914400" rtl="0" eaLnBrk="1" fontAlgn="base" latinLnBrk="0" hangingPunct="1">
              <a:lnSpc>
                <a:spcPct val="150000"/>
              </a:lnSpc>
              <a:spcBef>
                <a:spcPct val="20000"/>
              </a:spcBef>
              <a:spcAft>
                <a:spcPct val="0"/>
              </a:spcAft>
              <a:buClrTx/>
              <a:buSzPct val="85000"/>
              <a:buFontTx/>
              <a:buChar char="•"/>
              <a:defRPr/>
            </a:pPr>
            <a:r>
              <a:rPr kumimoji="1" lang="zh-CN" altLang="en-US" sz="1200" b="0" i="0" u="none" strike="noStrike" kern="1200" cap="none" spc="0" normalizeH="0" baseline="0" noProof="0">
                <a:ln>
                  <a:noFill/>
                </a:ln>
                <a:solidFill>
                  <a:schemeClr val="tx1">
                    <a:tint val="75000"/>
                  </a:schemeClr>
                </a:solidFill>
                <a:effectLst/>
                <a:uLnTx/>
                <a:uFillTx/>
                <a:latin typeface="Times New Roman" panose="02020603050405020304" pitchFamily="18" charset="0"/>
                <a:ea typeface="楷体_GB2312" pitchFamily="49" charset="-122"/>
                <a:cs typeface="+mn-cs"/>
              </a:rPr>
              <a:t>自动化学院</a:t>
            </a:r>
            <a:endParaRPr kumimoji="1" lang="en-US" altLang="zh-CN" sz="1200" b="0" i="0" u="none" strike="noStrike" kern="1200" cap="none" spc="0" normalizeH="0" baseline="0" noProof="0">
              <a:ln>
                <a:noFill/>
              </a:ln>
              <a:solidFill>
                <a:schemeClr val="tx1">
                  <a:tint val="75000"/>
                </a:schemeClr>
              </a:solidFill>
              <a:effectLst/>
              <a:uLnTx/>
              <a:uFillTx/>
              <a:latin typeface="Times New Roman" panose="02020603050405020304" pitchFamily="18" charset="0"/>
              <a:ea typeface="楷体_GB2312" pitchFamily="49" charset="-122"/>
              <a:cs typeface="+mn-cs"/>
            </a:endParaRPr>
          </a:p>
        </p:txBody>
      </p:sp>
      <p:sp>
        <p:nvSpPr>
          <p:cNvPr id="4" name="灯片编号占位符 3"/>
          <p:cNvSpPr>
            <a:spLocks noGrp="1"/>
          </p:cNvSpPr>
          <p:nvPr>
            <p:ph type="sldNum" sz="quarter" idx="12"/>
          </p:nvPr>
        </p:nvSpPr>
        <p:spPr/>
        <p:txBody>
          <a:bodyPr/>
          <a:lstStyle/>
          <a:p>
            <a:pPr marL="0" marR="0" lvl="0" indent="0" algn="r" defTabSz="914400" rtl="0" eaLnBrk="1" fontAlgn="base" latinLnBrk="0" hangingPunct="1">
              <a:lnSpc>
                <a:spcPct val="150000"/>
              </a:lnSpc>
              <a:spcBef>
                <a:spcPct val="20000"/>
              </a:spcBef>
              <a:spcAft>
                <a:spcPct val="0"/>
              </a:spcAft>
              <a:buClrTx/>
              <a:buSzPct val="85000"/>
              <a:buFontTx/>
              <a:buChar char="•"/>
              <a:defRPr/>
            </a:pPr>
            <a:fld id="{1517C538-367E-41AC-BC9B-F215724DE702}" type="slidenum">
              <a:rPr kumimoji="1" lang="en-US" altLang="zh-CN" sz="1200" b="0" i="0" u="none" strike="noStrike" kern="1200" cap="none" spc="0" normalizeH="0" baseline="0" noProof="0">
                <a:ln>
                  <a:noFill/>
                </a:ln>
                <a:solidFill>
                  <a:srgbClr val="898989"/>
                </a:solidFill>
                <a:effectLst/>
                <a:uLnTx/>
                <a:uFillTx/>
                <a:latin typeface="Times New Roman" panose="02020603050405020304" pitchFamily="18" charset="0"/>
                <a:ea typeface="楷体_GB2312" pitchFamily="49" charset="-122"/>
                <a:cs typeface="+mn-cs"/>
              </a:rPr>
              <a:t>‹#›</a:t>
            </a:fld>
            <a:endParaRPr kumimoji="1" lang="en-US" altLang="zh-CN" sz="1200" b="0" i="0" u="none" strike="noStrike" kern="1200" cap="none" spc="0" normalizeH="0" baseline="0" noProof="0">
              <a:ln>
                <a:noFill/>
              </a:ln>
              <a:solidFill>
                <a:srgbClr val="898989"/>
              </a:solidFill>
              <a:effectLst/>
              <a:uLnTx/>
              <a:uFillTx/>
              <a:latin typeface="Times New Roman" panose="02020603050405020304" pitchFamily="18" charset="0"/>
              <a:ea typeface="楷体_GB2312" pitchFamily="49" charset="-122"/>
              <a:cs typeface="+mn-cs"/>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pPr fontAlgn="base"/>
            <a:r>
              <a:rPr lang="zh-CN" altLang="en-US" strike="noStrike" noProof="1"/>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a:t>单击此处编辑母版文本样式</a:t>
            </a:r>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50000"/>
              </a:lnSpc>
              <a:spcBef>
                <a:spcPct val="20000"/>
              </a:spcBef>
              <a:spcAft>
                <a:spcPct val="0"/>
              </a:spcAft>
              <a:buClrTx/>
              <a:buSzPct val="85000"/>
              <a:buFontTx/>
              <a:buChar char="•"/>
              <a:defRPr/>
            </a:pPr>
            <a:fld id="{12D30AAB-2124-440D-B203-3271BF4B2021}" type="datetime8">
              <a:rPr kumimoji="1" lang="zh-CN" altLang="en-US" sz="1200" b="0" i="0" u="none" strike="noStrike" kern="1200" cap="none" spc="0" normalizeH="0" baseline="0" noProof="0">
                <a:ln>
                  <a:noFill/>
                </a:ln>
                <a:solidFill>
                  <a:schemeClr val="tx1">
                    <a:tint val="75000"/>
                  </a:schemeClr>
                </a:solidFill>
                <a:effectLst/>
                <a:uLnTx/>
                <a:uFillTx/>
                <a:latin typeface="Times New Roman" panose="02020603050405020304" pitchFamily="18" charset="0"/>
                <a:ea typeface="楷体_GB2312" pitchFamily="49" charset="-122"/>
                <a:cs typeface="+mn-cs"/>
              </a:rPr>
              <a:t>2024年9月5日12时0分</a:t>
            </a:fld>
            <a:endParaRPr kumimoji="1" lang="en-US" altLang="zh-CN" sz="1200" b="0" i="0" u="none" strike="noStrike" kern="1200" cap="none" spc="0" normalizeH="0" baseline="0" noProof="0">
              <a:ln>
                <a:noFill/>
              </a:ln>
              <a:solidFill>
                <a:schemeClr val="tx1">
                  <a:tint val="75000"/>
                </a:schemeClr>
              </a:solidFill>
              <a:effectLst/>
              <a:uLnTx/>
              <a:uFillTx/>
              <a:latin typeface="Times New Roman" panose="02020603050405020304" pitchFamily="18" charset="0"/>
              <a:ea typeface="楷体_GB2312" pitchFamily="49"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50000"/>
              </a:lnSpc>
              <a:spcBef>
                <a:spcPct val="20000"/>
              </a:spcBef>
              <a:spcAft>
                <a:spcPct val="0"/>
              </a:spcAft>
              <a:buClrTx/>
              <a:buSzPct val="85000"/>
              <a:buFontTx/>
              <a:buChar char="•"/>
              <a:defRPr/>
            </a:pPr>
            <a:r>
              <a:rPr kumimoji="1" lang="zh-CN" altLang="en-US" sz="1200" b="0" i="0" u="none" strike="noStrike" kern="1200" cap="none" spc="0" normalizeH="0" baseline="0" noProof="0">
                <a:ln>
                  <a:noFill/>
                </a:ln>
                <a:solidFill>
                  <a:schemeClr val="tx1">
                    <a:tint val="75000"/>
                  </a:schemeClr>
                </a:solidFill>
                <a:effectLst/>
                <a:uLnTx/>
                <a:uFillTx/>
                <a:latin typeface="Times New Roman" panose="02020603050405020304" pitchFamily="18" charset="0"/>
                <a:ea typeface="楷体_GB2312" pitchFamily="49" charset="-122"/>
                <a:cs typeface="+mn-cs"/>
              </a:rPr>
              <a:t>自动化学院</a:t>
            </a:r>
            <a:endParaRPr kumimoji="1" lang="en-US" altLang="zh-CN" sz="1200" b="0" i="0" u="none" strike="noStrike" kern="1200" cap="none" spc="0" normalizeH="0" baseline="0" noProof="0">
              <a:ln>
                <a:noFill/>
              </a:ln>
              <a:solidFill>
                <a:schemeClr val="tx1">
                  <a:tint val="75000"/>
                </a:schemeClr>
              </a:solidFill>
              <a:effectLst/>
              <a:uLnTx/>
              <a:uFillTx/>
              <a:latin typeface="Times New Roman" panose="02020603050405020304" pitchFamily="18" charset="0"/>
              <a:ea typeface="楷体_GB2312" pitchFamily="49" charset="-122"/>
              <a:cs typeface="+mn-cs"/>
            </a:endParaRPr>
          </a:p>
        </p:txBody>
      </p:sp>
      <p:sp>
        <p:nvSpPr>
          <p:cNvPr id="7" name="灯片编号占位符 6"/>
          <p:cNvSpPr>
            <a:spLocks noGrp="1"/>
          </p:cNvSpPr>
          <p:nvPr>
            <p:ph type="sldNum" sz="quarter" idx="12"/>
          </p:nvPr>
        </p:nvSpPr>
        <p:spPr/>
        <p:txBody>
          <a:bodyPr/>
          <a:lstStyle/>
          <a:p>
            <a:pPr marL="0" marR="0" lvl="0" indent="0" algn="r" defTabSz="914400" rtl="0" eaLnBrk="1" fontAlgn="base" latinLnBrk="0" hangingPunct="1">
              <a:lnSpc>
                <a:spcPct val="150000"/>
              </a:lnSpc>
              <a:spcBef>
                <a:spcPct val="20000"/>
              </a:spcBef>
              <a:spcAft>
                <a:spcPct val="0"/>
              </a:spcAft>
              <a:buClrTx/>
              <a:buSzPct val="85000"/>
              <a:buFontTx/>
              <a:buChar char="•"/>
              <a:defRPr/>
            </a:pPr>
            <a:fld id="{1517C538-367E-41AC-BC9B-F215724DE702}" type="slidenum">
              <a:rPr kumimoji="1" lang="en-US" altLang="zh-CN" sz="1200" b="0" i="0" u="none" strike="noStrike" kern="1200" cap="none" spc="0" normalizeH="0" baseline="0" noProof="0">
                <a:ln>
                  <a:noFill/>
                </a:ln>
                <a:solidFill>
                  <a:srgbClr val="898989"/>
                </a:solidFill>
                <a:effectLst/>
                <a:uLnTx/>
                <a:uFillTx/>
                <a:latin typeface="Times New Roman" panose="02020603050405020304" pitchFamily="18" charset="0"/>
                <a:ea typeface="楷体_GB2312" pitchFamily="49" charset="-122"/>
                <a:cs typeface="+mn-cs"/>
              </a:rPr>
              <a:t>‹#›</a:t>
            </a:fld>
            <a:endParaRPr kumimoji="1" lang="en-US" altLang="zh-CN" sz="1200" b="0" i="0" u="none" strike="noStrike" kern="1200" cap="none" spc="0" normalizeH="0" baseline="0" noProof="0">
              <a:ln>
                <a:noFill/>
              </a:ln>
              <a:solidFill>
                <a:srgbClr val="898989"/>
              </a:solidFill>
              <a:effectLst/>
              <a:uLnTx/>
              <a:uFillTx/>
              <a:latin typeface="Times New Roman" panose="02020603050405020304" pitchFamily="18" charset="0"/>
              <a:ea typeface="楷体_GB2312" pitchFamily="49" charset="-122"/>
              <a:cs typeface="+mn-cs"/>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pPr fontAlgn="base"/>
            <a:r>
              <a:rPr lang="zh-CN" altLang="en-US" strike="noStrike" noProof="1"/>
              <a:t>单击此处编辑母版标题样式</a:t>
            </a:r>
          </a:p>
        </p:txBody>
      </p:sp>
      <p:sp>
        <p:nvSpPr>
          <p:cNvPr id="3" name="图片占位符 2"/>
          <p:cNvSpPr>
            <a:spLocks noGrp="1"/>
          </p:cNvSpPr>
          <p:nvPr>
            <p:ph type="pic" idx="1"/>
          </p:nvPr>
        </p:nvSpPr>
        <p:spPr>
          <a:xfrm>
            <a:off x="1792288" y="612775"/>
            <a:ext cx="5486400" cy="4114800"/>
          </a:xfrm>
        </p:spPr>
        <p:txBody>
          <a:bodyPr vert="horz" wrap="square" lIns="91440" tIns="45720" rIns="91440" bIns="45720" numCol="1" rtlCol="0" anchor="t" anchorCtr="0" compatLnSpc="1">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endParaRPr kumimoji="0" lang="zh-CN" altLang="en-US" sz="3200" b="0" i="0" u="none" strike="noStrike" kern="1200" cap="none" spc="0" normalizeH="0" baseline="0" noProof="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a:t>单击此处编辑母版文本样式</a:t>
            </a:r>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50000"/>
              </a:lnSpc>
              <a:spcBef>
                <a:spcPct val="20000"/>
              </a:spcBef>
              <a:spcAft>
                <a:spcPct val="0"/>
              </a:spcAft>
              <a:buClrTx/>
              <a:buSzPct val="85000"/>
              <a:buFontTx/>
              <a:buChar char="•"/>
              <a:defRPr/>
            </a:pPr>
            <a:fld id="{12D30AAB-2124-440D-B203-3271BF4B2021}" type="datetime8">
              <a:rPr kumimoji="1" lang="zh-CN" altLang="en-US" sz="1200" b="0" i="0" u="none" strike="noStrike" kern="1200" cap="none" spc="0" normalizeH="0" baseline="0" noProof="0">
                <a:ln>
                  <a:noFill/>
                </a:ln>
                <a:solidFill>
                  <a:schemeClr val="tx1">
                    <a:tint val="75000"/>
                  </a:schemeClr>
                </a:solidFill>
                <a:effectLst/>
                <a:uLnTx/>
                <a:uFillTx/>
                <a:latin typeface="Times New Roman" panose="02020603050405020304" pitchFamily="18" charset="0"/>
                <a:ea typeface="楷体_GB2312" pitchFamily="49" charset="-122"/>
                <a:cs typeface="+mn-cs"/>
              </a:rPr>
              <a:t>2024年9月5日12时0分</a:t>
            </a:fld>
            <a:endParaRPr kumimoji="1" lang="en-US" altLang="zh-CN" sz="1200" b="0" i="0" u="none" strike="noStrike" kern="1200" cap="none" spc="0" normalizeH="0" baseline="0" noProof="0">
              <a:ln>
                <a:noFill/>
              </a:ln>
              <a:solidFill>
                <a:schemeClr val="tx1">
                  <a:tint val="75000"/>
                </a:schemeClr>
              </a:solidFill>
              <a:effectLst/>
              <a:uLnTx/>
              <a:uFillTx/>
              <a:latin typeface="Times New Roman" panose="02020603050405020304" pitchFamily="18" charset="0"/>
              <a:ea typeface="楷体_GB2312" pitchFamily="49"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50000"/>
              </a:lnSpc>
              <a:spcBef>
                <a:spcPct val="20000"/>
              </a:spcBef>
              <a:spcAft>
                <a:spcPct val="0"/>
              </a:spcAft>
              <a:buClrTx/>
              <a:buSzPct val="85000"/>
              <a:buFontTx/>
              <a:buChar char="•"/>
              <a:defRPr/>
            </a:pPr>
            <a:r>
              <a:rPr kumimoji="1" lang="zh-CN" altLang="en-US" sz="1200" b="0" i="0" u="none" strike="noStrike" kern="1200" cap="none" spc="0" normalizeH="0" baseline="0" noProof="0">
                <a:ln>
                  <a:noFill/>
                </a:ln>
                <a:solidFill>
                  <a:schemeClr val="tx1">
                    <a:tint val="75000"/>
                  </a:schemeClr>
                </a:solidFill>
                <a:effectLst/>
                <a:uLnTx/>
                <a:uFillTx/>
                <a:latin typeface="Times New Roman" panose="02020603050405020304" pitchFamily="18" charset="0"/>
                <a:ea typeface="楷体_GB2312" pitchFamily="49" charset="-122"/>
                <a:cs typeface="+mn-cs"/>
              </a:rPr>
              <a:t>自动化学院</a:t>
            </a:r>
            <a:endParaRPr kumimoji="1" lang="en-US" altLang="zh-CN" sz="1200" b="0" i="0" u="none" strike="noStrike" kern="1200" cap="none" spc="0" normalizeH="0" baseline="0" noProof="0">
              <a:ln>
                <a:noFill/>
              </a:ln>
              <a:solidFill>
                <a:schemeClr val="tx1">
                  <a:tint val="75000"/>
                </a:schemeClr>
              </a:solidFill>
              <a:effectLst/>
              <a:uLnTx/>
              <a:uFillTx/>
              <a:latin typeface="Times New Roman" panose="02020603050405020304" pitchFamily="18" charset="0"/>
              <a:ea typeface="楷体_GB2312" pitchFamily="49" charset="-122"/>
              <a:cs typeface="+mn-cs"/>
            </a:endParaRPr>
          </a:p>
        </p:txBody>
      </p:sp>
      <p:sp>
        <p:nvSpPr>
          <p:cNvPr id="7" name="灯片编号占位符 6"/>
          <p:cNvSpPr>
            <a:spLocks noGrp="1"/>
          </p:cNvSpPr>
          <p:nvPr>
            <p:ph type="sldNum" sz="quarter" idx="12"/>
          </p:nvPr>
        </p:nvSpPr>
        <p:spPr/>
        <p:txBody>
          <a:bodyPr/>
          <a:lstStyle/>
          <a:p>
            <a:pPr marL="0" marR="0" lvl="0" indent="0" algn="r" defTabSz="914400" rtl="0" eaLnBrk="1" fontAlgn="base" latinLnBrk="0" hangingPunct="1">
              <a:lnSpc>
                <a:spcPct val="150000"/>
              </a:lnSpc>
              <a:spcBef>
                <a:spcPct val="20000"/>
              </a:spcBef>
              <a:spcAft>
                <a:spcPct val="0"/>
              </a:spcAft>
              <a:buClrTx/>
              <a:buSzPct val="85000"/>
              <a:buFontTx/>
              <a:buChar char="•"/>
              <a:defRPr/>
            </a:pPr>
            <a:fld id="{1517C538-367E-41AC-BC9B-F215724DE702}" type="slidenum">
              <a:rPr kumimoji="1" lang="en-US" altLang="zh-CN" sz="1200" b="0" i="0" u="none" strike="noStrike" kern="1200" cap="none" spc="0" normalizeH="0" baseline="0" noProof="0">
                <a:ln>
                  <a:noFill/>
                </a:ln>
                <a:solidFill>
                  <a:srgbClr val="898989"/>
                </a:solidFill>
                <a:effectLst/>
                <a:uLnTx/>
                <a:uFillTx/>
                <a:latin typeface="Times New Roman" panose="02020603050405020304" pitchFamily="18" charset="0"/>
                <a:ea typeface="楷体_GB2312" pitchFamily="49" charset="-122"/>
                <a:cs typeface="+mn-cs"/>
              </a:rPr>
              <a:t>‹#›</a:t>
            </a:fld>
            <a:endParaRPr kumimoji="1" lang="en-US" altLang="zh-CN" sz="1200" b="0" i="0" u="none" strike="noStrike" kern="1200" cap="none" spc="0" normalizeH="0" baseline="0" noProof="0">
              <a:ln>
                <a:noFill/>
              </a:ln>
              <a:solidFill>
                <a:srgbClr val="898989"/>
              </a:solidFill>
              <a:effectLst/>
              <a:uLnTx/>
              <a:uFillTx/>
              <a:latin typeface="Times New Roman" panose="02020603050405020304" pitchFamily="18" charset="0"/>
              <a:ea typeface="楷体_GB2312" pitchFamily="49" charset="-122"/>
              <a:cs typeface="+mn-cs"/>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竖排文字占位符 2"/>
          <p:cNvSpPr>
            <a:spLocks noGrp="1"/>
          </p:cNvSpPr>
          <p:nvPr>
            <p:ph type="body" orient="vert" idx="1"/>
          </p:nvPr>
        </p:nvSpPr>
        <p:spPr/>
        <p:txBody>
          <a:bodyPr vert="eaVert"/>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50000"/>
              </a:lnSpc>
              <a:spcBef>
                <a:spcPct val="20000"/>
              </a:spcBef>
              <a:spcAft>
                <a:spcPct val="0"/>
              </a:spcAft>
              <a:buClrTx/>
              <a:buSzPct val="85000"/>
              <a:buFontTx/>
              <a:buChar char="•"/>
              <a:defRPr/>
            </a:pPr>
            <a:fld id="{12D30AAB-2124-440D-B203-3271BF4B2021}" type="datetime8">
              <a:rPr kumimoji="1" lang="zh-CN" altLang="en-US" sz="1200" b="0" i="0" u="none" strike="noStrike" kern="1200" cap="none" spc="0" normalizeH="0" baseline="0" noProof="0">
                <a:ln>
                  <a:noFill/>
                </a:ln>
                <a:solidFill>
                  <a:schemeClr val="tx1">
                    <a:tint val="75000"/>
                  </a:schemeClr>
                </a:solidFill>
                <a:effectLst/>
                <a:uLnTx/>
                <a:uFillTx/>
                <a:latin typeface="Times New Roman" panose="02020603050405020304" pitchFamily="18" charset="0"/>
                <a:ea typeface="楷体_GB2312" pitchFamily="49" charset="-122"/>
                <a:cs typeface="+mn-cs"/>
              </a:rPr>
              <a:t>2024年9月5日12时0分</a:t>
            </a:fld>
            <a:endParaRPr kumimoji="1" lang="en-US" altLang="zh-CN" sz="1200" b="0" i="0" u="none" strike="noStrike" kern="1200" cap="none" spc="0" normalizeH="0" baseline="0" noProof="0">
              <a:ln>
                <a:noFill/>
              </a:ln>
              <a:solidFill>
                <a:schemeClr val="tx1">
                  <a:tint val="75000"/>
                </a:schemeClr>
              </a:solidFill>
              <a:effectLst/>
              <a:uLnTx/>
              <a:uFillTx/>
              <a:latin typeface="Times New Roman" panose="02020603050405020304" pitchFamily="18" charset="0"/>
              <a:ea typeface="楷体_GB2312" pitchFamily="49"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50000"/>
              </a:lnSpc>
              <a:spcBef>
                <a:spcPct val="20000"/>
              </a:spcBef>
              <a:spcAft>
                <a:spcPct val="0"/>
              </a:spcAft>
              <a:buClrTx/>
              <a:buSzPct val="85000"/>
              <a:buFontTx/>
              <a:buChar char="•"/>
              <a:defRPr/>
            </a:pPr>
            <a:r>
              <a:rPr kumimoji="1" lang="zh-CN" altLang="en-US" sz="1200" b="0" i="0" u="none" strike="noStrike" kern="1200" cap="none" spc="0" normalizeH="0" baseline="0" noProof="0">
                <a:ln>
                  <a:noFill/>
                </a:ln>
                <a:solidFill>
                  <a:schemeClr val="tx1">
                    <a:tint val="75000"/>
                  </a:schemeClr>
                </a:solidFill>
                <a:effectLst/>
                <a:uLnTx/>
                <a:uFillTx/>
                <a:latin typeface="Times New Roman" panose="02020603050405020304" pitchFamily="18" charset="0"/>
                <a:ea typeface="楷体_GB2312" pitchFamily="49" charset="-122"/>
                <a:cs typeface="+mn-cs"/>
              </a:rPr>
              <a:t>自动化学院</a:t>
            </a:r>
            <a:endParaRPr kumimoji="1" lang="en-US" altLang="zh-CN" sz="1200" b="0" i="0" u="none" strike="noStrike" kern="1200" cap="none" spc="0" normalizeH="0" baseline="0" noProof="0">
              <a:ln>
                <a:noFill/>
              </a:ln>
              <a:solidFill>
                <a:schemeClr val="tx1">
                  <a:tint val="75000"/>
                </a:schemeClr>
              </a:solidFill>
              <a:effectLst/>
              <a:uLnTx/>
              <a:uFillTx/>
              <a:latin typeface="Times New Roman" panose="02020603050405020304" pitchFamily="18" charset="0"/>
              <a:ea typeface="楷体_GB2312" pitchFamily="49" charset="-122"/>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base" latinLnBrk="0" hangingPunct="1">
              <a:lnSpc>
                <a:spcPct val="150000"/>
              </a:lnSpc>
              <a:spcBef>
                <a:spcPct val="20000"/>
              </a:spcBef>
              <a:spcAft>
                <a:spcPct val="0"/>
              </a:spcAft>
              <a:buClrTx/>
              <a:buSzPct val="85000"/>
              <a:buFontTx/>
              <a:buChar char="•"/>
              <a:defRPr/>
            </a:pPr>
            <a:fld id="{1517C538-367E-41AC-BC9B-F215724DE702}" type="slidenum">
              <a:rPr kumimoji="1" lang="en-US" altLang="zh-CN" sz="1200" b="0" i="0" u="none" strike="noStrike" kern="1200" cap="none" spc="0" normalizeH="0" baseline="0" noProof="0">
                <a:ln>
                  <a:noFill/>
                </a:ln>
                <a:solidFill>
                  <a:srgbClr val="898989"/>
                </a:solidFill>
                <a:effectLst/>
                <a:uLnTx/>
                <a:uFillTx/>
                <a:latin typeface="Times New Roman" panose="02020603050405020304" pitchFamily="18" charset="0"/>
                <a:ea typeface="楷体_GB2312" pitchFamily="49" charset="-122"/>
                <a:cs typeface="+mn-cs"/>
              </a:rPr>
              <a:t>‹#›</a:t>
            </a:fld>
            <a:endParaRPr kumimoji="1" lang="en-US" altLang="zh-CN" sz="1200" b="0" i="0" u="none" strike="noStrike" kern="1200" cap="none" spc="0" normalizeH="0" baseline="0" noProof="0">
              <a:ln>
                <a:noFill/>
              </a:ln>
              <a:solidFill>
                <a:srgbClr val="898989"/>
              </a:solidFill>
              <a:effectLst/>
              <a:uLnTx/>
              <a:uFillTx/>
              <a:latin typeface="Times New Roman" panose="02020603050405020304" pitchFamily="18" charset="0"/>
              <a:ea typeface="楷体_GB2312" pitchFamily="49" charset="-122"/>
              <a:cs typeface="+mn-cs"/>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pPr fontAlgn="base"/>
            <a:r>
              <a:rPr lang="zh-CN" altLang="en-US" strike="noStrike" noProof="1"/>
              <a:t>单击此处编辑母版标题样式</a:t>
            </a:r>
          </a:p>
        </p:txBody>
      </p:sp>
      <p:sp>
        <p:nvSpPr>
          <p:cNvPr id="3" name="竖排文字占位符 2"/>
          <p:cNvSpPr>
            <a:spLocks noGrp="1"/>
          </p:cNvSpPr>
          <p:nvPr>
            <p:ph type="body" orient="vert" idx="1"/>
          </p:nvPr>
        </p:nvSpPr>
        <p:spPr>
          <a:xfrm>
            <a:off x="457200" y="274638"/>
            <a:ext cx="6019800" cy="5851525"/>
          </a:xfrm>
        </p:spPr>
        <p:txBody>
          <a:bodyPr vert="eaVert"/>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50000"/>
              </a:lnSpc>
              <a:spcBef>
                <a:spcPct val="20000"/>
              </a:spcBef>
              <a:spcAft>
                <a:spcPct val="0"/>
              </a:spcAft>
              <a:buClrTx/>
              <a:buSzPct val="85000"/>
              <a:buFontTx/>
              <a:buChar char="•"/>
              <a:defRPr/>
            </a:pPr>
            <a:fld id="{12D30AAB-2124-440D-B203-3271BF4B2021}" type="datetime8">
              <a:rPr kumimoji="1" lang="zh-CN" altLang="en-US" sz="1200" b="0" i="0" u="none" strike="noStrike" kern="1200" cap="none" spc="0" normalizeH="0" baseline="0" noProof="0">
                <a:ln>
                  <a:noFill/>
                </a:ln>
                <a:solidFill>
                  <a:schemeClr val="tx1">
                    <a:tint val="75000"/>
                  </a:schemeClr>
                </a:solidFill>
                <a:effectLst/>
                <a:uLnTx/>
                <a:uFillTx/>
                <a:latin typeface="Times New Roman" panose="02020603050405020304" pitchFamily="18" charset="0"/>
                <a:ea typeface="楷体_GB2312" pitchFamily="49" charset="-122"/>
                <a:cs typeface="+mn-cs"/>
              </a:rPr>
              <a:t>2024年9月5日12时0分</a:t>
            </a:fld>
            <a:endParaRPr kumimoji="1" lang="en-US" altLang="zh-CN" sz="1200" b="0" i="0" u="none" strike="noStrike" kern="1200" cap="none" spc="0" normalizeH="0" baseline="0" noProof="0">
              <a:ln>
                <a:noFill/>
              </a:ln>
              <a:solidFill>
                <a:schemeClr val="tx1">
                  <a:tint val="75000"/>
                </a:schemeClr>
              </a:solidFill>
              <a:effectLst/>
              <a:uLnTx/>
              <a:uFillTx/>
              <a:latin typeface="Times New Roman" panose="02020603050405020304" pitchFamily="18" charset="0"/>
              <a:ea typeface="楷体_GB2312" pitchFamily="49"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50000"/>
              </a:lnSpc>
              <a:spcBef>
                <a:spcPct val="20000"/>
              </a:spcBef>
              <a:spcAft>
                <a:spcPct val="0"/>
              </a:spcAft>
              <a:buClrTx/>
              <a:buSzPct val="85000"/>
              <a:buFontTx/>
              <a:buChar char="•"/>
              <a:defRPr/>
            </a:pPr>
            <a:r>
              <a:rPr kumimoji="1" lang="zh-CN" altLang="en-US" sz="1200" b="0" i="0" u="none" strike="noStrike" kern="1200" cap="none" spc="0" normalizeH="0" baseline="0" noProof="0">
                <a:ln>
                  <a:noFill/>
                </a:ln>
                <a:solidFill>
                  <a:schemeClr val="tx1">
                    <a:tint val="75000"/>
                  </a:schemeClr>
                </a:solidFill>
                <a:effectLst/>
                <a:uLnTx/>
                <a:uFillTx/>
                <a:latin typeface="Times New Roman" panose="02020603050405020304" pitchFamily="18" charset="0"/>
                <a:ea typeface="楷体_GB2312" pitchFamily="49" charset="-122"/>
                <a:cs typeface="+mn-cs"/>
              </a:rPr>
              <a:t>自动化学院</a:t>
            </a:r>
            <a:endParaRPr kumimoji="1" lang="en-US" altLang="zh-CN" sz="1200" b="0" i="0" u="none" strike="noStrike" kern="1200" cap="none" spc="0" normalizeH="0" baseline="0" noProof="0">
              <a:ln>
                <a:noFill/>
              </a:ln>
              <a:solidFill>
                <a:schemeClr val="tx1">
                  <a:tint val="75000"/>
                </a:schemeClr>
              </a:solidFill>
              <a:effectLst/>
              <a:uLnTx/>
              <a:uFillTx/>
              <a:latin typeface="Times New Roman" panose="02020603050405020304" pitchFamily="18" charset="0"/>
              <a:ea typeface="楷体_GB2312" pitchFamily="49" charset="-122"/>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base" latinLnBrk="0" hangingPunct="1">
              <a:lnSpc>
                <a:spcPct val="150000"/>
              </a:lnSpc>
              <a:spcBef>
                <a:spcPct val="20000"/>
              </a:spcBef>
              <a:spcAft>
                <a:spcPct val="0"/>
              </a:spcAft>
              <a:buClrTx/>
              <a:buSzPct val="85000"/>
              <a:buFontTx/>
              <a:buChar char="•"/>
              <a:defRPr/>
            </a:pPr>
            <a:fld id="{1517C538-367E-41AC-BC9B-F215724DE702}" type="slidenum">
              <a:rPr kumimoji="1" lang="en-US" altLang="zh-CN" sz="1200" b="0" i="0" u="none" strike="noStrike" kern="1200" cap="none" spc="0" normalizeH="0" baseline="0" noProof="0">
                <a:ln>
                  <a:noFill/>
                </a:ln>
                <a:solidFill>
                  <a:srgbClr val="898989"/>
                </a:solidFill>
                <a:effectLst/>
                <a:uLnTx/>
                <a:uFillTx/>
                <a:latin typeface="Times New Roman" panose="02020603050405020304" pitchFamily="18" charset="0"/>
                <a:ea typeface="楷体_GB2312" pitchFamily="49" charset="-122"/>
                <a:cs typeface="+mn-cs"/>
              </a:rPr>
              <a:t>‹#›</a:t>
            </a:fld>
            <a:endParaRPr kumimoji="1" lang="en-US" altLang="zh-CN" sz="1200" b="0" i="0" u="none" strike="noStrike" kern="1200" cap="none" spc="0" normalizeH="0" baseline="0" noProof="0">
              <a:ln>
                <a:noFill/>
              </a:ln>
              <a:solidFill>
                <a:srgbClr val="898989"/>
              </a:solidFill>
              <a:effectLst/>
              <a:uLnTx/>
              <a:uFillTx/>
              <a:latin typeface="Times New Roman" panose="02020603050405020304" pitchFamily="18" charset="0"/>
              <a:ea typeface="楷体_GB2312" pitchFamily="49" charset="-122"/>
              <a:cs typeface="+mn-cs"/>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objOnly">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685800" y="465138"/>
            <a:ext cx="7772400" cy="5630862"/>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3" name="日期占位符 2"/>
          <p:cNvSpPr>
            <a:spLocks noGrp="1"/>
          </p:cNvSpPr>
          <p:nvPr>
            <p:ph type="dt" sz="half" idx="10"/>
          </p:nvPr>
        </p:nvSpPr>
        <p:spPr/>
        <p:txBody>
          <a:bodyPr/>
          <a:lstStyle/>
          <a:p>
            <a:pPr marL="0" marR="0" lvl="0" indent="0" algn="l" defTabSz="914400" rtl="0" eaLnBrk="1" fontAlgn="base" latinLnBrk="0" hangingPunct="1">
              <a:lnSpc>
                <a:spcPct val="150000"/>
              </a:lnSpc>
              <a:spcBef>
                <a:spcPct val="20000"/>
              </a:spcBef>
              <a:spcAft>
                <a:spcPct val="0"/>
              </a:spcAft>
              <a:buClrTx/>
              <a:buSzPct val="85000"/>
              <a:buFontTx/>
              <a:buChar char="•"/>
              <a:defRPr/>
            </a:pPr>
            <a:fld id="{12D30AAB-2124-440D-B203-3271BF4B2021}" type="datetime8">
              <a:rPr kumimoji="1" lang="zh-CN" altLang="en-US" sz="1200" b="0" i="0" u="none" strike="noStrike" kern="1200" cap="none" spc="0" normalizeH="0" baseline="0" noProof="0">
                <a:ln>
                  <a:noFill/>
                </a:ln>
                <a:solidFill>
                  <a:schemeClr val="tx1">
                    <a:tint val="75000"/>
                  </a:schemeClr>
                </a:solidFill>
                <a:effectLst/>
                <a:uLnTx/>
                <a:uFillTx/>
                <a:latin typeface="Times New Roman" panose="02020603050405020304" pitchFamily="18" charset="0"/>
                <a:ea typeface="楷体_GB2312" pitchFamily="49" charset="-122"/>
                <a:cs typeface="+mn-cs"/>
              </a:rPr>
              <a:t>2024年9月5日12时0分</a:t>
            </a:fld>
            <a:endParaRPr kumimoji="1" lang="en-US" altLang="zh-CN" sz="1200" b="0" i="0" u="none" strike="noStrike" kern="1200" cap="none" spc="0" normalizeH="0" baseline="0" noProof="0">
              <a:ln>
                <a:noFill/>
              </a:ln>
              <a:solidFill>
                <a:schemeClr val="tx1">
                  <a:tint val="75000"/>
                </a:schemeClr>
              </a:solidFill>
              <a:effectLst/>
              <a:uLnTx/>
              <a:uFillTx/>
              <a:latin typeface="Times New Roman" panose="02020603050405020304" pitchFamily="18" charset="0"/>
              <a:ea typeface="楷体_GB2312" pitchFamily="49" charset="-122"/>
              <a:cs typeface="+mn-cs"/>
            </a:endParaRPr>
          </a:p>
        </p:txBody>
      </p:sp>
      <p:sp>
        <p:nvSpPr>
          <p:cNvPr id="4" name="页脚占位符 3"/>
          <p:cNvSpPr>
            <a:spLocks noGrp="1"/>
          </p:cNvSpPr>
          <p:nvPr>
            <p:ph type="ftr" sz="quarter" idx="11"/>
          </p:nvPr>
        </p:nvSpPr>
        <p:spPr/>
        <p:txBody>
          <a:bodyPr/>
          <a:lstStyle/>
          <a:p>
            <a:pPr marL="0" marR="0" lvl="0" indent="0" algn="ctr" defTabSz="914400" rtl="0" eaLnBrk="1" fontAlgn="base" latinLnBrk="0" hangingPunct="1">
              <a:lnSpc>
                <a:spcPct val="150000"/>
              </a:lnSpc>
              <a:spcBef>
                <a:spcPct val="20000"/>
              </a:spcBef>
              <a:spcAft>
                <a:spcPct val="0"/>
              </a:spcAft>
              <a:buClrTx/>
              <a:buSzPct val="85000"/>
              <a:buFontTx/>
              <a:buChar char="•"/>
              <a:defRPr/>
            </a:pPr>
            <a:r>
              <a:rPr kumimoji="1" lang="zh-CN" altLang="en-US" sz="1200" b="0" i="0" u="none" strike="noStrike" kern="1200" cap="none" spc="0" normalizeH="0" baseline="0" noProof="0">
                <a:ln>
                  <a:noFill/>
                </a:ln>
                <a:solidFill>
                  <a:schemeClr val="tx1">
                    <a:tint val="75000"/>
                  </a:schemeClr>
                </a:solidFill>
                <a:effectLst/>
                <a:uLnTx/>
                <a:uFillTx/>
                <a:latin typeface="Times New Roman" panose="02020603050405020304" pitchFamily="18" charset="0"/>
                <a:ea typeface="楷体_GB2312" pitchFamily="49" charset="-122"/>
                <a:cs typeface="+mn-cs"/>
              </a:rPr>
              <a:t>自动化学院</a:t>
            </a:r>
            <a:endParaRPr kumimoji="1" lang="en-US" altLang="zh-CN" sz="1200" b="0" i="0" u="none" strike="noStrike" kern="1200" cap="none" spc="0" normalizeH="0" baseline="0" noProof="0">
              <a:ln>
                <a:noFill/>
              </a:ln>
              <a:solidFill>
                <a:schemeClr val="tx1">
                  <a:tint val="75000"/>
                </a:schemeClr>
              </a:solidFill>
              <a:effectLst/>
              <a:uLnTx/>
              <a:uFillTx/>
              <a:latin typeface="Times New Roman" panose="02020603050405020304" pitchFamily="18" charset="0"/>
              <a:ea typeface="楷体_GB2312" pitchFamily="49" charset="-122"/>
              <a:cs typeface="+mn-cs"/>
            </a:endParaRPr>
          </a:p>
        </p:txBody>
      </p:sp>
      <p:sp>
        <p:nvSpPr>
          <p:cNvPr id="5" name="灯片编号占位符 4"/>
          <p:cNvSpPr>
            <a:spLocks noGrp="1"/>
          </p:cNvSpPr>
          <p:nvPr>
            <p:ph type="sldNum" sz="quarter" idx="12"/>
          </p:nvPr>
        </p:nvSpPr>
        <p:spPr/>
        <p:txBody>
          <a:bodyPr/>
          <a:lstStyle/>
          <a:p>
            <a:pPr marL="0" marR="0" lvl="0" indent="0" algn="r" defTabSz="914400" rtl="0" eaLnBrk="1" fontAlgn="base" latinLnBrk="0" hangingPunct="1">
              <a:lnSpc>
                <a:spcPct val="150000"/>
              </a:lnSpc>
              <a:spcBef>
                <a:spcPct val="20000"/>
              </a:spcBef>
              <a:spcAft>
                <a:spcPct val="0"/>
              </a:spcAft>
              <a:buClrTx/>
              <a:buSzPct val="85000"/>
              <a:buFontTx/>
              <a:buChar char="•"/>
              <a:defRPr/>
            </a:pPr>
            <a:fld id="{1517C538-367E-41AC-BC9B-F215724DE702}" type="slidenum">
              <a:rPr kumimoji="1" lang="en-US" altLang="zh-CN" sz="1200" b="0" i="0" u="none" strike="noStrike" kern="1200" cap="none" spc="0" normalizeH="0" baseline="0" noProof="0">
                <a:ln>
                  <a:noFill/>
                </a:ln>
                <a:solidFill>
                  <a:srgbClr val="898989"/>
                </a:solidFill>
                <a:effectLst/>
                <a:uLnTx/>
                <a:uFillTx/>
                <a:latin typeface="Times New Roman" panose="02020603050405020304" pitchFamily="18" charset="0"/>
                <a:ea typeface="楷体_GB2312" pitchFamily="49" charset="-122"/>
                <a:cs typeface="+mn-cs"/>
              </a:rPr>
              <a:t>‹#›</a:t>
            </a:fld>
            <a:endParaRPr kumimoji="1" lang="en-US" altLang="zh-CN" sz="1200" b="0" i="0" u="none" strike="noStrike" kern="1200" cap="none" spc="0" normalizeH="0" baseline="0" noProof="0">
              <a:ln>
                <a:noFill/>
              </a:ln>
              <a:solidFill>
                <a:srgbClr val="898989"/>
              </a:solidFill>
              <a:effectLst/>
              <a:uLnTx/>
              <a:uFillTx/>
              <a:latin typeface="Times New Roman" panose="02020603050405020304" pitchFamily="18" charset="0"/>
              <a:ea typeface="楷体_GB2312" pitchFamily="49" charset="-122"/>
              <a:cs typeface="+mn-cs"/>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fourObj">
  <p:cSld name="标题和四项内容">
    <p:spTree>
      <p:nvGrpSpPr>
        <p:cNvPr id="1" name=""/>
        <p:cNvGrpSpPr/>
        <p:nvPr/>
      </p:nvGrpSpPr>
      <p:grpSpPr>
        <a:xfrm>
          <a:off x="0" y="0"/>
          <a:ext cx="0" cy="0"/>
          <a:chOff x="0" y="0"/>
          <a:chExt cx="0" cy="0"/>
        </a:xfrm>
      </p:grpSpPr>
      <p:sp>
        <p:nvSpPr>
          <p:cNvPr id="2" name="标题 1"/>
          <p:cNvSpPr>
            <a:spLocks noGrp="1"/>
          </p:cNvSpPr>
          <p:nvPr>
            <p:ph type="title" sz="quarter"/>
          </p:nvPr>
        </p:nvSpPr>
        <p:spPr>
          <a:xfrm>
            <a:off x="685800" y="465138"/>
            <a:ext cx="7772400" cy="1431925"/>
          </a:xfrm>
        </p:spPr>
        <p:txBody>
          <a:bodyPr/>
          <a:lstStyle/>
          <a:p>
            <a:pPr fontAlgn="base"/>
            <a:r>
              <a:rPr lang="zh-CN" altLang="en-US" strike="noStrike" noProof="1"/>
              <a:t>单击此处编辑母版标题样式</a:t>
            </a:r>
          </a:p>
        </p:txBody>
      </p:sp>
      <p:sp>
        <p:nvSpPr>
          <p:cNvPr id="3" name="内容占位符 2"/>
          <p:cNvSpPr>
            <a:spLocks noGrp="1"/>
          </p:cNvSpPr>
          <p:nvPr>
            <p:ph sz="quarter" idx="1"/>
          </p:nvPr>
        </p:nvSpPr>
        <p:spPr>
          <a:xfrm>
            <a:off x="685800" y="1981200"/>
            <a:ext cx="3810000" cy="1981200"/>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内容占位符 3"/>
          <p:cNvSpPr>
            <a:spLocks noGrp="1"/>
          </p:cNvSpPr>
          <p:nvPr>
            <p:ph sz="quarter" idx="2"/>
          </p:nvPr>
        </p:nvSpPr>
        <p:spPr>
          <a:xfrm>
            <a:off x="4648200" y="1981200"/>
            <a:ext cx="3810000" cy="1981200"/>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5" name="内容占位符 4"/>
          <p:cNvSpPr>
            <a:spLocks noGrp="1"/>
          </p:cNvSpPr>
          <p:nvPr>
            <p:ph sz="quarter" idx="3"/>
          </p:nvPr>
        </p:nvSpPr>
        <p:spPr>
          <a:xfrm>
            <a:off x="685800" y="4114800"/>
            <a:ext cx="3810000" cy="1981200"/>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6" name="内容占位符 5"/>
          <p:cNvSpPr>
            <a:spLocks noGrp="1"/>
          </p:cNvSpPr>
          <p:nvPr>
            <p:ph sz="quarter" idx="4"/>
          </p:nvPr>
        </p:nvSpPr>
        <p:spPr>
          <a:xfrm>
            <a:off x="4648200" y="4114800"/>
            <a:ext cx="3810000" cy="1981200"/>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7" name="日期占位符 6"/>
          <p:cNvSpPr>
            <a:spLocks noGrp="1"/>
          </p:cNvSpPr>
          <p:nvPr>
            <p:ph type="dt" sz="half" idx="10"/>
          </p:nvPr>
        </p:nvSpPr>
        <p:spPr/>
        <p:txBody>
          <a:bodyPr/>
          <a:lstStyle/>
          <a:p>
            <a:pPr marL="0" marR="0" lvl="0" indent="0" algn="l" defTabSz="914400" rtl="0" eaLnBrk="1" fontAlgn="base" latinLnBrk="0" hangingPunct="1">
              <a:lnSpc>
                <a:spcPct val="150000"/>
              </a:lnSpc>
              <a:spcBef>
                <a:spcPct val="20000"/>
              </a:spcBef>
              <a:spcAft>
                <a:spcPct val="0"/>
              </a:spcAft>
              <a:buClrTx/>
              <a:buSzPct val="85000"/>
              <a:buFontTx/>
              <a:buChar char="•"/>
              <a:defRPr/>
            </a:pPr>
            <a:fld id="{12D30AAB-2124-440D-B203-3271BF4B2021}" type="datetime8">
              <a:rPr kumimoji="1" lang="zh-CN" altLang="en-US" sz="1200" b="0" i="0" u="none" strike="noStrike" kern="1200" cap="none" spc="0" normalizeH="0" baseline="0" noProof="0">
                <a:ln>
                  <a:noFill/>
                </a:ln>
                <a:solidFill>
                  <a:schemeClr val="tx1">
                    <a:tint val="75000"/>
                  </a:schemeClr>
                </a:solidFill>
                <a:effectLst/>
                <a:uLnTx/>
                <a:uFillTx/>
                <a:latin typeface="Times New Roman" panose="02020603050405020304" pitchFamily="18" charset="0"/>
                <a:ea typeface="楷体_GB2312" pitchFamily="49" charset="-122"/>
                <a:cs typeface="+mn-cs"/>
              </a:rPr>
              <a:t>2024年9月5日12时0分</a:t>
            </a:fld>
            <a:endParaRPr kumimoji="1" lang="en-US" altLang="zh-CN" sz="1200" b="0" i="0" u="none" strike="noStrike" kern="1200" cap="none" spc="0" normalizeH="0" baseline="0" noProof="0">
              <a:ln>
                <a:noFill/>
              </a:ln>
              <a:solidFill>
                <a:schemeClr val="tx1">
                  <a:tint val="75000"/>
                </a:schemeClr>
              </a:solidFill>
              <a:effectLst/>
              <a:uLnTx/>
              <a:uFillTx/>
              <a:latin typeface="Times New Roman" panose="02020603050405020304" pitchFamily="18" charset="0"/>
              <a:ea typeface="楷体_GB2312" pitchFamily="49" charset="-122"/>
              <a:cs typeface="+mn-cs"/>
            </a:endParaRPr>
          </a:p>
        </p:txBody>
      </p:sp>
      <p:sp>
        <p:nvSpPr>
          <p:cNvPr id="8" name="页脚占位符 7"/>
          <p:cNvSpPr>
            <a:spLocks noGrp="1"/>
          </p:cNvSpPr>
          <p:nvPr>
            <p:ph type="ftr" sz="quarter" idx="11"/>
          </p:nvPr>
        </p:nvSpPr>
        <p:spPr/>
        <p:txBody>
          <a:bodyPr/>
          <a:lstStyle/>
          <a:p>
            <a:pPr marL="0" marR="0" lvl="0" indent="0" algn="ctr" defTabSz="914400" rtl="0" eaLnBrk="1" fontAlgn="base" latinLnBrk="0" hangingPunct="1">
              <a:lnSpc>
                <a:spcPct val="150000"/>
              </a:lnSpc>
              <a:spcBef>
                <a:spcPct val="20000"/>
              </a:spcBef>
              <a:spcAft>
                <a:spcPct val="0"/>
              </a:spcAft>
              <a:buClrTx/>
              <a:buSzPct val="85000"/>
              <a:buFontTx/>
              <a:buChar char="•"/>
              <a:defRPr/>
            </a:pPr>
            <a:r>
              <a:rPr kumimoji="1" lang="zh-CN" altLang="en-US" sz="1200" b="0" i="0" u="none" strike="noStrike" kern="1200" cap="none" spc="0" normalizeH="0" baseline="0" noProof="0">
                <a:ln>
                  <a:noFill/>
                </a:ln>
                <a:solidFill>
                  <a:schemeClr val="tx1">
                    <a:tint val="75000"/>
                  </a:schemeClr>
                </a:solidFill>
                <a:effectLst/>
                <a:uLnTx/>
                <a:uFillTx/>
                <a:latin typeface="Times New Roman" panose="02020603050405020304" pitchFamily="18" charset="0"/>
                <a:ea typeface="楷体_GB2312" pitchFamily="49" charset="-122"/>
                <a:cs typeface="+mn-cs"/>
              </a:rPr>
              <a:t>自动化学院</a:t>
            </a:r>
            <a:endParaRPr kumimoji="1" lang="en-US" altLang="zh-CN" sz="1200" b="0" i="0" u="none" strike="noStrike" kern="1200" cap="none" spc="0" normalizeH="0" baseline="0" noProof="0">
              <a:ln>
                <a:noFill/>
              </a:ln>
              <a:solidFill>
                <a:schemeClr val="tx1">
                  <a:tint val="75000"/>
                </a:schemeClr>
              </a:solidFill>
              <a:effectLst/>
              <a:uLnTx/>
              <a:uFillTx/>
              <a:latin typeface="Times New Roman" panose="02020603050405020304" pitchFamily="18" charset="0"/>
              <a:ea typeface="楷体_GB2312" pitchFamily="49" charset="-122"/>
              <a:cs typeface="+mn-cs"/>
            </a:endParaRPr>
          </a:p>
        </p:txBody>
      </p:sp>
      <p:sp>
        <p:nvSpPr>
          <p:cNvPr id="9" name="灯片编号占位符 8"/>
          <p:cNvSpPr>
            <a:spLocks noGrp="1"/>
          </p:cNvSpPr>
          <p:nvPr>
            <p:ph type="sldNum" sz="quarter" idx="12"/>
          </p:nvPr>
        </p:nvSpPr>
        <p:spPr/>
        <p:txBody>
          <a:bodyPr/>
          <a:lstStyle/>
          <a:p>
            <a:pPr marL="0" marR="0" lvl="0" indent="0" algn="r" defTabSz="914400" rtl="0" eaLnBrk="1" fontAlgn="base" latinLnBrk="0" hangingPunct="1">
              <a:lnSpc>
                <a:spcPct val="150000"/>
              </a:lnSpc>
              <a:spcBef>
                <a:spcPct val="20000"/>
              </a:spcBef>
              <a:spcAft>
                <a:spcPct val="0"/>
              </a:spcAft>
              <a:buClrTx/>
              <a:buSzPct val="85000"/>
              <a:buFontTx/>
              <a:buChar char="•"/>
              <a:defRPr/>
            </a:pPr>
            <a:fld id="{1517C538-367E-41AC-BC9B-F215724DE702}" type="slidenum">
              <a:rPr kumimoji="1" lang="en-US" altLang="zh-CN" sz="1200" b="0" i="0" u="none" strike="noStrike" kern="1200" cap="none" spc="0" normalizeH="0" baseline="0" noProof="0">
                <a:ln>
                  <a:noFill/>
                </a:ln>
                <a:solidFill>
                  <a:srgbClr val="898989"/>
                </a:solidFill>
                <a:effectLst/>
                <a:uLnTx/>
                <a:uFillTx/>
                <a:latin typeface="Times New Roman" panose="02020603050405020304" pitchFamily="18" charset="0"/>
                <a:ea typeface="楷体_GB2312" pitchFamily="49" charset="-122"/>
                <a:cs typeface="+mn-cs"/>
              </a:rPr>
              <a:t>‹#›</a:t>
            </a:fld>
            <a:endParaRPr kumimoji="1" lang="en-US" altLang="zh-CN" sz="1200" b="0" i="0" u="none" strike="noStrike" kern="1200" cap="none" spc="0" normalizeH="0" baseline="0" noProof="0">
              <a:ln>
                <a:noFill/>
              </a:ln>
              <a:solidFill>
                <a:srgbClr val="898989"/>
              </a:solidFill>
              <a:effectLst/>
              <a:uLnTx/>
              <a:uFillTx/>
              <a:latin typeface="Times New Roman" panose="02020603050405020304" pitchFamily="18" charset="0"/>
              <a:ea typeface="楷体_GB2312" pitchFamily="49" charset="-122"/>
              <a:cs typeface="+mn-cs"/>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objAndTwoObj">
  <p:cSld name="标题，一项大型内容和两项小型内容">
    <p:spTree>
      <p:nvGrpSpPr>
        <p:cNvPr id="1" name=""/>
        <p:cNvGrpSpPr/>
        <p:nvPr/>
      </p:nvGrpSpPr>
      <p:grpSpPr>
        <a:xfrm>
          <a:off x="0" y="0"/>
          <a:ext cx="0" cy="0"/>
          <a:chOff x="0" y="0"/>
          <a:chExt cx="0" cy="0"/>
        </a:xfrm>
      </p:grpSpPr>
      <p:sp>
        <p:nvSpPr>
          <p:cNvPr id="2" name="标题 1"/>
          <p:cNvSpPr>
            <a:spLocks noGrp="1"/>
          </p:cNvSpPr>
          <p:nvPr>
            <p:ph type="title"/>
          </p:nvPr>
        </p:nvSpPr>
        <p:spPr>
          <a:xfrm>
            <a:off x="685800" y="465138"/>
            <a:ext cx="7772400" cy="1431925"/>
          </a:xfrm>
        </p:spPr>
        <p:txBody>
          <a:bodyPr/>
          <a:lstStyle/>
          <a:p>
            <a:pPr fontAlgn="base"/>
            <a:r>
              <a:rPr lang="zh-CN" altLang="en-US" strike="noStrike" noProof="1"/>
              <a:t>单击此处编辑母版标题样式</a:t>
            </a:r>
          </a:p>
        </p:txBody>
      </p:sp>
      <p:sp>
        <p:nvSpPr>
          <p:cNvPr id="3" name="内容占位符 2"/>
          <p:cNvSpPr>
            <a:spLocks noGrp="1"/>
          </p:cNvSpPr>
          <p:nvPr>
            <p:ph sz="half" idx="1"/>
          </p:nvPr>
        </p:nvSpPr>
        <p:spPr>
          <a:xfrm>
            <a:off x="685800" y="1981200"/>
            <a:ext cx="3810000" cy="4114800"/>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内容占位符 3"/>
          <p:cNvSpPr>
            <a:spLocks noGrp="1"/>
          </p:cNvSpPr>
          <p:nvPr>
            <p:ph sz="quarter" idx="2"/>
          </p:nvPr>
        </p:nvSpPr>
        <p:spPr>
          <a:xfrm>
            <a:off x="4648200" y="1981200"/>
            <a:ext cx="3810000" cy="1981200"/>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5" name="内容占位符 4"/>
          <p:cNvSpPr>
            <a:spLocks noGrp="1"/>
          </p:cNvSpPr>
          <p:nvPr>
            <p:ph sz="quarter" idx="3"/>
          </p:nvPr>
        </p:nvSpPr>
        <p:spPr>
          <a:xfrm>
            <a:off x="4648200" y="4114800"/>
            <a:ext cx="3810000" cy="1981200"/>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6" name="日期占位符 5"/>
          <p:cNvSpPr>
            <a:spLocks noGrp="1"/>
          </p:cNvSpPr>
          <p:nvPr>
            <p:ph type="dt" sz="half" idx="10"/>
          </p:nvPr>
        </p:nvSpPr>
        <p:spPr/>
        <p:txBody>
          <a:bodyPr/>
          <a:lstStyle/>
          <a:p>
            <a:pPr marL="0" marR="0" lvl="0" indent="0" algn="l" defTabSz="914400" rtl="0" eaLnBrk="1" fontAlgn="base" latinLnBrk="0" hangingPunct="1">
              <a:lnSpc>
                <a:spcPct val="150000"/>
              </a:lnSpc>
              <a:spcBef>
                <a:spcPct val="20000"/>
              </a:spcBef>
              <a:spcAft>
                <a:spcPct val="0"/>
              </a:spcAft>
              <a:buClrTx/>
              <a:buSzPct val="85000"/>
              <a:buFontTx/>
              <a:buChar char="•"/>
              <a:defRPr/>
            </a:pPr>
            <a:fld id="{12D30AAB-2124-440D-B203-3271BF4B2021}" type="datetime8">
              <a:rPr kumimoji="1" lang="zh-CN" altLang="en-US" sz="1200" b="0" i="0" u="none" strike="noStrike" kern="1200" cap="none" spc="0" normalizeH="0" baseline="0" noProof="0">
                <a:ln>
                  <a:noFill/>
                </a:ln>
                <a:solidFill>
                  <a:schemeClr val="tx1">
                    <a:tint val="75000"/>
                  </a:schemeClr>
                </a:solidFill>
                <a:effectLst/>
                <a:uLnTx/>
                <a:uFillTx/>
                <a:latin typeface="Times New Roman" panose="02020603050405020304" pitchFamily="18" charset="0"/>
                <a:ea typeface="楷体_GB2312" pitchFamily="49" charset="-122"/>
                <a:cs typeface="+mn-cs"/>
              </a:rPr>
              <a:t>2024年9月5日12时0分</a:t>
            </a:fld>
            <a:endParaRPr kumimoji="1" lang="en-US" altLang="zh-CN" sz="1200" b="0" i="0" u="none" strike="noStrike" kern="1200" cap="none" spc="0" normalizeH="0" baseline="0" noProof="0">
              <a:ln>
                <a:noFill/>
              </a:ln>
              <a:solidFill>
                <a:schemeClr val="tx1">
                  <a:tint val="75000"/>
                </a:schemeClr>
              </a:solidFill>
              <a:effectLst/>
              <a:uLnTx/>
              <a:uFillTx/>
              <a:latin typeface="Times New Roman" panose="02020603050405020304" pitchFamily="18" charset="0"/>
              <a:ea typeface="楷体_GB2312" pitchFamily="49" charset="-122"/>
              <a:cs typeface="+mn-cs"/>
            </a:endParaRPr>
          </a:p>
        </p:txBody>
      </p:sp>
      <p:sp>
        <p:nvSpPr>
          <p:cNvPr id="7" name="页脚占位符 6"/>
          <p:cNvSpPr>
            <a:spLocks noGrp="1"/>
          </p:cNvSpPr>
          <p:nvPr>
            <p:ph type="ftr" sz="quarter" idx="11"/>
          </p:nvPr>
        </p:nvSpPr>
        <p:spPr/>
        <p:txBody>
          <a:bodyPr/>
          <a:lstStyle/>
          <a:p>
            <a:pPr marL="0" marR="0" lvl="0" indent="0" algn="ctr" defTabSz="914400" rtl="0" eaLnBrk="1" fontAlgn="base" latinLnBrk="0" hangingPunct="1">
              <a:lnSpc>
                <a:spcPct val="150000"/>
              </a:lnSpc>
              <a:spcBef>
                <a:spcPct val="20000"/>
              </a:spcBef>
              <a:spcAft>
                <a:spcPct val="0"/>
              </a:spcAft>
              <a:buClrTx/>
              <a:buSzPct val="85000"/>
              <a:buFontTx/>
              <a:buChar char="•"/>
              <a:defRPr/>
            </a:pPr>
            <a:r>
              <a:rPr kumimoji="1" lang="zh-CN" altLang="en-US" sz="1200" b="0" i="0" u="none" strike="noStrike" kern="1200" cap="none" spc="0" normalizeH="0" baseline="0" noProof="0">
                <a:ln>
                  <a:noFill/>
                </a:ln>
                <a:solidFill>
                  <a:schemeClr val="tx1">
                    <a:tint val="75000"/>
                  </a:schemeClr>
                </a:solidFill>
                <a:effectLst/>
                <a:uLnTx/>
                <a:uFillTx/>
                <a:latin typeface="Times New Roman" panose="02020603050405020304" pitchFamily="18" charset="0"/>
                <a:ea typeface="楷体_GB2312" pitchFamily="49" charset="-122"/>
                <a:cs typeface="+mn-cs"/>
              </a:rPr>
              <a:t>自动化学院</a:t>
            </a:r>
            <a:endParaRPr kumimoji="1" lang="en-US" altLang="zh-CN" sz="1200" b="0" i="0" u="none" strike="noStrike" kern="1200" cap="none" spc="0" normalizeH="0" baseline="0" noProof="0">
              <a:ln>
                <a:noFill/>
              </a:ln>
              <a:solidFill>
                <a:schemeClr val="tx1">
                  <a:tint val="75000"/>
                </a:schemeClr>
              </a:solidFill>
              <a:effectLst/>
              <a:uLnTx/>
              <a:uFillTx/>
              <a:latin typeface="Times New Roman" panose="02020603050405020304" pitchFamily="18" charset="0"/>
              <a:ea typeface="楷体_GB2312" pitchFamily="49" charset="-122"/>
              <a:cs typeface="+mn-cs"/>
            </a:endParaRPr>
          </a:p>
        </p:txBody>
      </p:sp>
      <p:sp>
        <p:nvSpPr>
          <p:cNvPr id="8" name="灯片编号占位符 7"/>
          <p:cNvSpPr>
            <a:spLocks noGrp="1"/>
          </p:cNvSpPr>
          <p:nvPr>
            <p:ph type="sldNum" sz="quarter" idx="12"/>
          </p:nvPr>
        </p:nvSpPr>
        <p:spPr/>
        <p:txBody>
          <a:bodyPr/>
          <a:lstStyle/>
          <a:p>
            <a:pPr marL="0" marR="0" lvl="0" indent="0" algn="r" defTabSz="914400" rtl="0" eaLnBrk="1" fontAlgn="base" latinLnBrk="0" hangingPunct="1">
              <a:lnSpc>
                <a:spcPct val="150000"/>
              </a:lnSpc>
              <a:spcBef>
                <a:spcPct val="20000"/>
              </a:spcBef>
              <a:spcAft>
                <a:spcPct val="0"/>
              </a:spcAft>
              <a:buClrTx/>
              <a:buSzPct val="85000"/>
              <a:buFontTx/>
              <a:buChar char="•"/>
              <a:defRPr/>
            </a:pPr>
            <a:fld id="{1517C538-367E-41AC-BC9B-F215724DE702}" type="slidenum">
              <a:rPr kumimoji="1" lang="en-US" altLang="zh-CN" sz="1200" b="0" i="0" u="none" strike="noStrike" kern="1200" cap="none" spc="0" normalizeH="0" baseline="0" noProof="0">
                <a:ln>
                  <a:noFill/>
                </a:ln>
                <a:solidFill>
                  <a:srgbClr val="898989"/>
                </a:solidFill>
                <a:effectLst/>
                <a:uLnTx/>
                <a:uFillTx/>
                <a:latin typeface="Times New Roman" panose="02020603050405020304" pitchFamily="18" charset="0"/>
                <a:ea typeface="楷体_GB2312" pitchFamily="49" charset="-122"/>
                <a:cs typeface="+mn-cs"/>
              </a:rPr>
              <a:t>‹#›</a:t>
            </a:fld>
            <a:endParaRPr kumimoji="1" lang="en-US" altLang="zh-CN" sz="1200" b="0" i="0" u="none" strike="noStrike" kern="1200" cap="none" spc="0" normalizeH="0" baseline="0" noProof="0">
              <a:ln>
                <a:noFill/>
              </a:ln>
              <a:solidFill>
                <a:srgbClr val="898989"/>
              </a:solidFill>
              <a:effectLst/>
              <a:uLnTx/>
              <a:uFillTx/>
              <a:latin typeface="Times New Roman" panose="02020603050405020304" pitchFamily="18" charset="0"/>
              <a:ea typeface="楷体_GB2312" pitchFamily="49" charset="-122"/>
              <a:cs typeface="+mn-cs"/>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pPr fontAlgn="base"/>
            <a:r>
              <a:rPr lang="zh-CN" altLang="en-US" strike="noStrike" noProof="1"/>
              <a:t>单击此处编辑母版标题样式</a:t>
            </a:r>
          </a:p>
        </p:txBody>
      </p:sp>
      <p:sp>
        <p:nvSpPr>
          <p:cNvPr id="3" name="副标题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pPr fontAlgn="base"/>
            <a:r>
              <a:rPr lang="zh-CN" altLang="en-US" strike="noStrike" noProof="1"/>
              <a:t>单击此处编辑母版副标题样式</a:t>
            </a: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50000"/>
              </a:lnSpc>
              <a:spcBef>
                <a:spcPct val="20000"/>
              </a:spcBef>
              <a:spcAft>
                <a:spcPct val="0"/>
              </a:spcAft>
              <a:buClrTx/>
              <a:buSzPct val="85000"/>
              <a:buFontTx/>
              <a:buChar char="•"/>
              <a:defRPr/>
            </a:pPr>
            <a:fld id="{12D30AAB-2124-440D-B203-3271BF4B2021}" type="datetime8">
              <a:rPr kumimoji="1" lang="zh-CN" altLang="en-US" sz="1200" b="0" i="0" u="none" strike="noStrike" kern="1200" cap="none" spc="0" normalizeH="0" baseline="0" noProof="0">
                <a:ln>
                  <a:noFill/>
                </a:ln>
                <a:solidFill>
                  <a:schemeClr val="tx1">
                    <a:tint val="75000"/>
                  </a:schemeClr>
                </a:solidFill>
                <a:effectLst/>
                <a:uLnTx/>
                <a:uFillTx/>
                <a:latin typeface="Times New Roman" panose="02020603050405020304" pitchFamily="18" charset="0"/>
                <a:ea typeface="楷体_GB2312" pitchFamily="49" charset="-122"/>
                <a:cs typeface="+mn-cs"/>
              </a:rPr>
              <a:t>2024年9月5日12时0分</a:t>
            </a:fld>
            <a:endParaRPr kumimoji="1" lang="en-US" altLang="zh-CN" sz="1200" b="0" i="0" u="none" strike="noStrike" kern="1200" cap="none" spc="0" normalizeH="0" baseline="0" noProof="0">
              <a:ln>
                <a:noFill/>
              </a:ln>
              <a:solidFill>
                <a:schemeClr val="tx1">
                  <a:tint val="75000"/>
                </a:schemeClr>
              </a:solidFill>
              <a:effectLst/>
              <a:uLnTx/>
              <a:uFillTx/>
              <a:latin typeface="Times New Roman" panose="02020603050405020304" pitchFamily="18" charset="0"/>
              <a:ea typeface="楷体_GB2312" pitchFamily="49"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50000"/>
              </a:lnSpc>
              <a:spcBef>
                <a:spcPct val="20000"/>
              </a:spcBef>
              <a:spcAft>
                <a:spcPct val="0"/>
              </a:spcAft>
              <a:buClrTx/>
              <a:buSzPct val="85000"/>
              <a:buFontTx/>
              <a:buChar char="•"/>
              <a:defRPr/>
            </a:pPr>
            <a:r>
              <a:rPr kumimoji="1" lang="zh-CN" altLang="en-US" sz="1200" b="0" i="0" u="none" strike="noStrike" kern="1200" cap="none" spc="0" normalizeH="0" baseline="0" noProof="0">
                <a:ln>
                  <a:noFill/>
                </a:ln>
                <a:solidFill>
                  <a:schemeClr val="tx1">
                    <a:tint val="75000"/>
                  </a:schemeClr>
                </a:solidFill>
                <a:effectLst/>
                <a:uLnTx/>
                <a:uFillTx/>
                <a:latin typeface="Times New Roman" panose="02020603050405020304" pitchFamily="18" charset="0"/>
                <a:ea typeface="楷体_GB2312" pitchFamily="49" charset="-122"/>
                <a:cs typeface="+mn-cs"/>
              </a:rPr>
              <a:t>自动化学院</a:t>
            </a:r>
            <a:endParaRPr kumimoji="1" lang="en-US" altLang="zh-CN" sz="1200" b="0" i="0" u="none" strike="noStrike" kern="1200" cap="none" spc="0" normalizeH="0" baseline="0" noProof="0">
              <a:ln>
                <a:noFill/>
              </a:ln>
              <a:solidFill>
                <a:schemeClr val="tx1">
                  <a:tint val="75000"/>
                </a:schemeClr>
              </a:solidFill>
              <a:effectLst/>
              <a:uLnTx/>
              <a:uFillTx/>
              <a:latin typeface="Times New Roman" panose="02020603050405020304" pitchFamily="18" charset="0"/>
              <a:ea typeface="楷体_GB2312" pitchFamily="49" charset="-122"/>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base" latinLnBrk="0" hangingPunct="1">
              <a:lnSpc>
                <a:spcPct val="150000"/>
              </a:lnSpc>
              <a:spcBef>
                <a:spcPct val="20000"/>
              </a:spcBef>
              <a:spcAft>
                <a:spcPct val="0"/>
              </a:spcAft>
              <a:buClrTx/>
              <a:buSzPct val="85000"/>
              <a:buFontTx/>
              <a:buChar char="•"/>
              <a:defRPr/>
            </a:pPr>
            <a:fld id="{1517C538-367E-41AC-BC9B-F215724DE702}" type="slidenum">
              <a:rPr kumimoji="1" lang="en-US" altLang="zh-CN" sz="1200" b="0" i="0" u="none" strike="noStrike" kern="1200" cap="none" spc="0" normalizeH="0" baseline="0" noProof="0">
                <a:ln>
                  <a:noFill/>
                </a:ln>
                <a:solidFill>
                  <a:srgbClr val="898989"/>
                </a:solidFill>
                <a:effectLst/>
                <a:uLnTx/>
                <a:uFillTx/>
                <a:latin typeface="Times New Roman" panose="02020603050405020304" pitchFamily="18" charset="0"/>
                <a:ea typeface="楷体_GB2312" pitchFamily="49" charset="-122"/>
                <a:cs typeface="+mn-cs"/>
              </a:rPr>
              <a:t>‹#›</a:t>
            </a:fld>
            <a:endParaRPr kumimoji="1" lang="en-US" altLang="zh-CN" sz="1200" b="0" i="0" u="none" strike="noStrike" kern="1200" cap="none" spc="0" normalizeH="0" baseline="0" noProof="0">
              <a:ln>
                <a:noFill/>
              </a:ln>
              <a:solidFill>
                <a:srgbClr val="898989"/>
              </a:solidFill>
              <a:effectLst/>
              <a:uLnTx/>
              <a:uFillTx/>
              <a:latin typeface="Times New Roman" panose="02020603050405020304" pitchFamily="18" charset="0"/>
              <a:ea typeface="楷体_GB2312" pitchFamily="49" charset="-122"/>
              <a:cs typeface="+mn-cs"/>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内容占位符 2"/>
          <p:cNvSpPr>
            <a:spLocks noGrp="1"/>
          </p:cNvSpPr>
          <p:nvPr>
            <p:ph idx="1"/>
          </p:nvPr>
        </p:nvSpPr>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50000"/>
              </a:lnSpc>
              <a:spcBef>
                <a:spcPct val="20000"/>
              </a:spcBef>
              <a:spcAft>
                <a:spcPct val="0"/>
              </a:spcAft>
              <a:buClrTx/>
              <a:buSzPct val="85000"/>
              <a:buFontTx/>
              <a:buChar char="•"/>
              <a:defRPr/>
            </a:pPr>
            <a:fld id="{12D30AAB-2124-440D-B203-3271BF4B2021}" type="datetime8">
              <a:rPr kumimoji="1" lang="zh-CN" altLang="en-US" sz="1200" b="0" i="0" u="none" strike="noStrike" kern="1200" cap="none" spc="0" normalizeH="0" baseline="0" noProof="0">
                <a:ln>
                  <a:noFill/>
                </a:ln>
                <a:solidFill>
                  <a:schemeClr val="tx1">
                    <a:tint val="75000"/>
                  </a:schemeClr>
                </a:solidFill>
                <a:effectLst/>
                <a:uLnTx/>
                <a:uFillTx/>
                <a:latin typeface="Times New Roman" panose="02020603050405020304" pitchFamily="18" charset="0"/>
                <a:ea typeface="楷体_GB2312" pitchFamily="49" charset="-122"/>
                <a:cs typeface="+mn-cs"/>
              </a:rPr>
              <a:t>2024年9月5日12时0分</a:t>
            </a:fld>
            <a:endParaRPr kumimoji="1" lang="en-US" altLang="zh-CN" sz="1200" b="0" i="0" u="none" strike="noStrike" kern="1200" cap="none" spc="0" normalizeH="0" baseline="0" noProof="0">
              <a:ln>
                <a:noFill/>
              </a:ln>
              <a:solidFill>
                <a:schemeClr val="tx1">
                  <a:tint val="75000"/>
                </a:schemeClr>
              </a:solidFill>
              <a:effectLst/>
              <a:uLnTx/>
              <a:uFillTx/>
              <a:latin typeface="Times New Roman" panose="02020603050405020304" pitchFamily="18" charset="0"/>
              <a:ea typeface="楷体_GB2312" pitchFamily="49"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50000"/>
              </a:lnSpc>
              <a:spcBef>
                <a:spcPct val="20000"/>
              </a:spcBef>
              <a:spcAft>
                <a:spcPct val="0"/>
              </a:spcAft>
              <a:buClrTx/>
              <a:buSzPct val="85000"/>
              <a:buFontTx/>
              <a:buChar char="•"/>
              <a:defRPr/>
            </a:pPr>
            <a:r>
              <a:rPr kumimoji="1" lang="zh-CN" altLang="en-US" sz="1200" b="0" i="0" u="none" strike="noStrike" kern="1200" cap="none" spc="0" normalizeH="0" baseline="0" noProof="0">
                <a:ln>
                  <a:noFill/>
                </a:ln>
                <a:solidFill>
                  <a:schemeClr val="tx1">
                    <a:tint val="75000"/>
                  </a:schemeClr>
                </a:solidFill>
                <a:effectLst/>
                <a:uLnTx/>
                <a:uFillTx/>
                <a:latin typeface="Times New Roman" panose="02020603050405020304" pitchFamily="18" charset="0"/>
                <a:ea typeface="楷体_GB2312" pitchFamily="49" charset="-122"/>
                <a:cs typeface="+mn-cs"/>
              </a:rPr>
              <a:t>自动化学院</a:t>
            </a:r>
            <a:endParaRPr kumimoji="1" lang="en-US" altLang="zh-CN" sz="1200" b="0" i="0" u="none" strike="noStrike" kern="1200" cap="none" spc="0" normalizeH="0" baseline="0" noProof="0">
              <a:ln>
                <a:noFill/>
              </a:ln>
              <a:solidFill>
                <a:schemeClr val="tx1">
                  <a:tint val="75000"/>
                </a:schemeClr>
              </a:solidFill>
              <a:effectLst/>
              <a:uLnTx/>
              <a:uFillTx/>
              <a:latin typeface="Times New Roman" panose="02020603050405020304" pitchFamily="18" charset="0"/>
              <a:ea typeface="楷体_GB2312" pitchFamily="49" charset="-122"/>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base" latinLnBrk="0" hangingPunct="1">
              <a:lnSpc>
                <a:spcPct val="150000"/>
              </a:lnSpc>
              <a:spcBef>
                <a:spcPct val="20000"/>
              </a:spcBef>
              <a:spcAft>
                <a:spcPct val="0"/>
              </a:spcAft>
              <a:buClrTx/>
              <a:buSzPct val="85000"/>
              <a:buFontTx/>
              <a:buChar char="•"/>
              <a:defRPr/>
            </a:pPr>
            <a:fld id="{1517C538-367E-41AC-BC9B-F215724DE702}" type="slidenum">
              <a:rPr kumimoji="1" lang="en-US" altLang="zh-CN" sz="1200" b="0" i="0" u="none" strike="noStrike" kern="1200" cap="none" spc="0" normalizeH="0" baseline="0" noProof="0">
                <a:ln>
                  <a:noFill/>
                </a:ln>
                <a:solidFill>
                  <a:srgbClr val="898989"/>
                </a:solidFill>
                <a:effectLst/>
                <a:uLnTx/>
                <a:uFillTx/>
                <a:latin typeface="Times New Roman" panose="02020603050405020304" pitchFamily="18" charset="0"/>
                <a:ea typeface="楷体_GB2312" pitchFamily="49" charset="-122"/>
                <a:cs typeface="+mn-cs"/>
              </a:rPr>
              <a:t>‹#›</a:t>
            </a:fld>
            <a:endParaRPr kumimoji="1" lang="en-US" altLang="zh-CN" sz="1200" b="0" i="0" u="none" strike="noStrike" kern="1200" cap="none" spc="0" normalizeH="0" baseline="0" noProof="0">
              <a:ln>
                <a:noFill/>
              </a:ln>
              <a:solidFill>
                <a:srgbClr val="898989"/>
              </a:solidFill>
              <a:effectLst/>
              <a:uLnTx/>
              <a:uFillTx/>
              <a:latin typeface="Times New Roman" panose="02020603050405020304" pitchFamily="18" charset="0"/>
              <a:ea typeface="楷体_GB2312" pitchFamily="49" charset="-122"/>
              <a:cs typeface="+mn-cs"/>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pPr fontAlgn="base"/>
            <a:r>
              <a:rPr lang="zh-CN" altLang="en-US" strike="noStrike" noProof="1"/>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fontAlgn="base"/>
            <a:r>
              <a:rPr lang="zh-CN" altLang="en-US" strike="noStrike" noProof="1"/>
              <a:t>单击此处编辑母版文本样式</a:t>
            </a: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50000"/>
              </a:lnSpc>
              <a:spcBef>
                <a:spcPct val="20000"/>
              </a:spcBef>
              <a:spcAft>
                <a:spcPct val="0"/>
              </a:spcAft>
              <a:buClrTx/>
              <a:buSzPct val="85000"/>
              <a:buFontTx/>
              <a:buChar char="•"/>
              <a:defRPr/>
            </a:pPr>
            <a:fld id="{12D30AAB-2124-440D-B203-3271BF4B2021}" type="datetime8">
              <a:rPr kumimoji="1" lang="zh-CN" altLang="en-US" sz="1200" b="0" i="0" u="none" strike="noStrike" kern="1200" cap="none" spc="0" normalizeH="0" baseline="0" noProof="0">
                <a:ln>
                  <a:noFill/>
                </a:ln>
                <a:solidFill>
                  <a:schemeClr val="tx1">
                    <a:tint val="75000"/>
                  </a:schemeClr>
                </a:solidFill>
                <a:effectLst/>
                <a:uLnTx/>
                <a:uFillTx/>
                <a:latin typeface="Times New Roman" panose="02020603050405020304" pitchFamily="18" charset="0"/>
                <a:ea typeface="楷体_GB2312" pitchFamily="49" charset="-122"/>
                <a:cs typeface="+mn-cs"/>
              </a:rPr>
              <a:t>2024年9月5日12时0分</a:t>
            </a:fld>
            <a:endParaRPr kumimoji="1" lang="en-US" altLang="zh-CN" sz="1200" b="0" i="0" u="none" strike="noStrike" kern="1200" cap="none" spc="0" normalizeH="0" baseline="0" noProof="0">
              <a:ln>
                <a:noFill/>
              </a:ln>
              <a:solidFill>
                <a:schemeClr val="tx1">
                  <a:tint val="75000"/>
                </a:schemeClr>
              </a:solidFill>
              <a:effectLst/>
              <a:uLnTx/>
              <a:uFillTx/>
              <a:latin typeface="Times New Roman" panose="02020603050405020304" pitchFamily="18" charset="0"/>
              <a:ea typeface="楷体_GB2312" pitchFamily="49"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50000"/>
              </a:lnSpc>
              <a:spcBef>
                <a:spcPct val="20000"/>
              </a:spcBef>
              <a:spcAft>
                <a:spcPct val="0"/>
              </a:spcAft>
              <a:buClrTx/>
              <a:buSzPct val="85000"/>
              <a:buFontTx/>
              <a:buChar char="•"/>
              <a:defRPr/>
            </a:pPr>
            <a:r>
              <a:rPr kumimoji="1" lang="zh-CN" altLang="en-US" sz="1200" b="0" i="0" u="none" strike="noStrike" kern="1200" cap="none" spc="0" normalizeH="0" baseline="0" noProof="0">
                <a:ln>
                  <a:noFill/>
                </a:ln>
                <a:solidFill>
                  <a:schemeClr val="tx1">
                    <a:tint val="75000"/>
                  </a:schemeClr>
                </a:solidFill>
                <a:effectLst/>
                <a:uLnTx/>
                <a:uFillTx/>
                <a:latin typeface="Times New Roman" panose="02020603050405020304" pitchFamily="18" charset="0"/>
                <a:ea typeface="楷体_GB2312" pitchFamily="49" charset="-122"/>
                <a:cs typeface="+mn-cs"/>
              </a:rPr>
              <a:t>自动化学院</a:t>
            </a:r>
            <a:endParaRPr kumimoji="1" lang="en-US" altLang="zh-CN" sz="1200" b="0" i="0" u="none" strike="noStrike" kern="1200" cap="none" spc="0" normalizeH="0" baseline="0" noProof="0">
              <a:ln>
                <a:noFill/>
              </a:ln>
              <a:solidFill>
                <a:schemeClr val="tx1">
                  <a:tint val="75000"/>
                </a:schemeClr>
              </a:solidFill>
              <a:effectLst/>
              <a:uLnTx/>
              <a:uFillTx/>
              <a:latin typeface="Times New Roman" panose="02020603050405020304" pitchFamily="18" charset="0"/>
              <a:ea typeface="楷体_GB2312" pitchFamily="49" charset="-122"/>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base" latinLnBrk="0" hangingPunct="1">
              <a:lnSpc>
                <a:spcPct val="150000"/>
              </a:lnSpc>
              <a:spcBef>
                <a:spcPct val="20000"/>
              </a:spcBef>
              <a:spcAft>
                <a:spcPct val="0"/>
              </a:spcAft>
              <a:buClrTx/>
              <a:buSzPct val="85000"/>
              <a:buFontTx/>
              <a:buChar char="•"/>
              <a:defRPr/>
            </a:pPr>
            <a:fld id="{1517C538-367E-41AC-BC9B-F215724DE702}" type="slidenum">
              <a:rPr kumimoji="1" lang="en-US" altLang="zh-CN" sz="1200" b="0" i="0" u="none" strike="noStrike" kern="1200" cap="none" spc="0" normalizeH="0" baseline="0" noProof="0">
                <a:ln>
                  <a:noFill/>
                </a:ln>
                <a:solidFill>
                  <a:srgbClr val="898989"/>
                </a:solidFill>
                <a:effectLst/>
                <a:uLnTx/>
                <a:uFillTx/>
                <a:latin typeface="Times New Roman" panose="02020603050405020304" pitchFamily="18" charset="0"/>
                <a:ea typeface="楷体_GB2312" pitchFamily="49" charset="-122"/>
                <a:cs typeface="+mn-cs"/>
              </a:rPr>
              <a:t>‹#›</a:t>
            </a:fld>
            <a:endParaRPr kumimoji="1" lang="en-US" altLang="zh-CN" sz="1200" b="0" i="0" u="none" strike="noStrike" kern="1200" cap="none" spc="0" normalizeH="0" baseline="0" noProof="0">
              <a:ln>
                <a:noFill/>
              </a:ln>
              <a:solidFill>
                <a:srgbClr val="898989"/>
              </a:solidFill>
              <a:effectLst/>
              <a:uLnTx/>
              <a:uFillTx/>
              <a:latin typeface="Times New Roman" panose="02020603050405020304" pitchFamily="18" charset="0"/>
              <a:ea typeface="楷体_GB2312" pitchFamily="49" charset="-122"/>
              <a:cs typeface="+mn-cs"/>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50000"/>
              </a:lnSpc>
              <a:spcBef>
                <a:spcPct val="20000"/>
              </a:spcBef>
              <a:spcAft>
                <a:spcPct val="0"/>
              </a:spcAft>
              <a:buClrTx/>
              <a:buSzPct val="85000"/>
              <a:buFontTx/>
              <a:buChar char="•"/>
              <a:defRPr/>
            </a:pPr>
            <a:fld id="{12D30AAB-2124-440D-B203-3271BF4B2021}" type="datetime8">
              <a:rPr kumimoji="1" lang="zh-CN" altLang="en-US" sz="1200" b="0" i="0" u="none" strike="noStrike" kern="1200" cap="none" spc="0" normalizeH="0" baseline="0" noProof="0">
                <a:ln>
                  <a:noFill/>
                </a:ln>
                <a:solidFill>
                  <a:schemeClr val="tx1">
                    <a:tint val="75000"/>
                  </a:schemeClr>
                </a:solidFill>
                <a:effectLst/>
                <a:uLnTx/>
                <a:uFillTx/>
                <a:latin typeface="Times New Roman" panose="02020603050405020304" pitchFamily="18" charset="0"/>
                <a:ea typeface="楷体_GB2312" pitchFamily="49" charset="-122"/>
                <a:cs typeface="+mn-cs"/>
              </a:rPr>
              <a:t>2024年9月5日12时0分</a:t>
            </a:fld>
            <a:endParaRPr kumimoji="1" lang="en-US" altLang="zh-CN" sz="1200" b="0" i="0" u="none" strike="noStrike" kern="1200" cap="none" spc="0" normalizeH="0" baseline="0" noProof="0">
              <a:ln>
                <a:noFill/>
              </a:ln>
              <a:solidFill>
                <a:schemeClr val="tx1">
                  <a:tint val="75000"/>
                </a:schemeClr>
              </a:solidFill>
              <a:effectLst/>
              <a:uLnTx/>
              <a:uFillTx/>
              <a:latin typeface="Times New Roman" panose="02020603050405020304" pitchFamily="18" charset="0"/>
              <a:ea typeface="楷体_GB2312" pitchFamily="49"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50000"/>
              </a:lnSpc>
              <a:spcBef>
                <a:spcPct val="20000"/>
              </a:spcBef>
              <a:spcAft>
                <a:spcPct val="0"/>
              </a:spcAft>
              <a:buClrTx/>
              <a:buSzPct val="85000"/>
              <a:buFontTx/>
              <a:buChar char="•"/>
              <a:defRPr/>
            </a:pPr>
            <a:r>
              <a:rPr kumimoji="1" lang="zh-CN" altLang="en-US" sz="1200" b="0" i="0" u="none" strike="noStrike" kern="1200" cap="none" spc="0" normalizeH="0" baseline="0" noProof="0">
                <a:ln>
                  <a:noFill/>
                </a:ln>
                <a:solidFill>
                  <a:schemeClr val="tx1">
                    <a:tint val="75000"/>
                  </a:schemeClr>
                </a:solidFill>
                <a:effectLst/>
                <a:uLnTx/>
                <a:uFillTx/>
                <a:latin typeface="Times New Roman" panose="02020603050405020304" pitchFamily="18" charset="0"/>
                <a:ea typeface="楷体_GB2312" pitchFamily="49" charset="-122"/>
                <a:cs typeface="+mn-cs"/>
              </a:rPr>
              <a:t>自动化学院</a:t>
            </a:r>
            <a:endParaRPr kumimoji="1" lang="en-US" altLang="zh-CN" sz="1200" b="0" i="0" u="none" strike="noStrike" kern="1200" cap="none" spc="0" normalizeH="0" baseline="0" noProof="0">
              <a:ln>
                <a:noFill/>
              </a:ln>
              <a:solidFill>
                <a:schemeClr val="tx1">
                  <a:tint val="75000"/>
                </a:schemeClr>
              </a:solidFill>
              <a:effectLst/>
              <a:uLnTx/>
              <a:uFillTx/>
              <a:latin typeface="Times New Roman" panose="02020603050405020304" pitchFamily="18" charset="0"/>
              <a:ea typeface="楷体_GB2312" pitchFamily="49" charset="-122"/>
              <a:cs typeface="+mn-cs"/>
            </a:endParaRPr>
          </a:p>
        </p:txBody>
      </p:sp>
      <p:sp>
        <p:nvSpPr>
          <p:cNvPr id="7" name="灯片编号占位符 6"/>
          <p:cNvSpPr>
            <a:spLocks noGrp="1"/>
          </p:cNvSpPr>
          <p:nvPr>
            <p:ph type="sldNum" sz="quarter" idx="12"/>
          </p:nvPr>
        </p:nvSpPr>
        <p:spPr/>
        <p:txBody>
          <a:bodyPr/>
          <a:lstStyle/>
          <a:p>
            <a:pPr marL="0" marR="0" lvl="0" indent="0" algn="r" defTabSz="914400" rtl="0" eaLnBrk="1" fontAlgn="base" latinLnBrk="0" hangingPunct="1">
              <a:lnSpc>
                <a:spcPct val="150000"/>
              </a:lnSpc>
              <a:spcBef>
                <a:spcPct val="20000"/>
              </a:spcBef>
              <a:spcAft>
                <a:spcPct val="0"/>
              </a:spcAft>
              <a:buClrTx/>
              <a:buSzPct val="85000"/>
              <a:buFontTx/>
              <a:buChar char="•"/>
              <a:defRPr/>
            </a:pPr>
            <a:fld id="{1517C538-367E-41AC-BC9B-F215724DE702}" type="slidenum">
              <a:rPr kumimoji="1" lang="en-US" altLang="zh-CN" sz="1200" b="0" i="0" u="none" strike="noStrike" kern="1200" cap="none" spc="0" normalizeH="0" baseline="0" noProof="0">
                <a:ln>
                  <a:noFill/>
                </a:ln>
                <a:solidFill>
                  <a:srgbClr val="898989"/>
                </a:solidFill>
                <a:effectLst/>
                <a:uLnTx/>
                <a:uFillTx/>
                <a:latin typeface="Times New Roman" panose="02020603050405020304" pitchFamily="18" charset="0"/>
                <a:ea typeface="楷体_GB2312" pitchFamily="49" charset="-122"/>
                <a:cs typeface="+mn-cs"/>
              </a:rPr>
              <a:t>‹#›</a:t>
            </a:fld>
            <a:endParaRPr kumimoji="1" lang="en-US" altLang="zh-CN" sz="1200" b="0" i="0" u="none" strike="noStrike" kern="1200" cap="none" spc="0" normalizeH="0" baseline="0" noProof="0">
              <a:ln>
                <a:noFill/>
              </a:ln>
              <a:solidFill>
                <a:srgbClr val="898989"/>
              </a:solidFill>
              <a:effectLst/>
              <a:uLnTx/>
              <a:uFillTx/>
              <a:latin typeface="Times New Roman" panose="02020603050405020304" pitchFamily="18" charset="0"/>
              <a:ea typeface="楷体_GB2312" pitchFamily="49" charset="-122"/>
              <a:cs typeface="+mn-cs"/>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pPr fontAlgn="base"/>
            <a:r>
              <a:rPr lang="zh-CN" altLang="en-US" strike="noStrike" noProof="1"/>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7" name="日期占位符 6"/>
          <p:cNvSpPr>
            <a:spLocks noGrp="1"/>
          </p:cNvSpPr>
          <p:nvPr>
            <p:ph type="dt" sz="half" idx="10"/>
          </p:nvPr>
        </p:nvSpPr>
        <p:spPr/>
        <p:txBody>
          <a:bodyPr/>
          <a:lstStyle/>
          <a:p>
            <a:pPr marL="0" marR="0" lvl="0" indent="0" algn="l" defTabSz="914400" rtl="0" eaLnBrk="1" fontAlgn="base" latinLnBrk="0" hangingPunct="1">
              <a:lnSpc>
                <a:spcPct val="150000"/>
              </a:lnSpc>
              <a:spcBef>
                <a:spcPct val="20000"/>
              </a:spcBef>
              <a:spcAft>
                <a:spcPct val="0"/>
              </a:spcAft>
              <a:buClrTx/>
              <a:buSzPct val="85000"/>
              <a:buFontTx/>
              <a:buChar char="•"/>
              <a:defRPr/>
            </a:pPr>
            <a:fld id="{12D30AAB-2124-440D-B203-3271BF4B2021}" type="datetime8">
              <a:rPr kumimoji="1" lang="zh-CN" altLang="en-US" sz="1200" b="0" i="0" u="none" strike="noStrike" kern="1200" cap="none" spc="0" normalizeH="0" baseline="0" noProof="0">
                <a:ln>
                  <a:noFill/>
                </a:ln>
                <a:solidFill>
                  <a:schemeClr val="tx1">
                    <a:tint val="75000"/>
                  </a:schemeClr>
                </a:solidFill>
                <a:effectLst/>
                <a:uLnTx/>
                <a:uFillTx/>
                <a:latin typeface="Times New Roman" panose="02020603050405020304" pitchFamily="18" charset="0"/>
                <a:ea typeface="楷体_GB2312" pitchFamily="49" charset="-122"/>
                <a:cs typeface="+mn-cs"/>
              </a:rPr>
              <a:t>2024年9月5日12时0分</a:t>
            </a:fld>
            <a:endParaRPr kumimoji="1" lang="en-US" altLang="zh-CN" sz="1200" b="0" i="0" u="none" strike="noStrike" kern="1200" cap="none" spc="0" normalizeH="0" baseline="0" noProof="0">
              <a:ln>
                <a:noFill/>
              </a:ln>
              <a:solidFill>
                <a:schemeClr val="tx1">
                  <a:tint val="75000"/>
                </a:schemeClr>
              </a:solidFill>
              <a:effectLst/>
              <a:uLnTx/>
              <a:uFillTx/>
              <a:latin typeface="Times New Roman" panose="02020603050405020304" pitchFamily="18" charset="0"/>
              <a:ea typeface="楷体_GB2312" pitchFamily="49" charset="-122"/>
              <a:cs typeface="+mn-cs"/>
            </a:endParaRPr>
          </a:p>
        </p:txBody>
      </p:sp>
      <p:sp>
        <p:nvSpPr>
          <p:cNvPr id="8" name="页脚占位符 7"/>
          <p:cNvSpPr>
            <a:spLocks noGrp="1"/>
          </p:cNvSpPr>
          <p:nvPr>
            <p:ph type="ftr" sz="quarter" idx="11"/>
          </p:nvPr>
        </p:nvSpPr>
        <p:spPr/>
        <p:txBody>
          <a:bodyPr/>
          <a:lstStyle/>
          <a:p>
            <a:pPr marL="0" marR="0" lvl="0" indent="0" algn="ctr" defTabSz="914400" rtl="0" eaLnBrk="1" fontAlgn="base" latinLnBrk="0" hangingPunct="1">
              <a:lnSpc>
                <a:spcPct val="150000"/>
              </a:lnSpc>
              <a:spcBef>
                <a:spcPct val="20000"/>
              </a:spcBef>
              <a:spcAft>
                <a:spcPct val="0"/>
              </a:spcAft>
              <a:buClrTx/>
              <a:buSzPct val="85000"/>
              <a:buFontTx/>
              <a:buChar char="•"/>
              <a:defRPr/>
            </a:pPr>
            <a:r>
              <a:rPr kumimoji="1" lang="zh-CN" altLang="en-US" sz="1200" b="0" i="0" u="none" strike="noStrike" kern="1200" cap="none" spc="0" normalizeH="0" baseline="0" noProof="0">
                <a:ln>
                  <a:noFill/>
                </a:ln>
                <a:solidFill>
                  <a:schemeClr val="tx1">
                    <a:tint val="75000"/>
                  </a:schemeClr>
                </a:solidFill>
                <a:effectLst/>
                <a:uLnTx/>
                <a:uFillTx/>
                <a:latin typeface="Times New Roman" panose="02020603050405020304" pitchFamily="18" charset="0"/>
                <a:ea typeface="楷体_GB2312" pitchFamily="49" charset="-122"/>
                <a:cs typeface="+mn-cs"/>
              </a:rPr>
              <a:t>自动化学院</a:t>
            </a:r>
            <a:endParaRPr kumimoji="1" lang="en-US" altLang="zh-CN" sz="1200" b="0" i="0" u="none" strike="noStrike" kern="1200" cap="none" spc="0" normalizeH="0" baseline="0" noProof="0">
              <a:ln>
                <a:noFill/>
              </a:ln>
              <a:solidFill>
                <a:schemeClr val="tx1">
                  <a:tint val="75000"/>
                </a:schemeClr>
              </a:solidFill>
              <a:effectLst/>
              <a:uLnTx/>
              <a:uFillTx/>
              <a:latin typeface="Times New Roman" panose="02020603050405020304" pitchFamily="18" charset="0"/>
              <a:ea typeface="楷体_GB2312" pitchFamily="49" charset="-122"/>
              <a:cs typeface="+mn-cs"/>
            </a:endParaRPr>
          </a:p>
        </p:txBody>
      </p:sp>
      <p:sp>
        <p:nvSpPr>
          <p:cNvPr id="9" name="灯片编号占位符 8"/>
          <p:cNvSpPr>
            <a:spLocks noGrp="1"/>
          </p:cNvSpPr>
          <p:nvPr>
            <p:ph type="sldNum" sz="quarter" idx="12"/>
          </p:nvPr>
        </p:nvSpPr>
        <p:spPr/>
        <p:txBody>
          <a:bodyPr/>
          <a:lstStyle/>
          <a:p>
            <a:pPr marL="0" marR="0" lvl="0" indent="0" algn="r" defTabSz="914400" rtl="0" eaLnBrk="1" fontAlgn="base" latinLnBrk="0" hangingPunct="1">
              <a:lnSpc>
                <a:spcPct val="150000"/>
              </a:lnSpc>
              <a:spcBef>
                <a:spcPct val="20000"/>
              </a:spcBef>
              <a:spcAft>
                <a:spcPct val="0"/>
              </a:spcAft>
              <a:buClrTx/>
              <a:buSzPct val="85000"/>
              <a:buFontTx/>
              <a:buChar char="•"/>
              <a:defRPr/>
            </a:pPr>
            <a:fld id="{1517C538-367E-41AC-BC9B-F215724DE702}" type="slidenum">
              <a:rPr kumimoji="1" lang="en-US" altLang="zh-CN" sz="1200" b="0" i="0" u="none" strike="noStrike" kern="1200" cap="none" spc="0" normalizeH="0" baseline="0" noProof="0">
                <a:ln>
                  <a:noFill/>
                </a:ln>
                <a:solidFill>
                  <a:srgbClr val="898989"/>
                </a:solidFill>
                <a:effectLst/>
                <a:uLnTx/>
                <a:uFillTx/>
                <a:latin typeface="Times New Roman" panose="02020603050405020304" pitchFamily="18" charset="0"/>
                <a:ea typeface="楷体_GB2312" pitchFamily="49" charset="-122"/>
                <a:cs typeface="+mn-cs"/>
              </a:rPr>
              <a:t>‹#›</a:t>
            </a:fld>
            <a:endParaRPr kumimoji="1" lang="en-US" altLang="zh-CN" sz="1200" b="0" i="0" u="none" strike="noStrike" kern="1200" cap="none" spc="0" normalizeH="0" baseline="0" noProof="0">
              <a:ln>
                <a:noFill/>
              </a:ln>
              <a:solidFill>
                <a:srgbClr val="898989"/>
              </a:solidFill>
              <a:effectLst/>
              <a:uLnTx/>
              <a:uFillTx/>
              <a:latin typeface="Times New Roman" panose="02020603050405020304" pitchFamily="18" charset="0"/>
              <a:ea typeface="楷体_GB2312" pitchFamily="49" charset="-122"/>
              <a:cs typeface="+mn-cs"/>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日期占位符 2"/>
          <p:cNvSpPr>
            <a:spLocks noGrp="1"/>
          </p:cNvSpPr>
          <p:nvPr>
            <p:ph type="dt" sz="half" idx="10"/>
          </p:nvPr>
        </p:nvSpPr>
        <p:spPr/>
        <p:txBody>
          <a:bodyPr/>
          <a:lstStyle/>
          <a:p>
            <a:pPr marL="0" marR="0" lvl="0" indent="0" algn="l" defTabSz="914400" rtl="0" eaLnBrk="1" fontAlgn="base" latinLnBrk="0" hangingPunct="1">
              <a:lnSpc>
                <a:spcPct val="150000"/>
              </a:lnSpc>
              <a:spcBef>
                <a:spcPct val="20000"/>
              </a:spcBef>
              <a:spcAft>
                <a:spcPct val="0"/>
              </a:spcAft>
              <a:buClrTx/>
              <a:buSzPct val="85000"/>
              <a:buFontTx/>
              <a:buChar char="•"/>
              <a:defRPr/>
            </a:pPr>
            <a:fld id="{12D30AAB-2124-440D-B203-3271BF4B2021}" type="datetime8">
              <a:rPr kumimoji="1" lang="zh-CN" altLang="en-US" sz="1200" b="0" i="0" u="none" strike="noStrike" kern="1200" cap="none" spc="0" normalizeH="0" baseline="0" noProof="0">
                <a:ln>
                  <a:noFill/>
                </a:ln>
                <a:solidFill>
                  <a:schemeClr val="tx1">
                    <a:tint val="75000"/>
                  </a:schemeClr>
                </a:solidFill>
                <a:effectLst/>
                <a:uLnTx/>
                <a:uFillTx/>
                <a:latin typeface="Times New Roman" panose="02020603050405020304" pitchFamily="18" charset="0"/>
                <a:ea typeface="楷体_GB2312" pitchFamily="49" charset="-122"/>
                <a:cs typeface="+mn-cs"/>
              </a:rPr>
              <a:t>2024年9月5日12时0分</a:t>
            </a:fld>
            <a:endParaRPr kumimoji="1" lang="en-US" altLang="zh-CN" sz="1200" b="0" i="0" u="none" strike="noStrike" kern="1200" cap="none" spc="0" normalizeH="0" baseline="0" noProof="0">
              <a:ln>
                <a:noFill/>
              </a:ln>
              <a:solidFill>
                <a:schemeClr val="tx1">
                  <a:tint val="75000"/>
                </a:schemeClr>
              </a:solidFill>
              <a:effectLst/>
              <a:uLnTx/>
              <a:uFillTx/>
              <a:latin typeface="Times New Roman" panose="02020603050405020304" pitchFamily="18" charset="0"/>
              <a:ea typeface="楷体_GB2312" pitchFamily="49" charset="-122"/>
              <a:cs typeface="+mn-cs"/>
            </a:endParaRPr>
          </a:p>
        </p:txBody>
      </p:sp>
      <p:sp>
        <p:nvSpPr>
          <p:cNvPr id="4" name="页脚占位符 3"/>
          <p:cNvSpPr>
            <a:spLocks noGrp="1"/>
          </p:cNvSpPr>
          <p:nvPr>
            <p:ph type="ftr" sz="quarter" idx="11"/>
          </p:nvPr>
        </p:nvSpPr>
        <p:spPr/>
        <p:txBody>
          <a:bodyPr/>
          <a:lstStyle/>
          <a:p>
            <a:pPr marL="0" marR="0" lvl="0" indent="0" algn="ctr" defTabSz="914400" rtl="0" eaLnBrk="1" fontAlgn="base" latinLnBrk="0" hangingPunct="1">
              <a:lnSpc>
                <a:spcPct val="150000"/>
              </a:lnSpc>
              <a:spcBef>
                <a:spcPct val="20000"/>
              </a:spcBef>
              <a:spcAft>
                <a:spcPct val="0"/>
              </a:spcAft>
              <a:buClrTx/>
              <a:buSzPct val="85000"/>
              <a:buFontTx/>
              <a:buChar char="•"/>
              <a:defRPr/>
            </a:pPr>
            <a:r>
              <a:rPr kumimoji="1" lang="zh-CN" altLang="en-US" sz="1200" b="0" i="0" u="none" strike="noStrike" kern="1200" cap="none" spc="0" normalizeH="0" baseline="0" noProof="0">
                <a:ln>
                  <a:noFill/>
                </a:ln>
                <a:solidFill>
                  <a:schemeClr val="tx1">
                    <a:tint val="75000"/>
                  </a:schemeClr>
                </a:solidFill>
                <a:effectLst/>
                <a:uLnTx/>
                <a:uFillTx/>
                <a:latin typeface="Times New Roman" panose="02020603050405020304" pitchFamily="18" charset="0"/>
                <a:ea typeface="楷体_GB2312" pitchFamily="49" charset="-122"/>
                <a:cs typeface="+mn-cs"/>
              </a:rPr>
              <a:t>自动化学院</a:t>
            </a:r>
            <a:endParaRPr kumimoji="1" lang="en-US" altLang="zh-CN" sz="1200" b="0" i="0" u="none" strike="noStrike" kern="1200" cap="none" spc="0" normalizeH="0" baseline="0" noProof="0">
              <a:ln>
                <a:noFill/>
              </a:ln>
              <a:solidFill>
                <a:schemeClr val="tx1">
                  <a:tint val="75000"/>
                </a:schemeClr>
              </a:solidFill>
              <a:effectLst/>
              <a:uLnTx/>
              <a:uFillTx/>
              <a:latin typeface="Times New Roman" panose="02020603050405020304" pitchFamily="18" charset="0"/>
              <a:ea typeface="楷体_GB2312" pitchFamily="49" charset="-122"/>
              <a:cs typeface="+mn-cs"/>
            </a:endParaRPr>
          </a:p>
        </p:txBody>
      </p:sp>
      <p:sp>
        <p:nvSpPr>
          <p:cNvPr id="5" name="灯片编号占位符 4"/>
          <p:cNvSpPr>
            <a:spLocks noGrp="1"/>
          </p:cNvSpPr>
          <p:nvPr>
            <p:ph type="sldNum" sz="quarter" idx="12"/>
          </p:nvPr>
        </p:nvSpPr>
        <p:spPr/>
        <p:txBody>
          <a:bodyPr/>
          <a:lstStyle/>
          <a:p>
            <a:pPr marL="0" marR="0" lvl="0" indent="0" algn="r" defTabSz="914400" rtl="0" eaLnBrk="1" fontAlgn="base" latinLnBrk="0" hangingPunct="1">
              <a:lnSpc>
                <a:spcPct val="150000"/>
              </a:lnSpc>
              <a:spcBef>
                <a:spcPct val="20000"/>
              </a:spcBef>
              <a:spcAft>
                <a:spcPct val="0"/>
              </a:spcAft>
              <a:buClrTx/>
              <a:buSzPct val="85000"/>
              <a:buFontTx/>
              <a:buChar char="•"/>
              <a:defRPr/>
            </a:pPr>
            <a:fld id="{1517C538-367E-41AC-BC9B-F215724DE702}" type="slidenum">
              <a:rPr kumimoji="1" lang="en-US" altLang="zh-CN" sz="1200" b="0" i="0" u="none" strike="noStrike" kern="1200" cap="none" spc="0" normalizeH="0" baseline="0" noProof="0">
                <a:ln>
                  <a:noFill/>
                </a:ln>
                <a:solidFill>
                  <a:srgbClr val="898989"/>
                </a:solidFill>
                <a:effectLst/>
                <a:uLnTx/>
                <a:uFillTx/>
                <a:latin typeface="Times New Roman" panose="02020603050405020304" pitchFamily="18" charset="0"/>
                <a:ea typeface="楷体_GB2312" pitchFamily="49" charset="-122"/>
                <a:cs typeface="+mn-cs"/>
              </a:rPr>
              <a:t>‹#›</a:t>
            </a:fld>
            <a:endParaRPr kumimoji="1" lang="en-US" altLang="zh-CN" sz="1200" b="0" i="0" u="none" strike="noStrike" kern="1200" cap="none" spc="0" normalizeH="0" baseline="0" noProof="0">
              <a:ln>
                <a:noFill/>
              </a:ln>
              <a:solidFill>
                <a:srgbClr val="898989"/>
              </a:solidFill>
              <a:effectLst/>
              <a:uLnTx/>
              <a:uFillTx/>
              <a:latin typeface="Times New Roman" panose="02020603050405020304" pitchFamily="18" charset="0"/>
              <a:ea typeface="楷体_GB2312" pitchFamily="49" charset="-122"/>
              <a:cs typeface="+mn-cs"/>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marL="0" marR="0" lvl="0" indent="0" algn="l" defTabSz="914400" rtl="0" eaLnBrk="1" fontAlgn="base" latinLnBrk="0" hangingPunct="1">
              <a:lnSpc>
                <a:spcPct val="150000"/>
              </a:lnSpc>
              <a:spcBef>
                <a:spcPct val="20000"/>
              </a:spcBef>
              <a:spcAft>
                <a:spcPct val="0"/>
              </a:spcAft>
              <a:buClrTx/>
              <a:buSzPct val="85000"/>
              <a:buFontTx/>
              <a:buChar char="•"/>
              <a:defRPr/>
            </a:pPr>
            <a:fld id="{12D30AAB-2124-440D-B203-3271BF4B2021}" type="datetime8">
              <a:rPr kumimoji="1" lang="zh-CN" altLang="en-US" sz="1200" b="0" i="0" u="none" strike="noStrike" kern="1200" cap="none" spc="0" normalizeH="0" baseline="0" noProof="0">
                <a:ln>
                  <a:noFill/>
                </a:ln>
                <a:solidFill>
                  <a:schemeClr val="tx1">
                    <a:tint val="75000"/>
                  </a:schemeClr>
                </a:solidFill>
                <a:effectLst/>
                <a:uLnTx/>
                <a:uFillTx/>
                <a:latin typeface="Times New Roman" panose="02020603050405020304" pitchFamily="18" charset="0"/>
                <a:ea typeface="楷体_GB2312" pitchFamily="49" charset="-122"/>
                <a:cs typeface="+mn-cs"/>
              </a:rPr>
              <a:t>2024年9月5日12时0分</a:t>
            </a:fld>
            <a:endParaRPr kumimoji="1" lang="en-US" altLang="zh-CN" sz="1200" b="0" i="0" u="none" strike="noStrike" kern="1200" cap="none" spc="0" normalizeH="0" baseline="0" noProof="0">
              <a:ln>
                <a:noFill/>
              </a:ln>
              <a:solidFill>
                <a:schemeClr val="tx1">
                  <a:tint val="75000"/>
                </a:schemeClr>
              </a:solidFill>
              <a:effectLst/>
              <a:uLnTx/>
              <a:uFillTx/>
              <a:latin typeface="Times New Roman" panose="02020603050405020304" pitchFamily="18" charset="0"/>
              <a:ea typeface="楷体_GB2312" pitchFamily="49" charset="-122"/>
              <a:cs typeface="+mn-cs"/>
            </a:endParaRPr>
          </a:p>
        </p:txBody>
      </p:sp>
      <p:sp>
        <p:nvSpPr>
          <p:cNvPr id="3" name="页脚占位符 2"/>
          <p:cNvSpPr>
            <a:spLocks noGrp="1"/>
          </p:cNvSpPr>
          <p:nvPr>
            <p:ph type="ftr" sz="quarter" idx="11"/>
          </p:nvPr>
        </p:nvSpPr>
        <p:spPr/>
        <p:txBody>
          <a:bodyPr/>
          <a:lstStyle/>
          <a:p>
            <a:pPr marL="0" marR="0" lvl="0" indent="0" algn="ctr" defTabSz="914400" rtl="0" eaLnBrk="1" fontAlgn="base" latinLnBrk="0" hangingPunct="1">
              <a:lnSpc>
                <a:spcPct val="150000"/>
              </a:lnSpc>
              <a:spcBef>
                <a:spcPct val="20000"/>
              </a:spcBef>
              <a:spcAft>
                <a:spcPct val="0"/>
              </a:spcAft>
              <a:buClrTx/>
              <a:buSzPct val="85000"/>
              <a:buFontTx/>
              <a:buChar char="•"/>
              <a:defRPr/>
            </a:pPr>
            <a:r>
              <a:rPr kumimoji="1" lang="zh-CN" altLang="en-US" sz="1200" b="0" i="0" u="none" strike="noStrike" kern="1200" cap="none" spc="0" normalizeH="0" baseline="0" noProof="0">
                <a:ln>
                  <a:noFill/>
                </a:ln>
                <a:solidFill>
                  <a:schemeClr val="tx1">
                    <a:tint val="75000"/>
                  </a:schemeClr>
                </a:solidFill>
                <a:effectLst/>
                <a:uLnTx/>
                <a:uFillTx/>
                <a:latin typeface="Times New Roman" panose="02020603050405020304" pitchFamily="18" charset="0"/>
                <a:ea typeface="楷体_GB2312" pitchFamily="49" charset="-122"/>
                <a:cs typeface="+mn-cs"/>
              </a:rPr>
              <a:t>自动化学院</a:t>
            </a:r>
            <a:endParaRPr kumimoji="1" lang="en-US" altLang="zh-CN" sz="1200" b="0" i="0" u="none" strike="noStrike" kern="1200" cap="none" spc="0" normalizeH="0" baseline="0" noProof="0">
              <a:ln>
                <a:noFill/>
              </a:ln>
              <a:solidFill>
                <a:schemeClr val="tx1">
                  <a:tint val="75000"/>
                </a:schemeClr>
              </a:solidFill>
              <a:effectLst/>
              <a:uLnTx/>
              <a:uFillTx/>
              <a:latin typeface="Times New Roman" panose="02020603050405020304" pitchFamily="18" charset="0"/>
              <a:ea typeface="楷体_GB2312" pitchFamily="49" charset="-122"/>
              <a:cs typeface="+mn-cs"/>
            </a:endParaRPr>
          </a:p>
        </p:txBody>
      </p:sp>
      <p:sp>
        <p:nvSpPr>
          <p:cNvPr id="4" name="灯片编号占位符 3"/>
          <p:cNvSpPr>
            <a:spLocks noGrp="1"/>
          </p:cNvSpPr>
          <p:nvPr>
            <p:ph type="sldNum" sz="quarter" idx="12"/>
          </p:nvPr>
        </p:nvSpPr>
        <p:spPr/>
        <p:txBody>
          <a:bodyPr/>
          <a:lstStyle/>
          <a:p>
            <a:pPr marL="0" marR="0" lvl="0" indent="0" algn="r" defTabSz="914400" rtl="0" eaLnBrk="1" fontAlgn="base" latinLnBrk="0" hangingPunct="1">
              <a:lnSpc>
                <a:spcPct val="150000"/>
              </a:lnSpc>
              <a:spcBef>
                <a:spcPct val="20000"/>
              </a:spcBef>
              <a:spcAft>
                <a:spcPct val="0"/>
              </a:spcAft>
              <a:buClrTx/>
              <a:buSzPct val="85000"/>
              <a:buFontTx/>
              <a:buChar char="•"/>
              <a:defRPr/>
            </a:pPr>
            <a:fld id="{1517C538-367E-41AC-BC9B-F215724DE702}" type="slidenum">
              <a:rPr kumimoji="1" lang="en-US" altLang="zh-CN" sz="1200" b="0" i="0" u="none" strike="noStrike" kern="1200" cap="none" spc="0" normalizeH="0" baseline="0" noProof="0">
                <a:ln>
                  <a:noFill/>
                </a:ln>
                <a:solidFill>
                  <a:srgbClr val="898989"/>
                </a:solidFill>
                <a:effectLst/>
                <a:uLnTx/>
                <a:uFillTx/>
                <a:latin typeface="Times New Roman" panose="02020603050405020304" pitchFamily="18" charset="0"/>
                <a:ea typeface="楷体_GB2312" pitchFamily="49" charset="-122"/>
                <a:cs typeface="+mn-cs"/>
              </a:rPr>
              <a:t>‹#›</a:t>
            </a:fld>
            <a:endParaRPr kumimoji="1" lang="en-US" altLang="zh-CN" sz="1200" b="0" i="0" u="none" strike="noStrike" kern="1200" cap="none" spc="0" normalizeH="0" baseline="0" noProof="0">
              <a:ln>
                <a:noFill/>
              </a:ln>
              <a:solidFill>
                <a:srgbClr val="898989"/>
              </a:solidFill>
              <a:effectLst/>
              <a:uLnTx/>
              <a:uFillTx/>
              <a:latin typeface="Times New Roman" panose="02020603050405020304" pitchFamily="18" charset="0"/>
              <a:ea typeface="楷体_GB2312" pitchFamily="49" charset="-122"/>
              <a:cs typeface="+mn-cs"/>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pPr fontAlgn="base"/>
            <a:r>
              <a:rPr lang="zh-CN" altLang="en-US" strike="noStrike" noProof="1"/>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a:t>单击此处编辑母版文本样式</a:t>
            </a:r>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50000"/>
              </a:lnSpc>
              <a:spcBef>
                <a:spcPct val="20000"/>
              </a:spcBef>
              <a:spcAft>
                <a:spcPct val="0"/>
              </a:spcAft>
              <a:buClrTx/>
              <a:buSzPct val="85000"/>
              <a:buFontTx/>
              <a:buChar char="•"/>
              <a:defRPr/>
            </a:pPr>
            <a:fld id="{12D30AAB-2124-440D-B203-3271BF4B2021}" type="datetime8">
              <a:rPr kumimoji="1" lang="zh-CN" altLang="en-US" sz="1200" b="0" i="0" u="none" strike="noStrike" kern="1200" cap="none" spc="0" normalizeH="0" baseline="0" noProof="0">
                <a:ln>
                  <a:noFill/>
                </a:ln>
                <a:solidFill>
                  <a:schemeClr val="tx1">
                    <a:tint val="75000"/>
                  </a:schemeClr>
                </a:solidFill>
                <a:effectLst/>
                <a:uLnTx/>
                <a:uFillTx/>
                <a:latin typeface="Times New Roman" panose="02020603050405020304" pitchFamily="18" charset="0"/>
                <a:ea typeface="楷体_GB2312" pitchFamily="49" charset="-122"/>
                <a:cs typeface="+mn-cs"/>
              </a:rPr>
              <a:t>2024年9月5日12时0分</a:t>
            </a:fld>
            <a:endParaRPr kumimoji="1" lang="en-US" altLang="zh-CN" sz="1200" b="0" i="0" u="none" strike="noStrike" kern="1200" cap="none" spc="0" normalizeH="0" baseline="0" noProof="0">
              <a:ln>
                <a:noFill/>
              </a:ln>
              <a:solidFill>
                <a:schemeClr val="tx1">
                  <a:tint val="75000"/>
                </a:schemeClr>
              </a:solidFill>
              <a:effectLst/>
              <a:uLnTx/>
              <a:uFillTx/>
              <a:latin typeface="Times New Roman" panose="02020603050405020304" pitchFamily="18" charset="0"/>
              <a:ea typeface="楷体_GB2312" pitchFamily="49"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50000"/>
              </a:lnSpc>
              <a:spcBef>
                <a:spcPct val="20000"/>
              </a:spcBef>
              <a:spcAft>
                <a:spcPct val="0"/>
              </a:spcAft>
              <a:buClrTx/>
              <a:buSzPct val="85000"/>
              <a:buFontTx/>
              <a:buChar char="•"/>
              <a:defRPr/>
            </a:pPr>
            <a:r>
              <a:rPr kumimoji="1" lang="zh-CN" altLang="en-US" sz="1200" b="0" i="0" u="none" strike="noStrike" kern="1200" cap="none" spc="0" normalizeH="0" baseline="0" noProof="0">
                <a:ln>
                  <a:noFill/>
                </a:ln>
                <a:solidFill>
                  <a:schemeClr val="tx1">
                    <a:tint val="75000"/>
                  </a:schemeClr>
                </a:solidFill>
                <a:effectLst/>
                <a:uLnTx/>
                <a:uFillTx/>
                <a:latin typeface="Times New Roman" panose="02020603050405020304" pitchFamily="18" charset="0"/>
                <a:ea typeface="楷体_GB2312" pitchFamily="49" charset="-122"/>
                <a:cs typeface="+mn-cs"/>
              </a:rPr>
              <a:t>自动化学院</a:t>
            </a:r>
            <a:endParaRPr kumimoji="1" lang="en-US" altLang="zh-CN" sz="1200" b="0" i="0" u="none" strike="noStrike" kern="1200" cap="none" spc="0" normalizeH="0" baseline="0" noProof="0">
              <a:ln>
                <a:noFill/>
              </a:ln>
              <a:solidFill>
                <a:schemeClr val="tx1">
                  <a:tint val="75000"/>
                </a:schemeClr>
              </a:solidFill>
              <a:effectLst/>
              <a:uLnTx/>
              <a:uFillTx/>
              <a:latin typeface="Times New Roman" panose="02020603050405020304" pitchFamily="18" charset="0"/>
              <a:ea typeface="楷体_GB2312" pitchFamily="49" charset="-122"/>
              <a:cs typeface="+mn-cs"/>
            </a:endParaRPr>
          </a:p>
        </p:txBody>
      </p:sp>
      <p:sp>
        <p:nvSpPr>
          <p:cNvPr id="7" name="灯片编号占位符 6"/>
          <p:cNvSpPr>
            <a:spLocks noGrp="1"/>
          </p:cNvSpPr>
          <p:nvPr>
            <p:ph type="sldNum" sz="quarter" idx="12"/>
          </p:nvPr>
        </p:nvSpPr>
        <p:spPr/>
        <p:txBody>
          <a:bodyPr/>
          <a:lstStyle/>
          <a:p>
            <a:pPr marL="0" marR="0" lvl="0" indent="0" algn="r" defTabSz="914400" rtl="0" eaLnBrk="1" fontAlgn="base" latinLnBrk="0" hangingPunct="1">
              <a:lnSpc>
                <a:spcPct val="150000"/>
              </a:lnSpc>
              <a:spcBef>
                <a:spcPct val="20000"/>
              </a:spcBef>
              <a:spcAft>
                <a:spcPct val="0"/>
              </a:spcAft>
              <a:buClrTx/>
              <a:buSzPct val="85000"/>
              <a:buFontTx/>
              <a:buChar char="•"/>
              <a:defRPr/>
            </a:pPr>
            <a:fld id="{1517C538-367E-41AC-BC9B-F215724DE702}" type="slidenum">
              <a:rPr kumimoji="1" lang="en-US" altLang="zh-CN" sz="1200" b="0" i="0" u="none" strike="noStrike" kern="1200" cap="none" spc="0" normalizeH="0" baseline="0" noProof="0">
                <a:ln>
                  <a:noFill/>
                </a:ln>
                <a:solidFill>
                  <a:srgbClr val="898989"/>
                </a:solidFill>
                <a:effectLst/>
                <a:uLnTx/>
                <a:uFillTx/>
                <a:latin typeface="Times New Roman" panose="02020603050405020304" pitchFamily="18" charset="0"/>
                <a:ea typeface="楷体_GB2312" pitchFamily="49" charset="-122"/>
                <a:cs typeface="+mn-cs"/>
              </a:rPr>
              <a:t>‹#›</a:t>
            </a:fld>
            <a:endParaRPr kumimoji="1" lang="en-US" altLang="zh-CN" sz="1200" b="0" i="0" u="none" strike="noStrike" kern="1200" cap="none" spc="0" normalizeH="0" baseline="0" noProof="0">
              <a:ln>
                <a:noFill/>
              </a:ln>
              <a:solidFill>
                <a:srgbClr val="898989"/>
              </a:solidFill>
              <a:effectLst/>
              <a:uLnTx/>
              <a:uFillTx/>
              <a:latin typeface="Times New Roman" panose="02020603050405020304" pitchFamily="18" charset="0"/>
              <a:ea typeface="楷体_GB2312" pitchFamily="49" charset="-122"/>
              <a:cs typeface="+mn-cs"/>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pPr fontAlgn="base"/>
            <a:r>
              <a:rPr lang="zh-CN" altLang="en-US" strike="noStrike" noProof="1"/>
              <a:t>单击此处编辑母版标题样式</a:t>
            </a:r>
          </a:p>
        </p:txBody>
      </p:sp>
      <p:sp>
        <p:nvSpPr>
          <p:cNvPr id="3" name="图片占位符 2"/>
          <p:cNvSpPr>
            <a:spLocks noGrp="1"/>
          </p:cNvSpPr>
          <p:nvPr>
            <p:ph type="pic" idx="1"/>
          </p:nvPr>
        </p:nvSpPr>
        <p:spPr>
          <a:xfrm>
            <a:off x="1792288" y="612775"/>
            <a:ext cx="5486400" cy="4114800"/>
          </a:xfrm>
        </p:spPr>
        <p:txBody>
          <a:bodyPr vert="horz" wrap="square" lIns="91440" tIns="45720" rIns="91440" bIns="45720" numCol="1" rtlCol="0" anchor="t" anchorCtr="0" compatLnSpc="1">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endParaRPr kumimoji="0" lang="zh-CN" altLang="en-US" sz="3200" b="0" i="0" u="none" strike="noStrike" kern="1200" cap="none" spc="0" normalizeH="0" baseline="0" noProof="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a:t>单击此处编辑母版文本样式</a:t>
            </a:r>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50000"/>
              </a:lnSpc>
              <a:spcBef>
                <a:spcPct val="20000"/>
              </a:spcBef>
              <a:spcAft>
                <a:spcPct val="0"/>
              </a:spcAft>
              <a:buClrTx/>
              <a:buSzPct val="85000"/>
              <a:buFontTx/>
              <a:buChar char="•"/>
              <a:defRPr/>
            </a:pPr>
            <a:fld id="{12D30AAB-2124-440D-B203-3271BF4B2021}" type="datetime8">
              <a:rPr kumimoji="1" lang="zh-CN" altLang="en-US" sz="1200" b="0" i="0" u="none" strike="noStrike" kern="1200" cap="none" spc="0" normalizeH="0" baseline="0" noProof="0">
                <a:ln>
                  <a:noFill/>
                </a:ln>
                <a:solidFill>
                  <a:schemeClr val="tx1">
                    <a:tint val="75000"/>
                  </a:schemeClr>
                </a:solidFill>
                <a:effectLst/>
                <a:uLnTx/>
                <a:uFillTx/>
                <a:latin typeface="Times New Roman" panose="02020603050405020304" pitchFamily="18" charset="0"/>
                <a:ea typeface="楷体_GB2312" pitchFamily="49" charset="-122"/>
                <a:cs typeface="+mn-cs"/>
              </a:rPr>
              <a:t>2024年9月5日12时0分</a:t>
            </a:fld>
            <a:endParaRPr kumimoji="1" lang="en-US" altLang="zh-CN" sz="1200" b="0" i="0" u="none" strike="noStrike" kern="1200" cap="none" spc="0" normalizeH="0" baseline="0" noProof="0">
              <a:ln>
                <a:noFill/>
              </a:ln>
              <a:solidFill>
                <a:schemeClr val="tx1">
                  <a:tint val="75000"/>
                </a:schemeClr>
              </a:solidFill>
              <a:effectLst/>
              <a:uLnTx/>
              <a:uFillTx/>
              <a:latin typeface="Times New Roman" panose="02020603050405020304" pitchFamily="18" charset="0"/>
              <a:ea typeface="楷体_GB2312" pitchFamily="49"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50000"/>
              </a:lnSpc>
              <a:spcBef>
                <a:spcPct val="20000"/>
              </a:spcBef>
              <a:spcAft>
                <a:spcPct val="0"/>
              </a:spcAft>
              <a:buClrTx/>
              <a:buSzPct val="85000"/>
              <a:buFontTx/>
              <a:buChar char="•"/>
              <a:defRPr/>
            </a:pPr>
            <a:r>
              <a:rPr kumimoji="1" lang="zh-CN" altLang="en-US" sz="1200" b="0" i="0" u="none" strike="noStrike" kern="1200" cap="none" spc="0" normalizeH="0" baseline="0" noProof="0">
                <a:ln>
                  <a:noFill/>
                </a:ln>
                <a:solidFill>
                  <a:schemeClr val="tx1">
                    <a:tint val="75000"/>
                  </a:schemeClr>
                </a:solidFill>
                <a:effectLst/>
                <a:uLnTx/>
                <a:uFillTx/>
                <a:latin typeface="Times New Roman" panose="02020603050405020304" pitchFamily="18" charset="0"/>
                <a:ea typeface="楷体_GB2312" pitchFamily="49" charset="-122"/>
                <a:cs typeface="+mn-cs"/>
              </a:rPr>
              <a:t>自动化学院</a:t>
            </a:r>
            <a:endParaRPr kumimoji="1" lang="en-US" altLang="zh-CN" sz="1200" b="0" i="0" u="none" strike="noStrike" kern="1200" cap="none" spc="0" normalizeH="0" baseline="0" noProof="0">
              <a:ln>
                <a:noFill/>
              </a:ln>
              <a:solidFill>
                <a:schemeClr val="tx1">
                  <a:tint val="75000"/>
                </a:schemeClr>
              </a:solidFill>
              <a:effectLst/>
              <a:uLnTx/>
              <a:uFillTx/>
              <a:latin typeface="Times New Roman" panose="02020603050405020304" pitchFamily="18" charset="0"/>
              <a:ea typeface="楷体_GB2312" pitchFamily="49" charset="-122"/>
              <a:cs typeface="+mn-cs"/>
            </a:endParaRPr>
          </a:p>
        </p:txBody>
      </p:sp>
      <p:sp>
        <p:nvSpPr>
          <p:cNvPr id="7" name="灯片编号占位符 6"/>
          <p:cNvSpPr>
            <a:spLocks noGrp="1"/>
          </p:cNvSpPr>
          <p:nvPr>
            <p:ph type="sldNum" sz="quarter" idx="12"/>
          </p:nvPr>
        </p:nvSpPr>
        <p:spPr/>
        <p:txBody>
          <a:bodyPr/>
          <a:lstStyle/>
          <a:p>
            <a:pPr marL="0" marR="0" lvl="0" indent="0" algn="r" defTabSz="914400" rtl="0" eaLnBrk="1" fontAlgn="base" latinLnBrk="0" hangingPunct="1">
              <a:lnSpc>
                <a:spcPct val="150000"/>
              </a:lnSpc>
              <a:spcBef>
                <a:spcPct val="20000"/>
              </a:spcBef>
              <a:spcAft>
                <a:spcPct val="0"/>
              </a:spcAft>
              <a:buClrTx/>
              <a:buSzPct val="85000"/>
              <a:buFontTx/>
              <a:buChar char="•"/>
              <a:defRPr/>
            </a:pPr>
            <a:fld id="{1517C538-367E-41AC-BC9B-F215724DE702}" type="slidenum">
              <a:rPr kumimoji="1" lang="en-US" altLang="zh-CN" sz="1200" b="0" i="0" u="none" strike="noStrike" kern="1200" cap="none" spc="0" normalizeH="0" baseline="0" noProof="0">
                <a:ln>
                  <a:noFill/>
                </a:ln>
                <a:solidFill>
                  <a:srgbClr val="898989"/>
                </a:solidFill>
                <a:effectLst/>
                <a:uLnTx/>
                <a:uFillTx/>
                <a:latin typeface="Times New Roman" panose="02020603050405020304" pitchFamily="18" charset="0"/>
                <a:ea typeface="楷体_GB2312" pitchFamily="49" charset="-122"/>
                <a:cs typeface="+mn-cs"/>
              </a:rPr>
              <a:t>‹#›</a:t>
            </a:fld>
            <a:endParaRPr kumimoji="1" lang="en-US" altLang="zh-CN" sz="1200" b="0" i="0" u="none" strike="noStrike" kern="1200" cap="none" spc="0" normalizeH="0" baseline="0" noProof="0">
              <a:ln>
                <a:noFill/>
              </a:ln>
              <a:solidFill>
                <a:srgbClr val="898989"/>
              </a:solidFill>
              <a:effectLst/>
              <a:uLnTx/>
              <a:uFillTx/>
              <a:latin typeface="Times New Roman" panose="02020603050405020304" pitchFamily="18" charset="0"/>
              <a:ea typeface="楷体_GB2312" pitchFamily="49" charset="-122"/>
              <a:cs typeface="+mn-cs"/>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竖排文字占位符 2"/>
          <p:cNvSpPr>
            <a:spLocks noGrp="1"/>
          </p:cNvSpPr>
          <p:nvPr>
            <p:ph type="body" orient="vert" idx="1"/>
          </p:nvPr>
        </p:nvSpPr>
        <p:spPr/>
        <p:txBody>
          <a:bodyPr vert="eaVert"/>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50000"/>
              </a:lnSpc>
              <a:spcBef>
                <a:spcPct val="20000"/>
              </a:spcBef>
              <a:spcAft>
                <a:spcPct val="0"/>
              </a:spcAft>
              <a:buClrTx/>
              <a:buSzPct val="85000"/>
              <a:buFontTx/>
              <a:buChar char="•"/>
              <a:defRPr/>
            </a:pPr>
            <a:fld id="{12D30AAB-2124-440D-B203-3271BF4B2021}" type="datetime8">
              <a:rPr kumimoji="1" lang="zh-CN" altLang="en-US" sz="1200" b="0" i="0" u="none" strike="noStrike" kern="1200" cap="none" spc="0" normalizeH="0" baseline="0" noProof="0">
                <a:ln>
                  <a:noFill/>
                </a:ln>
                <a:solidFill>
                  <a:schemeClr val="tx1">
                    <a:tint val="75000"/>
                  </a:schemeClr>
                </a:solidFill>
                <a:effectLst/>
                <a:uLnTx/>
                <a:uFillTx/>
                <a:latin typeface="Times New Roman" panose="02020603050405020304" pitchFamily="18" charset="0"/>
                <a:ea typeface="楷体_GB2312" pitchFamily="49" charset="-122"/>
                <a:cs typeface="+mn-cs"/>
              </a:rPr>
              <a:t>2024年9月5日12时0分</a:t>
            </a:fld>
            <a:endParaRPr kumimoji="1" lang="en-US" altLang="zh-CN" sz="1200" b="0" i="0" u="none" strike="noStrike" kern="1200" cap="none" spc="0" normalizeH="0" baseline="0" noProof="0">
              <a:ln>
                <a:noFill/>
              </a:ln>
              <a:solidFill>
                <a:schemeClr val="tx1">
                  <a:tint val="75000"/>
                </a:schemeClr>
              </a:solidFill>
              <a:effectLst/>
              <a:uLnTx/>
              <a:uFillTx/>
              <a:latin typeface="Times New Roman" panose="02020603050405020304" pitchFamily="18" charset="0"/>
              <a:ea typeface="楷体_GB2312" pitchFamily="49"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50000"/>
              </a:lnSpc>
              <a:spcBef>
                <a:spcPct val="20000"/>
              </a:spcBef>
              <a:spcAft>
                <a:spcPct val="0"/>
              </a:spcAft>
              <a:buClrTx/>
              <a:buSzPct val="85000"/>
              <a:buFontTx/>
              <a:buChar char="•"/>
              <a:defRPr/>
            </a:pPr>
            <a:r>
              <a:rPr kumimoji="1" lang="zh-CN" altLang="en-US" sz="1200" b="0" i="0" u="none" strike="noStrike" kern="1200" cap="none" spc="0" normalizeH="0" baseline="0" noProof="0">
                <a:ln>
                  <a:noFill/>
                </a:ln>
                <a:solidFill>
                  <a:schemeClr val="tx1">
                    <a:tint val="75000"/>
                  </a:schemeClr>
                </a:solidFill>
                <a:effectLst/>
                <a:uLnTx/>
                <a:uFillTx/>
                <a:latin typeface="Times New Roman" panose="02020603050405020304" pitchFamily="18" charset="0"/>
                <a:ea typeface="楷体_GB2312" pitchFamily="49" charset="-122"/>
                <a:cs typeface="+mn-cs"/>
              </a:rPr>
              <a:t>自动化学院</a:t>
            </a:r>
            <a:endParaRPr kumimoji="1" lang="en-US" altLang="zh-CN" sz="1200" b="0" i="0" u="none" strike="noStrike" kern="1200" cap="none" spc="0" normalizeH="0" baseline="0" noProof="0">
              <a:ln>
                <a:noFill/>
              </a:ln>
              <a:solidFill>
                <a:schemeClr val="tx1">
                  <a:tint val="75000"/>
                </a:schemeClr>
              </a:solidFill>
              <a:effectLst/>
              <a:uLnTx/>
              <a:uFillTx/>
              <a:latin typeface="Times New Roman" panose="02020603050405020304" pitchFamily="18" charset="0"/>
              <a:ea typeface="楷体_GB2312" pitchFamily="49" charset="-122"/>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base" latinLnBrk="0" hangingPunct="1">
              <a:lnSpc>
                <a:spcPct val="150000"/>
              </a:lnSpc>
              <a:spcBef>
                <a:spcPct val="20000"/>
              </a:spcBef>
              <a:spcAft>
                <a:spcPct val="0"/>
              </a:spcAft>
              <a:buClrTx/>
              <a:buSzPct val="85000"/>
              <a:buFontTx/>
              <a:buChar char="•"/>
              <a:defRPr/>
            </a:pPr>
            <a:fld id="{1517C538-367E-41AC-BC9B-F215724DE702}" type="slidenum">
              <a:rPr kumimoji="1" lang="en-US" altLang="zh-CN" sz="1200" b="0" i="0" u="none" strike="noStrike" kern="1200" cap="none" spc="0" normalizeH="0" baseline="0" noProof="0">
                <a:ln>
                  <a:noFill/>
                </a:ln>
                <a:solidFill>
                  <a:srgbClr val="898989"/>
                </a:solidFill>
                <a:effectLst/>
                <a:uLnTx/>
                <a:uFillTx/>
                <a:latin typeface="Times New Roman" panose="02020603050405020304" pitchFamily="18" charset="0"/>
                <a:ea typeface="楷体_GB2312" pitchFamily="49" charset="-122"/>
                <a:cs typeface="+mn-cs"/>
              </a:rPr>
              <a:t>‹#›</a:t>
            </a:fld>
            <a:endParaRPr kumimoji="1" lang="en-US" altLang="zh-CN" sz="1200" b="0" i="0" u="none" strike="noStrike" kern="1200" cap="none" spc="0" normalizeH="0" baseline="0" noProof="0">
              <a:ln>
                <a:noFill/>
              </a:ln>
              <a:solidFill>
                <a:srgbClr val="898989"/>
              </a:solidFill>
              <a:effectLst/>
              <a:uLnTx/>
              <a:uFillTx/>
              <a:latin typeface="Times New Roman" panose="02020603050405020304" pitchFamily="18" charset="0"/>
              <a:ea typeface="楷体_GB2312" pitchFamily="49" charset="-122"/>
              <a:cs typeface="+mn-cs"/>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pPr fontAlgn="base"/>
            <a:r>
              <a:rPr lang="zh-CN" altLang="en-US" strike="noStrike" noProof="1"/>
              <a:t>单击此处编辑母版标题样式</a:t>
            </a:r>
          </a:p>
        </p:txBody>
      </p:sp>
      <p:sp>
        <p:nvSpPr>
          <p:cNvPr id="3" name="竖排文字占位符 2"/>
          <p:cNvSpPr>
            <a:spLocks noGrp="1"/>
          </p:cNvSpPr>
          <p:nvPr>
            <p:ph type="body" orient="vert" idx="1"/>
          </p:nvPr>
        </p:nvSpPr>
        <p:spPr>
          <a:xfrm>
            <a:off x="457200" y="274638"/>
            <a:ext cx="6019800" cy="5851525"/>
          </a:xfrm>
        </p:spPr>
        <p:txBody>
          <a:bodyPr vert="eaVert"/>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50000"/>
              </a:lnSpc>
              <a:spcBef>
                <a:spcPct val="20000"/>
              </a:spcBef>
              <a:spcAft>
                <a:spcPct val="0"/>
              </a:spcAft>
              <a:buClrTx/>
              <a:buSzPct val="85000"/>
              <a:buFontTx/>
              <a:buChar char="•"/>
              <a:defRPr/>
            </a:pPr>
            <a:fld id="{12D30AAB-2124-440D-B203-3271BF4B2021}" type="datetime8">
              <a:rPr kumimoji="1" lang="zh-CN" altLang="en-US" sz="1200" b="0" i="0" u="none" strike="noStrike" kern="1200" cap="none" spc="0" normalizeH="0" baseline="0" noProof="0">
                <a:ln>
                  <a:noFill/>
                </a:ln>
                <a:solidFill>
                  <a:schemeClr val="tx1">
                    <a:tint val="75000"/>
                  </a:schemeClr>
                </a:solidFill>
                <a:effectLst/>
                <a:uLnTx/>
                <a:uFillTx/>
                <a:latin typeface="Times New Roman" panose="02020603050405020304" pitchFamily="18" charset="0"/>
                <a:ea typeface="楷体_GB2312" pitchFamily="49" charset="-122"/>
                <a:cs typeface="+mn-cs"/>
              </a:rPr>
              <a:t>2024年9月5日12时0分</a:t>
            </a:fld>
            <a:endParaRPr kumimoji="1" lang="en-US" altLang="zh-CN" sz="1200" b="0" i="0" u="none" strike="noStrike" kern="1200" cap="none" spc="0" normalizeH="0" baseline="0" noProof="0">
              <a:ln>
                <a:noFill/>
              </a:ln>
              <a:solidFill>
                <a:schemeClr val="tx1">
                  <a:tint val="75000"/>
                </a:schemeClr>
              </a:solidFill>
              <a:effectLst/>
              <a:uLnTx/>
              <a:uFillTx/>
              <a:latin typeface="Times New Roman" panose="02020603050405020304" pitchFamily="18" charset="0"/>
              <a:ea typeface="楷体_GB2312" pitchFamily="49"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50000"/>
              </a:lnSpc>
              <a:spcBef>
                <a:spcPct val="20000"/>
              </a:spcBef>
              <a:spcAft>
                <a:spcPct val="0"/>
              </a:spcAft>
              <a:buClrTx/>
              <a:buSzPct val="85000"/>
              <a:buFontTx/>
              <a:buChar char="•"/>
              <a:defRPr/>
            </a:pPr>
            <a:r>
              <a:rPr kumimoji="1" lang="zh-CN" altLang="en-US" sz="1200" b="0" i="0" u="none" strike="noStrike" kern="1200" cap="none" spc="0" normalizeH="0" baseline="0" noProof="0">
                <a:ln>
                  <a:noFill/>
                </a:ln>
                <a:solidFill>
                  <a:schemeClr val="tx1">
                    <a:tint val="75000"/>
                  </a:schemeClr>
                </a:solidFill>
                <a:effectLst/>
                <a:uLnTx/>
                <a:uFillTx/>
                <a:latin typeface="Times New Roman" panose="02020603050405020304" pitchFamily="18" charset="0"/>
                <a:ea typeface="楷体_GB2312" pitchFamily="49" charset="-122"/>
                <a:cs typeface="+mn-cs"/>
              </a:rPr>
              <a:t>自动化学院</a:t>
            </a:r>
            <a:endParaRPr kumimoji="1" lang="en-US" altLang="zh-CN" sz="1200" b="0" i="0" u="none" strike="noStrike" kern="1200" cap="none" spc="0" normalizeH="0" baseline="0" noProof="0">
              <a:ln>
                <a:noFill/>
              </a:ln>
              <a:solidFill>
                <a:schemeClr val="tx1">
                  <a:tint val="75000"/>
                </a:schemeClr>
              </a:solidFill>
              <a:effectLst/>
              <a:uLnTx/>
              <a:uFillTx/>
              <a:latin typeface="Times New Roman" panose="02020603050405020304" pitchFamily="18" charset="0"/>
              <a:ea typeface="楷体_GB2312" pitchFamily="49" charset="-122"/>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base" latinLnBrk="0" hangingPunct="1">
              <a:lnSpc>
                <a:spcPct val="150000"/>
              </a:lnSpc>
              <a:spcBef>
                <a:spcPct val="20000"/>
              </a:spcBef>
              <a:spcAft>
                <a:spcPct val="0"/>
              </a:spcAft>
              <a:buClrTx/>
              <a:buSzPct val="85000"/>
              <a:buFontTx/>
              <a:buChar char="•"/>
              <a:defRPr/>
            </a:pPr>
            <a:fld id="{1517C538-367E-41AC-BC9B-F215724DE702}" type="slidenum">
              <a:rPr kumimoji="1" lang="en-US" altLang="zh-CN" sz="1200" b="0" i="0" u="none" strike="noStrike" kern="1200" cap="none" spc="0" normalizeH="0" baseline="0" noProof="0">
                <a:ln>
                  <a:noFill/>
                </a:ln>
                <a:solidFill>
                  <a:srgbClr val="898989"/>
                </a:solidFill>
                <a:effectLst/>
                <a:uLnTx/>
                <a:uFillTx/>
                <a:latin typeface="Times New Roman" panose="02020603050405020304" pitchFamily="18" charset="0"/>
                <a:ea typeface="楷体_GB2312" pitchFamily="49" charset="-122"/>
                <a:cs typeface="+mn-cs"/>
              </a:rPr>
              <a:t>‹#›</a:t>
            </a:fld>
            <a:endParaRPr kumimoji="1" lang="en-US" altLang="zh-CN" sz="1200" b="0" i="0" u="none" strike="noStrike" kern="1200" cap="none" spc="0" normalizeH="0" baseline="0" noProof="0">
              <a:ln>
                <a:noFill/>
              </a:ln>
              <a:solidFill>
                <a:srgbClr val="898989"/>
              </a:solidFill>
              <a:effectLst/>
              <a:uLnTx/>
              <a:uFillTx/>
              <a:latin typeface="Times New Roman" panose="02020603050405020304" pitchFamily="18" charset="0"/>
              <a:ea typeface="楷体_GB2312" pitchFamily="49" charset="-122"/>
              <a:cs typeface="+mn-cs"/>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objOnly">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685800" y="465138"/>
            <a:ext cx="7772400" cy="5630862"/>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3" name="日期占位符 2"/>
          <p:cNvSpPr>
            <a:spLocks noGrp="1"/>
          </p:cNvSpPr>
          <p:nvPr>
            <p:ph type="dt" sz="half" idx="10"/>
          </p:nvPr>
        </p:nvSpPr>
        <p:spPr/>
        <p:txBody>
          <a:bodyPr/>
          <a:lstStyle/>
          <a:p>
            <a:pPr marL="0" marR="0" lvl="0" indent="0" algn="l" defTabSz="914400" rtl="0" eaLnBrk="1" fontAlgn="base" latinLnBrk="0" hangingPunct="1">
              <a:lnSpc>
                <a:spcPct val="150000"/>
              </a:lnSpc>
              <a:spcBef>
                <a:spcPct val="20000"/>
              </a:spcBef>
              <a:spcAft>
                <a:spcPct val="0"/>
              </a:spcAft>
              <a:buClrTx/>
              <a:buSzPct val="85000"/>
              <a:buFontTx/>
              <a:buChar char="•"/>
              <a:defRPr/>
            </a:pPr>
            <a:fld id="{12D30AAB-2124-440D-B203-3271BF4B2021}" type="datetime8">
              <a:rPr kumimoji="1" lang="zh-CN" altLang="en-US" sz="1200" b="0" i="0" u="none" strike="noStrike" kern="1200" cap="none" spc="0" normalizeH="0" baseline="0" noProof="0">
                <a:ln>
                  <a:noFill/>
                </a:ln>
                <a:solidFill>
                  <a:schemeClr val="tx1">
                    <a:tint val="75000"/>
                  </a:schemeClr>
                </a:solidFill>
                <a:effectLst/>
                <a:uLnTx/>
                <a:uFillTx/>
                <a:latin typeface="Times New Roman" panose="02020603050405020304" pitchFamily="18" charset="0"/>
                <a:ea typeface="楷体_GB2312" pitchFamily="49" charset="-122"/>
                <a:cs typeface="+mn-cs"/>
              </a:rPr>
              <a:t>2024年9月5日12时0分</a:t>
            </a:fld>
            <a:endParaRPr kumimoji="1" lang="en-US" altLang="zh-CN" sz="1200" b="0" i="0" u="none" strike="noStrike" kern="1200" cap="none" spc="0" normalizeH="0" baseline="0" noProof="0">
              <a:ln>
                <a:noFill/>
              </a:ln>
              <a:solidFill>
                <a:schemeClr val="tx1">
                  <a:tint val="75000"/>
                </a:schemeClr>
              </a:solidFill>
              <a:effectLst/>
              <a:uLnTx/>
              <a:uFillTx/>
              <a:latin typeface="Times New Roman" panose="02020603050405020304" pitchFamily="18" charset="0"/>
              <a:ea typeface="楷体_GB2312" pitchFamily="49" charset="-122"/>
              <a:cs typeface="+mn-cs"/>
            </a:endParaRPr>
          </a:p>
        </p:txBody>
      </p:sp>
      <p:sp>
        <p:nvSpPr>
          <p:cNvPr id="4" name="页脚占位符 3"/>
          <p:cNvSpPr>
            <a:spLocks noGrp="1"/>
          </p:cNvSpPr>
          <p:nvPr>
            <p:ph type="ftr" sz="quarter" idx="11"/>
          </p:nvPr>
        </p:nvSpPr>
        <p:spPr/>
        <p:txBody>
          <a:bodyPr/>
          <a:lstStyle/>
          <a:p>
            <a:pPr marL="0" marR="0" lvl="0" indent="0" algn="ctr" defTabSz="914400" rtl="0" eaLnBrk="1" fontAlgn="base" latinLnBrk="0" hangingPunct="1">
              <a:lnSpc>
                <a:spcPct val="150000"/>
              </a:lnSpc>
              <a:spcBef>
                <a:spcPct val="20000"/>
              </a:spcBef>
              <a:spcAft>
                <a:spcPct val="0"/>
              </a:spcAft>
              <a:buClrTx/>
              <a:buSzPct val="85000"/>
              <a:buFontTx/>
              <a:buChar char="•"/>
              <a:defRPr/>
            </a:pPr>
            <a:r>
              <a:rPr kumimoji="1" lang="zh-CN" altLang="en-US" sz="1200" b="0" i="0" u="none" strike="noStrike" kern="1200" cap="none" spc="0" normalizeH="0" baseline="0" noProof="0">
                <a:ln>
                  <a:noFill/>
                </a:ln>
                <a:solidFill>
                  <a:schemeClr val="tx1">
                    <a:tint val="75000"/>
                  </a:schemeClr>
                </a:solidFill>
                <a:effectLst/>
                <a:uLnTx/>
                <a:uFillTx/>
                <a:latin typeface="Times New Roman" panose="02020603050405020304" pitchFamily="18" charset="0"/>
                <a:ea typeface="楷体_GB2312" pitchFamily="49" charset="-122"/>
                <a:cs typeface="+mn-cs"/>
              </a:rPr>
              <a:t>自动化学院</a:t>
            </a:r>
            <a:endParaRPr kumimoji="1" lang="en-US" altLang="zh-CN" sz="1200" b="0" i="0" u="none" strike="noStrike" kern="1200" cap="none" spc="0" normalizeH="0" baseline="0" noProof="0">
              <a:ln>
                <a:noFill/>
              </a:ln>
              <a:solidFill>
                <a:schemeClr val="tx1">
                  <a:tint val="75000"/>
                </a:schemeClr>
              </a:solidFill>
              <a:effectLst/>
              <a:uLnTx/>
              <a:uFillTx/>
              <a:latin typeface="Times New Roman" panose="02020603050405020304" pitchFamily="18" charset="0"/>
              <a:ea typeface="楷体_GB2312" pitchFamily="49" charset="-122"/>
              <a:cs typeface="+mn-cs"/>
            </a:endParaRPr>
          </a:p>
        </p:txBody>
      </p:sp>
      <p:sp>
        <p:nvSpPr>
          <p:cNvPr id="5" name="灯片编号占位符 4"/>
          <p:cNvSpPr>
            <a:spLocks noGrp="1"/>
          </p:cNvSpPr>
          <p:nvPr>
            <p:ph type="sldNum" sz="quarter" idx="12"/>
          </p:nvPr>
        </p:nvSpPr>
        <p:spPr/>
        <p:txBody>
          <a:bodyPr/>
          <a:lstStyle/>
          <a:p>
            <a:pPr marL="0" marR="0" lvl="0" indent="0" algn="r" defTabSz="914400" rtl="0" eaLnBrk="1" fontAlgn="base" latinLnBrk="0" hangingPunct="1">
              <a:lnSpc>
                <a:spcPct val="150000"/>
              </a:lnSpc>
              <a:spcBef>
                <a:spcPct val="20000"/>
              </a:spcBef>
              <a:spcAft>
                <a:spcPct val="0"/>
              </a:spcAft>
              <a:buClrTx/>
              <a:buSzPct val="85000"/>
              <a:buFontTx/>
              <a:buChar char="•"/>
              <a:defRPr/>
            </a:pPr>
            <a:fld id="{1517C538-367E-41AC-BC9B-F215724DE702}" type="slidenum">
              <a:rPr kumimoji="1" lang="en-US" altLang="zh-CN" sz="1200" b="0" i="0" u="none" strike="noStrike" kern="1200" cap="none" spc="0" normalizeH="0" baseline="0" noProof="0">
                <a:ln>
                  <a:noFill/>
                </a:ln>
                <a:solidFill>
                  <a:srgbClr val="898989"/>
                </a:solidFill>
                <a:effectLst/>
                <a:uLnTx/>
                <a:uFillTx/>
                <a:latin typeface="Times New Roman" panose="02020603050405020304" pitchFamily="18" charset="0"/>
                <a:ea typeface="楷体_GB2312" pitchFamily="49" charset="-122"/>
                <a:cs typeface="+mn-cs"/>
              </a:rPr>
              <a:t>‹#›</a:t>
            </a:fld>
            <a:endParaRPr kumimoji="1" lang="en-US" altLang="zh-CN" sz="1200" b="0" i="0" u="none" strike="noStrike" kern="1200" cap="none" spc="0" normalizeH="0" baseline="0" noProof="0">
              <a:ln>
                <a:noFill/>
              </a:ln>
              <a:solidFill>
                <a:srgbClr val="898989"/>
              </a:solidFill>
              <a:effectLst/>
              <a:uLnTx/>
              <a:uFillTx/>
              <a:latin typeface="Times New Roman" panose="02020603050405020304" pitchFamily="18" charset="0"/>
              <a:ea typeface="楷体_GB2312" pitchFamily="49" charset="-122"/>
              <a:cs typeface="+mn-cs"/>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fourObj">
  <p:cSld name="标题和四项内容">
    <p:spTree>
      <p:nvGrpSpPr>
        <p:cNvPr id="1" name=""/>
        <p:cNvGrpSpPr/>
        <p:nvPr/>
      </p:nvGrpSpPr>
      <p:grpSpPr>
        <a:xfrm>
          <a:off x="0" y="0"/>
          <a:ext cx="0" cy="0"/>
          <a:chOff x="0" y="0"/>
          <a:chExt cx="0" cy="0"/>
        </a:xfrm>
      </p:grpSpPr>
      <p:sp>
        <p:nvSpPr>
          <p:cNvPr id="2" name="标题 1"/>
          <p:cNvSpPr>
            <a:spLocks noGrp="1"/>
          </p:cNvSpPr>
          <p:nvPr>
            <p:ph type="title" sz="quarter"/>
          </p:nvPr>
        </p:nvSpPr>
        <p:spPr>
          <a:xfrm>
            <a:off x="685800" y="465138"/>
            <a:ext cx="7772400" cy="1431925"/>
          </a:xfrm>
        </p:spPr>
        <p:txBody>
          <a:bodyPr/>
          <a:lstStyle/>
          <a:p>
            <a:pPr fontAlgn="base"/>
            <a:r>
              <a:rPr lang="zh-CN" altLang="en-US" strike="noStrike" noProof="1"/>
              <a:t>单击此处编辑母版标题样式</a:t>
            </a:r>
          </a:p>
        </p:txBody>
      </p:sp>
      <p:sp>
        <p:nvSpPr>
          <p:cNvPr id="3" name="内容占位符 2"/>
          <p:cNvSpPr>
            <a:spLocks noGrp="1"/>
          </p:cNvSpPr>
          <p:nvPr>
            <p:ph sz="quarter" idx="1"/>
          </p:nvPr>
        </p:nvSpPr>
        <p:spPr>
          <a:xfrm>
            <a:off x="685800" y="1981200"/>
            <a:ext cx="3810000" cy="1981200"/>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内容占位符 3"/>
          <p:cNvSpPr>
            <a:spLocks noGrp="1"/>
          </p:cNvSpPr>
          <p:nvPr>
            <p:ph sz="quarter" idx="2"/>
          </p:nvPr>
        </p:nvSpPr>
        <p:spPr>
          <a:xfrm>
            <a:off x="4648200" y="1981200"/>
            <a:ext cx="3810000" cy="1981200"/>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5" name="内容占位符 4"/>
          <p:cNvSpPr>
            <a:spLocks noGrp="1"/>
          </p:cNvSpPr>
          <p:nvPr>
            <p:ph sz="quarter" idx="3"/>
          </p:nvPr>
        </p:nvSpPr>
        <p:spPr>
          <a:xfrm>
            <a:off x="685800" y="4114800"/>
            <a:ext cx="3810000" cy="1981200"/>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6" name="内容占位符 5"/>
          <p:cNvSpPr>
            <a:spLocks noGrp="1"/>
          </p:cNvSpPr>
          <p:nvPr>
            <p:ph sz="quarter" idx="4"/>
          </p:nvPr>
        </p:nvSpPr>
        <p:spPr>
          <a:xfrm>
            <a:off x="4648200" y="4114800"/>
            <a:ext cx="3810000" cy="1981200"/>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7" name="日期占位符 6"/>
          <p:cNvSpPr>
            <a:spLocks noGrp="1"/>
          </p:cNvSpPr>
          <p:nvPr>
            <p:ph type="dt" sz="half" idx="10"/>
          </p:nvPr>
        </p:nvSpPr>
        <p:spPr/>
        <p:txBody>
          <a:bodyPr/>
          <a:lstStyle/>
          <a:p>
            <a:pPr marL="0" marR="0" lvl="0" indent="0" algn="l" defTabSz="914400" rtl="0" eaLnBrk="1" fontAlgn="base" latinLnBrk="0" hangingPunct="1">
              <a:lnSpc>
                <a:spcPct val="150000"/>
              </a:lnSpc>
              <a:spcBef>
                <a:spcPct val="20000"/>
              </a:spcBef>
              <a:spcAft>
                <a:spcPct val="0"/>
              </a:spcAft>
              <a:buClrTx/>
              <a:buSzPct val="85000"/>
              <a:buFontTx/>
              <a:buChar char="•"/>
              <a:defRPr/>
            </a:pPr>
            <a:fld id="{12D30AAB-2124-440D-B203-3271BF4B2021}" type="datetime8">
              <a:rPr kumimoji="1" lang="zh-CN" altLang="en-US" sz="1200" b="0" i="0" u="none" strike="noStrike" kern="1200" cap="none" spc="0" normalizeH="0" baseline="0" noProof="0">
                <a:ln>
                  <a:noFill/>
                </a:ln>
                <a:solidFill>
                  <a:schemeClr val="tx1">
                    <a:tint val="75000"/>
                  </a:schemeClr>
                </a:solidFill>
                <a:effectLst/>
                <a:uLnTx/>
                <a:uFillTx/>
                <a:latin typeface="Times New Roman" panose="02020603050405020304" pitchFamily="18" charset="0"/>
                <a:ea typeface="楷体_GB2312" pitchFamily="49" charset="-122"/>
                <a:cs typeface="+mn-cs"/>
              </a:rPr>
              <a:t>2024年9月5日12时0分</a:t>
            </a:fld>
            <a:endParaRPr kumimoji="1" lang="en-US" altLang="zh-CN" sz="1200" b="0" i="0" u="none" strike="noStrike" kern="1200" cap="none" spc="0" normalizeH="0" baseline="0" noProof="0">
              <a:ln>
                <a:noFill/>
              </a:ln>
              <a:solidFill>
                <a:schemeClr val="tx1">
                  <a:tint val="75000"/>
                </a:schemeClr>
              </a:solidFill>
              <a:effectLst/>
              <a:uLnTx/>
              <a:uFillTx/>
              <a:latin typeface="Times New Roman" panose="02020603050405020304" pitchFamily="18" charset="0"/>
              <a:ea typeface="楷体_GB2312" pitchFamily="49" charset="-122"/>
              <a:cs typeface="+mn-cs"/>
            </a:endParaRPr>
          </a:p>
        </p:txBody>
      </p:sp>
      <p:sp>
        <p:nvSpPr>
          <p:cNvPr id="8" name="页脚占位符 7"/>
          <p:cNvSpPr>
            <a:spLocks noGrp="1"/>
          </p:cNvSpPr>
          <p:nvPr>
            <p:ph type="ftr" sz="quarter" idx="11"/>
          </p:nvPr>
        </p:nvSpPr>
        <p:spPr/>
        <p:txBody>
          <a:bodyPr/>
          <a:lstStyle/>
          <a:p>
            <a:pPr marL="0" marR="0" lvl="0" indent="0" algn="ctr" defTabSz="914400" rtl="0" eaLnBrk="1" fontAlgn="base" latinLnBrk="0" hangingPunct="1">
              <a:lnSpc>
                <a:spcPct val="150000"/>
              </a:lnSpc>
              <a:spcBef>
                <a:spcPct val="20000"/>
              </a:spcBef>
              <a:spcAft>
                <a:spcPct val="0"/>
              </a:spcAft>
              <a:buClrTx/>
              <a:buSzPct val="85000"/>
              <a:buFontTx/>
              <a:buChar char="•"/>
              <a:defRPr/>
            </a:pPr>
            <a:r>
              <a:rPr kumimoji="1" lang="zh-CN" altLang="en-US" sz="1200" b="0" i="0" u="none" strike="noStrike" kern="1200" cap="none" spc="0" normalizeH="0" baseline="0" noProof="0">
                <a:ln>
                  <a:noFill/>
                </a:ln>
                <a:solidFill>
                  <a:schemeClr val="tx1">
                    <a:tint val="75000"/>
                  </a:schemeClr>
                </a:solidFill>
                <a:effectLst/>
                <a:uLnTx/>
                <a:uFillTx/>
                <a:latin typeface="Times New Roman" panose="02020603050405020304" pitchFamily="18" charset="0"/>
                <a:ea typeface="楷体_GB2312" pitchFamily="49" charset="-122"/>
                <a:cs typeface="+mn-cs"/>
              </a:rPr>
              <a:t>自动化学院</a:t>
            </a:r>
            <a:endParaRPr kumimoji="1" lang="en-US" altLang="zh-CN" sz="1200" b="0" i="0" u="none" strike="noStrike" kern="1200" cap="none" spc="0" normalizeH="0" baseline="0" noProof="0">
              <a:ln>
                <a:noFill/>
              </a:ln>
              <a:solidFill>
                <a:schemeClr val="tx1">
                  <a:tint val="75000"/>
                </a:schemeClr>
              </a:solidFill>
              <a:effectLst/>
              <a:uLnTx/>
              <a:uFillTx/>
              <a:latin typeface="Times New Roman" panose="02020603050405020304" pitchFamily="18" charset="0"/>
              <a:ea typeface="楷体_GB2312" pitchFamily="49" charset="-122"/>
              <a:cs typeface="+mn-cs"/>
            </a:endParaRPr>
          </a:p>
        </p:txBody>
      </p:sp>
      <p:sp>
        <p:nvSpPr>
          <p:cNvPr id="9" name="灯片编号占位符 8"/>
          <p:cNvSpPr>
            <a:spLocks noGrp="1"/>
          </p:cNvSpPr>
          <p:nvPr>
            <p:ph type="sldNum" sz="quarter" idx="12"/>
          </p:nvPr>
        </p:nvSpPr>
        <p:spPr/>
        <p:txBody>
          <a:bodyPr/>
          <a:lstStyle/>
          <a:p>
            <a:pPr marL="0" marR="0" lvl="0" indent="0" algn="r" defTabSz="914400" rtl="0" eaLnBrk="1" fontAlgn="base" latinLnBrk="0" hangingPunct="1">
              <a:lnSpc>
                <a:spcPct val="150000"/>
              </a:lnSpc>
              <a:spcBef>
                <a:spcPct val="20000"/>
              </a:spcBef>
              <a:spcAft>
                <a:spcPct val="0"/>
              </a:spcAft>
              <a:buClrTx/>
              <a:buSzPct val="85000"/>
              <a:buFontTx/>
              <a:buChar char="•"/>
              <a:defRPr/>
            </a:pPr>
            <a:fld id="{1517C538-367E-41AC-BC9B-F215724DE702}" type="slidenum">
              <a:rPr kumimoji="1" lang="en-US" altLang="zh-CN" sz="1200" b="0" i="0" u="none" strike="noStrike" kern="1200" cap="none" spc="0" normalizeH="0" baseline="0" noProof="0">
                <a:ln>
                  <a:noFill/>
                </a:ln>
                <a:solidFill>
                  <a:srgbClr val="898989"/>
                </a:solidFill>
                <a:effectLst/>
                <a:uLnTx/>
                <a:uFillTx/>
                <a:latin typeface="Times New Roman" panose="02020603050405020304" pitchFamily="18" charset="0"/>
                <a:ea typeface="楷体_GB2312" pitchFamily="49" charset="-122"/>
                <a:cs typeface="+mn-cs"/>
              </a:rPr>
              <a:t>‹#›</a:t>
            </a:fld>
            <a:endParaRPr kumimoji="1" lang="en-US" altLang="zh-CN" sz="1200" b="0" i="0" u="none" strike="noStrike" kern="1200" cap="none" spc="0" normalizeH="0" baseline="0" noProof="0">
              <a:ln>
                <a:noFill/>
              </a:ln>
              <a:solidFill>
                <a:srgbClr val="898989"/>
              </a:solidFill>
              <a:effectLst/>
              <a:uLnTx/>
              <a:uFillTx/>
              <a:latin typeface="Times New Roman" panose="02020603050405020304" pitchFamily="18" charset="0"/>
              <a:ea typeface="楷体_GB2312" pitchFamily="49" charset="-122"/>
              <a:cs typeface="+mn-cs"/>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Relationship Id="rId13" Type="http://schemas.openxmlformats.org/officeDocument/2006/relationships/slideLayout" Target="../slideLayouts/slideLayout26.xml"/><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slideLayout" Target="../slideLayouts/slideLayout25.xml"/><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5" Type="http://schemas.openxmlformats.org/officeDocument/2006/relationships/theme" Target="../theme/theme2.xml"/><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 Id="rId14" Type="http://schemas.openxmlformats.org/officeDocument/2006/relationships/slideLayout" Target="../slideLayouts/slideLayout27.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5.xml"/><Relationship Id="rId13" Type="http://schemas.openxmlformats.org/officeDocument/2006/relationships/slideLayout" Target="../slideLayouts/slideLayout40.xml"/><Relationship Id="rId3" Type="http://schemas.openxmlformats.org/officeDocument/2006/relationships/slideLayout" Target="../slideLayouts/slideLayout30.xml"/><Relationship Id="rId7" Type="http://schemas.openxmlformats.org/officeDocument/2006/relationships/slideLayout" Target="../slideLayouts/slideLayout34.xml"/><Relationship Id="rId12" Type="http://schemas.openxmlformats.org/officeDocument/2006/relationships/slideLayout" Target="../slideLayouts/slideLayout39.xml"/><Relationship Id="rId2" Type="http://schemas.openxmlformats.org/officeDocument/2006/relationships/slideLayout" Target="../slideLayouts/slideLayout29.xml"/><Relationship Id="rId1" Type="http://schemas.openxmlformats.org/officeDocument/2006/relationships/slideLayout" Target="../slideLayouts/slideLayout28.xml"/><Relationship Id="rId6" Type="http://schemas.openxmlformats.org/officeDocument/2006/relationships/slideLayout" Target="../slideLayouts/slideLayout33.xml"/><Relationship Id="rId11" Type="http://schemas.openxmlformats.org/officeDocument/2006/relationships/slideLayout" Target="../slideLayouts/slideLayout38.xml"/><Relationship Id="rId5" Type="http://schemas.openxmlformats.org/officeDocument/2006/relationships/slideLayout" Target="../slideLayouts/slideLayout32.xml"/><Relationship Id="rId10" Type="http://schemas.openxmlformats.org/officeDocument/2006/relationships/slideLayout" Target="../slideLayouts/slideLayout37.xml"/><Relationship Id="rId4" Type="http://schemas.openxmlformats.org/officeDocument/2006/relationships/slideLayout" Target="../slideLayouts/slideLayout31.xml"/><Relationship Id="rId9" Type="http://schemas.openxmlformats.org/officeDocument/2006/relationships/slideLayout" Target="../slideLayouts/slideLayout36.xml"/><Relationship Id="rId14"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标题占位符 1"/>
          <p:cNvSpPr>
            <a:spLocks noGrp="1"/>
          </p:cNvSpPr>
          <p:nvPr>
            <p:ph type="title"/>
          </p:nvPr>
        </p:nvSpPr>
        <p:spPr>
          <a:xfrm>
            <a:off x="457200" y="274638"/>
            <a:ext cx="8229600" cy="1143000"/>
          </a:xfrm>
          <a:prstGeom prst="rect">
            <a:avLst/>
          </a:prstGeom>
          <a:noFill/>
          <a:ln w="9525">
            <a:noFill/>
          </a:ln>
        </p:spPr>
        <p:txBody>
          <a:bodyPr anchor="ctr"/>
          <a:lstStyle/>
          <a:p>
            <a:pPr lvl="0"/>
            <a:r>
              <a:rPr lang="zh-CN" altLang="en-US" dirty="0"/>
              <a:t>单击此处编辑母版标题样式</a:t>
            </a:r>
          </a:p>
        </p:txBody>
      </p:sp>
      <p:sp>
        <p:nvSpPr>
          <p:cNvPr id="1027" name="文本占位符 2"/>
          <p:cNvSpPr>
            <a:spLocks noGrp="1"/>
          </p:cNvSpPr>
          <p:nvPr>
            <p:ph type="body"/>
          </p:nvPr>
        </p:nvSpPr>
        <p:spPr>
          <a:xfrm>
            <a:off x="457200" y="1600200"/>
            <a:ext cx="8229600" cy="4525963"/>
          </a:xfrm>
          <a:prstGeom prst="rect">
            <a:avLst/>
          </a:prstGeom>
          <a:noFill/>
          <a:ln w="9525">
            <a:noFill/>
          </a:ln>
        </p:spPr>
        <p:txBody>
          <a:bodyPr anchor="t"/>
          <a:lstStyle/>
          <a:p>
            <a:pPr lvl="0"/>
            <a:r>
              <a:rPr lang="zh-CN" altLang="en-US" dirty="0"/>
              <a:t>单击此处编辑母版文本样式</a:t>
            </a:r>
          </a:p>
          <a:p>
            <a:pPr lvl="1" indent="-285750"/>
            <a:r>
              <a:rPr lang="zh-CN" altLang="en-US" dirty="0"/>
              <a:t>第二级</a:t>
            </a:r>
          </a:p>
          <a:p>
            <a:pPr lvl="2" indent="-228600"/>
            <a:r>
              <a:rPr lang="zh-CN" altLang="en-US" dirty="0"/>
              <a:t>第三级</a:t>
            </a:r>
          </a:p>
          <a:p>
            <a:pPr lvl="3" indent="-228600"/>
            <a:r>
              <a:rPr lang="zh-CN" altLang="en-US" dirty="0"/>
              <a:t>第四级</a:t>
            </a:r>
          </a:p>
          <a:p>
            <a:pPr lvl="4" indent="-228600"/>
            <a:r>
              <a:rPr lang="zh-CN" altLang="en-US" dirty="0"/>
              <a:t>第五级</a:t>
            </a:r>
          </a:p>
        </p:txBody>
      </p:sp>
      <p:sp>
        <p:nvSpPr>
          <p:cNvPr id="4" name="日期占位符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eaLnBrk="1" hangingPunct="1">
              <a:lnSpc>
                <a:spcPct val="150000"/>
              </a:lnSpc>
              <a:spcBef>
                <a:spcPct val="20000"/>
              </a:spcBef>
              <a:buSzPct val="85000"/>
              <a:buFontTx/>
              <a:buChar char="•"/>
              <a:defRPr sz="1200">
                <a:solidFill>
                  <a:schemeClr val="tx1">
                    <a:tint val="75000"/>
                  </a:schemeClr>
                </a:solidFill>
              </a:defRPr>
            </a:lvl1pPr>
          </a:lstStyle>
          <a:p>
            <a:pPr marL="0" marR="0" lvl="0" indent="0" algn="l" defTabSz="914400" rtl="0" eaLnBrk="1" fontAlgn="base" latinLnBrk="0" hangingPunct="1">
              <a:lnSpc>
                <a:spcPct val="150000"/>
              </a:lnSpc>
              <a:spcBef>
                <a:spcPct val="20000"/>
              </a:spcBef>
              <a:spcAft>
                <a:spcPct val="0"/>
              </a:spcAft>
              <a:buClrTx/>
              <a:buSzPct val="85000"/>
              <a:buFontTx/>
              <a:buChar char="•"/>
              <a:defRPr/>
            </a:pPr>
            <a:fld id="{12D30AAB-2124-440D-B203-3271BF4B2021}" type="datetime8">
              <a:rPr kumimoji="1" lang="zh-CN" altLang="en-US" sz="1200" b="0" i="0" u="none" strike="noStrike" kern="1200" cap="none" spc="0" normalizeH="0" baseline="0" noProof="0">
                <a:ln>
                  <a:noFill/>
                </a:ln>
                <a:solidFill>
                  <a:schemeClr val="tx1">
                    <a:tint val="75000"/>
                  </a:schemeClr>
                </a:solidFill>
                <a:effectLst/>
                <a:uLnTx/>
                <a:uFillTx/>
                <a:latin typeface="Times New Roman" panose="02020603050405020304" pitchFamily="18" charset="0"/>
                <a:ea typeface="楷体_GB2312" pitchFamily="49" charset="-122"/>
                <a:cs typeface="+mn-cs"/>
              </a:rPr>
              <a:t>2024年9月5日12时0分</a:t>
            </a:fld>
            <a:endParaRPr kumimoji="1" lang="en-US" altLang="zh-CN" sz="1200" b="0" i="0" u="none" strike="noStrike" kern="1200" cap="none" spc="0" normalizeH="0" baseline="0" noProof="0">
              <a:ln>
                <a:noFill/>
              </a:ln>
              <a:solidFill>
                <a:schemeClr val="tx1">
                  <a:tint val="75000"/>
                </a:schemeClr>
              </a:solidFill>
              <a:effectLst/>
              <a:uLnTx/>
              <a:uFillTx/>
              <a:latin typeface="Times New Roman" panose="02020603050405020304" pitchFamily="18" charset="0"/>
              <a:ea typeface="楷体_GB2312" pitchFamily="49" charset="-122"/>
              <a:cs typeface="+mn-cs"/>
            </a:endParaRPr>
          </a:p>
        </p:txBody>
      </p:sp>
      <p:sp>
        <p:nvSpPr>
          <p:cNvPr id="5" name="页脚占位符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eaLnBrk="1" hangingPunct="1">
              <a:lnSpc>
                <a:spcPct val="150000"/>
              </a:lnSpc>
              <a:spcBef>
                <a:spcPct val="20000"/>
              </a:spcBef>
              <a:buSzPct val="85000"/>
              <a:buFontTx/>
              <a:buChar char="•"/>
              <a:defRPr sz="1200">
                <a:solidFill>
                  <a:schemeClr val="tx1">
                    <a:tint val="75000"/>
                  </a:schemeClr>
                </a:solidFill>
              </a:defRPr>
            </a:lvl1pPr>
          </a:lstStyle>
          <a:p>
            <a:pPr marL="0" marR="0" lvl="0" indent="0" algn="ctr" defTabSz="914400" rtl="0" eaLnBrk="1" fontAlgn="base" latinLnBrk="0" hangingPunct="1">
              <a:lnSpc>
                <a:spcPct val="150000"/>
              </a:lnSpc>
              <a:spcBef>
                <a:spcPct val="20000"/>
              </a:spcBef>
              <a:spcAft>
                <a:spcPct val="0"/>
              </a:spcAft>
              <a:buClrTx/>
              <a:buSzPct val="85000"/>
              <a:buFontTx/>
              <a:buChar char="•"/>
              <a:defRPr/>
            </a:pPr>
            <a:r>
              <a:rPr kumimoji="1" lang="zh-CN" altLang="en-US" sz="1200" b="0" i="0" u="none" strike="noStrike" kern="1200" cap="none" spc="0" normalizeH="0" baseline="0" noProof="0">
                <a:ln>
                  <a:noFill/>
                </a:ln>
                <a:solidFill>
                  <a:schemeClr val="tx1">
                    <a:tint val="75000"/>
                  </a:schemeClr>
                </a:solidFill>
                <a:effectLst/>
                <a:uLnTx/>
                <a:uFillTx/>
                <a:latin typeface="Times New Roman" panose="02020603050405020304" pitchFamily="18" charset="0"/>
                <a:ea typeface="楷体_GB2312" pitchFamily="49" charset="-122"/>
                <a:cs typeface="+mn-cs"/>
              </a:rPr>
              <a:t>自动化学院</a:t>
            </a:r>
            <a:endParaRPr kumimoji="1" lang="en-US" altLang="zh-CN" sz="1200" b="0" i="0" u="none" strike="noStrike" kern="1200" cap="none" spc="0" normalizeH="0" baseline="0" noProof="0">
              <a:ln>
                <a:noFill/>
              </a:ln>
              <a:solidFill>
                <a:schemeClr val="tx1">
                  <a:tint val="75000"/>
                </a:schemeClr>
              </a:solidFill>
              <a:effectLst/>
              <a:uLnTx/>
              <a:uFillTx/>
              <a:latin typeface="Times New Roman" panose="02020603050405020304" pitchFamily="18" charset="0"/>
              <a:ea typeface="楷体_GB2312" pitchFamily="49" charset="-122"/>
              <a:cs typeface="+mn-cs"/>
            </a:endParaRPr>
          </a:p>
        </p:txBody>
      </p:sp>
      <p:sp>
        <p:nvSpPr>
          <p:cNvPr id="6" name="灯片编号占位符 5"/>
          <p:cNvSpPr>
            <a:spLocks noGrp="1"/>
          </p:cNvSpPr>
          <p:nvPr>
            <p:ph type="sldNum" sz="quarter" idx="4"/>
          </p:nvPr>
        </p:nvSpPr>
        <p:spPr>
          <a:xfrm>
            <a:off x="6553200" y="6356350"/>
            <a:ext cx="2133600" cy="365125"/>
          </a:xfrm>
          <a:prstGeom prst="rect">
            <a:avLst/>
          </a:prstGeom>
        </p:spPr>
        <p:txBody>
          <a:bodyPr vert="horz" wrap="square" lIns="91440" tIns="45720" rIns="91440" bIns="45720" numCol="1" anchor="ctr" anchorCtr="0" compatLnSpc="1"/>
          <a:lstStyle>
            <a:lvl1pPr algn="r" eaLnBrk="1" hangingPunct="1">
              <a:lnSpc>
                <a:spcPct val="150000"/>
              </a:lnSpc>
              <a:spcBef>
                <a:spcPct val="20000"/>
              </a:spcBef>
              <a:buSzPct val="85000"/>
              <a:buFontTx/>
              <a:buChar char="•"/>
              <a:defRPr sz="1200">
                <a:solidFill>
                  <a:srgbClr val="898989"/>
                </a:solidFill>
              </a:defRPr>
            </a:lvl1pPr>
          </a:lstStyle>
          <a:p>
            <a:pPr marL="0" marR="0" lvl="0" indent="0" algn="r" defTabSz="914400" rtl="0" eaLnBrk="1" fontAlgn="base" latinLnBrk="0" hangingPunct="1">
              <a:lnSpc>
                <a:spcPct val="150000"/>
              </a:lnSpc>
              <a:spcBef>
                <a:spcPct val="20000"/>
              </a:spcBef>
              <a:spcAft>
                <a:spcPct val="0"/>
              </a:spcAft>
              <a:buClrTx/>
              <a:buSzPct val="85000"/>
              <a:buFontTx/>
              <a:buChar char="•"/>
              <a:defRPr/>
            </a:pPr>
            <a:fld id="{1517C538-367E-41AC-BC9B-F215724DE702}" type="slidenum">
              <a:rPr kumimoji="1" lang="en-US" altLang="zh-CN" sz="1200" b="0" i="0" u="none" strike="noStrike" kern="1200" cap="none" spc="0" normalizeH="0" baseline="0" noProof="0">
                <a:ln>
                  <a:noFill/>
                </a:ln>
                <a:solidFill>
                  <a:srgbClr val="898989"/>
                </a:solidFill>
                <a:effectLst/>
                <a:uLnTx/>
                <a:uFillTx/>
                <a:latin typeface="Times New Roman" panose="02020603050405020304" pitchFamily="18" charset="0"/>
                <a:ea typeface="楷体_GB2312" pitchFamily="49" charset="-122"/>
                <a:cs typeface="+mn-cs"/>
              </a:rPr>
              <a:t>‹#›</a:t>
            </a:fld>
            <a:endParaRPr kumimoji="1" lang="en-US" altLang="zh-CN" sz="1200" b="0" i="0" u="none" strike="noStrike" kern="1200" cap="none" spc="0" normalizeH="0" baseline="0" noProof="0">
              <a:ln>
                <a:noFill/>
              </a:ln>
              <a:solidFill>
                <a:srgbClr val="898989"/>
              </a:solidFill>
              <a:effectLst/>
              <a:uLnTx/>
              <a:uFillTx/>
              <a:latin typeface="Times New Roman" panose="02020603050405020304" pitchFamily="18" charset="0"/>
              <a:ea typeface="楷体_GB2312" pitchFamily="49" charset="-122"/>
              <a:cs typeface="+mn-cs"/>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hf sldNum="0" hdr="0" ftr="0" dt="0"/>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2pPr>
      <a:lvl3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3pPr>
      <a:lvl4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4pPr>
      <a:lvl5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5pPr>
      <a:lvl6pPr marL="4572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6pPr>
      <a:lvl7pPr marL="9144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7pPr>
      <a:lvl8pPr marL="13716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8pPr>
      <a:lvl9pPr marL="18288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8" name="标题占位符 1"/>
          <p:cNvSpPr>
            <a:spLocks noGrp="1"/>
          </p:cNvSpPr>
          <p:nvPr>
            <p:ph type="title"/>
          </p:nvPr>
        </p:nvSpPr>
        <p:spPr>
          <a:xfrm>
            <a:off x="457200" y="274638"/>
            <a:ext cx="8229600" cy="1143000"/>
          </a:xfrm>
          <a:prstGeom prst="rect">
            <a:avLst/>
          </a:prstGeom>
          <a:noFill/>
          <a:ln w="9525">
            <a:noFill/>
          </a:ln>
        </p:spPr>
        <p:txBody>
          <a:bodyPr anchor="ctr"/>
          <a:lstStyle/>
          <a:p>
            <a:pPr lvl="0"/>
            <a:r>
              <a:rPr lang="zh-CN" altLang="en-US" dirty="0"/>
              <a:t>单击此处编辑母版标题样式</a:t>
            </a:r>
          </a:p>
        </p:txBody>
      </p:sp>
      <p:sp>
        <p:nvSpPr>
          <p:cNvPr id="4099" name="文本占位符 2"/>
          <p:cNvSpPr>
            <a:spLocks noGrp="1"/>
          </p:cNvSpPr>
          <p:nvPr>
            <p:ph type="body"/>
          </p:nvPr>
        </p:nvSpPr>
        <p:spPr>
          <a:xfrm>
            <a:off x="457200" y="1600200"/>
            <a:ext cx="8229600" cy="4525963"/>
          </a:xfrm>
          <a:prstGeom prst="rect">
            <a:avLst/>
          </a:prstGeom>
          <a:noFill/>
          <a:ln w="9525">
            <a:noFill/>
          </a:ln>
        </p:spPr>
        <p:txBody>
          <a:bodyPr anchor="t"/>
          <a:lstStyle/>
          <a:p>
            <a:pPr lvl="0"/>
            <a:r>
              <a:rPr lang="zh-CN" altLang="en-US" dirty="0"/>
              <a:t>单击此处编辑母版文本样式</a:t>
            </a:r>
          </a:p>
          <a:p>
            <a:pPr lvl="1" indent="-285750"/>
            <a:r>
              <a:rPr lang="zh-CN" altLang="en-US" dirty="0"/>
              <a:t>第二级</a:t>
            </a:r>
          </a:p>
          <a:p>
            <a:pPr lvl="2" indent="-228600"/>
            <a:r>
              <a:rPr lang="zh-CN" altLang="en-US" dirty="0"/>
              <a:t>第三级</a:t>
            </a:r>
          </a:p>
          <a:p>
            <a:pPr lvl="3" indent="-228600"/>
            <a:r>
              <a:rPr lang="zh-CN" altLang="en-US" dirty="0"/>
              <a:t>第四级</a:t>
            </a:r>
          </a:p>
          <a:p>
            <a:pPr lvl="4" indent="-228600"/>
            <a:r>
              <a:rPr lang="zh-CN" altLang="en-US" dirty="0"/>
              <a:t>第五级</a:t>
            </a:r>
          </a:p>
        </p:txBody>
      </p:sp>
      <p:sp>
        <p:nvSpPr>
          <p:cNvPr id="4" name="日期占位符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eaLnBrk="1" hangingPunct="1">
              <a:lnSpc>
                <a:spcPct val="150000"/>
              </a:lnSpc>
              <a:spcBef>
                <a:spcPct val="20000"/>
              </a:spcBef>
              <a:buSzPct val="85000"/>
              <a:buFontTx/>
              <a:buChar char="•"/>
              <a:defRPr sz="1200">
                <a:solidFill>
                  <a:schemeClr val="tx1">
                    <a:tint val="75000"/>
                  </a:schemeClr>
                </a:solidFill>
              </a:defRPr>
            </a:lvl1pPr>
          </a:lstStyle>
          <a:p>
            <a:pPr marL="0" marR="0" lvl="0" indent="0" algn="l" defTabSz="914400" rtl="0" eaLnBrk="1" fontAlgn="base" latinLnBrk="0" hangingPunct="1">
              <a:lnSpc>
                <a:spcPct val="150000"/>
              </a:lnSpc>
              <a:spcBef>
                <a:spcPct val="20000"/>
              </a:spcBef>
              <a:spcAft>
                <a:spcPct val="0"/>
              </a:spcAft>
              <a:buClrTx/>
              <a:buSzPct val="85000"/>
              <a:buFontTx/>
              <a:buChar char="•"/>
              <a:defRPr/>
            </a:pPr>
            <a:fld id="{12D30AAB-2124-440D-B203-3271BF4B2021}" type="datetime8">
              <a:rPr kumimoji="1" lang="zh-CN" altLang="en-US" sz="1200" b="0" i="0" u="none" strike="noStrike" kern="1200" cap="none" spc="0" normalizeH="0" baseline="0" noProof="0">
                <a:ln>
                  <a:noFill/>
                </a:ln>
                <a:solidFill>
                  <a:schemeClr val="tx1">
                    <a:tint val="75000"/>
                  </a:schemeClr>
                </a:solidFill>
                <a:effectLst/>
                <a:uLnTx/>
                <a:uFillTx/>
                <a:latin typeface="Times New Roman" panose="02020603050405020304" pitchFamily="18" charset="0"/>
                <a:ea typeface="楷体_GB2312" pitchFamily="49" charset="-122"/>
                <a:cs typeface="+mn-cs"/>
              </a:rPr>
              <a:t>2024年9月5日12时0分</a:t>
            </a:fld>
            <a:endParaRPr kumimoji="1" lang="en-US" altLang="zh-CN" sz="1200" b="0" i="0" u="none" strike="noStrike" kern="1200" cap="none" spc="0" normalizeH="0" baseline="0" noProof="0">
              <a:ln>
                <a:noFill/>
              </a:ln>
              <a:solidFill>
                <a:schemeClr val="tx1">
                  <a:tint val="75000"/>
                </a:schemeClr>
              </a:solidFill>
              <a:effectLst/>
              <a:uLnTx/>
              <a:uFillTx/>
              <a:latin typeface="Times New Roman" panose="02020603050405020304" pitchFamily="18" charset="0"/>
              <a:ea typeface="楷体_GB2312" pitchFamily="49" charset="-122"/>
              <a:cs typeface="+mn-cs"/>
            </a:endParaRPr>
          </a:p>
        </p:txBody>
      </p:sp>
      <p:sp>
        <p:nvSpPr>
          <p:cNvPr id="5" name="页脚占位符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eaLnBrk="1" hangingPunct="1">
              <a:lnSpc>
                <a:spcPct val="150000"/>
              </a:lnSpc>
              <a:spcBef>
                <a:spcPct val="20000"/>
              </a:spcBef>
              <a:buSzPct val="85000"/>
              <a:buFontTx/>
              <a:buChar char="•"/>
              <a:defRPr sz="1200">
                <a:solidFill>
                  <a:schemeClr val="tx1">
                    <a:tint val="75000"/>
                  </a:schemeClr>
                </a:solidFill>
              </a:defRPr>
            </a:lvl1pPr>
          </a:lstStyle>
          <a:p>
            <a:pPr marL="0" marR="0" lvl="0" indent="0" algn="ctr" defTabSz="914400" rtl="0" eaLnBrk="1" fontAlgn="base" latinLnBrk="0" hangingPunct="1">
              <a:lnSpc>
                <a:spcPct val="150000"/>
              </a:lnSpc>
              <a:spcBef>
                <a:spcPct val="20000"/>
              </a:spcBef>
              <a:spcAft>
                <a:spcPct val="0"/>
              </a:spcAft>
              <a:buClrTx/>
              <a:buSzPct val="85000"/>
              <a:buFontTx/>
              <a:buChar char="•"/>
              <a:defRPr/>
            </a:pPr>
            <a:r>
              <a:rPr kumimoji="1" lang="zh-CN" altLang="en-US" sz="1200" b="0" i="0" u="none" strike="noStrike" kern="1200" cap="none" spc="0" normalizeH="0" baseline="0" noProof="0">
                <a:ln>
                  <a:noFill/>
                </a:ln>
                <a:solidFill>
                  <a:schemeClr val="tx1">
                    <a:tint val="75000"/>
                  </a:schemeClr>
                </a:solidFill>
                <a:effectLst/>
                <a:uLnTx/>
                <a:uFillTx/>
                <a:latin typeface="Times New Roman" panose="02020603050405020304" pitchFamily="18" charset="0"/>
                <a:ea typeface="楷体_GB2312" pitchFamily="49" charset="-122"/>
                <a:cs typeface="+mn-cs"/>
              </a:rPr>
              <a:t>自动化学院</a:t>
            </a:r>
            <a:endParaRPr kumimoji="1" lang="en-US" altLang="zh-CN" sz="1200" b="0" i="0" u="none" strike="noStrike" kern="1200" cap="none" spc="0" normalizeH="0" baseline="0" noProof="0">
              <a:ln>
                <a:noFill/>
              </a:ln>
              <a:solidFill>
                <a:schemeClr val="tx1">
                  <a:tint val="75000"/>
                </a:schemeClr>
              </a:solidFill>
              <a:effectLst/>
              <a:uLnTx/>
              <a:uFillTx/>
              <a:latin typeface="Times New Roman" panose="02020603050405020304" pitchFamily="18" charset="0"/>
              <a:ea typeface="楷体_GB2312" pitchFamily="49" charset="-122"/>
              <a:cs typeface="+mn-cs"/>
            </a:endParaRPr>
          </a:p>
        </p:txBody>
      </p:sp>
      <p:sp>
        <p:nvSpPr>
          <p:cNvPr id="6" name="灯片编号占位符 5"/>
          <p:cNvSpPr>
            <a:spLocks noGrp="1"/>
          </p:cNvSpPr>
          <p:nvPr>
            <p:ph type="sldNum" sz="quarter" idx="4"/>
          </p:nvPr>
        </p:nvSpPr>
        <p:spPr>
          <a:xfrm>
            <a:off x="6553200" y="6356350"/>
            <a:ext cx="2133600" cy="365125"/>
          </a:xfrm>
          <a:prstGeom prst="rect">
            <a:avLst/>
          </a:prstGeom>
        </p:spPr>
        <p:txBody>
          <a:bodyPr vert="horz" wrap="square" lIns="91440" tIns="45720" rIns="91440" bIns="45720" numCol="1" anchor="ctr" anchorCtr="0" compatLnSpc="1"/>
          <a:lstStyle>
            <a:lvl1pPr algn="r" eaLnBrk="1" hangingPunct="1">
              <a:lnSpc>
                <a:spcPct val="150000"/>
              </a:lnSpc>
              <a:spcBef>
                <a:spcPct val="20000"/>
              </a:spcBef>
              <a:buSzPct val="85000"/>
              <a:buFontTx/>
              <a:buChar char="•"/>
              <a:defRPr sz="1200">
                <a:solidFill>
                  <a:srgbClr val="898989"/>
                </a:solidFill>
              </a:defRPr>
            </a:lvl1pPr>
          </a:lstStyle>
          <a:p>
            <a:pPr marL="0" marR="0" lvl="0" indent="0" algn="r" defTabSz="914400" rtl="0" eaLnBrk="1" fontAlgn="base" latinLnBrk="0" hangingPunct="1">
              <a:lnSpc>
                <a:spcPct val="150000"/>
              </a:lnSpc>
              <a:spcBef>
                <a:spcPct val="20000"/>
              </a:spcBef>
              <a:spcAft>
                <a:spcPct val="0"/>
              </a:spcAft>
              <a:buClrTx/>
              <a:buSzPct val="85000"/>
              <a:buFontTx/>
              <a:buChar char="•"/>
              <a:defRPr/>
            </a:pPr>
            <a:fld id="{1517C538-367E-41AC-BC9B-F215724DE702}" type="slidenum">
              <a:rPr kumimoji="1" lang="en-US" altLang="zh-CN" sz="1200" b="0" i="0" u="none" strike="noStrike" kern="1200" cap="none" spc="0" normalizeH="0" baseline="0" noProof="0">
                <a:ln>
                  <a:noFill/>
                </a:ln>
                <a:solidFill>
                  <a:srgbClr val="898989"/>
                </a:solidFill>
                <a:effectLst/>
                <a:uLnTx/>
                <a:uFillTx/>
                <a:latin typeface="Times New Roman" panose="02020603050405020304" pitchFamily="18" charset="0"/>
                <a:ea typeface="楷体_GB2312" pitchFamily="49" charset="-122"/>
                <a:cs typeface="+mn-cs"/>
              </a:rPr>
              <a:t>‹#›</a:t>
            </a:fld>
            <a:endParaRPr kumimoji="1" lang="en-US" altLang="zh-CN" sz="1200" b="0" i="0" u="none" strike="noStrike" kern="1200" cap="none" spc="0" normalizeH="0" baseline="0" noProof="0">
              <a:ln>
                <a:noFill/>
              </a:ln>
              <a:solidFill>
                <a:srgbClr val="898989"/>
              </a:solidFill>
              <a:effectLst/>
              <a:uLnTx/>
              <a:uFillTx/>
              <a:latin typeface="Times New Roman" panose="02020603050405020304" pitchFamily="18" charset="0"/>
              <a:ea typeface="楷体_GB2312" pitchFamily="49" charset="-122"/>
              <a:cs typeface="+mn-cs"/>
            </a:endParaRPr>
          </a:p>
        </p:txBody>
      </p:sp>
    </p:spTree>
  </p:cSld>
  <p:clrMap bg1="lt1" tx1="dk1" bg2="lt2" tx2="dk2" accent1="accent1" accent2="accent2" accent3="accent3" accent4="accent4" accent5="accent5" accent6="accent6" hlink="hlink" folHlink="folHlink"/>
  <p:sldLayoutIdLst>
    <p:sldLayoutId id="2147483663" r:id="rId1"/>
    <p:sldLayoutId id="2147483664" r:id="rId2"/>
    <p:sldLayoutId id="2147483665" r:id="rId3"/>
    <p:sldLayoutId id="2147483666" r:id="rId4"/>
    <p:sldLayoutId id="2147483667" r:id="rId5"/>
    <p:sldLayoutId id="2147483668" r:id="rId6"/>
    <p:sldLayoutId id="2147483669" r:id="rId7"/>
    <p:sldLayoutId id="2147483670" r:id="rId8"/>
    <p:sldLayoutId id="2147483671" r:id="rId9"/>
    <p:sldLayoutId id="2147483672" r:id="rId10"/>
    <p:sldLayoutId id="2147483673" r:id="rId11"/>
    <p:sldLayoutId id="2147483674" r:id="rId12"/>
    <p:sldLayoutId id="2147483675" r:id="rId13"/>
    <p:sldLayoutId id="2147483676" r:id="rId14"/>
  </p:sldLayoutIdLst>
  <p:hf sldNum="0" hdr="0" ftr="0" dt="0"/>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2pPr>
      <a:lvl3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3pPr>
      <a:lvl4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4pPr>
      <a:lvl5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5pPr>
      <a:lvl6pPr marL="4572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6pPr>
      <a:lvl7pPr marL="9144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7pPr>
      <a:lvl8pPr marL="13716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8pPr>
      <a:lvl9pPr marL="18288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122" name="标题占位符 1"/>
          <p:cNvSpPr>
            <a:spLocks noGrp="1"/>
          </p:cNvSpPr>
          <p:nvPr>
            <p:ph type="title"/>
          </p:nvPr>
        </p:nvSpPr>
        <p:spPr>
          <a:xfrm>
            <a:off x="457200" y="274638"/>
            <a:ext cx="8229600" cy="1143000"/>
          </a:xfrm>
          <a:prstGeom prst="rect">
            <a:avLst/>
          </a:prstGeom>
          <a:noFill/>
          <a:ln w="9525">
            <a:noFill/>
          </a:ln>
        </p:spPr>
        <p:txBody>
          <a:bodyPr anchor="ctr"/>
          <a:lstStyle/>
          <a:p>
            <a:pPr lvl="0"/>
            <a:r>
              <a:rPr lang="zh-CN" altLang="en-US" dirty="0"/>
              <a:t>单击此处编辑母版标题样式</a:t>
            </a:r>
          </a:p>
        </p:txBody>
      </p:sp>
      <p:sp>
        <p:nvSpPr>
          <p:cNvPr id="5123" name="文本占位符 2"/>
          <p:cNvSpPr>
            <a:spLocks noGrp="1"/>
          </p:cNvSpPr>
          <p:nvPr>
            <p:ph type="body"/>
          </p:nvPr>
        </p:nvSpPr>
        <p:spPr>
          <a:xfrm>
            <a:off x="457200" y="1600200"/>
            <a:ext cx="8229600" cy="4525963"/>
          </a:xfrm>
          <a:prstGeom prst="rect">
            <a:avLst/>
          </a:prstGeom>
          <a:noFill/>
          <a:ln w="9525">
            <a:noFill/>
          </a:ln>
        </p:spPr>
        <p:txBody>
          <a:bodyPr anchor="t"/>
          <a:lstStyle/>
          <a:p>
            <a:pPr lvl="0"/>
            <a:r>
              <a:rPr lang="zh-CN" altLang="en-US" dirty="0"/>
              <a:t>单击此处编辑母版文本样式</a:t>
            </a:r>
          </a:p>
          <a:p>
            <a:pPr lvl="1" indent="-285750"/>
            <a:r>
              <a:rPr lang="zh-CN" altLang="en-US" dirty="0"/>
              <a:t>第二级</a:t>
            </a:r>
          </a:p>
          <a:p>
            <a:pPr lvl="2" indent="-228600"/>
            <a:r>
              <a:rPr lang="zh-CN" altLang="en-US" dirty="0"/>
              <a:t>第三级</a:t>
            </a:r>
          </a:p>
          <a:p>
            <a:pPr lvl="3" indent="-228600"/>
            <a:r>
              <a:rPr lang="zh-CN" altLang="en-US" dirty="0"/>
              <a:t>第四级</a:t>
            </a:r>
          </a:p>
          <a:p>
            <a:pPr lvl="4" indent="-228600"/>
            <a:r>
              <a:rPr lang="zh-CN" altLang="en-US" dirty="0"/>
              <a:t>第五级</a:t>
            </a:r>
          </a:p>
        </p:txBody>
      </p:sp>
      <p:sp>
        <p:nvSpPr>
          <p:cNvPr id="4" name="日期占位符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eaLnBrk="1" hangingPunct="1">
              <a:lnSpc>
                <a:spcPct val="150000"/>
              </a:lnSpc>
              <a:spcBef>
                <a:spcPct val="20000"/>
              </a:spcBef>
              <a:buSzPct val="85000"/>
              <a:buFontTx/>
              <a:buChar char="•"/>
              <a:defRPr sz="1200">
                <a:solidFill>
                  <a:schemeClr val="tx1">
                    <a:tint val="75000"/>
                  </a:schemeClr>
                </a:solidFill>
              </a:defRPr>
            </a:lvl1pPr>
          </a:lstStyle>
          <a:p>
            <a:pPr marL="0" marR="0" lvl="0" indent="0" algn="l" defTabSz="914400" rtl="0" eaLnBrk="1" fontAlgn="base" latinLnBrk="0" hangingPunct="1">
              <a:lnSpc>
                <a:spcPct val="150000"/>
              </a:lnSpc>
              <a:spcBef>
                <a:spcPct val="20000"/>
              </a:spcBef>
              <a:spcAft>
                <a:spcPct val="0"/>
              </a:spcAft>
              <a:buClrTx/>
              <a:buSzPct val="85000"/>
              <a:buFontTx/>
              <a:buChar char="•"/>
              <a:defRPr/>
            </a:pPr>
            <a:fld id="{12D30AAB-2124-440D-B203-3271BF4B2021}" type="datetime8">
              <a:rPr kumimoji="1" lang="zh-CN" altLang="en-US" sz="1200" b="0" i="0" u="none" strike="noStrike" kern="1200" cap="none" spc="0" normalizeH="0" baseline="0" noProof="0">
                <a:ln>
                  <a:noFill/>
                </a:ln>
                <a:solidFill>
                  <a:schemeClr val="tx1">
                    <a:tint val="75000"/>
                  </a:schemeClr>
                </a:solidFill>
                <a:effectLst/>
                <a:uLnTx/>
                <a:uFillTx/>
                <a:latin typeface="Times New Roman" panose="02020603050405020304" pitchFamily="18" charset="0"/>
                <a:ea typeface="楷体_GB2312" pitchFamily="49" charset="-122"/>
                <a:cs typeface="+mn-cs"/>
              </a:rPr>
              <a:t>2024年9月5日12时0分</a:t>
            </a:fld>
            <a:endParaRPr kumimoji="1" lang="en-US" altLang="zh-CN" sz="1200" b="0" i="0" u="none" strike="noStrike" kern="1200" cap="none" spc="0" normalizeH="0" baseline="0" noProof="0">
              <a:ln>
                <a:noFill/>
              </a:ln>
              <a:solidFill>
                <a:schemeClr val="tx1">
                  <a:tint val="75000"/>
                </a:schemeClr>
              </a:solidFill>
              <a:effectLst/>
              <a:uLnTx/>
              <a:uFillTx/>
              <a:latin typeface="Times New Roman" panose="02020603050405020304" pitchFamily="18" charset="0"/>
              <a:ea typeface="楷体_GB2312" pitchFamily="49" charset="-122"/>
              <a:cs typeface="+mn-cs"/>
            </a:endParaRPr>
          </a:p>
        </p:txBody>
      </p:sp>
      <p:sp>
        <p:nvSpPr>
          <p:cNvPr id="5" name="页脚占位符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eaLnBrk="1" hangingPunct="1">
              <a:lnSpc>
                <a:spcPct val="150000"/>
              </a:lnSpc>
              <a:spcBef>
                <a:spcPct val="20000"/>
              </a:spcBef>
              <a:buSzPct val="85000"/>
              <a:buFontTx/>
              <a:buChar char="•"/>
              <a:defRPr sz="1200">
                <a:solidFill>
                  <a:schemeClr val="tx1">
                    <a:tint val="75000"/>
                  </a:schemeClr>
                </a:solidFill>
              </a:defRPr>
            </a:lvl1pPr>
          </a:lstStyle>
          <a:p>
            <a:pPr marL="0" marR="0" lvl="0" indent="0" algn="ctr" defTabSz="914400" rtl="0" eaLnBrk="1" fontAlgn="base" latinLnBrk="0" hangingPunct="1">
              <a:lnSpc>
                <a:spcPct val="150000"/>
              </a:lnSpc>
              <a:spcBef>
                <a:spcPct val="20000"/>
              </a:spcBef>
              <a:spcAft>
                <a:spcPct val="0"/>
              </a:spcAft>
              <a:buClrTx/>
              <a:buSzPct val="85000"/>
              <a:buFontTx/>
              <a:buChar char="•"/>
              <a:defRPr/>
            </a:pPr>
            <a:r>
              <a:rPr kumimoji="1" lang="zh-CN" altLang="en-US" sz="1200" b="0" i="0" u="none" strike="noStrike" kern="1200" cap="none" spc="0" normalizeH="0" baseline="0" noProof="0">
                <a:ln>
                  <a:noFill/>
                </a:ln>
                <a:solidFill>
                  <a:schemeClr val="tx1">
                    <a:tint val="75000"/>
                  </a:schemeClr>
                </a:solidFill>
                <a:effectLst/>
                <a:uLnTx/>
                <a:uFillTx/>
                <a:latin typeface="Times New Roman" panose="02020603050405020304" pitchFamily="18" charset="0"/>
                <a:ea typeface="楷体_GB2312" pitchFamily="49" charset="-122"/>
                <a:cs typeface="+mn-cs"/>
              </a:rPr>
              <a:t>自动化学院</a:t>
            </a:r>
            <a:endParaRPr kumimoji="1" lang="en-US" altLang="zh-CN" sz="1200" b="0" i="0" u="none" strike="noStrike" kern="1200" cap="none" spc="0" normalizeH="0" baseline="0" noProof="0">
              <a:ln>
                <a:noFill/>
              </a:ln>
              <a:solidFill>
                <a:schemeClr val="tx1">
                  <a:tint val="75000"/>
                </a:schemeClr>
              </a:solidFill>
              <a:effectLst/>
              <a:uLnTx/>
              <a:uFillTx/>
              <a:latin typeface="Times New Roman" panose="02020603050405020304" pitchFamily="18" charset="0"/>
              <a:ea typeface="楷体_GB2312" pitchFamily="49" charset="-122"/>
              <a:cs typeface="+mn-cs"/>
            </a:endParaRPr>
          </a:p>
        </p:txBody>
      </p:sp>
      <p:sp>
        <p:nvSpPr>
          <p:cNvPr id="6" name="灯片编号占位符 5"/>
          <p:cNvSpPr>
            <a:spLocks noGrp="1"/>
          </p:cNvSpPr>
          <p:nvPr>
            <p:ph type="sldNum" sz="quarter" idx="4"/>
          </p:nvPr>
        </p:nvSpPr>
        <p:spPr>
          <a:xfrm>
            <a:off x="6553200" y="6356350"/>
            <a:ext cx="2133600" cy="365125"/>
          </a:xfrm>
          <a:prstGeom prst="rect">
            <a:avLst/>
          </a:prstGeom>
        </p:spPr>
        <p:txBody>
          <a:bodyPr vert="horz" wrap="square" lIns="91440" tIns="45720" rIns="91440" bIns="45720" numCol="1" anchor="ctr" anchorCtr="0" compatLnSpc="1"/>
          <a:lstStyle>
            <a:lvl1pPr algn="r" eaLnBrk="1" hangingPunct="1">
              <a:lnSpc>
                <a:spcPct val="150000"/>
              </a:lnSpc>
              <a:spcBef>
                <a:spcPct val="20000"/>
              </a:spcBef>
              <a:buSzPct val="85000"/>
              <a:buFontTx/>
              <a:buChar char="•"/>
              <a:defRPr sz="1200">
                <a:solidFill>
                  <a:srgbClr val="898989"/>
                </a:solidFill>
              </a:defRPr>
            </a:lvl1pPr>
          </a:lstStyle>
          <a:p>
            <a:pPr marL="0" marR="0" lvl="0" indent="0" algn="r" defTabSz="914400" rtl="0" eaLnBrk="1" fontAlgn="base" latinLnBrk="0" hangingPunct="1">
              <a:lnSpc>
                <a:spcPct val="150000"/>
              </a:lnSpc>
              <a:spcBef>
                <a:spcPct val="20000"/>
              </a:spcBef>
              <a:spcAft>
                <a:spcPct val="0"/>
              </a:spcAft>
              <a:buClrTx/>
              <a:buSzPct val="85000"/>
              <a:buFontTx/>
              <a:buChar char="•"/>
              <a:defRPr/>
            </a:pPr>
            <a:fld id="{1517C538-367E-41AC-BC9B-F215724DE702}" type="slidenum">
              <a:rPr kumimoji="1" lang="en-US" altLang="zh-CN" sz="1200" b="0" i="0" u="none" strike="noStrike" kern="1200" cap="none" spc="0" normalizeH="0" baseline="0" noProof="0">
                <a:ln>
                  <a:noFill/>
                </a:ln>
                <a:solidFill>
                  <a:srgbClr val="898989"/>
                </a:solidFill>
                <a:effectLst/>
                <a:uLnTx/>
                <a:uFillTx/>
                <a:latin typeface="Times New Roman" panose="02020603050405020304" pitchFamily="18" charset="0"/>
                <a:ea typeface="楷体_GB2312" pitchFamily="49" charset="-122"/>
                <a:cs typeface="+mn-cs"/>
              </a:rPr>
              <a:t>‹#›</a:t>
            </a:fld>
            <a:endParaRPr kumimoji="1" lang="en-US" altLang="zh-CN" sz="1200" b="0" i="0" u="none" strike="noStrike" kern="1200" cap="none" spc="0" normalizeH="0" baseline="0" noProof="0">
              <a:ln>
                <a:noFill/>
              </a:ln>
              <a:solidFill>
                <a:srgbClr val="898989"/>
              </a:solidFill>
              <a:effectLst/>
              <a:uLnTx/>
              <a:uFillTx/>
              <a:latin typeface="Times New Roman" panose="02020603050405020304" pitchFamily="18" charset="0"/>
              <a:ea typeface="楷体_GB2312" pitchFamily="49" charset="-122"/>
              <a:cs typeface="+mn-cs"/>
            </a:endParaRPr>
          </a:p>
        </p:txBody>
      </p:sp>
    </p:spTree>
  </p:cSld>
  <p:clrMap bg1="lt1" tx1="dk1" bg2="lt2" tx2="dk2" accent1="accent1" accent2="accent2" accent3="accent3" accent4="accent4" accent5="accent5" accent6="accent6" hlink="hlink" folHlink="folHlink"/>
  <p:sldLayoutIdLst>
    <p:sldLayoutId id="2147483678" r:id="rId1"/>
    <p:sldLayoutId id="2147483679" r:id="rId2"/>
    <p:sldLayoutId id="2147483680" r:id="rId3"/>
    <p:sldLayoutId id="2147483681" r:id="rId4"/>
    <p:sldLayoutId id="2147483682" r:id="rId5"/>
    <p:sldLayoutId id="2147483683" r:id="rId6"/>
    <p:sldLayoutId id="2147483684" r:id="rId7"/>
    <p:sldLayoutId id="2147483685" r:id="rId8"/>
    <p:sldLayoutId id="2147483686" r:id="rId9"/>
    <p:sldLayoutId id="2147483687" r:id="rId10"/>
    <p:sldLayoutId id="2147483688" r:id="rId11"/>
    <p:sldLayoutId id="2147483689" r:id="rId12"/>
    <p:sldLayoutId id="2147483690" r:id="rId13"/>
  </p:sldLayoutIdLst>
  <p:hf sldNum="0" hdr="0" ftr="0" dt="0"/>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2pPr>
      <a:lvl3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3pPr>
      <a:lvl4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4pPr>
      <a:lvl5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5pPr>
      <a:lvl6pPr marL="4572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6pPr>
      <a:lvl7pPr marL="9144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7pPr>
      <a:lvl8pPr marL="13716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8pPr>
      <a:lvl9pPr marL="18288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jpeg"/><Relationship Id="rId1" Type="http://schemas.openxmlformats.org/officeDocument/2006/relationships/slideLayout" Target="../slideLayouts/slideLayout2.xml"/><Relationship Id="rId6" Type="http://schemas.openxmlformats.org/officeDocument/2006/relationships/image" Target="../media/image5.jpeg"/><Relationship Id="rId5" Type="http://schemas.openxmlformats.org/officeDocument/2006/relationships/image" Target="../media/image4.png"/><Relationship Id="rId4" Type="http://schemas.openxmlformats.org/officeDocument/2006/relationships/image" Target="../media/image3.png"/><Relationship Id="rId9" Type="http://schemas.openxmlformats.org/officeDocument/2006/relationships/image" Target="../media/image8.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8" Type="http://schemas.openxmlformats.org/officeDocument/2006/relationships/image" Target="../media/image13.jpeg"/><Relationship Id="rId3" Type="http://schemas.openxmlformats.org/officeDocument/2006/relationships/oleObject" Target="../embeddings/oleObject1.bin"/><Relationship Id="rId7" Type="http://schemas.openxmlformats.org/officeDocument/2006/relationships/image" Target="../media/image12.png"/><Relationship Id="rId2" Type="http://schemas.openxmlformats.org/officeDocument/2006/relationships/slideLayout" Target="../slideLayouts/slideLayout2.xml"/><Relationship Id="rId1" Type="http://schemas.openxmlformats.org/officeDocument/2006/relationships/vmlDrawing" Target="../drawings/vmlDrawing1.v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wmf"/></Relationships>
</file>

<file path=ppt/slides/_rels/slide4.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image" Target="../media/image14.jpeg"/><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5.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image" Target="../media/image18.jpeg"/><Relationship Id="rId1" Type="http://schemas.openxmlformats.org/officeDocument/2006/relationships/slideLayout" Target="../slideLayouts/slideLayout2.xml"/><Relationship Id="rId5" Type="http://schemas.openxmlformats.org/officeDocument/2006/relationships/image" Target="../media/image21.png"/><Relationship Id="rId4" Type="http://schemas.openxmlformats.org/officeDocument/2006/relationships/image" Target="../media/image20.GIF"/></Relationships>
</file>

<file path=ppt/slides/_rels/slide1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slideLayout" Target="../slideLayouts/slideLayout2.xml"/><Relationship Id="rId1" Type="http://schemas.openxmlformats.org/officeDocument/2006/relationships/tags" Target="../tags/tag1.xml"/></Relationships>
</file>

<file path=ppt/slides/_rels/slide11.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2.xml"/><Relationship Id="rId1" Type="http://schemas.openxmlformats.org/officeDocument/2006/relationships/vmlDrawing" Target="../drawings/vmlDrawing2.vml"/><Relationship Id="rId4" Type="http://schemas.openxmlformats.org/officeDocument/2006/relationships/image" Target="../media/image23.wmf"/></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slideLayout" Target="../slideLayouts/slideLayout7.xml"/><Relationship Id="rId1" Type="http://schemas.openxmlformats.org/officeDocument/2006/relationships/tags" Target="../tags/tag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4.xml"/></Relationships>
</file>

<file path=ppt/slides/_rels/slide17.xml.rels><?xml version="1.0" encoding="UTF-8" standalone="yes"?>
<Relationships xmlns="http://schemas.openxmlformats.org/package/2006/relationships"><Relationship Id="rId2" Type="http://schemas.openxmlformats.org/officeDocument/2006/relationships/image" Target="../media/image25.jpeg"/><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Layout" Target="../slideLayouts/slideLayout2.xml"/><Relationship Id="rId1" Type="http://schemas.openxmlformats.org/officeDocument/2006/relationships/vmlDrawing" Target="../drawings/vmlDrawing3.vml"/><Relationship Id="rId4" Type="http://schemas.openxmlformats.org/officeDocument/2006/relationships/image" Target="../media/image26.wmf"/></Relationships>
</file>

<file path=ppt/slides/_rels/slide19.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7.png"/><Relationship Id="rId1" Type="http://schemas.openxmlformats.org/officeDocument/2006/relationships/slideLayout" Target="../slideLayouts/slideLayout12.xml"/><Relationship Id="rId4" Type="http://schemas.openxmlformats.org/officeDocument/2006/relationships/image" Target="../media/image30.jpe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slideLayout" Target="../slideLayouts/slideLayout7.xml"/><Relationship Id="rId1" Type="http://schemas.openxmlformats.org/officeDocument/2006/relationships/vmlDrawing" Target="../drawings/vmlDrawing4.vml"/><Relationship Id="rId5" Type="http://schemas.openxmlformats.org/officeDocument/2006/relationships/image" Target="../media/image31.png"/><Relationship Id="rId4" Type="http://schemas.openxmlformats.org/officeDocument/2006/relationships/oleObject" Target="../embeddings/oleObject4.bin"/></Relationships>
</file>

<file path=ppt/slides/_rels/slide23.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Layout" Target="../slideLayouts/slideLayout12.xml"/><Relationship Id="rId1" Type="http://schemas.openxmlformats.org/officeDocument/2006/relationships/vmlDrawing" Target="../drawings/vmlDrawing5.vml"/><Relationship Id="rId5" Type="http://schemas.openxmlformats.org/officeDocument/2006/relationships/image" Target="../media/image27.png"/><Relationship Id="rId4" Type="http://schemas.openxmlformats.org/officeDocument/2006/relationships/image" Target="../media/image33.wmf"/></Relationships>
</file>

<file path=ppt/slides/_rels/slide24.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slideLayout" Target="../slideLayouts/slideLayout12.xml"/><Relationship Id="rId1" Type="http://schemas.openxmlformats.org/officeDocument/2006/relationships/vmlDrawing" Target="../drawings/vmlDrawing6.vml"/><Relationship Id="rId4" Type="http://schemas.openxmlformats.org/officeDocument/2006/relationships/image" Target="../media/image33.wmf"/></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Layout" Target="../slideLayouts/slideLayout12.xml"/><Relationship Id="rId1" Type="http://schemas.openxmlformats.org/officeDocument/2006/relationships/vmlDrawing" Target="../drawings/vmlDrawing7.vml"/><Relationship Id="rId5" Type="http://schemas.openxmlformats.org/officeDocument/2006/relationships/image" Target="../media/image35.png"/><Relationship Id="rId4" Type="http://schemas.openxmlformats.org/officeDocument/2006/relationships/image" Target="../media/image34.wmf"/></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1.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slideLayout" Target="../slideLayouts/slideLayout4.xml"/><Relationship Id="rId1" Type="http://schemas.openxmlformats.org/officeDocument/2006/relationships/vmlDrawing" Target="../drawings/vmlDrawing8.vml"/><Relationship Id="rId6" Type="http://schemas.openxmlformats.org/officeDocument/2006/relationships/image" Target="../media/image39.wmf"/><Relationship Id="rId5" Type="http://schemas.openxmlformats.org/officeDocument/2006/relationships/oleObject" Target="../embeddings/oleObject9.bin"/><Relationship Id="rId4" Type="http://schemas.openxmlformats.org/officeDocument/2006/relationships/image" Target="../media/image38.wmf"/></Relationships>
</file>

<file path=ppt/slides/_rels/slide32.xml.rels><?xml version="1.0" encoding="UTF-8" standalone="yes"?>
<Relationships xmlns="http://schemas.openxmlformats.org/package/2006/relationships"><Relationship Id="rId8" Type="http://schemas.openxmlformats.org/officeDocument/2006/relationships/oleObject" Target="../embeddings/oleObject12.bin"/><Relationship Id="rId13" Type="http://schemas.openxmlformats.org/officeDocument/2006/relationships/image" Target="../media/image44.wmf"/><Relationship Id="rId3" Type="http://schemas.openxmlformats.org/officeDocument/2006/relationships/oleObject" Target="../embeddings/oleObject10.bin"/><Relationship Id="rId7" Type="http://schemas.openxmlformats.org/officeDocument/2006/relationships/image" Target="../media/image27.png"/><Relationship Id="rId12" Type="http://schemas.openxmlformats.org/officeDocument/2006/relationships/oleObject" Target="../embeddings/oleObject14.bin"/><Relationship Id="rId2" Type="http://schemas.openxmlformats.org/officeDocument/2006/relationships/slideLayout" Target="../slideLayouts/slideLayout4.xml"/><Relationship Id="rId1" Type="http://schemas.openxmlformats.org/officeDocument/2006/relationships/vmlDrawing" Target="../drawings/vmlDrawing9.vml"/><Relationship Id="rId6" Type="http://schemas.openxmlformats.org/officeDocument/2006/relationships/image" Target="../media/image41.wmf"/><Relationship Id="rId11" Type="http://schemas.openxmlformats.org/officeDocument/2006/relationships/image" Target="../media/image43.wmf"/><Relationship Id="rId5" Type="http://schemas.openxmlformats.org/officeDocument/2006/relationships/oleObject" Target="../embeddings/oleObject11.bin"/><Relationship Id="rId10" Type="http://schemas.openxmlformats.org/officeDocument/2006/relationships/oleObject" Target="../embeddings/oleObject13.bin"/><Relationship Id="rId4" Type="http://schemas.openxmlformats.org/officeDocument/2006/relationships/image" Target="../media/image40.wmf"/><Relationship Id="rId9" Type="http://schemas.openxmlformats.org/officeDocument/2006/relationships/image" Target="../media/image42.wmf"/><Relationship Id="rId14" Type="http://schemas.openxmlformats.org/officeDocument/2006/relationships/image" Target="../media/image45.png"/></Relationships>
</file>

<file path=ppt/slides/_rels/slide33.xml.rels><?xml version="1.0" encoding="UTF-8" standalone="yes"?>
<Relationships xmlns="http://schemas.openxmlformats.org/package/2006/relationships"><Relationship Id="rId3" Type="http://schemas.openxmlformats.org/officeDocument/2006/relationships/oleObject" Target="../embeddings/oleObject15.bin"/><Relationship Id="rId2" Type="http://schemas.openxmlformats.org/officeDocument/2006/relationships/slideLayout" Target="../slideLayouts/slideLayout12.xml"/><Relationship Id="rId1" Type="http://schemas.openxmlformats.org/officeDocument/2006/relationships/vmlDrawing" Target="../drawings/vmlDrawing10.vml"/><Relationship Id="rId4" Type="http://schemas.openxmlformats.org/officeDocument/2006/relationships/image" Target="../media/image46.wmf"/></Relationships>
</file>

<file path=ppt/slides/_rels/slide34.xml.rels><?xml version="1.0" encoding="UTF-8" standalone="yes"?>
<Relationships xmlns="http://schemas.openxmlformats.org/package/2006/relationships"><Relationship Id="rId3" Type="http://schemas.openxmlformats.org/officeDocument/2006/relationships/oleObject" Target="../embeddings/oleObject16.bin"/><Relationship Id="rId2" Type="http://schemas.openxmlformats.org/officeDocument/2006/relationships/slideLayout" Target="../slideLayouts/slideLayout12.xml"/><Relationship Id="rId1" Type="http://schemas.openxmlformats.org/officeDocument/2006/relationships/vmlDrawing" Target="../drawings/vmlDrawing11.vml"/><Relationship Id="rId5" Type="http://schemas.openxmlformats.org/officeDocument/2006/relationships/image" Target="../media/image48.png"/><Relationship Id="rId4" Type="http://schemas.openxmlformats.org/officeDocument/2006/relationships/image" Target="../media/image47.emf"/></Relationships>
</file>

<file path=ppt/slides/_rels/slide35.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20.xml"/></Relationships>
</file>

<file path=ppt/slides/_rels/slide36.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50.png"/><Relationship Id="rId1" Type="http://schemas.openxmlformats.org/officeDocument/2006/relationships/slideLayout" Target="../slideLayouts/slideLayout12.xml"/></Relationships>
</file>

<file path=ppt/slides/_rels/slide37.xml.rels><?xml version="1.0" encoding="UTF-8" standalone="yes"?>
<Relationships xmlns="http://schemas.openxmlformats.org/package/2006/relationships"><Relationship Id="rId8" Type="http://schemas.openxmlformats.org/officeDocument/2006/relationships/image" Target="../media/image53.wmf"/><Relationship Id="rId3" Type="http://schemas.openxmlformats.org/officeDocument/2006/relationships/oleObject" Target="../embeddings/oleObject17.bin"/><Relationship Id="rId7" Type="http://schemas.openxmlformats.org/officeDocument/2006/relationships/oleObject" Target="../embeddings/oleObject19.bin"/><Relationship Id="rId2" Type="http://schemas.openxmlformats.org/officeDocument/2006/relationships/slideLayout" Target="../slideLayouts/slideLayout13.xml"/><Relationship Id="rId1" Type="http://schemas.openxmlformats.org/officeDocument/2006/relationships/vmlDrawing" Target="../drawings/vmlDrawing12.vml"/><Relationship Id="rId6" Type="http://schemas.openxmlformats.org/officeDocument/2006/relationships/image" Target="../media/image52.wmf"/><Relationship Id="rId5" Type="http://schemas.openxmlformats.org/officeDocument/2006/relationships/oleObject" Target="../embeddings/oleObject18.bin"/><Relationship Id="rId10" Type="http://schemas.openxmlformats.org/officeDocument/2006/relationships/image" Target="../media/image54.wmf"/><Relationship Id="rId4" Type="http://schemas.openxmlformats.org/officeDocument/2006/relationships/image" Target="../media/image51.wmf"/><Relationship Id="rId9" Type="http://schemas.openxmlformats.org/officeDocument/2006/relationships/oleObject" Target="../embeddings/oleObject20.bin"/></Relationships>
</file>

<file path=ppt/slides/_rels/slide38.xml.rels><?xml version="1.0" encoding="UTF-8" standalone="yes"?>
<Relationships xmlns="http://schemas.openxmlformats.org/package/2006/relationships"><Relationship Id="rId8" Type="http://schemas.openxmlformats.org/officeDocument/2006/relationships/image" Target="../media/image62.jpeg"/><Relationship Id="rId13" Type="http://schemas.openxmlformats.org/officeDocument/2006/relationships/oleObject" Target="../embeddings/oleObject25.bin"/><Relationship Id="rId3" Type="http://schemas.openxmlformats.org/officeDocument/2006/relationships/image" Target="../media/image61.png"/><Relationship Id="rId7" Type="http://schemas.openxmlformats.org/officeDocument/2006/relationships/image" Target="../media/image56.wmf"/><Relationship Id="rId12" Type="http://schemas.openxmlformats.org/officeDocument/2006/relationships/image" Target="../media/image58.wmf"/><Relationship Id="rId2" Type="http://schemas.openxmlformats.org/officeDocument/2006/relationships/slideLayout" Target="../slideLayouts/slideLayout12.xml"/><Relationship Id="rId16" Type="http://schemas.openxmlformats.org/officeDocument/2006/relationships/image" Target="../media/image60.wmf"/><Relationship Id="rId1" Type="http://schemas.openxmlformats.org/officeDocument/2006/relationships/vmlDrawing" Target="../drawings/vmlDrawing13.vml"/><Relationship Id="rId6" Type="http://schemas.openxmlformats.org/officeDocument/2006/relationships/oleObject" Target="../embeddings/oleObject22.bin"/><Relationship Id="rId11" Type="http://schemas.openxmlformats.org/officeDocument/2006/relationships/oleObject" Target="../embeddings/oleObject24.bin"/><Relationship Id="rId5" Type="http://schemas.openxmlformats.org/officeDocument/2006/relationships/image" Target="../media/image55.wmf"/><Relationship Id="rId15" Type="http://schemas.openxmlformats.org/officeDocument/2006/relationships/oleObject" Target="../embeddings/oleObject26.bin"/><Relationship Id="rId10" Type="http://schemas.openxmlformats.org/officeDocument/2006/relationships/image" Target="../media/image57.wmf"/><Relationship Id="rId4" Type="http://schemas.openxmlformats.org/officeDocument/2006/relationships/oleObject" Target="../embeddings/oleObject21.bin"/><Relationship Id="rId9" Type="http://schemas.openxmlformats.org/officeDocument/2006/relationships/oleObject" Target="../embeddings/oleObject23.bin"/><Relationship Id="rId14" Type="http://schemas.openxmlformats.org/officeDocument/2006/relationships/image" Target="../media/image59.wmf"/></Relationships>
</file>

<file path=ppt/slides/_rels/slide39.xml.rels><?xml version="1.0" encoding="UTF-8" standalone="yes"?>
<Relationships xmlns="http://schemas.openxmlformats.org/package/2006/relationships"><Relationship Id="rId2" Type="http://schemas.openxmlformats.org/officeDocument/2006/relationships/image" Target="../media/image63.jpeg"/><Relationship Id="rId1" Type="http://schemas.openxmlformats.org/officeDocument/2006/relationships/slideLayout" Target="../slideLayouts/slideLayout12.xml"/></Relationships>
</file>

<file path=ppt/slides/_rels/slide40.xml.rels><?xml version="1.0" encoding="UTF-8" standalone="yes"?>
<Relationships xmlns="http://schemas.openxmlformats.org/package/2006/relationships"><Relationship Id="rId3" Type="http://schemas.openxmlformats.org/officeDocument/2006/relationships/image" Target="../media/image64.jpeg"/><Relationship Id="rId2" Type="http://schemas.openxmlformats.org/officeDocument/2006/relationships/slideLayout" Target="../slideLayouts/slideLayout12.xml"/><Relationship Id="rId1" Type="http://schemas.openxmlformats.org/officeDocument/2006/relationships/vmlDrawing" Target="../drawings/vmlDrawing14.vml"/><Relationship Id="rId5" Type="http://schemas.openxmlformats.org/officeDocument/2006/relationships/image" Target="../media/image55.wmf"/><Relationship Id="rId4" Type="http://schemas.openxmlformats.org/officeDocument/2006/relationships/oleObject" Target="../embeddings/oleObject27.bin"/></Relationships>
</file>

<file path=ppt/slides/_rels/slide41.xml.rels><?xml version="1.0" encoding="UTF-8" standalone="yes"?>
<Relationships xmlns="http://schemas.openxmlformats.org/package/2006/relationships"><Relationship Id="rId3" Type="http://schemas.openxmlformats.org/officeDocument/2006/relationships/image" Target="../media/image66.jpeg"/><Relationship Id="rId2" Type="http://schemas.openxmlformats.org/officeDocument/2006/relationships/slideLayout" Target="../slideLayouts/slideLayout12.xml"/><Relationship Id="rId1" Type="http://schemas.openxmlformats.org/officeDocument/2006/relationships/vmlDrawing" Target="../drawings/vmlDrawing15.vml"/><Relationship Id="rId5" Type="http://schemas.openxmlformats.org/officeDocument/2006/relationships/image" Target="../media/image65.wmf"/><Relationship Id="rId4" Type="http://schemas.openxmlformats.org/officeDocument/2006/relationships/oleObject" Target="../embeddings/oleObject28.bin"/></Relationships>
</file>

<file path=ppt/slides/_rels/slide42.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12.xml"/></Relationships>
</file>

<file path=ppt/slides/_rels/slide43.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12.xml"/></Relationships>
</file>

<file path=ppt/slides/_rels/slide44.xml.rels><?xml version="1.0" encoding="UTF-8" standalone="yes"?>
<Relationships xmlns="http://schemas.openxmlformats.org/package/2006/relationships"><Relationship Id="rId3" Type="http://schemas.openxmlformats.org/officeDocument/2006/relationships/image" Target="../media/image69.png"/><Relationship Id="rId7" Type="http://schemas.openxmlformats.org/officeDocument/2006/relationships/image" Target="../media/image68.emf"/><Relationship Id="rId2" Type="http://schemas.openxmlformats.org/officeDocument/2006/relationships/slideLayout" Target="../slideLayouts/slideLayout12.xml"/><Relationship Id="rId1" Type="http://schemas.openxmlformats.org/officeDocument/2006/relationships/vmlDrawing" Target="../drawings/vmlDrawing16.vml"/><Relationship Id="rId6" Type="http://schemas.openxmlformats.org/officeDocument/2006/relationships/oleObject" Target="../embeddings/oleObject30.bin"/><Relationship Id="rId5" Type="http://schemas.openxmlformats.org/officeDocument/2006/relationships/image" Target="../media/image67.wmf"/><Relationship Id="rId4" Type="http://schemas.openxmlformats.org/officeDocument/2006/relationships/oleObject" Target="../embeddings/oleObject29.bin"/></Relationships>
</file>

<file path=ppt/slides/_rels/slide45.xml.rels><?xml version="1.0" encoding="UTF-8" standalone="yes"?>
<Relationships xmlns="http://schemas.openxmlformats.org/package/2006/relationships"><Relationship Id="rId8" Type="http://schemas.openxmlformats.org/officeDocument/2006/relationships/image" Target="../media/image72.emf"/><Relationship Id="rId3" Type="http://schemas.openxmlformats.org/officeDocument/2006/relationships/oleObject" Target="../embeddings/oleObject31.bin"/><Relationship Id="rId7" Type="http://schemas.openxmlformats.org/officeDocument/2006/relationships/oleObject" Target="../embeddings/oleObject33.bin"/><Relationship Id="rId2" Type="http://schemas.openxmlformats.org/officeDocument/2006/relationships/slideLayout" Target="../slideLayouts/slideLayout13.xml"/><Relationship Id="rId1" Type="http://schemas.openxmlformats.org/officeDocument/2006/relationships/vmlDrawing" Target="../drawings/vmlDrawing17.vml"/><Relationship Id="rId6" Type="http://schemas.openxmlformats.org/officeDocument/2006/relationships/image" Target="../media/image71.emf"/><Relationship Id="rId5" Type="http://schemas.openxmlformats.org/officeDocument/2006/relationships/oleObject" Target="../embeddings/oleObject32.bin"/><Relationship Id="rId10" Type="http://schemas.openxmlformats.org/officeDocument/2006/relationships/image" Target="../media/image73.emf"/><Relationship Id="rId4" Type="http://schemas.openxmlformats.org/officeDocument/2006/relationships/image" Target="../media/image70.emf"/><Relationship Id="rId9" Type="http://schemas.openxmlformats.org/officeDocument/2006/relationships/oleObject" Target="../embeddings/oleObject34.bin"/></Relationships>
</file>

<file path=ppt/slides/_rels/slide46.xml.rels><?xml version="1.0" encoding="UTF-8" standalone="yes"?>
<Relationships xmlns="http://schemas.openxmlformats.org/package/2006/relationships"><Relationship Id="rId3" Type="http://schemas.openxmlformats.org/officeDocument/2006/relationships/oleObject" Target="../embeddings/oleObject35.bin"/><Relationship Id="rId2" Type="http://schemas.openxmlformats.org/officeDocument/2006/relationships/slideLayout" Target="../slideLayouts/slideLayout12.xml"/><Relationship Id="rId1" Type="http://schemas.openxmlformats.org/officeDocument/2006/relationships/vmlDrawing" Target="../drawings/vmlDrawing18.vml"/><Relationship Id="rId5" Type="http://schemas.openxmlformats.org/officeDocument/2006/relationships/image" Target="../media/image69.png"/><Relationship Id="rId4" Type="http://schemas.openxmlformats.org/officeDocument/2006/relationships/image" Target="../media/image74.emf"/></Relationships>
</file>

<file path=ppt/slides/_rels/slide47.xml.rels><?xml version="1.0" encoding="UTF-8" standalone="yes"?>
<Relationships xmlns="http://schemas.openxmlformats.org/package/2006/relationships"><Relationship Id="rId2" Type="http://schemas.openxmlformats.org/officeDocument/2006/relationships/image" Target="../media/image75.png"/><Relationship Id="rId1" Type="http://schemas.openxmlformats.org/officeDocument/2006/relationships/slideLayout" Target="../slideLayouts/slideLayout12.xml"/></Relationships>
</file>

<file path=ppt/slides/_rels/slide48.xml.rels><?xml version="1.0" encoding="UTF-8" standalone="yes"?>
<Relationships xmlns="http://schemas.openxmlformats.org/package/2006/relationships"><Relationship Id="rId8" Type="http://schemas.openxmlformats.org/officeDocument/2006/relationships/image" Target="../media/image78.wmf"/><Relationship Id="rId13" Type="http://schemas.openxmlformats.org/officeDocument/2006/relationships/oleObject" Target="../embeddings/oleObject41.bin"/><Relationship Id="rId3" Type="http://schemas.openxmlformats.org/officeDocument/2006/relationships/oleObject" Target="../embeddings/oleObject36.bin"/><Relationship Id="rId7" Type="http://schemas.openxmlformats.org/officeDocument/2006/relationships/oleObject" Target="../embeddings/oleObject38.bin"/><Relationship Id="rId12" Type="http://schemas.openxmlformats.org/officeDocument/2006/relationships/image" Target="../media/image80.wmf"/><Relationship Id="rId17" Type="http://schemas.openxmlformats.org/officeDocument/2006/relationships/image" Target="../media/image75.png"/><Relationship Id="rId2" Type="http://schemas.openxmlformats.org/officeDocument/2006/relationships/slideLayout" Target="../slideLayouts/slideLayout13.xml"/><Relationship Id="rId16" Type="http://schemas.openxmlformats.org/officeDocument/2006/relationships/image" Target="../media/image82.wmf"/><Relationship Id="rId1" Type="http://schemas.openxmlformats.org/officeDocument/2006/relationships/vmlDrawing" Target="../drawings/vmlDrawing19.vml"/><Relationship Id="rId6" Type="http://schemas.openxmlformats.org/officeDocument/2006/relationships/image" Target="../media/image77.wmf"/><Relationship Id="rId11" Type="http://schemas.openxmlformats.org/officeDocument/2006/relationships/oleObject" Target="../embeddings/oleObject40.bin"/><Relationship Id="rId5" Type="http://schemas.openxmlformats.org/officeDocument/2006/relationships/oleObject" Target="../embeddings/oleObject37.bin"/><Relationship Id="rId15" Type="http://schemas.openxmlformats.org/officeDocument/2006/relationships/oleObject" Target="../embeddings/oleObject42.bin"/><Relationship Id="rId10" Type="http://schemas.openxmlformats.org/officeDocument/2006/relationships/image" Target="../media/image79.wmf"/><Relationship Id="rId4" Type="http://schemas.openxmlformats.org/officeDocument/2006/relationships/image" Target="../media/image76.wmf"/><Relationship Id="rId9" Type="http://schemas.openxmlformats.org/officeDocument/2006/relationships/oleObject" Target="../embeddings/oleObject39.bin"/><Relationship Id="rId14" Type="http://schemas.openxmlformats.org/officeDocument/2006/relationships/image" Target="../media/image81.wmf"/></Relationships>
</file>

<file path=ppt/slides/_rels/slide49.xml.rels><?xml version="1.0" encoding="UTF-8" standalone="yes"?>
<Relationships xmlns="http://schemas.openxmlformats.org/package/2006/relationships"><Relationship Id="rId3" Type="http://schemas.openxmlformats.org/officeDocument/2006/relationships/oleObject" Target="../embeddings/oleObject43.bin"/><Relationship Id="rId2" Type="http://schemas.openxmlformats.org/officeDocument/2006/relationships/slideLayout" Target="../slideLayouts/slideLayout12.xml"/><Relationship Id="rId1" Type="http://schemas.openxmlformats.org/officeDocument/2006/relationships/vmlDrawing" Target="../drawings/vmlDrawing20.vml"/><Relationship Id="rId5" Type="http://schemas.openxmlformats.org/officeDocument/2006/relationships/image" Target="../media/image75.png"/><Relationship Id="rId4" Type="http://schemas.openxmlformats.org/officeDocument/2006/relationships/image" Target="../media/image83.wmf"/></Relationships>
</file>

<file path=ppt/slides/_rels/slide50.xml.rels><?xml version="1.0" encoding="UTF-8" standalone="yes"?>
<Relationships xmlns="http://schemas.openxmlformats.org/package/2006/relationships"><Relationship Id="rId3" Type="http://schemas.openxmlformats.org/officeDocument/2006/relationships/image" Target="../media/image85.png"/><Relationship Id="rId2" Type="http://schemas.openxmlformats.org/officeDocument/2006/relationships/slideLayout" Target="../slideLayouts/slideLayout12.xml"/><Relationship Id="rId1" Type="http://schemas.openxmlformats.org/officeDocument/2006/relationships/vmlDrawing" Target="../drawings/vmlDrawing21.vml"/><Relationship Id="rId5" Type="http://schemas.openxmlformats.org/officeDocument/2006/relationships/image" Target="../media/image84.wmf"/><Relationship Id="rId4" Type="http://schemas.openxmlformats.org/officeDocument/2006/relationships/oleObject" Target="../embeddings/oleObject44.bin"/></Relationships>
</file>

<file path=ppt/slides/_rels/slide51.xml.rels><?xml version="1.0" encoding="UTF-8" standalone="yes"?>
<Relationships xmlns="http://schemas.openxmlformats.org/package/2006/relationships"><Relationship Id="rId3" Type="http://schemas.openxmlformats.org/officeDocument/2006/relationships/oleObject" Target="../embeddings/oleObject45.bin"/><Relationship Id="rId2" Type="http://schemas.openxmlformats.org/officeDocument/2006/relationships/slideLayout" Target="../slideLayouts/slideLayout12.xml"/><Relationship Id="rId1" Type="http://schemas.openxmlformats.org/officeDocument/2006/relationships/vmlDrawing" Target="../drawings/vmlDrawing22.vml"/><Relationship Id="rId4" Type="http://schemas.openxmlformats.org/officeDocument/2006/relationships/image" Target="../media/image86.emf"/></Relationships>
</file>

<file path=ppt/slides/_rels/slide52.xml.rels><?xml version="1.0" encoding="UTF-8" standalone="yes"?>
<Relationships xmlns="http://schemas.openxmlformats.org/package/2006/relationships"><Relationship Id="rId3" Type="http://schemas.openxmlformats.org/officeDocument/2006/relationships/oleObject" Target="../embeddings/oleObject46.bin"/><Relationship Id="rId2" Type="http://schemas.openxmlformats.org/officeDocument/2006/relationships/slideLayout" Target="../slideLayouts/slideLayout12.xml"/><Relationship Id="rId1" Type="http://schemas.openxmlformats.org/officeDocument/2006/relationships/vmlDrawing" Target="../drawings/vmlDrawing23.vml"/><Relationship Id="rId5" Type="http://schemas.openxmlformats.org/officeDocument/2006/relationships/image" Target="../media/image85.png"/><Relationship Id="rId4" Type="http://schemas.openxmlformats.org/officeDocument/2006/relationships/image" Target="../media/image87.emf"/></Relationships>
</file>

<file path=ppt/slides/_rels/slide53.xml.rels><?xml version="1.0" encoding="UTF-8" standalone="yes"?>
<Relationships xmlns="http://schemas.openxmlformats.org/package/2006/relationships"><Relationship Id="rId2" Type="http://schemas.openxmlformats.org/officeDocument/2006/relationships/image" Target="../media/image85.png"/><Relationship Id="rId1" Type="http://schemas.openxmlformats.org/officeDocument/2006/relationships/slideLayout" Target="../slideLayouts/slideLayout12.xml"/></Relationships>
</file>

<file path=ppt/slides/_rels/slide54.xml.rels><?xml version="1.0" encoding="UTF-8" standalone="yes"?>
<Relationships xmlns="http://schemas.openxmlformats.org/package/2006/relationships"><Relationship Id="rId2" Type="http://schemas.openxmlformats.org/officeDocument/2006/relationships/image" Target="../media/image88.png"/><Relationship Id="rId1" Type="http://schemas.openxmlformats.org/officeDocument/2006/relationships/slideLayout" Target="../slideLayouts/slideLayout12.xml"/></Relationships>
</file>

<file path=ppt/slides/_rels/slide55.xml.rels><?xml version="1.0" encoding="UTF-8" standalone="yes"?>
<Relationships xmlns="http://schemas.openxmlformats.org/package/2006/relationships"><Relationship Id="rId2" Type="http://schemas.openxmlformats.org/officeDocument/2006/relationships/image" Target="../media/image89.png"/><Relationship Id="rId1" Type="http://schemas.openxmlformats.org/officeDocument/2006/relationships/slideLayout" Target="../slideLayouts/slideLayout4.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页脚占位符 6"/>
          <p:cNvSpPr txBox="1">
            <a:spLocks noGrp="1"/>
          </p:cNvSpPr>
          <p:nvPr>
            <p:ph type="ftr" sz="quarter" idx="11"/>
          </p:nvPr>
        </p:nvSpPr>
        <p:spPr>
          <a:xfrm>
            <a:off x="2676525" y="6411913"/>
            <a:ext cx="3062288" cy="365125"/>
          </a:xfrm>
          <a:noFill/>
        </p:spPr>
        <p:txBody>
          <a:bodyPr vert="horz" lIns="91440" tIns="45720" rIns="91440" bIns="45720" rtlCol="0" anchor="ctr"/>
          <a:lstStyle/>
          <a:p>
            <a:pPr marL="0" marR="0" lvl="0" indent="0" algn="ctr" defTabSz="914400" rtl="0" eaLnBrk="1" fontAlgn="base" latinLnBrk="0" hangingPunct="1">
              <a:lnSpc>
                <a:spcPct val="150000"/>
              </a:lnSpc>
              <a:spcBef>
                <a:spcPct val="20000"/>
              </a:spcBef>
              <a:spcAft>
                <a:spcPct val="0"/>
              </a:spcAft>
              <a:buClrTx/>
              <a:buSzPct val="85000"/>
              <a:buFontTx/>
              <a:buChar char="•"/>
              <a:defRPr/>
            </a:pPr>
            <a:r>
              <a:rPr kumimoji="1" lang="zh-CN" altLang="en-US" sz="1200" b="0" i="0" u="none" strike="noStrike" kern="1200" cap="none" spc="0" normalizeH="0" baseline="0" noProof="0" dirty="0">
                <a:ln>
                  <a:noFill/>
                </a:ln>
                <a:solidFill>
                  <a:schemeClr val="tx1">
                    <a:tint val="75000"/>
                  </a:schemeClr>
                </a:solidFill>
                <a:effectLst/>
                <a:uLnTx/>
                <a:uFillTx/>
                <a:latin typeface="Times New Roman" panose="02020603050405020304" pitchFamily="18" charset="0"/>
                <a:ea typeface="楷体_GB2312" pitchFamily="49" charset="-122"/>
                <a:cs typeface="+mn-cs"/>
              </a:rPr>
              <a:t>人工智能与自动化学院测量科学与仪器系</a:t>
            </a:r>
            <a:endParaRPr kumimoji="1" lang="en-US" altLang="zh-CN" sz="1200" b="0" i="0" u="none" strike="noStrike" kern="1200" cap="none" spc="0" normalizeH="0" baseline="0" noProof="0" dirty="0">
              <a:ln>
                <a:noFill/>
              </a:ln>
              <a:solidFill>
                <a:schemeClr val="tx1">
                  <a:tint val="75000"/>
                </a:schemeClr>
              </a:solidFill>
              <a:effectLst/>
              <a:uLnTx/>
              <a:uFillTx/>
              <a:latin typeface="Times New Roman" panose="02020603050405020304" pitchFamily="18" charset="0"/>
              <a:ea typeface="楷体_GB2312" pitchFamily="49" charset="-122"/>
              <a:cs typeface="+mn-cs"/>
            </a:endParaRPr>
          </a:p>
        </p:txBody>
      </p:sp>
      <p:sp>
        <p:nvSpPr>
          <p:cNvPr id="7170" name="灯片编号占位符 5"/>
          <p:cNvSpPr>
            <a:spLocks noGrp="1"/>
          </p:cNvSpPr>
          <p:nvPr>
            <p:ph type="sldNum" sz="quarter" idx="12"/>
          </p:nvPr>
        </p:nvSpPr>
        <p:spPr>
          <a:xfrm>
            <a:off x="8150225" y="6356350"/>
            <a:ext cx="536575" cy="365125"/>
          </a:xfrm>
          <a:noFill/>
          <a:ln>
            <a:noFill/>
          </a:ln>
        </p:spPr>
        <p:txBody>
          <a:bodyPr wrap="square" lIns="91440" tIns="45720" rIns="91440" bIns="45720" anchor="ctr"/>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r">
              <a:lnSpc>
                <a:spcPct val="150000"/>
              </a:lnSpc>
              <a:spcBef>
                <a:spcPct val="20000"/>
              </a:spcBef>
              <a:buSzPct val="85000"/>
              <a:buFontTx/>
              <a:buChar char="•"/>
            </a:pPr>
            <a:fld id="{9A0DB2DC-4C9A-4742-B13C-FB6460FD3503}" type="slidenum">
              <a:rPr lang="en-US" altLang="zh-CN" sz="1200" dirty="0">
                <a:solidFill>
                  <a:srgbClr val="898989"/>
                </a:solidFill>
              </a:rPr>
              <a:t>1</a:t>
            </a:fld>
            <a:endParaRPr lang="en-US" altLang="zh-CN" sz="1200" dirty="0">
              <a:solidFill>
                <a:srgbClr val="898989"/>
              </a:solidFill>
            </a:endParaRPr>
          </a:p>
        </p:txBody>
      </p:sp>
      <p:pic>
        <p:nvPicPr>
          <p:cNvPr id="13" name="Picture 5" descr="sylx13"/>
          <p:cNvPicPr>
            <a:picLocks noChangeAspect="1"/>
          </p:cNvPicPr>
          <p:nvPr/>
        </p:nvPicPr>
        <p:blipFill>
          <a:blip r:embed="rId2"/>
          <a:stretch>
            <a:fillRect/>
          </a:stretch>
        </p:blipFill>
        <p:spPr>
          <a:xfrm rot="3159714">
            <a:off x="2752725" y="87313"/>
            <a:ext cx="665163" cy="896937"/>
          </a:xfrm>
          <a:prstGeom prst="rect">
            <a:avLst/>
          </a:prstGeom>
          <a:noFill/>
          <a:ln w="9525">
            <a:noFill/>
          </a:ln>
        </p:spPr>
      </p:pic>
      <p:pic>
        <p:nvPicPr>
          <p:cNvPr id="7172" name="Picture 7" descr="C:\Documents and Settings\Administrator\桌面\油位传感器.png"/>
          <p:cNvPicPr>
            <a:picLocks noChangeAspect="1"/>
          </p:cNvPicPr>
          <p:nvPr/>
        </p:nvPicPr>
        <p:blipFill>
          <a:blip r:embed="rId3"/>
          <a:stretch>
            <a:fillRect/>
          </a:stretch>
        </p:blipFill>
        <p:spPr>
          <a:xfrm>
            <a:off x="3184525" y="4670425"/>
            <a:ext cx="1538288" cy="1384300"/>
          </a:xfrm>
          <a:prstGeom prst="rect">
            <a:avLst/>
          </a:prstGeom>
          <a:noFill/>
          <a:ln w="9525">
            <a:noFill/>
          </a:ln>
        </p:spPr>
      </p:pic>
      <p:pic>
        <p:nvPicPr>
          <p:cNvPr id="7173" name="Picture 8" descr="C:\Documents and Settings\Administrator\桌面\应变片1.png"/>
          <p:cNvPicPr>
            <a:picLocks noChangeAspect="1"/>
          </p:cNvPicPr>
          <p:nvPr/>
        </p:nvPicPr>
        <p:blipFill>
          <a:blip r:embed="rId4"/>
          <a:stretch>
            <a:fillRect/>
          </a:stretch>
        </p:blipFill>
        <p:spPr>
          <a:xfrm>
            <a:off x="1249363" y="179388"/>
            <a:ext cx="1131887" cy="860425"/>
          </a:xfrm>
          <a:prstGeom prst="rect">
            <a:avLst/>
          </a:prstGeom>
          <a:noFill/>
          <a:ln w="9525">
            <a:noFill/>
          </a:ln>
        </p:spPr>
      </p:pic>
      <p:pic>
        <p:nvPicPr>
          <p:cNvPr id="7174" name="Picture 9" descr="4端霍尔传感器"/>
          <p:cNvPicPr>
            <a:picLocks noChangeAspect="1"/>
          </p:cNvPicPr>
          <p:nvPr/>
        </p:nvPicPr>
        <p:blipFill>
          <a:blip r:embed="rId5"/>
          <a:stretch>
            <a:fillRect/>
          </a:stretch>
        </p:blipFill>
        <p:spPr>
          <a:xfrm>
            <a:off x="3768725" y="252413"/>
            <a:ext cx="1601788" cy="557212"/>
          </a:xfrm>
          <a:prstGeom prst="rect">
            <a:avLst/>
          </a:prstGeom>
          <a:noFill/>
          <a:ln w="9525">
            <a:noFill/>
          </a:ln>
        </p:spPr>
      </p:pic>
      <p:pic>
        <p:nvPicPr>
          <p:cNvPr id="7175" name="Picture 4" descr="霍尔电流传感器5A"/>
          <p:cNvPicPr>
            <a:picLocks noChangeAspect="1"/>
          </p:cNvPicPr>
          <p:nvPr/>
        </p:nvPicPr>
        <p:blipFill>
          <a:blip r:embed="rId6"/>
          <a:stretch>
            <a:fillRect/>
          </a:stretch>
        </p:blipFill>
        <p:spPr>
          <a:xfrm>
            <a:off x="7091363" y="4743450"/>
            <a:ext cx="1898650" cy="1263650"/>
          </a:xfrm>
          <a:prstGeom prst="rect">
            <a:avLst/>
          </a:prstGeom>
          <a:noFill/>
          <a:ln w="9525">
            <a:noFill/>
          </a:ln>
        </p:spPr>
      </p:pic>
      <p:pic>
        <p:nvPicPr>
          <p:cNvPr id="7176" name="Picture 5"/>
          <p:cNvPicPr>
            <a:picLocks noChangeAspect="1"/>
          </p:cNvPicPr>
          <p:nvPr/>
        </p:nvPicPr>
        <p:blipFill>
          <a:blip r:embed="rId7"/>
          <a:stretch>
            <a:fillRect/>
          </a:stretch>
        </p:blipFill>
        <p:spPr>
          <a:xfrm>
            <a:off x="153988" y="123825"/>
            <a:ext cx="990600" cy="1092200"/>
          </a:xfrm>
          <a:prstGeom prst="rect">
            <a:avLst/>
          </a:prstGeom>
          <a:noFill/>
          <a:ln w="12700">
            <a:noFill/>
          </a:ln>
        </p:spPr>
      </p:pic>
      <p:sp>
        <p:nvSpPr>
          <p:cNvPr id="7177" name="TextBox 36"/>
          <p:cNvSpPr txBox="1"/>
          <p:nvPr/>
        </p:nvSpPr>
        <p:spPr>
          <a:xfrm>
            <a:off x="539750" y="1595438"/>
            <a:ext cx="7375525" cy="1464503"/>
          </a:xfrm>
          <a:prstGeom prst="rect">
            <a:avLst/>
          </a:prstGeom>
          <a:noFill/>
          <a:ln w="9525">
            <a:noFill/>
          </a:ln>
        </p:spPr>
        <p:txBody>
          <a:bodyPr anchor="t">
            <a:spAutoFit/>
          </a:bodyPr>
          <a:lstStyle/>
          <a:p>
            <a:pPr algn="ctr">
              <a:lnSpc>
                <a:spcPct val="150000"/>
              </a:lnSpc>
              <a:spcBef>
                <a:spcPct val="20000"/>
              </a:spcBef>
              <a:buSzPct val="85000"/>
            </a:pPr>
            <a:r>
              <a:rPr lang="zh-CN" altLang="en-US" sz="6600" dirty="0">
                <a:solidFill>
                  <a:srgbClr val="C00000"/>
                </a:solidFill>
                <a:latin typeface="华文琥珀" panose="02010800040101010101" pitchFamily="2" charset="-122"/>
                <a:ea typeface="华文琥珀" panose="02010800040101010101" pitchFamily="2" charset="-122"/>
              </a:rPr>
              <a:t>传感技术</a:t>
            </a:r>
          </a:p>
        </p:txBody>
      </p:sp>
      <p:pic>
        <p:nvPicPr>
          <p:cNvPr id="7178" name="Picture 9" descr="C:\Documents and Settings\Administrator\桌面\压电陶瓷片.png"/>
          <p:cNvPicPr>
            <a:picLocks noChangeAspect="1"/>
          </p:cNvPicPr>
          <p:nvPr/>
        </p:nvPicPr>
        <p:blipFill>
          <a:blip r:embed="rId8"/>
          <a:stretch>
            <a:fillRect/>
          </a:stretch>
        </p:blipFill>
        <p:spPr>
          <a:xfrm>
            <a:off x="6105525" y="4743450"/>
            <a:ext cx="1651000" cy="1263650"/>
          </a:xfrm>
          <a:prstGeom prst="rect">
            <a:avLst/>
          </a:prstGeom>
          <a:noFill/>
          <a:ln w="9525">
            <a:noFill/>
          </a:ln>
        </p:spPr>
      </p:pic>
      <p:sp>
        <p:nvSpPr>
          <p:cNvPr id="38" name="矩形 37"/>
          <p:cNvSpPr/>
          <p:nvPr/>
        </p:nvSpPr>
        <p:spPr>
          <a:xfrm>
            <a:off x="117475" y="1420813"/>
            <a:ext cx="4206875" cy="46038"/>
          </a:xfrm>
          <a:prstGeom prst="rect">
            <a:avLst/>
          </a:prstGeom>
          <a:gradFill flip="none" rotWithShape="1">
            <a:gsLst>
              <a:gs pos="0">
                <a:srgbClr val="5E9EFF"/>
              </a:gs>
              <a:gs pos="39999">
                <a:srgbClr val="85C2FF"/>
              </a:gs>
              <a:gs pos="70000">
                <a:srgbClr val="C4D6EB"/>
              </a:gs>
              <a:gs pos="100000">
                <a:srgbClr val="FFEBFA"/>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50000"/>
              </a:lnSpc>
              <a:spcBef>
                <a:spcPts val="0"/>
              </a:spcBef>
              <a:spcAft>
                <a:spcPts val="0"/>
              </a:spcAft>
              <a:buClrTx/>
              <a:buSzPct val="85000"/>
              <a:buFontTx/>
              <a:buChar char="•"/>
              <a:defRPr/>
            </a:pPr>
            <a:endParaRPr kumimoji="1" lang="zh-CN" altLang="en-US" sz="2400" b="0" i="0" u="none" strike="noStrike" kern="1200" cap="none" spc="0" normalizeH="0" baseline="0" noProof="0">
              <a:ln>
                <a:noFill/>
              </a:ln>
              <a:solidFill>
                <a:schemeClr val="lt1"/>
              </a:solidFill>
              <a:effectLst/>
              <a:uLnTx/>
              <a:uFillTx/>
              <a:latin typeface="+mn-lt"/>
              <a:ea typeface="+mn-ea"/>
              <a:cs typeface="+mn-cs"/>
            </a:endParaRPr>
          </a:p>
        </p:txBody>
      </p:sp>
      <p:sp>
        <p:nvSpPr>
          <p:cNvPr id="39" name="矩形 38"/>
          <p:cNvSpPr/>
          <p:nvPr/>
        </p:nvSpPr>
        <p:spPr>
          <a:xfrm rot="10800000" flipV="1">
            <a:off x="4900613" y="4487863"/>
            <a:ext cx="4089400" cy="46038"/>
          </a:xfrm>
          <a:prstGeom prst="rect">
            <a:avLst/>
          </a:prstGeom>
          <a:gradFill flip="none" rotWithShape="1">
            <a:gsLst>
              <a:gs pos="0">
                <a:srgbClr val="5E9EFF"/>
              </a:gs>
              <a:gs pos="39999">
                <a:srgbClr val="85C2FF"/>
              </a:gs>
              <a:gs pos="70000">
                <a:srgbClr val="C4D6EB"/>
              </a:gs>
              <a:gs pos="100000">
                <a:srgbClr val="FFEBFA"/>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50000"/>
              </a:lnSpc>
              <a:spcBef>
                <a:spcPts val="0"/>
              </a:spcBef>
              <a:spcAft>
                <a:spcPts val="0"/>
              </a:spcAft>
              <a:buClrTx/>
              <a:buSzPct val="85000"/>
              <a:buFontTx/>
              <a:buChar char="•"/>
              <a:defRPr/>
            </a:pPr>
            <a:endParaRPr kumimoji="1" lang="zh-CN" altLang="en-US" sz="2400" b="0" i="0" u="none" strike="noStrike" kern="1200" cap="none" spc="0" normalizeH="0" baseline="0" noProof="0">
              <a:ln>
                <a:noFill/>
              </a:ln>
              <a:solidFill>
                <a:schemeClr val="lt1"/>
              </a:solidFill>
              <a:effectLst/>
              <a:uLnTx/>
              <a:uFillTx/>
              <a:latin typeface="+mn-lt"/>
              <a:ea typeface="+mn-ea"/>
              <a:cs typeface="+mn-cs"/>
            </a:endParaRPr>
          </a:p>
        </p:txBody>
      </p:sp>
      <p:pic>
        <p:nvPicPr>
          <p:cNvPr id="7181" name="Picture 12" descr="dtr"/>
          <p:cNvPicPr>
            <a:picLocks noChangeAspect="1"/>
          </p:cNvPicPr>
          <p:nvPr/>
        </p:nvPicPr>
        <p:blipFill>
          <a:blip r:embed="rId9"/>
          <a:stretch>
            <a:fillRect/>
          </a:stretch>
        </p:blipFill>
        <p:spPr>
          <a:xfrm>
            <a:off x="4770438" y="4743450"/>
            <a:ext cx="1338262" cy="1277938"/>
          </a:xfrm>
          <a:prstGeom prst="rect">
            <a:avLst/>
          </a:prstGeom>
          <a:noFill/>
          <a:ln w="9525">
            <a:noFill/>
          </a:ln>
        </p:spPr>
      </p:pic>
      <p:sp>
        <p:nvSpPr>
          <p:cNvPr id="2" name="TextBox 36"/>
          <p:cNvSpPr txBox="1"/>
          <p:nvPr/>
        </p:nvSpPr>
        <p:spPr>
          <a:xfrm>
            <a:off x="520064" y="3339842"/>
            <a:ext cx="7375525" cy="830997"/>
          </a:xfrm>
          <a:prstGeom prst="rect">
            <a:avLst/>
          </a:prstGeom>
          <a:noFill/>
          <a:ln w="9525">
            <a:noFill/>
          </a:ln>
        </p:spPr>
        <p:txBody>
          <a:bodyPr anchor="t">
            <a:spAutoFit/>
          </a:bodyPr>
          <a:lstStyle/>
          <a:p>
            <a:pPr algn="ctr">
              <a:spcBef>
                <a:spcPts val="0"/>
              </a:spcBef>
              <a:buSzPct val="85000"/>
            </a:pPr>
            <a:r>
              <a:rPr lang="zh-CN" altLang="en-US" b="1" dirty="0">
                <a:solidFill>
                  <a:srgbClr val="1552D1"/>
                </a:solidFill>
                <a:latin typeface="华光中长宋_CNKI" panose="02000500000000000000" pitchFamily="2" charset="-122"/>
                <a:ea typeface="华光中长宋_CNKI" panose="02000500000000000000" pitchFamily="2" charset="-122"/>
              </a:rPr>
              <a:t>测量系：张</a:t>
            </a:r>
            <a:r>
              <a:rPr lang="en-US" altLang="zh-CN" b="1" dirty="0">
                <a:solidFill>
                  <a:srgbClr val="1552D1"/>
                </a:solidFill>
                <a:latin typeface="华光中长宋_CNKI" panose="02000500000000000000" pitchFamily="2" charset="-122"/>
                <a:ea typeface="华光中长宋_CNKI" panose="02000500000000000000" pitchFamily="2" charset="-122"/>
              </a:rPr>
              <a:t> </a:t>
            </a:r>
            <a:r>
              <a:rPr lang="zh-CN" altLang="en-US" b="1" dirty="0">
                <a:solidFill>
                  <a:srgbClr val="1552D1"/>
                </a:solidFill>
                <a:latin typeface="华光中长宋_CNKI" panose="02000500000000000000" pitchFamily="2" charset="-122"/>
                <a:ea typeface="华光中长宋_CNKI" panose="02000500000000000000" pitchFamily="2" charset="-122"/>
              </a:rPr>
              <a:t>洪</a:t>
            </a:r>
          </a:p>
          <a:p>
            <a:pPr algn="ctr">
              <a:spcBef>
                <a:spcPts val="0"/>
              </a:spcBef>
              <a:buSzPct val="85000"/>
            </a:pPr>
            <a:r>
              <a:rPr lang="en-US" altLang="zh-CN" b="1" dirty="0">
                <a:solidFill>
                  <a:srgbClr val="1552D1"/>
                </a:solidFill>
                <a:latin typeface="华光中长宋_CNKI" panose="02000500000000000000" pitchFamily="2" charset="-122"/>
                <a:ea typeface="华光中长宋_CNKI" panose="02000500000000000000" pitchFamily="2" charset="-122"/>
              </a:rPr>
              <a:t>QQ:596541290  sunracer@hust.edu.cn</a:t>
            </a:r>
          </a:p>
        </p:txBody>
      </p:sp>
    </p:spTree>
  </p:cSld>
  <p:clrMapOvr>
    <a:masterClrMapping/>
  </p:clrMapOvr>
  <mc:AlternateContent xmlns:mc="http://schemas.openxmlformats.org/markup-compatibility/2006" xmlns:p14="http://schemas.microsoft.com/office/powerpoint/2010/main">
    <mc:Choice Requires="p14">
      <p:transition spd="med">
        <p:pull/>
      </p:transition>
    </mc:Choice>
    <mc:Fallback xmlns="">
      <p:transition spd="med">
        <p:pull/>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5" presetClass="entr" presetSubtype="0" fill="hold" nodeType="afterEffect">
                                  <p:stCondLst>
                                    <p:cond delay="0"/>
                                  </p:stCondLst>
                                  <p:childTnLst>
                                    <p:set>
                                      <p:cBhvr>
                                        <p:cTn id="6" dur="1" fill="hold">
                                          <p:stCondLst>
                                            <p:cond delay="0"/>
                                          </p:stCondLst>
                                        </p:cTn>
                                        <p:tgtEl>
                                          <p:spTgt spid="7174"/>
                                        </p:tgtEl>
                                        <p:attrNameLst>
                                          <p:attrName>style.visibility</p:attrName>
                                        </p:attrNameLst>
                                      </p:cBhvr>
                                      <p:to>
                                        <p:strVal val="visible"/>
                                      </p:to>
                                    </p:set>
                                    <p:animEffect transition="in" filter="fade">
                                      <p:cBhvr>
                                        <p:cTn id="7" dur="2000"/>
                                        <p:tgtEl>
                                          <p:spTgt spid="7174"/>
                                        </p:tgtEl>
                                      </p:cBhvr>
                                    </p:animEffect>
                                    <p:anim calcmode="lin" valueType="num">
                                      <p:cBhvr>
                                        <p:cTn id="8" dur="2000" fill="hold"/>
                                        <p:tgtEl>
                                          <p:spTgt spid="7174"/>
                                        </p:tgtEl>
                                        <p:attrNameLst>
                                          <p:attrName>ppt_w</p:attrName>
                                        </p:attrNameLst>
                                      </p:cBhvr>
                                      <p:tavLst>
                                        <p:tav tm="0" fmla="#ppt_w*sin(2.5*pi*$)">
                                          <p:val>
                                            <p:fltVal val="0"/>
                                          </p:val>
                                        </p:tav>
                                        <p:tav tm="100000">
                                          <p:val>
                                            <p:fltVal val="1"/>
                                          </p:val>
                                        </p:tav>
                                      </p:tavLst>
                                    </p:anim>
                                    <p:anim calcmode="lin" valueType="num">
                                      <p:cBhvr>
                                        <p:cTn id="9" dur="2000" fill="hold"/>
                                        <p:tgtEl>
                                          <p:spTgt spid="7174"/>
                                        </p:tgtEl>
                                        <p:attrNameLst>
                                          <p:attrName>ppt_h</p:attrName>
                                        </p:attrNameLst>
                                      </p:cBhvr>
                                      <p:tavLst>
                                        <p:tav tm="0">
                                          <p:val>
                                            <p:strVal val="#ppt_h"/>
                                          </p:val>
                                        </p:tav>
                                        <p:tav tm="100000">
                                          <p:val>
                                            <p:strVal val="#ppt_h"/>
                                          </p:val>
                                        </p:tav>
                                      </p:tavLst>
                                    </p:anim>
                                  </p:childTnLst>
                                </p:cTn>
                              </p:par>
                            </p:childTnLst>
                          </p:cTn>
                        </p:par>
                        <p:par>
                          <p:cTn id="10" fill="hold">
                            <p:stCondLst>
                              <p:cond delay="2000"/>
                            </p:stCondLst>
                            <p:childTnLst>
                              <p:par>
                                <p:cTn id="11" presetID="7" presetClass="entr" presetSubtype="8" fill="hold" nodeType="afterEffect">
                                  <p:stCondLst>
                                    <p:cond delay="0"/>
                                  </p:stCondLst>
                                  <p:childTnLst>
                                    <p:set>
                                      <p:cBhvr>
                                        <p:cTn id="12" dur="1" fill="hold">
                                          <p:stCondLst>
                                            <p:cond delay="0"/>
                                          </p:stCondLst>
                                        </p:cTn>
                                        <p:tgtEl>
                                          <p:spTgt spid="13"/>
                                        </p:tgtEl>
                                        <p:attrNameLst>
                                          <p:attrName>style.visibility</p:attrName>
                                        </p:attrNameLst>
                                      </p:cBhvr>
                                      <p:to>
                                        <p:strVal val="visible"/>
                                      </p:to>
                                    </p:set>
                                    <p:anim calcmode="lin" valueType="num">
                                      <p:cBhvr additive="base">
                                        <p:cTn id="13" dur="5000" fill="hold"/>
                                        <p:tgtEl>
                                          <p:spTgt spid="13"/>
                                        </p:tgtEl>
                                        <p:attrNameLst>
                                          <p:attrName>ppt_x</p:attrName>
                                        </p:attrNameLst>
                                      </p:cBhvr>
                                      <p:tavLst>
                                        <p:tav tm="0">
                                          <p:val>
                                            <p:strVal val="0-#ppt_w/2"/>
                                          </p:val>
                                        </p:tav>
                                        <p:tav tm="100000">
                                          <p:val>
                                            <p:strVal val="#ppt_x"/>
                                          </p:val>
                                        </p:tav>
                                      </p:tavLst>
                                    </p:anim>
                                    <p:anim calcmode="lin" valueType="num">
                                      <p:cBhvr additive="base">
                                        <p:cTn id="14" dur="5000" fill="hold"/>
                                        <p:tgtEl>
                                          <p:spTgt spid="13"/>
                                        </p:tgtEl>
                                        <p:attrNameLst>
                                          <p:attrName>ppt_y</p:attrName>
                                        </p:attrNameLst>
                                      </p:cBhvr>
                                      <p:tavLst>
                                        <p:tav tm="0">
                                          <p:val>
                                            <p:strVal val="#ppt_y"/>
                                          </p:val>
                                        </p:tav>
                                        <p:tav tm="100000">
                                          <p:val>
                                            <p:strVal val="#ppt_y"/>
                                          </p:val>
                                        </p:tav>
                                      </p:tavLst>
                                    </p:anim>
                                  </p:childTnLst>
                                </p:cTn>
                              </p:par>
                            </p:childTnLst>
                          </p:cTn>
                        </p:par>
                        <p:par>
                          <p:cTn id="15" fill="hold">
                            <p:stCondLst>
                              <p:cond delay="7000"/>
                            </p:stCondLst>
                            <p:childTnLst>
                              <p:par>
                                <p:cTn id="16" presetID="7" presetClass="entr" presetSubtype="8" fill="hold" nodeType="afterEffect">
                                  <p:stCondLst>
                                    <p:cond delay="0"/>
                                  </p:stCondLst>
                                  <p:childTnLst>
                                    <p:set>
                                      <p:cBhvr>
                                        <p:cTn id="17" dur="1" fill="hold">
                                          <p:stCondLst>
                                            <p:cond delay="0"/>
                                          </p:stCondLst>
                                        </p:cTn>
                                        <p:tgtEl>
                                          <p:spTgt spid="7173"/>
                                        </p:tgtEl>
                                        <p:attrNameLst>
                                          <p:attrName>style.visibility</p:attrName>
                                        </p:attrNameLst>
                                      </p:cBhvr>
                                      <p:to>
                                        <p:strVal val="visible"/>
                                      </p:to>
                                    </p:set>
                                    <p:anim calcmode="lin" valueType="num">
                                      <p:cBhvr additive="base">
                                        <p:cTn id="18" dur="5000" fill="hold"/>
                                        <p:tgtEl>
                                          <p:spTgt spid="7173"/>
                                        </p:tgtEl>
                                        <p:attrNameLst>
                                          <p:attrName>ppt_x</p:attrName>
                                        </p:attrNameLst>
                                      </p:cBhvr>
                                      <p:tavLst>
                                        <p:tav tm="0">
                                          <p:val>
                                            <p:strVal val="0-#ppt_w/2"/>
                                          </p:val>
                                        </p:tav>
                                        <p:tav tm="100000">
                                          <p:val>
                                            <p:strVal val="#ppt_x"/>
                                          </p:val>
                                        </p:tav>
                                      </p:tavLst>
                                    </p:anim>
                                    <p:anim calcmode="lin" valueType="num">
                                      <p:cBhvr additive="base">
                                        <p:cTn id="19" dur="5000" fill="hold"/>
                                        <p:tgtEl>
                                          <p:spTgt spid="7173"/>
                                        </p:tgtEl>
                                        <p:attrNameLst>
                                          <p:attrName>ppt_y</p:attrName>
                                        </p:attrNameLst>
                                      </p:cBhvr>
                                      <p:tavLst>
                                        <p:tav tm="0">
                                          <p:val>
                                            <p:strVal val="#ppt_y"/>
                                          </p:val>
                                        </p:tav>
                                        <p:tav tm="100000">
                                          <p:val>
                                            <p:strVal val="#ppt_y"/>
                                          </p:val>
                                        </p:tav>
                                      </p:tavLst>
                                    </p:anim>
                                  </p:childTnLst>
                                </p:cTn>
                              </p:par>
                            </p:childTnLst>
                          </p:cTn>
                        </p:par>
                        <p:par>
                          <p:cTn id="20" fill="hold">
                            <p:stCondLst>
                              <p:cond delay="12000"/>
                            </p:stCondLst>
                            <p:childTnLst>
                              <p:par>
                                <p:cTn id="21" presetID="7" presetClass="entr" presetSubtype="8" fill="hold" nodeType="afterEffect">
                                  <p:stCondLst>
                                    <p:cond delay="0"/>
                                  </p:stCondLst>
                                  <p:childTnLst>
                                    <p:set>
                                      <p:cBhvr>
                                        <p:cTn id="22" dur="1" fill="hold">
                                          <p:stCondLst>
                                            <p:cond delay="0"/>
                                          </p:stCondLst>
                                        </p:cTn>
                                        <p:tgtEl>
                                          <p:spTgt spid="7176"/>
                                        </p:tgtEl>
                                        <p:attrNameLst>
                                          <p:attrName>style.visibility</p:attrName>
                                        </p:attrNameLst>
                                      </p:cBhvr>
                                      <p:to>
                                        <p:strVal val="visible"/>
                                      </p:to>
                                    </p:set>
                                    <p:anim calcmode="lin" valueType="num">
                                      <p:cBhvr additive="base">
                                        <p:cTn id="23" dur="5000" fill="hold"/>
                                        <p:tgtEl>
                                          <p:spTgt spid="7176"/>
                                        </p:tgtEl>
                                        <p:attrNameLst>
                                          <p:attrName>ppt_x</p:attrName>
                                        </p:attrNameLst>
                                      </p:cBhvr>
                                      <p:tavLst>
                                        <p:tav tm="0">
                                          <p:val>
                                            <p:strVal val="0-#ppt_w/2"/>
                                          </p:val>
                                        </p:tav>
                                        <p:tav tm="100000">
                                          <p:val>
                                            <p:strVal val="#ppt_x"/>
                                          </p:val>
                                        </p:tav>
                                      </p:tavLst>
                                    </p:anim>
                                    <p:anim calcmode="lin" valueType="num">
                                      <p:cBhvr additive="base">
                                        <p:cTn id="24" dur="5000" fill="hold"/>
                                        <p:tgtEl>
                                          <p:spTgt spid="7176"/>
                                        </p:tgtEl>
                                        <p:attrNameLst>
                                          <p:attrName>ppt_y</p:attrName>
                                        </p:attrNameLst>
                                      </p:cBhvr>
                                      <p:tavLst>
                                        <p:tav tm="0">
                                          <p:val>
                                            <p:strVal val="#ppt_y"/>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1" presetClass="entr" presetSubtype="1" fill="hold" nodeType="clickEffect">
                                  <p:stCondLst>
                                    <p:cond delay="0"/>
                                  </p:stCondLst>
                                  <p:childTnLst>
                                    <p:set>
                                      <p:cBhvr>
                                        <p:cTn id="28" dur="1" fill="hold">
                                          <p:stCondLst>
                                            <p:cond delay="0"/>
                                          </p:stCondLst>
                                        </p:cTn>
                                        <p:tgtEl>
                                          <p:spTgt spid="7172"/>
                                        </p:tgtEl>
                                        <p:attrNameLst>
                                          <p:attrName>style.visibility</p:attrName>
                                        </p:attrNameLst>
                                      </p:cBhvr>
                                      <p:to>
                                        <p:strVal val="visible"/>
                                      </p:to>
                                    </p:set>
                                    <p:animEffect transition="in" filter="wheel(1)">
                                      <p:cBhvr>
                                        <p:cTn id="29" dur="2000"/>
                                        <p:tgtEl>
                                          <p:spTgt spid="7172"/>
                                        </p:tgtEl>
                                      </p:cBhvr>
                                    </p:animEffect>
                                  </p:childTnLst>
                                </p:cTn>
                              </p:par>
                            </p:childTnLst>
                          </p:cTn>
                        </p:par>
                        <p:par>
                          <p:cTn id="30" fill="hold">
                            <p:stCondLst>
                              <p:cond delay="2000"/>
                            </p:stCondLst>
                            <p:childTnLst>
                              <p:par>
                                <p:cTn id="31" presetID="21" presetClass="entr" presetSubtype="1" fill="hold" nodeType="afterEffect">
                                  <p:stCondLst>
                                    <p:cond delay="0"/>
                                  </p:stCondLst>
                                  <p:childTnLst>
                                    <p:set>
                                      <p:cBhvr>
                                        <p:cTn id="32" dur="1" fill="hold">
                                          <p:stCondLst>
                                            <p:cond delay="0"/>
                                          </p:stCondLst>
                                        </p:cTn>
                                        <p:tgtEl>
                                          <p:spTgt spid="7181"/>
                                        </p:tgtEl>
                                        <p:attrNameLst>
                                          <p:attrName>style.visibility</p:attrName>
                                        </p:attrNameLst>
                                      </p:cBhvr>
                                      <p:to>
                                        <p:strVal val="visible"/>
                                      </p:to>
                                    </p:set>
                                    <p:animEffect transition="in" filter="wheel(1)">
                                      <p:cBhvr>
                                        <p:cTn id="33" dur="2000"/>
                                        <p:tgtEl>
                                          <p:spTgt spid="7181"/>
                                        </p:tgtEl>
                                      </p:cBhvr>
                                    </p:animEffect>
                                  </p:childTnLst>
                                </p:cTn>
                              </p:par>
                            </p:childTnLst>
                          </p:cTn>
                        </p:par>
                        <p:par>
                          <p:cTn id="34" fill="hold">
                            <p:stCondLst>
                              <p:cond delay="4000"/>
                            </p:stCondLst>
                            <p:childTnLst>
                              <p:par>
                                <p:cTn id="35" presetID="21" presetClass="entr" presetSubtype="1" fill="hold" nodeType="afterEffect">
                                  <p:stCondLst>
                                    <p:cond delay="0"/>
                                  </p:stCondLst>
                                  <p:childTnLst>
                                    <p:set>
                                      <p:cBhvr>
                                        <p:cTn id="36" dur="1" fill="hold">
                                          <p:stCondLst>
                                            <p:cond delay="0"/>
                                          </p:stCondLst>
                                        </p:cTn>
                                        <p:tgtEl>
                                          <p:spTgt spid="7178"/>
                                        </p:tgtEl>
                                        <p:attrNameLst>
                                          <p:attrName>style.visibility</p:attrName>
                                        </p:attrNameLst>
                                      </p:cBhvr>
                                      <p:to>
                                        <p:strVal val="visible"/>
                                      </p:to>
                                    </p:set>
                                    <p:animEffect transition="in" filter="wheel(1)">
                                      <p:cBhvr>
                                        <p:cTn id="37" dur="2000"/>
                                        <p:tgtEl>
                                          <p:spTgt spid="7178"/>
                                        </p:tgtEl>
                                      </p:cBhvr>
                                    </p:animEffect>
                                  </p:childTnLst>
                                </p:cTn>
                              </p:par>
                            </p:childTnLst>
                          </p:cTn>
                        </p:par>
                        <p:par>
                          <p:cTn id="38" fill="hold">
                            <p:stCondLst>
                              <p:cond delay="6000"/>
                            </p:stCondLst>
                            <p:childTnLst>
                              <p:par>
                                <p:cTn id="39" presetID="21" presetClass="entr" presetSubtype="1" fill="hold" nodeType="afterEffect">
                                  <p:stCondLst>
                                    <p:cond delay="0"/>
                                  </p:stCondLst>
                                  <p:childTnLst>
                                    <p:set>
                                      <p:cBhvr>
                                        <p:cTn id="40" dur="1" fill="hold">
                                          <p:stCondLst>
                                            <p:cond delay="0"/>
                                          </p:stCondLst>
                                        </p:cTn>
                                        <p:tgtEl>
                                          <p:spTgt spid="7175"/>
                                        </p:tgtEl>
                                        <p:attrNameLst>
                                          <p:attrName>style.visibility</p:attrName>
                                        </p:attrNameLst>
                                      </p:cBhvr>
                                      <p:to>
                                        <p:strVal val="visible"/>
                                      </p:to>
                                    </p:set>
                                    <p:animEffect transition="in" filter="wheel(1)">
                                      <p:cBhvr>
                                        <p:cTn id="41" dur="2000"/>
                                        <p:tgtEl>
                                          <p:spTgt spid="717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3" name="灯片编号占位符 5"/>
          <p:cNvSpPr>
            <a:spLocks noGrp="1"/>
          </p:cNvSpPr>
          <p:nvPr>
            <p:ph type="sldNum" sz="quarter" idx="12"/>
          </p:nvPr>
        </p:nvSpPr>
        <p:spPr>
          <a:noFill/>
          <a:ln>
            <a:noFill/>
          </a:ln>
        </p:spPr>
        <p:txBody>
          <a:bodyPr wrap="square" lIns="91440" tIns="45720" rIns="91440" bIns="45720" anchor="ctr"/>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r">
              <a:lnSpc>
                <a:spcPct val="150000"/>
              </a:lnSpc>
              <a:spcBef>
                <a:spcPct val="20000"/>
              </a:spcBef>
              <a:buSzPct val="85000"/>
              <a:buFontTx/>
              <a:buChar char="•"/>
            </a:pPr>
            <a:fld id="{9A0DB2DC-4C9A-4742-B13C-FB6460FD3503}" type="slidenum">
              <a:rPr lang="en-US" altLang="zh-CN" sz="1200" dirty="0">
                <a:solidFill>
                  <a:srgbClr val="898989"/>
                </a:solidFill>
              </a:rPr>
              <a:t>2</a:t>
            </a:fld>
            <a:endParaRPr lang="en-US" altLang="zh-CN" sz="1200" dirty="0">
              <a:solidFill>
                <a:srgbClr val="898989"/>
              </a:solidFill>
            </a:endParaRPr>
          </a:p>
        </p:txBody>
      </p:sp>
      <p:sp>
        <p:nvSpPr>
          <p:cNvPr id="28676" name="Rectangle 3"/>
          <p:cNvSpPr>
            <a:spLocks noRot="1" noChangeArrowheads="1"/>
          </p:cNvSpPr>
          <p:nvPr/>
        </p:nvSpPr>
        <p:spPr bwMode="auto">
          <a:xfrm>
            <a:off x="642303" y="1412875"/>
            <a:ext cx="7286625" cy="4897438"/>
          </a:xfrm>
          <a:prstGeom prst="rect">
            <a:avLst/>
          </a:prstGeom>
          <a:noFill/>
          <a:ln w="9525">
            <a:noFill/>
            <a:miter lim="800000"/>
          </a:ln>
        </p:spPr>
        <p:txBody>
          <a:bodyPr/>
          <a:lstStyle/>
          <a:p>
            <a:pPr marL="342900" marR="0" lvl="0" indent="-342900" algn="just" defTabSz="914400" rtl="0" eaLnBrk="1" fontAlgn="base" latinLnBrk="0" hangingPunct="1">
              <a:lnSpc>
                <a:spcPct val="100000"/>
              </a:lnSpc>
              <a:spcBef>
                <a:spcPct val="20000"/>
              </a:spcBef>
              <a:spcAft>
                <a:spcPts val="600"/>
              </a:spcAft>
              <a:buClrTx/>
              <a:buSzPct val="85000"/>
              <a:buFontTx/>
              <a:buNone/>
              <a:defRPr/>
            </a:pPr>
            <a:r>
              <a:rPr kumimoji="1" lang="en-US" altLang="zh-CN" sz="2400" b="0" i="0" u="none" strike="noStrike" kern="1200" cap="none" spc="0" normalizeH="0" baseline="0" noProof="0" dirty="0">
                <a:ln>
                  <a:noFill/>
                </a:ln>
                <a:solidFill>
                  <a:schemeClr val="tx1"/>
                </a:solidFill>
                <a:effectLst/>
                <a:uLnTx/>
                <a:uFillTx/>
                <a:latin typeface="Arial" panose="020B0604020202020204" pitchFamily="34" charset="0"/>
                <a:ea typeface="华文新魏" panose="02010800040101010101" pitchFamily="2" charset="-122"/>
                <a:cs typeface="+mn-cs"/>
              </a:rPr>
              <a:t>1 </a:t>
            </a:r>
            <a:r>
              <a:rPr kumimoji="1" lang="zh-CN" altLang="en-US" sz="2400" b="0" i="0" u="none" strike="noStrike" kern="1200" cap="none" spc="0" normalizeH="0" baseline="0" noProof="0" dirty="0">
                <a:ln>
                  <a:noFill/>
                </a:ln>
                <a:solidFill>
                  <a:schemeClr val="tx1"/>
                </a:solidFill>
                <a:effectLst/>
                <a:uLnTx/>
                <a:uFillTx/>
                <a:latin typeface="Arial" panose="020B0604020202020204" pitchFamily="34" charset="0"/>
                <a:ea typeface="华文新魏" panose="02010800040101010101" pitchFamily="2" charset="-122"/>
                <a:cs typeface="+mn-cs"/>
              </a:rPr>
              <a:t>教学目的</a:t>
            </a:r>
            <a:endParaRPr kumimoji="1" lang="en-US" altLang="zh-CN" sz="2400" b="0" i="0" u="none" strike="noStrike" kern="1200" cap="none" spc="0" normalizeH="0" baseline="0" noProof="0" dirty="0">
              <a:ln>
                <a:noFill/>
              </a:ln>
              <a:solidFill>
                <a:schemeClr val="tx1"/>
              </a:solidFill>
              <a:effectLst/>
              <a:uLnTx/>
              <a:uFillTx/>
              <a:latin typeface="Arial" panose="020B0604020202020204" pitchFamily="34" charset="0"/>
              <a:ea typeface="华文新魏" panose="02010800040101010101" pitchFamily="2" charset="-122"/>
              <a:cs typeface="+mn-cs"/>
            </a:endParaRPr>
          </a:p>
          <a:p>
            <a:pPr marL="717550" marR="0" lvl="0" indent="-447675" algn="just" defTabSz="914400" rtl="0" eaLnBrk="1" fontAlgn="base" latinLnBrk="0" hangingPunct="1">
              <a:lnSpc>
                <a:spcPct val="150000"/>
              </a:lnSpc>
              <a:spcBef>
                <a:spcPts val="600"/>
              </a:spcBef>
              <a:spcAft>
                <a:spcPct val="0"/>
              </a:spcAft>
              <a:buClrTx/>
              <a:buSzPct val="85000"/>
              <a:buFontTx/>
              <a:buNone/>
              <a:defRPr/>
            </a:pPr>
            <a:r>
              <a:rPr kumimoji="1" lang="en-US" altLang="zh-CN" sz="2000" b="0" i="0" u="none" strike="noStrike" kern="1200" cap="none" spc="0" normalizeH="0" baseline="0" noProof="0" dirty="0">
                <a:ln>
                  <a:noFill/>
                </a:ln>
                <a:solidFill>
                  <a:schemeClr val="tx1"/>
                </a:solidFill>
                <a:effectLst/>
                <a:uLnTx/>
                <a:uFillTx/>
                <a:latin typeface="+mn-ea"/>
                <a:ea typeface="+mn-ea"/>
                <a:cs typeface="+mn-cs"/>
              </a:rPr>
              <a:t>(1)</a:t>
            </a:r>
            <a:r>
              <a:rPr kumimoji="1" lang="zh-CN" altLang="en-US" sz="2000" b="0" i="0" u="none" strike="noStrike" kern="1200" cap="none" spc="0" normalizeH="0" baseline="0" noProof="0" dirty="0">
                <a:ln>
                  <a:noFill/>
                </a:ln>
                <a:solidFill>
                  <a:schemeClr val="tx1"/>
                </a:solidFill>
                <a:effectLst/>
                <a:uLnTx/>
                <a:uFillTx/>
                <a:latin typeface="+mn-ea"/>
                <a:ea typeface="+mn-ea"/>
                <a:cs typeface="+mn-cs"/>
              </a:rPr>
              <a:t>目的在于让学生掌握传感技术的</a:t>
            </a:r>
            <a:r>
              <a:rPr kumimoji="1" lang="zh-CN" altLang="en-US" sz="2000" b="1" i="0" u="none" strike="noStrike" kern="1200" cap="none" spc="0" normalizeH="0" baseline="0" noProof="0" dirty="0">
                <a:ln>
                  <a:noFill/>
                </a:ln>
                <a:solidFill>
                  <a:srgbClr val="FF0000"/>
                </a:solidFill>
                <a:effectLst/>
                <a:uLnTx/>
                <a:uFillTx/>
                <a:latin typeface="+mn-ea"/>
                <a:ea typeface="+mn-ea"/>
                <a:cs typeface="+mn-cs"/>
              </a:rPr>
              <a:t>基本理论</a:t>
            </a:r>
            <a:r>
              <a:rPr kumimoji="1" lang="zh-CN" altLang="en-US" sz="2000" b="0" i="0" u="none" strike="noStrike" kern="1200" cap="none" spc="0" normalizeH="0" baseline="0" noProof="0" dirty="0">
                <a:ln>
                  <a:noFill/>
                </a:ln>
                <a:solidFill>
                  <a:schemeClr val="tx1"/>
                </a:solidFill>
                <a:effectLst/>
                <a:uLnTx/>
                <a:uFillTx/>
                <a:latin typeface="+mn-ea"/>
                <a:ea typeface="+mn-ea"/>
                <a:cs typeface="+mn-cs"/>
              </a:rPr>
              <a:t>，要求掌握有关测量中常用的各种</a:t>
            </a:r>
            <a:r>
              <a:rPr kumimoji="1" lang="zh-CN" altLang="en-US" sz="2000" b="0" i="0" u="none" strike="noStrike" kern="1200" cap="none" spc="0" normalizeH="0" baseline="0" noProof="0" dirty="0">
                <a:ln>
                  <a:noFill/>
                </a:ln>
                <a:solidFill>
                  <a:schemeClr val="tx1"/>
                </a:solidFill>
                <a:effectLst/>
                <a:highlight>
                  <a:srgbClr val="FFFF00"/>
                </a:highlight>
                <a:uLnTx/>
                <a:uFillTx/>
                <a:latin typeface="+mn-ea"/>
                <a:ea typeface="+mn-ea"/>
                <a:cs typeface="+mn-cs"/>
              </a:rPr>
              <a:t>传感器的工作原理</a:t>
            </a:r>
            <a:r>
              <a:rPr kumimoji="1" lang="zh-CN" altLang="en-US" sz="2000" b="0" i="0" u="none" strike="noStrike" kern="1200" cap="none" spc="0" normalizeH="0" baseline="0" noProof="0" dirty="0">
                <a:ln>
                  <a:noFill/>
                </a:ln>
                <a:solidFill>
                  <a:schemeClr val="tx1"/>
                </a:solidFill>
                <a:effectLst/>
                <a:uLnTx/>
                <a:uFillTx/>
                <a:latin typeface="+mn-ea"/>
                <a:ea typeface="+mn-ea"/>
                <a:cs typeface="+mn-cs"/>
              </a:rPr>
              <a:t>、</a:t>
            </a:r>
            <a:r>
              <a:rPr kumimoji="1" lang="zh-CN" altLang="en-US" sz="2000" b="0" i="0" u="none" strike="noStrike" kern="1200" cap="none" spc="0" normalizeH="0" baseline="0" noProof="0" dirty="0">
                <a:ln>
                  <a:noFill/>
                </a:ln>
                <a:solidFill>
                  <a:schemeClr val="tx1"/>
                </a:solidFill>
                <a:effectLst/>
                <a:highlight>
                  <a:srgbClr val="FFFF00"/>
                </a:highlight>
                <a:uLnTx/>
                <a:uFillTx/>
                <a:latin typeface="+mn-ea"/>
                <a:ea typeface="+mn-ea"/>
                <a:cs typeface="+mn-cs"/>
              </a:rPr>
              <a:t>输入输出特性</a:t>
            </a:r>
            <a:r>
              <a:rPr kumimoji="1" lang="zh-CN" altLang="en-US" sz="2000" b="0" i="0" u="none" strike="noStrike" kern="1200" cap="none" spc="0" normalizeH="0" baseline="0" noProof="0" dirty="0">
                <a:ln>
                  <a:noFill/>
                </a:ln>
                <a:solidFill>
                  <a:schemeClr val="tx1"/>
                </a:solidFill>
                <a:effectLst/>
                <a:uLnTx/>
                <a:uFillTx/>
                <a:latin typeface="+mn-ea"/>
                <a:ea typeface="+mn-ea"/>
                <a:cs typeface="+mn-cs"/>
              </a:rPr>
              <a:t>、</a:t>
            </a:r>
            <a:r>
              <a:rPr kumimoji="1" lang="zh-CN" altLang="en-US" sz="2000" b="0" i="0" u="none" strike="noStrike" kern="1200" cap="none" spc="0" normalizeH="0" baseline="0" noProof="0" dirty="0">
                <a:ln>
                  <a:noFill/>
                </a:ln>
                <a:solidFill>
                  <a:schemeClr val="tx1"/>
                </a:solidFill>
                <a:effectLst/>
                <a:highlight>
                  <a:srgbClr val="FFFF00"/>
                </a:highlight>
                <a:uLnTx/>
                <a:uFillTx/>
                <a:latin typeface="+mn-ea"/>
                <a:ea typeface="+mn-ea"/>
                <a:cs typeface="+mn-cs"/>
              </a:rPr>
              <a:t>误差分析与补偿方法</a:t>
            </a:r>
            <a:r>
              <a:rPr kumimoji="1" lang="zh-CN" altLang="en-US" sz="2000" b="0" i="0" u="none" strike="noStrike" kern="1200" cap="none" spc="0" normalizeH="0" baseline="0" noProof="0" dirty="0">
                <a:ln>
                  <a:noFill/>
                </a:ln>
                <a:solidFill>
                  <a:schemeClr val="tx1"/>
                </a:solidFill>
                <a:effectLst/>
                <a:uLnTx/>
                <a:uFillTx/>
                <a:latin typeface="+mn-ea"/>
                <a:ea typeface="+mn-ea"/>
                <a:cs typeface="+mn-cs"/>
              </a:rPr>
              <a:t>、相关</a:t>
            </a:r>
            <a:r>
              <a:rPr kumimoji="1" lang="zh-CN" altLang="en-US" sz="2000" b="0" i="0" u="none" strike="noStrike" kern="1200" cap="none" spc="0" normalizeH="0" baseline="0" noProof="0" dirty="0">
                <a:ln>
                  <a:noFill/>
                </a:ln>
                <a:solidFill>
                  <a:schemeClr val="tx1"/>
                </a:solidFill>
                <a:effectLst/>
                <a:highlight>
                  <a:srgbClr val="FFFF00"/>
                </a:highlight>
                <a:uLnTx/>
                <a:uFillTx/>
                <a:latin typeface="+mn-ea"/>
                <a:ea typeface="+mn-ea"/>
                <a:cs typeface="+mn-cs"/>
              </a:rPr>
              <a:t>检测电路</a:t>
            </a:r>
            <a:r>
              <a:rPr kumimoji="1" lang="zh-CN" altLang="en-US" sz="2000" b="0" i="0" u="none" strike="noStrike" kern="1200" cap="none" spc="0" normalizeH="0" baseline="0" noProof="0" dirty="0">
                <a:ln>
                  <a:noFill/>
                </a:ln>
                <a:solidFill>
                  <a:schemeClr val="tx1"/>
                </a:solidFill>
                <a:effectLst/>
                <a:uLnTx/>
                <a:uFillTx/>
                <a:latin typeface="+mn-ea"/>
                <a:ea typeface="+mn-ea"/>
                <a:cs typeface="+mn-cs"/>
              </a:rPr>
              <a:t>、检测</a:t>
            </a:r>
            <a:r>
              <a:rPr kumimoji="1" lang="zh-CN" altLang="en-US" sz="2000" b="0" i="0" u="none" strike="noStrike" kern="1200" cap="none" spc="0" normalizeH="0" baseline="0" noProof="0" dirty="0">
                <a:ln>
                  <a:noFill/>
                </a:ln>
                <a:solidFill>
                  <a:schemeClr val="tx1"/>
                </a:solidFill>
                <a:effectLst/>
                <a:highlight>
                  <a:srgbClr val="FFFF00"/>
                </a:highlight>
                <a:uLnTx/>
                <a:uFillTx/>
                <a:latin typeface="+mn-ea"/>
                <a:ea typeface="+mn-ea"/>
                <a:cs typeface="+mn-cs"/>
              </a:rPr>
              <a:t>数据的处理</a:t>
            </a:r>
            <a:r>
              <a:rPr kumimoji="1" lang="zh-CN" altLang="en-US" sz="2000" b="0" i="0" u="none" strike="noStrike" kern="1200" cap="none" spc="0" normalizeH="0" baseline="0" noProof="0" dirty="0">
                <a:ln>
                  <a:noFill/>
                </a:ln>
                <a:solidFill>
                  <a:schemeClr val="tx1"/>
                </a:solidFill>
                <a:effectLst/>
                <a:uLnTx/>
                <a:uFillTx/>
                <a:latin typeface="+mn-ea"/>
                <a:ea typeface="+mn-ea"/>
                <a:cs typeface="+mn-cs"/>
              </a:rPr>
              <a:t>；</a:t>
            </a:r>
          </a:p>
          <a:p>
            <a:pPr marL="717550" marR="0" lvl="0" indent="-447675" algn="just" defTabSz="914400" rtl="0" eaLnBrk="1" fontAlgn="base" latinLnBrk="0" hangingPunct="1">
              <a:lnSpc>
                <a:spcPct val="150000"/>
              </a:lnSpc>
              <a:spcBef>
                <a:spcPts val="600"/>
              </a:spcBef>
              <a:spcAft>
                <a:spcPct val="0"/>
              </a:spcAft>
              <a:buClrTx/>
              <a:buSzPct val="85000"/>
              <a:buFontTx/>
              <a:buNone/>
              <a:defRPr/>
            </a:pPr>
            <a:r>
              <a:rPr kumimoji="1" lang="en-US" altLang="zh-CN" sz="2000" b="0" i="0" u="none" strike="noStrike" kern="1200" cap="none" spc="0" normalizeH="0" baseline="0" noProof="0" dirty="0">
                <a:ln>
                  <a:noFill/>
                </a:ln>
                <a:solidFill>
                  <a:schemeClr val="tx1"/>
                </a:solidFill>
                <a:effectLst/>
                <a:uLnTx/>
                <a:uFillTx/>
                <a:latin typeface="+mn-ea"/>
                <a:ea typeface="+mn-ea"/>
                <a:cs typeface="+mn-cs"/>
              </a:rPr>
              <a:t>(2)</a:t>
            </a:r>
            <a:r>
              <a:rPr kumimoji="1" lang="zh-CN" altLang="en-US" sz="2000" b="0" i="0" u="none" strike="noStrike" kern="1200" cap="none" spc="0" normalizeH="0" baseline="0" noProof="0" dirty="0">
                <a:ln>
                  <a:noFill/>
                </a:ln>
                <a:solidFill>
                  <a:schemeClr val="tx1"/>
                </a:solidFill>
                <a:effectLst/>
                <a:uLnTx/>
                <a:uFillTx/>
                <a:latin typeface="+mn-ea"/>
                <a:ea typeface="+mn-ea"/>
                <a:cs typeface="+mn-cs"/>
              </a:rPr>
              <a:t>使学生能合理地</a:t>
            </a:r>
            <a:r>
              <a:rPr kumimoji="1" lang="zh-CN" altLang="en-US" sz="2000" b="1" i="0" u="none" strike="noStrike" kern="1200" cap="none" spc="0" normalizeH="0" baseline="0" noProof="0" dirty="0">
                <a:ln>
                  <a:noFill/>
                </a:ln>
                <a:solidFill>
                  <a:srgbClr val="1552D1"/>
                </a:solidFill>
                <a:effectLst/>
                <a:uLnTx/>
                <a:uFillTx/>
                <a:latin typeface="+mn-ea"/>
                <a:ea typeface="+mn-ea"/>
                <a:cs typeface="+mn-cs"/>
              </a:rPr>
              <a:t>选择和使用</a:t>
            </a:r>
            <a:r>
              <a:rPr kumimoji="1" lang="zh-CN" altLang="en-US" sz="2000" b="0" i="0" u="none" strike="noStrike" kern="1200" cap="none" spc="0" normalizeH="0" baseline="0" noProof="0" dirty="0">
                <a:ln>
                  <a:noFill/>
                </a:ln>
                <a:solidFill>
                  <a:schemeClr val="tx1"/>
                </a:solidFill>
                <a:effectLst/>
                <a:uLnTx/>
                <a:uFillTx/>
                <a:latin typeface="+mn-ea"/>
                <a:ea typeface="+mn-ea"/>
                <a:cs typeface="+mn-cs"/>
              </a:rPr>
              <a:t>传感器，并进一步掌握传感器的实验研究方法；</a:t>
            </a:r>
          </a:p>
          <a:p>
            <a:pPr marL="717550" marR="0" lvl="0" indent="-447675" algn="just" defTabSz="914400" rtl="0" eaLnBrk="1" fontAlgn="base" latinLnBrk="0" hangingPunct="1">
              <a:lnSpc>
                <a:spcPct val="150000"/>
              </a:lnSpc>
              <a:spcBef>
                <a:spcPts val="600"/>
              </a:spcBef>
              <a:spcAft>
                <a:spcPct val="0"/>
              </a:spcAft>
              <a:buClrTx/>
              <a:buSzPct val="85000"/>
              <a:buFontTx/>
              <a:buNone/>
              <a:defRPr/>
            </a:pPr>
            <a:r>
              <a:rPr kumimoji="1" lang="en-US" altLang="zh-CN" sz="2000" b="0" i="0" u="none" strike="noStrike" kern="1200" cap="none" spc="0" normalizeH="0" baseline="0" noProof="0" dirty="0">
                <a:ln>
                  <a:noFill/>
                </a:ln>
                <a:solidFill>
                  <a:schemeClr val="tx1"/>
                </a:solidFill>
                <a:effectLst/>
                <a:uLnTx/>
                <a:uFillTx/>
                <a:latin typeface="+mn-ea"/>
                <a:ea typeface="+mn-ea"/>
                <a:cs typeface="+mn-cs"/>
              </a:rPr>
              <a:t>(3)</a:t>
            </a:r>
            <a:r>
              <a:rPr kumimoji="1" lang="zh-CN" altLang="en-US" sz="2000" b="0" i="0" u="none" strike="noStrike" kern="1200" cap="none" spc="0" normalizeH="0" baseline="0" noProof="0" dirty="0">
                <a:ln>
                  <a:noFill/>
                </a:ln>
                <a:solidFill>
                  <a:schemeClr val="tx1"/>
                </a:solidFill>
                <a:effectLst/>
                <a:uLnTx/>
                <a:uFillTx/>
                <a:latin typeface="+mn-ea"/>
                <a:ea typeface="+mn-ea"/>
                <a:cs typeface="+mn-cs"/>
              </a:rPr>
              <a:t>熟悉常用传感器在</a:t>
            </a:r>
            <a:r>
              <a:rPr kumimoji="1" lang="zh-CN" altLang="en-US" sz="2000" b="1" i="0" u="none" strike="noStrike" kern="1200" cap="none" spc="0" normalizeH="0" baseline="0" noProof="0" dirty="0">
                <a:ln>
                  <a:noFill/>
                </a:ln>
                <a:solidFill>
                  <a:srgbClr val="1552D1"/>
                </a:solidFill>
                <a:effectLst/>
                <a:uLnTx/>
                <a:uFillTx/>
                <a:latin typeface="+mn-ea"/>
                <a:ea typeface="+mn-ea"/>
                <a:cs typeface="+mn-cs"/>
              </a:rPr>
              <a:t>信息采集系统</a:t>
            </a:r>
            <a:r>
              <a:rPr kumimoji="1" lang="zh-CN" altLang="en-US" sz="2000" b="0" i="0" u="none" strike="noStrike" kern="1200" cap="none" spc="0" normalizeH="0" baseline="0" noProof="0" dirty="0">
                <a:ln>
                  <a:noFill/>
                </a:ln>
                <a:solidFill>
                  <a:schemeClr val="tx1"/>
                </a:solidFill>
                <a:effectLst/>
                <a:uLnTx/>
                <a:uFillTx/>
                <a:latin typeface="+mn-ea"/>
                <a:ea typeface="+mn-ea"/>
                <a:cs typeface="+mn-cs"/>
              </a:rPr>
              <a:t>中使用时需注意的问题，同时了解传感器及检测技术的国内外研究概况与发展动向。</a:t>
            </a:r>
          </a:p>
          <a:p>
            <a:pPr marL="342900" marR="0" lvl="0" indent="-342900" algn="just" defTabSz="914400" rtl="0" eaLnBrk="1" fontAlgn="base" latinLnBrk="0" hangingPunct="1">
              <a:lnSpc>
                <a:spcPct val="100000"/>
              </a:lnSpc>
              <a:spcBef>
                <a:spcPct val="20000"/>
              </a:spcBef>
              <a:spcAft>
                <a:spcPct val="0"/>
              </a:spcAft>
              <a:buClrTx/>
              <a:buSzPct val="85000"/>
              <a:buFontTx/>
              <a:buNone/>
              <a:defRPr/>
            </a:pPr>
            <a:endParaRPr kumimoji="1" lang="zh-CN" altLang="en-US" sz="2400" b="0" i="0" u="none" strike="noStrike" kern="1200" cap="none" spc="0" normalizeH="0" baseline="0" noProof="0" dirty="0">
              <a:ln>
                <a:noFill/>
              </a:ln>
              <a:solidFill>
                <a:schemeClr val="tx1"/>
              </a:solidFill>
              <a:effectLst/>
              <a:uLnTx/>
              <a:uFillTx/>
              <a:latin typeface="Arial" panose="020B0604020202020204" pitchFamily="34" charset="0"/>
              <a:ea typeface="华文新魏" panose="02010800040101010101" pitchFamily="2" charset="-122"/>
              <a:cs typeface="+mn-cs"/>
            </a:endParaRPr>
          </a:p>
        </p:txBody>
      </p:sp>
      <p:sp>
        <p:nvSpPr>
          <p:cNvPr id="8195" name="Rectangle 4"/>
          <p:cNvSpPr/>
          <p:nvPr/>
        </p:nvSpPr>
        <p:spPr>
          <a:xfrm>
            <a:off x="1403350" y="0"/>
            <a:ext cx="6303963" cy="971550"/>
          </a:xfrm>
          <a:prstGeom prst="rect">
            <a:avLst/>
          </a:prstGeom>
          <a:noFill/>
          <a:ln w="9525">
            <a:noFill/>
          </a:ln>
        </p:spPr>
        <p:txBody>
          <a:bodyPr anchor="ctr"/>
          <a:lstStyle/>
          <a:p>
            <a:pPr algn="ctr"/>
            <a:r>
              <a:rPr lang="zh-CN" altLang="en-US" sz="4000" dirty="0">
                <a:solidFill>
                  <a:srgbClr val="C00000"/>
                </a:solidFill>
                <a:latin typeface="Arial Black" panose="020B0A04020102020204" pitchFamily="34" charset="0"/>
                <a:ea typeface="华文新魏" panose="02010800040101010101" pitchFamily="2" charset="-122"/>
              </a:rPr>
              <a:t>传感技术</a:t>
            </a:r>
          </a:p>
        </p:txBody>
      </p:sp>
      <p:sp>
        <p:nvSpPr>
          <p:cNvPr id="8" name="矩形 7"/>
          <p:cNvSpPr/>
          <p:nvPr/>
        </p:nvSpPr>
        <p:spPr>
          <a:xfrm>
            <a:off x="142875" y="1000125"/>
            <a:ext cx="8286750" cy="46038"/>
          </a:xfrm>
          <a:prstGeom prst="rect">
            <a:avLst/>
          </a:prstGeom>
          <a:gradFill flip="none" rotWithShape="1">
            <a:gsLst>
              <a:gs pos="0">
                <a:srgbClr val="5E9EFF"/>
              </a:gs>
              <a:gs pos="39999">
                <a:srgbClr val="85C2FF"/>
              </a:gs>
              <a:gs pos="70000">
                <a:srgbClr val="C4D6EB"/>
              </a:gs>
              <a:gs pos="100000">
                <a:srgbClr val="FFEBFA"/>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50000"/>
              </a:lnSpc>
              <a:spcBef>
                <a:spcPts val="0"/>
              </a:spcBef>
              <a:spcAft>
                <a:spcPts val="0"/>
              </a:spcAft>
              <a:buClrTx/>
              <a:buSzPct val="85000"/>
              <a:buFontTx/>
              <a:buChar char="•"/>
              <a:defRPr/>
            </a:pPr>
            <a:endParaRPr kumimoji="1" lang="zh-CN" altLang="en-US" sz="2400" b="0" i="0" u="none" strike="noStrike" kern="1200" cap="none" spc="0" normalizeH="0" baseline="0" noProof="0">
              <a:ln>
                <a:noFill/>
              </a:ln>
              <a:solidFill>
                <a:schemeClr val="lt1"/>
              </a:solidFill>
              <a:effectLst/>
              <a:uLnTx/>
              <a:uFillTx/>
              <a:latin typeface="+mn-lt"/>
              <a:ea typeface="+mn-ea"/>
              <a:cs typeface="+mn-cs"/>
            </a:endParaRPr>
          </a:p>
        </p:txBody>
      </p:sp>
      <p:sp>
        <p:nvSpPr>
          <p:cNvPr id="9" name="页脚占位符 6"/>
          <p:cNvSpPr txBox="1">
            <a:spLocks noGrp="1"/>
          </p:cNvSpPr>
          <p:nvPr>
            <p:ph type="ftr" sz="quarter" idx="11"/>
          </p:nvPr>
        </p:nvSpPr>
        <p:spPr>
          <a:xfrm>
            <a:off x="2843213" y="6411913"/>
            <a:ext cx="2895600" cy="365125"/>
          </a:xfrm>
          <a:noFill/>
        </p:spPr>
        <p:txBody>
          <a:bodyPr vert="horz" lIns="91440" tIns="45720" rIns="91440" bIns="45720" rtlCol="0" anchor="ctr"/>
          <a:lstStyle/>
          <a:p>
            <a:pPr marL="0" marR="0" lvl="0" indent="0" algn="ctr" defTabSz="914400" rtl="0" eaLnBrk="1" fontAlgn="base" latinLnBrk="0" hangingPunct="1">
              <a:lnSpc>
                <a:spcPct val="150000"/>
              </a:lnSpc>
              <a:spcBef>
                <a:spcPct val="20000"/>
              </a:spcBef>
              <a:spcAft>
                <a:spcPct val="0"/>
              </a:spcAft>
              <a:buClrTx/>
              <a:buSzPct val="85000"/>
              <a:buFontTx/>
              <a:buChar char="•"/>
              <a:defRPr/>
            </a:pPr>
            <a:r>
              <a:rPr kumimoji="1" lang="zh-CN" altLang="en-US" sz="1200" b="0" i="0" u="none" strike="noStrike" kern="1200" cap="none" spc="0" normalizeH="0" baseline="0" noProof="0" dirty="0">
                <a:ln>
                  <a:noFill/>
                </a:ln>
                <a:solidFill>
                  <a:schemeClr val="tx1">
                    <a:tint val="75000"/>
                  </a:schemeClr>
                </a:solidFill>
                <a:effectLst/>
                <a:uLnTx/>
                <a:uFillTx/>
                <a:latin typeface="Times New Roman" panose="02020603050405020304" pitchFamily="18" charset="0"/>
                <a:ea typeface="楷体_GB2312" pitchFamily="49" charset="-122"/>
                <a:cs typeface="+mn-cs"/>
              </a:rPr>
              <a:t>测量科学与仪器系</a:t>
            </a:r>
            <a:endParaRPr kumimoji="1" lang="en-US" altLang="zh-CN" sz="1200" b="0" i="0" u="none" strike="noStrike" kern="1200" cap="none" spc="0" normalizeH="0" baseline="0" noProof="0" dirty="0">
              <a:ln>
                <a:noFill/>
              </a:ln>
              <a:solidFill>
                <a:schemeClr val="tx1">
                  <a:tint val="75000"/>
                </a:schemeClr>
              </a:solidFill>
              <a:effectLst/>
              <a:uLnTx/>
              <a:uFillTx/>
              <a:latin typeface="Times New Roman" panose="02020603050405020304" pitchFamily="18" charset="0"/>
              <a:ea typeface="楷体_GB2312" pitchFamily="49" charset="-122"/>
              <a:cs typeface="+mn-cs"/>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5" name="灯片编号占位符 5"/>
          <p:cNvSpPr>
            <a:spLocks noGrp="1"/>
          </p:cNvSpPr>
          <p:nvPr>
            <p:ph type="sldNum" sz="quarter" idx="12"/>
          </p:nvPr>
        </p:nvSpPr>
        <p:spPr>
          <a:noFill/>
          <a:ln>
            <a:noFill/>
          </a:ln>
        </p:spPr>
        <p:txBody>
          <a:bodyPr wrap="square" lIns="91440" tIns="45720" rIns="91440" bIns="45720" anchor="ctr"/>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r">
              <a:lnSpc>
                <a:spcPct val="150000"/>
              </a:lnSpc>
              <a:spcBef>
                <a:spcPct val="20000"/>
              </a:spcBef>
              <a:buSzPct val="85000"/>
              <a:buFontTx/>
              <a:buChar char="•"/>
            </a:pPr>
            <a:fld id="{9A0DB2DC-4C9A-4742-B13C-FB6460FD3503}" type="slidenum">
              <a:rPr lang="en-US" altLang="zh-CN" sz="1200" dirty="0">
                <a:solidFill>
                  <a:srgbClr val="898989"/>
                </a:solidFill>
              </a:rPr>
              <a:t>3</a:t>
            </a:fld>
            <a:endParaRPr lang="en-US" altLang="zh-CN" sz="1200" dirty="0">
              <a:solidFill>
                <a:srgbClr val="898989"/>
              </a:solidFill>
            </a:endParaRPr>
          </a:p>
        </p:txBody>
      </p:sp>
      <p:sp>
        <p:nvSpPr>
          <p:cNvPr id="38" name="矩形 37"/>
          <p:cNvSpPr/>
          <p:nvPr/>
        </p:nvSpPr>
        <p:spPr>
          <a:xfrm>
            <a:off x="117475" y="1420813"/>
            <a:ext cx="4206875" cy="46038"/>
          </a:xfrm>
          <a:prstGeom prst="rect">
            <a:avLst/>
          </a:prstGeom>
          <a:gradFill flip="none" rotWithShape="1">
            <a:gsLst>
              <a:gs pos="0">
                <a:srgbClr val="5E9EFF"/>
              </a:gs>
              <a:gs pos="39999">
                <a:srgbClr val="85C2FF"/>
              </a:gs>
              <a:gs pos="70000">
                <a:srgbClr val="C4D6EB"/>
              </a:gs>
              <a:gs pos="100000">
                <a:srgbClr val="FFEBFA"/>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50000"/>
              </a:lnSpc>
              <a:spcBef>
                <a:spcPts val="0"/>
              </a:spcBef>
              <a:spcAft>
                <a:spcPts val="0"/>
              </a:spcAft>
              <a:buClrTx/>
              <a:buSzPct val="85000"/>
              <a:buFontTx/>
              <a:buChar char="•"/>
              <a:defRPr/>
            </a:pPr>
            <a:endParaRPr kumimoji="1" lang="zh-CN" altLang="en-US" sz="2400" b="0" i="0" u="none" strike="noStrike" kern="1200" cap="none" spc="0" normalizeH="0" baseline="0" noProof="0">
              <a:ln>
                <a:noFill/>
              </a:ln>
              <a:solidFill>
                <a:schemeClr val="lt1"/>
              </a:solidFill>
              <a:effectLst/>
              <a:uLnTx/>
              <a:uFillTx/>
              <a:latin typeface="+mn-lt"/>
              <a:ea typeface="+mn-ea"/>
              <a:cs typeface="+mn-cs"/>
            </a:endParaRPr>
          </a:p>
        </p:txBody>
      </p:sp>
      <p:sp>
        <p:nvSpPr>
          <p:cNvPr id="8" name="页脚占位符 6"/>
          <p:cNvSpPr txBox="1">
            <a:spLocks noGrp="1"/>
          </p:cNvSpPr>
          <p:nvPr>
            <p:ph type="ftr" sz="quarter" idx="11"/>
          </p:nvPr>
        </p:nvSpPr>
        <p:spPr>
          <a:xfrm>
            <a:off x="2843213" y="6411913"/>
            <a:ext cx="2895600" cy="365125"/>
          </a:xfrm>
          <a:noFill/>
        </p:spPr>
        <p:txBody>
          <a:bodyPr vert="horz" lIns="91440" tIns="45720" rIns="91440" bIns="45720" rtlCol="0" anchor="ctr"/>
          <a:lstStyle/>
          <a:p>
            <a:pPr marL="0" marR="0" lvl="0" indent="0" algn="ctr" defTabSz="914400" rtl="0" eaLnBrk="1" fontAlgn="base" latinLnBrk="0" hangingPunct="1">
              <a:lnSpc>
                <a:spcPct val="150000"/>
              </a:lnSpc>
              <a:spcBef>
                <a:spcPct val="20000"/>
              </a:spcBef>
              <a:spcAft>
                <a:spcPct val="0"/>
              </a:spcAft>
              <a:buClrTx/>
              <a:buSzPct val="85000"/>
              <a:buFontTx/>
              <a:buChar char="•"/>
              <a:defRPr/>
            </a:pPr>
            <a:r>
              <a:rPr kumimoji="1" lang="zh-CN" altLang="en-US" sz="1200" b="0" i="0" u="none" strike="noStrike" kern="1200" cap="none" spc="0" normalizeH="0" baseline="0" noProof="0" dirty="0">
                <a:ln>
                  <a:noFill/>
                </a:ln>
                <a:solidFill>
                  <a:schemeClr val="tx1">
                    <a:tint val="75000"/>
                  </a:schemeClr>
                </a:solidFill>
                <a:effectLst/>
                <a:uLnTx/>
                <a:uFillTx/>
                <a:latin typeface="Times New Roman" panose="02020603050405020304" pitchFamily="18" charset="0"/>
                <a:ea typeface="楷体_GB2312" pitchFamily="49" charset="-122"/>
                <a:cs typeface="+mn-cs"/>
              </a:rPr>
              <a:t>测量科学与仪器系</a:t>
            </a:r>
            <a:endParaRPr kumimoji="1" lang="en-US" altLang="zh-CN" sz="1200" b="0" i="0" u="none" strike="noStrike" kern="1200" cap="none" spc="0" normalizeH="0" baseline="0" noProof="0" dirty="0">
              <a:ln>
                <a:noFill/>
              </a:ln>
              <a:solidFill>
                <a:schemeClr val="tx1">
                  <a:tint val="75000"/>
                </a:schemeClr>
              </a:solidFill>
              <a:effectLst/>
              <a:uLnTx/>
              <a:uFillTx/>
              <a:latin typeface="Times New Roman" panose="02020603050405020304" pitchFamily="18" charset="0"/>
              <a:ea typeface="楷体_GB2312" pitchFamily="49" charset="-122"/>
              <a:cs typeface="+mn-cs"/>
            </a:endParaRPr>
          </a:p>
        </p:txBody>
      </p:sp>
      <p:sp>
        <p:nvSpPr>
          <p:cNvPr id="7" name="日期占位符 1">
            <a:extLst>
              <a:ext uri="{FF2B5EF4-FFF2-40B4-BE49-F238E27FC236}">
                <a16:creationId xmlns:a16="http://schemas.microsoft.com/office/drawing/2014/main" id="{C930F727-DEB2-4B6C-A23F-A90AAAE4E951}"/>
              </a:ext>
            </a:extLst>
          </p:cNvPr>
          <p:cNvSpPr>
            <a:spLocks noGrp="1" noChangeArrowheads="1"/>
          </p:cNvSpPr>
          <p:nvPr>
            <p:ph type="dt" sz="quarter" idx="10"/>
          </p:nvPr>
        </p:nvSpPr>
        <p:spPr bwMode="auto">
          <a:xfrm>
            <a:off x="811213" y="6373813"/>
            <a:ext cx="1905000" cy="4572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0" compatLnSpc="1">
            <a:prstTxWarp prst="textNoShape">
              <a:avLst/>
            </a:prstTxWarp>
          </a:bodyPr>
          <a:lstStyle/>
          <a:p>
            <a:fld id="{47C05C09-5DFB-41F1-B9E9-DA9A2896DE31}" type="datetime10">
              <a:rPr lang="zh-CN" altLang="en-US" smtClean="0">
                <a:latin typeface="Times New Roman" panose="02020603050405020304" pitchFamily="18" charset="0"/>
              </a:rPr>
              <a:pPr/>
              <a:t>00:00</a:t>
            </a:fld>
            <a:endParaRPr lang="zh-CN" altLang="en-US">
              <a:latin typeface="Times New Roman" panose="02020603050405020304" pitchFamily="18" charset="0"/>
            </a:endParaRPr>
          </a:p>
        </p:txBody>
      </p:sp>
      <p:grpSp>
        <p:nvGrpSpPr>
          <p:cNvPr id="6" name="组合 5">
            <a:extLst>
              <a:ext uri="{FF2B5EF4-FFF2-40B4-BE49-F238E27FC236}">
                <a16:creationId xmlns:a16="http://schemas.microsoft.com/office/drawing/2014/main" id="{A0957E0F-EDFD-47D4-B8A4-1DACE719D9EA}"/>
              </a:ext>
            </a:extLst>
          </p:cNvPr>
          <p:cNvGrpSpPr/>
          <p:nvPr/>
        </p:nvGrpSpPr>
        <p:grpSpPr>
          <a:xfrm>
            <a:off x="426389" y="1844824"/>
            <a:ext cx="8147050" cy="4093210"/>
            <a:chOff x="426389" y="1844824"/>
            <a:chExt cx="8147050" cy="4093210"/>
          </a:xfrm>
        </p:grpSpPr>
        <p:grpSp>
          <p:nvGrpSpPr>
            <p:cNvPr id="12" name="组合 6148">
              <a:extLst>
                <a:ext uri="{FF2B5EF4-FFF2-40B4-BE49-F238E27FC236}">
                  <a16:creationId xmlns:a16="http://schemas.microsoft.com/office/drawing/2014/main" id="{3E2D54EC-974A-44A4-B3C9-EC3532CF2207}"/>
                </a:ext>
              </a:extLst>
            </p:cNvPr>
            <p:cNvGrpSpPr>
              <a:grpSpLocks/>
            </p:cNvGrpSpPr>
            <p:nvPr/>
          </p:nvGrpSpPr>
          <p:grpSpPr bwMode="auto">
            <a:xfrm>
              <a:off x="426389" y="1844824"/>
              <a:ext cx="8147050" cy="4093210"/>
              <a:chOff x="0" y="0"/>
              <a:chExt cx="4416" cy="786"/>
            </a:xfrm>
          </p:grpSpPr>
          <p:sp>
            <p:nvSpPr>
              <p:cNvPr id="15" name="AutoShape 19">
                <a:extLst>
                  <a:ext uri="{FF2B5EF4-FFF2-40B4-BE49-F238E27FC236}">
                    <a16:creationId xmlns:a16="http://schemas.microsoft.com/office/drawing/2014/main" id="{61ED5DCC-53F7-4FFD-ACB5-166A722C638C}"/>
                  </a:ext>
                </a:extLst>
              </p:cNvPr>
              <p:cNvSpPr>
                <a:spLocks noChangeArrowheads="1"/>
              </p:cNvSpPr>
              <p:nvPr/>
            </p:nvSpPr>
            <p:spPr bwMode="auto">
              <a:xfrm>
                <a:off x="0" y="0"/>
                <a:ext cx="4416" cy="786"/>
              </a:xfrm>
              <a:prstGeom prst="roundRect">
                <a:avLst>
                  <a:gd name="adj" fmla="val 10889"/>
                </a:avLst>
              </a:prstGeom>
              <a:gradFill rotWithShape="1">
                <a:gsLst>
                  <a:gs pos="0">
                    <a:srgbClr val="EEEEEE"/>
                  </a:gs>
                  <a:gs pos="50000">
                    <a:srgbClr val="DDDDDD"/>
                  </a:gs>
                  <a:gs pos="100000">
                    <a:srgbClr val="EEEEEE"/>
                  </a:gs>
                </a:gsLst>
                <a:lin ang="18900000" scaled="1"/>
              </a:gradFill>
              <a:ln w="38100">
                <a:solidFill>
                  <a:srgbClr val="FFFFFF"/>
                </a:solidFill>
                <a:round/>
                <a:headEnd/>
                <a:tailEnd/>
              </a:ln>
              <a:effectLst>
                <a:outerShdw dist="135001" dir="2928847" algn="ctr" rotWithShape="0">
                  <a:srgbClr val="000000">
                    <a:alpha val="50000"/>
                  </a:srgbClr>
                </a:outerShdw>
              </a:effectLst>
            </p:spPr>
            <p:txBody>
              <a:bodyPr wrap="none" anchor="ctr"/>
              <a:lstStyle/>
              <a:p>
                <a:endParaRPr lang="zh-CN" altLang="en-US" sz="1800" b="0">
                  <a:latin typeface="Arial" panose="020B0604020202020204" pitchFamily="34" charset="0"/>
                </a:endParaRPr>
              </a:p>
            </p:txBody>
          </p:sp>
          <p:sp>
            <p:nvSpPr>
              <p:cNvPr id="16" name="AutoShape 21">
                <a:extLst>
                  <a:ext uri="{FF2B5EF4-FFF2-40B4-BE49-F238E27FC236}">
                    <a16:creationId xmlns:a16="http://schemas.microsoft.com/office/drawing/2014/main" id="{61EDF975-56E8-45FA-994D-6338D8E6621F}"/>
                  </a:ext>
                </a:extLst>
              </p:cNvPr>
              <p:cNvSpPr>
                <a:spLocks noChangeArrowheads="1"/>
              </p:cNvSpPr>
              <p:nvPr/>
            </p:nvSpPr>
            <p:spPr bwMode="auto">
              <a:xfrm>
                <a:off x="178" y="44"/>
                <a:ext cx="1214" cy="436"/>
              </a:xfrm>
              <a:prstGeom prst="roundRect">
                <a:avLst>
                  <a:gd name="adj" fmla="val 11921"/>
                </a:avLst>
              </a:prstGeom>
              <a:gradFill rotWithShape="1">
                <a:gsLst>
                  <a:gs pos="0">
                    <a:srgbClr val="A0D768"/>
                  </a:gs>
                  <a:gs pos="100000">
                    <a:schemeClr val="accent2"/>
                  </a:gs>
                </a:gsLst>
                <a:lin ang="5400000" scaled="1"/>
              </a:gradFill>
              <a:ln w="38100">
                <a:solidFill>
                  <a:schemeClr val="bg1"/>
                </a:solidFill>
                <a:round/>
                <a:headEnd/>
                <a:tailEnd/>
              </a:ln>
            </p:spPr>
            <p:txBody>
              <a:bodyPr wrap="none" anchor="ctr"/>
              <a:lstStyle/>
              <a:p>
                <a:endParaRPr lang="zh-CN" altLang="en-US" sz="1800" b="0">
                  <a:latin typeface="Arial" panose="020B0604020202020204" pitchFamily="34" charset="0"/>
                </a:endParaRPr>
              </a:p>
            </p:txBody>
          </p:sp>
          <p:sp>
            <p:nvSpPr>
              <p:cNvPr id="17" name="Freeform 22">
                <a:extLst>
                  <a:ext uri="{FF2B5EF4-FFF2-40B4-BE49-F238E27FC236}">
                    <a16:creationId xmlns:a16="http://schemas.microsoft.com/office/drawing/2014/main" id="{D8E8E3F1-392F-4B65-ABF3-6A8B104CEE37}"/>
                  </a:ext>
                </a:extLst>
              </p:cNvPr>
              <p:cNvSpPr>
                <a:spLocks noChangeArrowheads="1"/>
              </p:cNvSpPr>
              <p:nvPr/>
            </p:nvSpPr>
            <p:spPr bwMode="auto">
              <a:xfrm>
                <a:off x="410" y="145"/>
                <a:ext cx="346" cy="322"/>
              </a:xfrm>
              <a:custGeom>
                <a:avLst/>
                <a:gdLst>
                  <a:gd name="T0" fmla="*/ 118 w 596"/>
                  <a:gd name="T1" fmla="*/ 0 h 598"/>
                  <a:gd name="T2" fmla="*/ 0 w 596"/>
                  <a:gd name="T3" fmla="*/ 118 h 598"/>
                  <a:gd name="T4" fmla="*/ 0 w 596"/>
                  <a:gd name="T5" fmla="*/ 589 h 598"/>
                  <a:gd name="T6" fmla="*/ 161 w 596"/>
                  <a:gd name="T7" fmla="*/ 174 h 598"/>
                  <a:gd name="T8" fmla="*/ 589 w 596"/>
                  <a:gd name="T9" fmla="*/ 0 h 598"/>
                  <a:gd name="T10" fmla="*/ 118 w 596"/>
                  <a:gd name="T11" fmla="*/ 0 h 598"/>
                </a:gdLst>
                <a:ahLst/>
                <a:cxnLst>
                  <a:cxn ang="0">
                    <a:pos x="T0" y="T1"/>
                  </a:cxn>
                  <a:cxn ang="0">
                    <a:pos x="T2" y="T3"/>
                  </a:cxn>
                  <a:cxn ang="0">
                    <a:pos x="T4" y="T5"/>
                  </a:cxn>
                  <a:cxn ang="0">
                    <a:pos x="T6" y="T7"/>
                  </a:cxn>
                  <a:cxn ang="0">
                    <a:pos x="T8" y="T9"/>
                  </a:cxn>
                  <a:cxn ang="0">
                    <a:pos x="T10" y="T11"/>
                  </a:cxn>
                </a:cxnLst>
                <a:rect l="0" t="0" r="r" b="b"/>
                <a:pathLst>
                  <a:path w="596" h="598">
                    <a:moveTo>
                      <a:pt x="118" y="0"/>
                    </a:moveTo>
                    <a:cubicBezTo>
                      <a:pt x="53" y="0"/>
                      <a:pt x="0" y="53"/>
                      <a:pt x="0" y="118"/>
                    </a:cubicBezTo>
                    <a:lnTo>
                      <a:pt x="0" y="589"/>
                    </a:lnTo>
                    <a:cubicBezTo>
                      <a:pt x="27" y="598"/>
                      <a:pt x="12" y="309"/>
                      <a:pt x="161" y="174"/>
                    </a:cubicBezTo>
                    <a:cubicBezTo>
                      <a:pt x="310" y="39"/>
                      <a:pt x="596" y="29"/>
                      <a:pt x="589" y="0"/>
                    </a:cubicBezTo>
                    <a:lnTo>
                      <a:pt x="118" y="0"/>
                    </a:lnTo>
                    <a:close/>
                  </a:path>
                </a:pathLst>
              </a:custGeom>
              <a:gradFill rotWithShape="1">
                <a:gsLst>
                  <a:gs pos="0">
                    <a:srgbClr val="B6E08C"/>
                  </a:gs>
                  <a:gs pos="100000">
                    <a:schemeClr val="accent2">
                      <a:alpha val="0"/>
                    </a:schemeClr>
                  </a:gs>
                </a:gsLst>
                <a:lin ang="189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8" name="Text Box 23">
                <a:extLst>
                  <a:ext uri="{FF2B5EF4-FFF2-40B4-BE49-F238E27FC236}">
                    <a16:creationId xmlns:a16="http://schemas.microsoft.com/office/drawing/2014/main" id="{9F07E262-661B-4711-B42C-F4A8DC882AFF}"/>
                  </a:ext>
                </a:extLst>
              </p:cNvPr>
              <p:cNvSpPr txBox="1"/>
              <p:nvPr/>
            </p:nvSpPr>
            <p:spPr>
              <a:xfrm>
                <a:off x="226" y="28"/>
                <a:ext cx="1097" cy="431"/>
              </a:xfrm>
              <a:prstGeom prst="rect">
                <a:avLst/>
              </a:prstGeom>
              <a:noFill/>
              <a:ln w="9525">
                <a:noFill/>
                <a:miter/>
              </a:ln>
            </p:spPr>
            <p:txBody>
              <a:bodyPr wrap="square">
                <a:spAutoFit/>
              </a:bodyPr>
              <a:lstStyle/>
              <a:p>
                <a:pPr eaLnBrk="0" hangingPunct="0">
                  <a:buClr>
                    <a:srgbClr val="000000"/>
                  </a:buClr>
                </a:pPr>
                <a:endParaRPr lang="zh-CN" altLang="en-US" sz="2800" b="0" noProof="1">
                  <a:solidFill>
                    <a:srgbClr val="FFFFFF"/>
                  </a:solidFill>
                  <a:effectLst>
                    <a:outerShdw blurRad="38100" dist="38100" dir="2700000">
                      <a:srgbClr val="C0C0C0"/>
                    </a:outerShdw>
                  </a:effectLst>
                  <a:latin typeface="Arial" panose="020B0604020202020204" pitchFamily="34" charset="0"/>
                </a:endParaRPr>
              </a:p>
              <a:p>
                <a:pPr eaLnBrk="0" hangingPunct="0">
                  <a:buClr>
                    <a:srgbClr val="000000"/>
                  </a:buClr>
                </a:pPr>
                <a:r>
                  <a:rPr lang="zh-CN" altLang="en-US" sz="2800" b="0" noProof="1">
                    <a:solidFill>
                      <a:srgbClr val="FFFFFF"/>
                    </a:solidFill>
                    <a:effectLst>
                      <a:outerShdw blurRad="38100" dist="38100" dir="2700000">
                        <a:srgbClr val="C0C0C0"/>
                      </a:outerShdw>
                    </a:effectLst>
                    <a:latin typeface="Arial" panose="020B0604020202020204" pitchFamily="34" charset="0"/>
                    <a:cs typeface="+mn-ea"/>
                  </a:rPr>
                  <a:t>知其然       </a:t>
                </a:r>
                <a:endParaRPr lang="zh-CN" altLang="en-US" sz="2800" b="0" noProof="1">
                  <a:solidFill>
                    <a:srgbClr val="FFFFFF"/>
                  </a:solidFill>
                  <a:effectLst>
                    <a:outerShdw blurRad="38100" dist="38100" dir="2700000">
                      <a:srgbClr val="C0C0C0"/>
                    </a:outerShdw>
                  </a:effectLst>
                  <a:latin typeface="Arial" panose="020B0604020202020204" pitchFamily="34" charset="0"/>
                </a:endParaRPr>
              </a:p>
              <a:p>
                <a:pPr eaLnBrk="0" hangingPunct="0">
                  <a:buClr>
                    <a:srgbClr val="000000"/>
                  </a:buClr>
                </a:pPr>
                <a:endParaRPr lang="zh-CN" altLang="en-US" sz="2800" b="0" noProof="1">
                  <a:solidFill>
                    <a:srgbClr val="FFFFFF"/>
                  </a:solidFill>
                  <a:effectLst>
                    <a:outerShdw blurRad="38100" dist="38100" dir="2700000">
                      <a:srgbClr val="C0C0C0"/>
                    </a:outerShdw>
                  </a:effectLst>
                  <a:latin typeface="Arial" panose="020B0604020202020204" pitchFamily="34" charset="0"/>
                </a:endParaRPr>
              </a:p>
              <a:p>
                <a:pPr eaLnBrk="0" hangingPunct="0">
                  <a:buClr>
                    <a:srgbClr val="000000"/>
                  </a:buClr>
                </a:pPr>
                <a:r>
                  <a:rPr lang="zh-CN" altLang="en-US" sz="2800" b="0" noProof="1">
                    <a:solidFill>
                      <a:srgbClr val="FFFFFF"/>
                    </a:solidFill>
                    <a:effectLst>
                      <a:outerShdw blurRad="38100" dist="38100" dir="2700000">
                        <a:srgbClr val="C0C0C0"/>
                      </a:outerShdw>
                    </a:effectLst>
                    <a:latin typeface="Arial" panose="020B0604020202020204" pitchFamily="34" charset="0"/>
                    <a:cs typeface="+mn-ea"/>
                  </a:rPr>
                  <a:t>知其所以然</a:t>
                </a:r>
                <a:endParaRPr lang="zh-CN" altLang="en-US" sz="2800" b="0" noProof="1">
                  <a:solidFill>
                    <a:srgbClr val="FFFFFF"/>
                  </a:solidFill>
                  <a:effectLst>
                    <a:outerShdw blurRad="38100" dist="38100" dir="2700000">
                      <a:srgbClr val="C0C0C0"/>
                    </a:outerShdw>
                  </a:effectLst>
                  <a:latin typeface="Arial" panose="020B0604020202020204" pitchFamily="34" charset="0"/>
                </a:endParaRPr>
              </a:p>
              <a:p>
                <a:pPr eaLnBrk="0" hangingPunct="0">
                  <a:buClr>
                    <a:srgbClr val="000000"/>
                  </a:buClr>
                </a:pPr>
                <a:endParaRPr lang="zh-CN" altLang="en-US" sz="2800" b="0" noProof="1">
                  <a:solidFill>
                    <a:srgbClr val="FFFFFF"/>
                  </a:solidFill>
                  <a:effectLst>
                    <a:outerShdw blurRad="38100" dist="38100" dir="2700000">
                      <a:srgbClr val="C0C0C0"/>
                    </a:outerShdw>
                  </a:effectLst>
                  <a:latin typeface="Arial" panose="020B0604020202020204" pitchFamily="34" charset="0"/>
                </a:endParaRPr>
              </a:p>
            </p:txBody>
          </p:sp>
          <p:sp>
            <p:nvSpPr>
              <p:cNvPr id="19" name="Text Box 24">
                <a:extLst>
                  <a:ext uri="{FF2B5EF4-FFF2-40B4-BE49-F238E27FC236}">
                    <a16:creationId xmlns:a16="http://schemas.microsoft.com/office/drawing/2014/main" id="{479464A3-3FD2-4BFE-BB18-DD6A64F14B4E}"/>
                  </a:ext>
                </a:extLst>
              </p:cNvPr>
              <p:cNvSpPr txBox="1">
                <a:spLocks noChangeArrowheads="1"/>
              </p:cNvSpPr>
              <p:nvPr/>
            </p:nvSpPr>
            <p:spPr bwMode="auto">
              <a:xfrm>
                <a:off x="1622" y="29"/>
                <a:ext cx="2646" cy="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r>
                  <a:rPr lang="zh-CN" altLang="en-US" sz="1800" b="0" dirty="0">
                    <a:latin typeface="Arial" panose="020B0604020202020204" pitchFamily="34" charset="0"/>
                  </a:rPr>
                  <a:t>应用电位器的电路，哪个更好？为什么？</a:t>
                </a:r>
                <a:endParaRPr lang="en-US" altLang="zh-CN" sz="1800" b="0" dirty="0">
                  <a:latin typeface="Arial" panose="020B0604020202020204" pitchFamily="34" charset="0"/>
                </a:endParaRPr>
              </a:p>
            </p:txBody>
          </p:sp>
        </p:grpSp>
        <p:graphicFrame>
          <p:nvGraphicFramePr>
            <p:cNvPr id="11" name="对象 1">
              <a:extLst>
                <a:ext uri="{FF2B5EF4-FFF2-40B4-BE49-F238E27FC236}">
                  <a16:creationId xmlns:a16="http://schemas.microsoft.com/office/drawing/2014/main" id="{11BE5B0D-651D-4D91-89DC-1EC7999F7889}"/>
                </a:ext>
              </a:extLst>
            </p:cNvPr>
            <p:cNvGraphicFramePr>
              <a:graphicFrameLocks/>
            </p:cNvGraphicFramePr>
            <p:nvPr>
              <p:extLst>
                <p:ext uri="{D42A27DB-BD31-4B8C-83A1-F6EECF244321}">
                  <p14:modId xmlns:p14="http://schemas.microsoft.com/office/powerpoint/2010/main" val="1358511003"/>
                </p:ext>
              </p:extLst>
            </p:nvPr>
          </p:nvGraphicFramePr>
          <p:xfrm>
            <a:off x="3284129" y="2408738"/>
            <a:ext cx="4779010" cy="1671579"/>
          </p:xfrm>
          <a:graphic>
            <a:graphicData uri="http://schemas.openxmlformats.org/presentationml/2006/ole">
              <mc:AlternateContent xmlns:mc="http://schemas.openxmlformats.org/markup-compatibility/2006">
                <mc:Choice xmlns:v="urn:schemas-microsoft-com:vml" Requires="v">
                  <p:oleObj spid="_x0000_s25643" r:id="rId3" imgW="4775040" imgH="1670040" progId="Paint.Picture">
                    <p:embed/>
                  </p:oleObj>
                </mc:Choice>
                <mc:Fallback>
                  <p:oleObj r:id="rId3" imgW="4775040" imgH="1670040" progId="Paint.Picture">
                    <p:embed/>
                    <p:pic>
                      <p:nvPicPr>
                        <p:cNvPr id="11" name="对象 1">
                          <a:extLst>
                            <a:ext uri="{FF2B5EF4-FFF2-40B4-BE49-F238E27FC236}">
                              <a16:creationId xmlns:a16="http://schemas.microsoft.com/office/drawing/2014/main" id="{11BE5B0D-651D-4D91-89DC-1EC7999F7889}"/>
                            </a:ext>
                          </a:extLst>
                        </p:cNvPr>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284129" y="2408738"/>
                          <a:ext cx="4779010" cy="16715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pSp>
      <p:sp>
        <p:nvSpPr>
          <p:cNvPr id="20" name="Rectangle 3">
            <a:extLst>
              <a:ext uri="{FF2B5EF4-FFF2-40B4-BE49-F238E27FC236}">
                <a16:creationId xmlns:a16="http://schemas.microsoft.com/office/drawing/2014/main" id="{51046190-9564-43E4-8B1A-571DD7FE87E1}"/>
              </a:ext>
            </a:extLst>
          </p:cNvPr>
          <p:cNvSpPr>
            <a:spLocks noRot="1" noChangeArrowheads="1"/>
          </p:cNvSpPr>
          <p:nvPr/>
        </p:nvSpPr>
        <p:spPr bwMode="auto">
          <a:xfrm>
            <a:off x="307009" y="682459"/>
            <a:ext cx="8387080" cy="2811780"/>
          </a:xfrm>
          <a:prstGeom prst="rect">
            <a:avLst/>
          </a:prstGeom>
          <a:noFill/>
          <a:ln w="9525">
            <a:noFill/>
            <a:miter lim="800000"/>
          </a:ln>
        </p:spPr>
        <p:txBody>
          <a:bodyPr/>
          <a:lstStyle/>
          <a:p>
            <a:pPr marL="342900" marR="0" lvl="0" indent="-342900" algn="l" defTabSz="914400" rtl="0" eaLnBrk="1" fontAlgn="base" latinLnBrk="0" hangingPunct="1">
              <a:lnSpc>
                <a:spcPct val="150000"/>
              </a:lnSpc>
              <a:spcBef>
                <a:spcPct val="0"/>
              </a:spcBef>
              <a:spcAft>
                <a:spcPct val="0"/>
              </a:spcAft>
              <a:buClrTx/>
              <a:buSzPct val="85000"/>
              <a:buFontTx/>
              <a:buNone/>
              <a:defRPr/>
            </a:pPr>
            <a:r>
              <a:rPr kumimoji="1" lang="en-US" altLang="zh-CN" sz="2800" b="0" i="0" u="none" strike="noStrike" kern="1200" cap="none" spc="0" normalizeH="0" baseline="0" noProof="0" dirty="0">
                <a:ln>
                  <a:noFill/>
                </a:ln>
                <a:solidFill>
                  <a:schemeClr val="tx1"/>
                </a:solidFill>
                <a:effectLst/>
                <a:uLnTx/>
                <a:uFillTx/>
                <a:latin typeface="Arial" panose="020B0604020202020204" pitchFamily="34" charset="0"/>
                <a:ea typeface="华文新魏" panose="02010800040101010101" pitchFamily="2" charset="-122"/>
                <a:cs typeface="+mn-cs"/>
              </a:rPr>
              <a:t>* </a:t>
            </a:r>
            <a:r>
              <a:rPr kumimoji="1" lang="zh-CN" altLang="en-US" sz="2800" b="0" i="0" u="none" strike="noStrike" kern="1200" cap="none" spc="0" normalizeH="0" baseline="0" noProof="0" dirty="0">
                <a:ln>
                  <a:noFill/>
                </a:ln>
                <a:solidFill>
                  <a:schemeClr val="tx1"/>
                </a:solidFill>
                <a:effectLst/>
                <a:uLnTx/>
                <a:uFillTx/>
                <a:latin typeface="Arial" panose="020B0604020202020204" pitchFamily="34" charset="0"/>
                <a:ea typeface="华文新魏" panose="02010800040101010101" pitchFamily="2" charset="-122"/>
                <a:cs typeface="+mn-cs"/>
              </a:rPr>
              <a:t>学习要求</a:t>
            </a:r>
            <a:r>
              <a:rPr kumimoji="1" lang="en-US" altLang="zh-CN" sz="2800" dirty="0">
                <a:latin typeface="Arial" panose="020B0604020202020204" pitchFamily="34" charset="0"/>
                <a:ea typeface="华文新魏" panose="02010800040101010101" pitchFamily="2" charset="-122"/>
              </a:rPr>
              <a:t>——</a:t>
            </a:r>
            <a:r>
              <a:rPr kumimoji="1" lang="zh-CN" altLang="en-US" sz="2800" dirty="0">
                <a:latin typeface="Arial" panose="020B0604020202020204" pitchFamily="34" charset="0"/>
                <a:ea typeface="华文新魏" panose="02010800040101010101" pitchFamily="2" charset="-122"/>
              </a:rPr>
              <a:t>举个电路的例子</a:t>
            </a:r>
            <a:r>
              <a:rPr kumimoji="1" lang="zh-CN" altLang="en-US" sz="2000" b="0" i="0" u="none" strike="noStrike" kern="1200" cap="none" spc="0" normalizeH="0" baseline="0" noProof="0" dirty="0">
                <a:ln>
                  <a:noFill/>
                </a:ln>
                <a:solidFill>
                  <a:schemeClr val="tx1"/>
                </a:solidFill>
                <a:effectLst/>
                <a:uLnTx/>
                <a:uFillTx/>
                <a:latin typeface="+mn-ea"/>
                <a:ea typeface="+mn-ea"/>
                <a:cs typeface="+mn-cs"/>
              </a:rPr>
              <a:t>  </a:t>
            </a:r>
            <a:endParaRPr kumimoji="1" lang="en-US" altLang="zh-CN" sz="2400" b="0" i="0" u="none" strike="noStrike" kern="1200" cap="none" spc="0" normalizeH="0" baseline="0" noProof="0" dirty="0">
              <a:ln>
                <a:noFill/>
              </a:ln>
              <a:solidFill>
                <a:schemeClr val="tx1"/>
              </a:solidFill>
              <a:effectLst/>
              <a:uLnTx/>
              <a:uFillTx/>
              <a:latin typeface="Arial" panose="020B0604020202020204" pitchFamily="34" charset="0"/>
              <a:ea typeface="华文新魏" panose="02010800040101010101" pitchFamily="2" charset="-122"/>
              <a:cs typeface="+mn-cs"/>
            </a:endParaRPr>
          </a:p>
        </p:txBody>
      </p:sp>
      <p:grpSp>
        <p:nvGrpSpPr>
          <p:cNvPr id="21" name="组合 20">
            <a:extLst>
              <a:ext uri="{FF2B5EF4-FFF2-40B4-BE49-F238E27FC236}">
                <a16:creationId xmlns:a16="http://schemas.microsoft.com/office/drawing/2014/main" id="{45CEEC19-7549-4F3F-8754-F0EA57896D31}"/>
              </a:ext>
            </a:extLst>
          </p:cNvPr>
          <p:cNvGrpSpPr/>
          <p:nvPr/>
        </p:nvGrpSpPr>
        <p:grpSpPr>
          <a:xfrm>
            <a:off x="739650" y="4231180"/>
            <a:ext cx="7323489" cy="1613859"/>
            <a:chOff x="739650" y="4231180"/>
            <a:chExt cx="7323489" cy="1613859"/>
          </a:xfrm>
        </p:grpSpPr>
        <p:pic>
          <p:nvPicPr>
            <p:cNvPr id="13" name="图片 6155">
              <a:extLst>
                <a:ext uri="{FF2B5EF4-FFF2-40B4-BE49-F238E27FC236}">
                  <a16:creationId xmlns:a16="http://schemas.microsoft.com/office/drawing/2014/main" id="{A2F1B5EA-4D51-4A6B-B848-D05A7B9E6EB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138808" y="4231180"/>
              <a:ext cx="1404938" cy="15559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 name="图片 6156">
              <a:extLst>
                <a:ext uri="{FF2B5EF4-FFF2-40B4-BE49-F238E27FC236}">
                  <a16:creationId xmlns:a16="http://schemas.microsoft.com/office/drawing/2014/main" id="{A371AA21-3773-4216-ADEA-39E28A3588CE}"/>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738813" y="4258521"/>
              <a:ext cx="1104900" cy="14877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 name="图片 1">
              <a:extLst>
                <a:ext uri="{FF2B5EF4-FFF2-40B4-BE49-F238E27FC236}">
                  <a16:creationId xmlns:a16="http://schemas.microsoft.com/office/drawing/2014/main" id="{302326C1-78F8-4BAC-A7FA-46BDDD53050D}"/>
                </a:ext>
              </a:extLst>
            </p:cNvPr>
            <p:cNvPicPr>
              <a:picLocks noChangeAspect="1"/>
            </p:cNvPicPr>
            <p:nvPr/>
          </p:nvPicPr>
          <p:blipFill>
            <a:blip r:embed="rId7"/>
            <a:stretch>
              <a:fillRect/>
            </a:stretch>
          </p:blipFill>
          <p:spPr>
            <a:xfrm>
              <a:off x="739650" y="4371719"/>
              <a:ext cx="3279778" cy="1473320"/>
            </a:xfrm>
            <a:prstGeom prst="rect">
              <a:avLst/>
            </a:prstGeom>
          </p:spPr>
        </p:pic>
        <p:pic>
          <p:nvPicPr>
            <p:cNvPr id="25615" name="Picture 15" descr="https://img0.baidu.com/it/u=113479301,3193518183&amp;fm=253&amp;fmt=auto&amp;app=138&amp;f=JPEG?w=563&amp;h=467">
              <a:extLst>
                <a:ext uri="{FF2B5EF4-FFF2-40B4-BE49-F238E27FC236}">
                  <a16:creationId xmlns:a16="http://schemas.microsoft.com/office/drawing/2014/main" id="{C2FB4EBB-3C69-40EE-9B0A-01CB544CB119}"/>
                </a:ext>
              </a:extLst>
            </p:cNvPr>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6963093" y="4521473"/>
              <a:ext cx="1100046" cy="912472"/>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750583486"/>
      </p:ext>
    </p:extLst>
  </p:cSld>
  <p:clrMapOvr>
    <a:masterClrMapping/>
  </p:clrMapOvr>
  <mc:AlternateContent xmlns:mc="http://schemas.openxmlformats.org/markup-compatibility/2006" xmlns:p14="http://schemas.microsoft.com/office/powerpoint/2010/main">
    <mc:Choice Requires="p14">
      <p:transition spd="med">
        <p:newsflash/>
      </p:transition>
    </mc:Choice>
    <mc:Fallback xmlns="">
      <p:transition spd="med">
        <p:newsflash/>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1"/>
                                        </p:tgtEl>
                                        <p:attrNameLst>
                                          <p:attrName>style.visibility</p:attrName>
                                        </p:attrNameLst>
                                      </p:cBhvr>
                                      <p:to>
                                        <p:strVal val="visible"/>
                                      </p:to>
                                    </p:set>
                                    <p:anim calcmode="lin" valueType="num">
                                      <p:cBhvr additive="base">
                                        <p:cTn id="7" dur="500" fill="hold"/>
                                        <p:tgtEl>
                                          <p:spTgt spid="21"/>
                                        </p:tgtEl>
                                        <p:attrNameLst>
                                          <p:attrName>ppt_x</p:attrName>
                                        </p:attrNameLst>
                                      </p:cBhvr>
                                      <p:tavLst>
                                        <p:tav tm="0">
                                          <p:val>
                                            <p:strVal val="#ppt_x"/>
                                          </p:val>
                                        </p:tav>
                                        <p:tav tm="100000">
                                          <p:val>
                                            <p:strVal val="#ppt_x"/>
                                          </p:val>
                                        </p:tav>
                                      </p:tavLst>
                                    </p:anim>
                                    <p:anim calcmode="lin" valueType="num">
                                      <p:cBhvr additive="base">
                                        <p:cTn id="8" dur="500" fill="hold"/>
                                        <p:tgtEl>
                                          <p:spTgt spid="2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5" name="灯片编号占位符 5"/>
          <p:cNvSpPr>
            <a:spLocks noGrp="1"/>
          </p:cNvSpPr>
          <p:nvPr>
            <p:ph type="sldNum" sz="quarter" idx="12"/>
          </p:nvPr>
        </p:nvSpPr>
        <p:spPr>
          <a:noFill/>
          <a:ln>
            <a:noFill/>
          </a:ln>
        </p:spPr>
        <p:txBody>
          <a:bodyPr wrap="square" lIns="91440" tIns="45720" rIns="91440" bIns="45720" anchor="ctr"/>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r">
              <a:lnSpc>
                <a:spcPct val="150000"/>
              </a:lnSpc>
              <a:spcBef>
                <a:spcPct val="20000"/>
              </a:spcBef>
              <a:buSzPct val="85000"/>
              <a:buFontTx/>
              <a:buChar char="•"/>
            </a:pPr>
            <a:fld id="{9A0DB2DC-4C9A-4742-B13C-FB6460FD3503}" type="slidenum">
              <a:rPr lang="en-US" altLang="zh-CN" sz="1200" dirty="0">
                <a:solidFill>
                  <a:srgbClr val="898989"/>
                </a:solidFill>
              </a:rPr>
              <a:t>4</a:t>
            </a:fld>
            <a:endParaRPr lang="en-US" altLang="zh-CN" sz="1200" dirty="0">
              <a:solidFill>
                <a:srgbClr val="898989"/>
              </a:solidFill>
            </a:endParaRPr>
          </a:p>
        </p:txBody>
      </p:sp>
      <p:sp>
        <p:nvSpPr>
          <p:cNvPr id="8" name="页脚占位符 6"/>
          <p:cNvSpPr txBox="1">
            <a:spLocks noGrp="1"/>
          </p:cNvSpPr>
          <p:nvPr>
            <p:ph type="ftr" sz="quarter" idx="11"/>
          </p:nvPr>
        </p:nvSpPr>
        <p:spPr>
          <a:xfrm>
            <a:off x="2843213" y="6411913"/>
            <a:ext cx="2895600" cy="365125"/>
          </a:xfrm>
          <a:noFill/>
        </p:spPr>
        <p:txBody>
          <a:bodyPr vert="horz" lIns="91440" tIns="45720" rIns="91440" bIns="45720" rtlCol="0" anchor="ctr"/>
          <a:lstStyle/>
          <a:p>
            <a:pPr marL="0" marR="0" lvl="0" indent="0" algn="ctr" defTabSz="914400" rtl="0" eaLnBrk="1" fontAlgn="base" latinLnBrk="0" hangingPunct="1">
              <a:lnSpc>
                <a:spcPct val="150000"/>
              </a:lnSpc>
              <a:spcBef>
                <a:spcPct val="20000"/>
              </a:spcBef>
              <a:spcAft>
                <a:spcPct val="0"/>
              </a:spcAft>
              <a:buClrTx/>
              <a:buSzPct val="85000"/>
              <a:buFontTx/>
              <a:buChar char="•"/>
              <a:defRPr/>
            </a:pPr>
            <a:r>
              <a:rPr kumimoji="1" lang="zh-CN" altLang="en-US" sz="1200" b="0" i="0" u="none" strike="noStrike" kern="1200" cap="none" spc="0" normalizeH="0" baseline="0" noProof="0" dirty="0">
                <a:ln>
                  <a:noFill/>
                </a:ln>
                <a:solidFill>
                  <a:schemeClr val="tx1">
                    <a:tint val="75000"/>
                  </a:schemeClr>
                </a:solidFill>
                <a:effectLst/>
                <a:uLnTx/>
                <a:uFillTx/>
                <a:latin typeface="Times New Roman" panose="02020603050405020304" pitchFamily="18" charset="0"/>
                <a:ea typeface="楷体_GB2312" pitchFamily="49" charset="-122"/>
                <a:cs typeface="+mn-cs"/>
              </a:rPr>
              <a:t>测量科学与仪器系</a:t>
            </a:r>
            <a:endParaRPr kumimoji="1" lang="en-US" altLang="zh-CN" sz="1200" b="0" i="0" u="none" strike="noStrike" kern="1200" cap="none" spc="0" normalizeH="0" baseline="0" noProof="0" dirty="0">
              <a:ln>
                <a:noFill/>
              </a:ln>
              <a:solidFill>
                <a:schemeClr val="tx1">
                  <a:tint val="75000"/>
                </a:schemeClr>
              </a:solidFill>
              <a:effectLst/>
              <a:uLnTx/>
              <a:uFillTx/>
              <a:latin typeface="Times New Roman" panose="02020603050405020304" pitchFamily="18" charset="0"/>
              <a:ea typeface="楷体_GB2312" pitchFamily="49" charset="-122"/>
              <a:cs typeface="+mn-cs"/>
            </a:endParaRPr>
          </a:p>
        </p:txBody>
      </p:sp>
      <p:sp>
        <p:nvSpPr>
          <p:cNvPr id="7" name="日期占位符 1">
            <a:extLst>
              <a:ext uri="{FF2B5EF4-FFF2-40B4-BE49-F238E27FC236}">
                <a16:creationId xmlns:a16="http://schemas.microsoft.com/office/drawing/2014/main" id="{C930F727-DEB2-4B6C-A23F-A90AAAE4E951}"/>
              </a:ext>
            </a:extLst>
          </p:cNvPr>
          <p:cNvSpPr>
            <a:spLocks noGrp="1" noChangeArrowheads="1"/>
          </p:cNvSpPr>
          <p:nvPr>
            <p:ph type="dt" sz="quarter" idx="10"/>
          </p:nvPr>
        </p:nvSpPr>
        <p:spPr bwMode="auto">
          <a:xfrm>
            <a:off x="811213" y="6373813"/>
            <a:ext cx="1905000" cy="4572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0" compatLnSpc="1">
            <a:prstTxWarp prst="textNoShape">
              <a:avLst/>
            </a:prstTxWarp>
          </a:bodyPr>
          <a:lstStyle/>
          <a:p>
            <a:fld id="{47C05C09-5DFB-41F1-B9E9-DA9A2896DE31}" type="datetime10">
              <a:rPr lang="zh-CN" altLang="en-US" smtClean="0">
                <a:latin typeface="Times New Roman" panose="02020603050405020304" pitchFamily="18" charset="0"/>
              </a:rPr>
              <a:pPr/>
              <a:t>00:00</a:t>
            </a:fld>
            <a:endParaRPr lang="zh-CN" altLang="en-US">
              <a:latin typeface="Times New Roman" panose="02020603050405020304" pitchFamily="18" charset="0"/>
            </a:endParaRPr>
          </a:p>
        </p:txBody>
      </p:sp>
      <p:sp>
        <p:nvSpPr>
          <p:cNvPr id="20" name="Rectangle 3">
            <a:extLst>
              <a:ext uri="{FF2B5EF4-FFF2-40B4-BE49-F238E27FC236}">
                <a16:creationId xmlns:a16="http://schemas.microsoft.com/office/drawing/2014/main" id="{51046190-9564-43E4-8B1A-571DD7FE87E1}"/>
              </a:ext>
            </a:extLst>
          </p:cNvPr>
          <p:cNvSpPr>
            <a:spLocks noRot="1" noChangeArrowheads="1"/>
          </p:cNvSpPr>
          <p:nvPr/>
        </p:nvSpPr>
        <p:spPr bwMode="auto">
          <a:xfrm>
            <a:off x="307009" y="682459"/>
            <a:ext cx="8387080" cy="2811780"/>
          </a:xfrm>
          <a:prstGeom prst="rect">
            <a:avLst/>
          </a:prstGeom>
          <a:noFill/>
          <a:ln w="9525">
            <a:noFill/>
            <a:miter lim="800000"/>
          </a:ln>
        </p:spPr>
        <p:txBody>
          <a:bodyPr/>
          <a:lstStyle/>
          <a:p>
            <a:pPr marL="342900" marR="0" lvl="0" indent="-342900" algn="l" defTabSz="914400" rtl="0" eaLnBrk="1" fontAlgn="base" latinLnBrk="0" hangingPunct="1">
              <a:lnSpc>
                <a:spcPct val="150000"/>
              </a:lnSpc>
              <a:spcBef>
                <a:spcPct val="0"/>
              </a:spcBef>
              <a:spcAft>
                <a:spcPct val="0"/>
              </a:spcAft>
              <a:buClrTx/>
              <a:buSzPct val="85000"/>
              <a:buFontTx/>
              <a:buNone/>
              <a:defRPr/>
            </a:pPr>
            <a:r>
              <a:rPr kumimoji="1" lang="en-US" altLang="zh-CN" sz="2800" b="0" i="0" u="none" strike="noStrike" kern="1200" cap="none" spc="0" normalizeH="0" baseline="0" noProof="0" dirty="0">
                <a:ln>
                  <a:noFill/>
                </a:ln>
                <a:solidFill>
                  <a:schemeClr val="tx1"/>
                </a:solidFill>
                <a:effectLst/>
                <a:uLnTx/>
                <a:uFillTx/>
                <a:latin typeface="Arial" panose="020B0604020202020204" pitchFamily="34" charset="0"/>
                <a:ea typeface="华文新魏" panose="02010800040101010101" pitchFamily="2" charset="-122"/>
                <a:cs typeface="+mn-cs"/>
              </a:rPr>
              <a:t>* </a:t>
            </a:r>
            <a:r>
              <a:rPr kumimoji="1" lang="zh-CN" altLang="en-US" sz="2800" b="0" i="0" u="none" strike="noStrike" kern="1200" cap="none" spc="0" normalizeH="0" baseline="0" noProof="0" dirty="0">
                <a:ln>
                  <a:noFill/>
                </a:ln>
                <a:solidFill>
                  <a:schemeClr val="tx1"/>
                </a:solidFill>
                <a:effectLst/>
                <a:uLnTx/>
                <a:uFillTx/>
                <a:latin typeface="Arial" panose="020B0604020202020204" pitchFamily="34" charset="0"/>
                <a:ea typeface="华文新魏" panose="02010800040101010101" pitchFamily="2" charset="-122"/>
                <a:cs typeface="+mn-cs"/>
              </a:rPr>
              <a:t>学习要求</a:t>
            </a:r>
            <a:r>
              <a:rPr kumimoji="1" lang="en-US" altLang="zh-CN" sz="2800" dirty="0">
                <a:latin typeface="Arial" panose="020B0604020202020204" pitchFamily="34" charset="0"/>
                <a:ea typeface="华文新魏" panose="02010800040101010101" pitchFamily="2" charset="-122"/>
              </a:rPr>
              <a:t>——</a:t>
            </a:r>
            <a:r>
              <a:rPr kumimoji="1" lang="zh-CN" altLang="en-US" sz="2800" dirty="0">
                <a:latin typeface="Arial" panose="020B0604020202020204" pitchFamily="34" charset="0"/>
                <a:ea typeface="华文新魏" panose="02010800040101010101" pitchFamily="2" charset="-122"/>
              </a:rPr>
              <a:t>再举个测量的例子</a:t>
            </a:r>
            <a:r>
              <a:rPr kumimoji="1" lang="zh-CN" altLang="en-US" sz="2000" b="0" i="0" u="none" strike="noStrike" kern="1200" cap="none" spc="0" normalizeH="0" baseline="0" noProof="0" dirty="0">
                <a:ln>
                  <a:noFill/>
                </a:ln>
                <a:solidFill>
                  <a:schemeClr val="tx1"/>
                </a:solidFill>
                <a:effectLst/>
                <a:uLnTx/>
                <a:uFillTx/>
                <a:latin typeface="+mn-ea"/>
                <a:ea typeface="+mn-ea"/>
                <a:cs typeface="+mn-cs"/>
              </a:rPr>
              <a:t>  </a:t>
            </a:r>
            <a:endParaRPr kumimoji="1" lang="en-US" altLang="zh-CN" sz="2400" b="0" i="0" u="none" strike="noStrike" kern="1200" cap="none" spc="0" normalizeH="0" baseline="0" noProof="0" dirty="0">
              <a:ln>
                <a:noFill/>
              </a:ln>
              <a:solidFill>
                <a:schemeClr val="tx1"/>
              </a:solidFill>
              <a:effectLst/>
              <a:uLnTx/>
              <a:uFillTx/>
              <a:latin typeface="Arial" panose="020B0604020202020204" pitchFamily="34" charset="0"/>
              <a:ea typeface="华文新魏" panose="02010800040101010101" pitchFamily="2" charset="-122"/>
              <a:cs typeface="+mn-cs"/>
            </a:endParaRPr>
          </a:p>
        </p:txBody>
      </p:sp>
      <p:sp>
        <p:nvSpPr>
          <p:cNvPr id="38" name="矩形 37"/>
          <p:cNvSpPr/>
          <p:nvPr/>
        </p:nvSpPr>
        <p:spPr>
          <a:xfrm>
            <a:off x="739775" y="1405706"/>
            <a:ext cx="4206875" cy="46038"/>
          </a:xfrm>
          <a:prstGeom prst="rect">
            <a:avLst/>
          </a:prstGeom>
          <a:gradFill flip="none" rotWithShape="1">
            <a:gsLst>
              <a:gs pos="0">
                <a:srgbClr val="5E9EFF"/>
              </a:gs>
              <a:gs pos="39999">
                <a:srgbClr val="85C2FF"/>
              </a:gs>
              <a:gs pos="70000">
                <a:srgbClr val="C4D6EB"/>
              </a:gs>
              <a:gs pos="100000">
                <a:srgbClr val="FFEBFA"/>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50000"/>
              </a:lnSpc>
              <a:spcBef>
                <a:spcPts val="0"/>
              </a:spcBef>
              <a:spcAft>
                <a:spcPts val="0"/>
              </a:spcAft>
              <a:buClrTx/>
              <a:buSzPct val="85000"/>
              <a:buFontTx/>
              <a:buChar char="•"/>
              <a:defRPr/>
            </a:pPr>
            <a:endParaRPr kumimoji="1" lang="zh-CN" altLang="en-US" sz="2400" b="0" i="0" u="none" strike="noStrike" kern="1200" cap="none" spc="0" normalizeH="0" baseline="0" noProof="0">
              <a:ln>
                <a:noFill/>
              </a:ln>
              <a:solidFill>
                <a:schemeClr val="lt1"/>
              </a:solidFill>
              <a:effectLst/>
              <a:uLnTx/>
              <a:uFillTx/>
              <a:latin typeface="+mn-lt"/>
              <a:ea typeface="+mn-ea"/>
              <a:cs typeface="+mn-cs"/>
            </a:endParaRPr>
          </a:p>
        </p:txBody>
      </p:sp>
      <p:grpSp>
        <p:nvGrpSpPr>
          <p:cNvPr id="12" name="组合 6148">
            <a:extLst>
              <a:ext uri="{FF2B5EF4-FFF2-40B4-BE49-F238E27FC236}">
                <a16:creationId xmlns:a16="http://schemas.microsoft.com/office/drawing/2014/main" id="{3E2D54EC-974A-44A4-B3C9-EC3532CF2207}"/>
              </a:ext>
            </a:extLst>
          </p:cNvPr>
          <p:cNvGrpSpPr>
            <a:grpSpLocks/>
          </p:cNvGrpSpPr>
          <p:nvPr/>
        </p:nvGrpSpPr>
        <p:grpSpPr bwMode="auto">
          <a:xfrm>
            <a:off x="449911" y="1628800"/>
            <a:ext cx="8147050" cy="4093210"/>
            <a:chOff x="-324" y="-73"/>
            <a:chExt cx="4416" cy="786"/>
          </a:xfrm>
        </p:grpSpPr>
        <p:sp>
          <p:nvSpPr>
            <p:cNvPr id="15" name="AutoShape 19">
              <a:extLst>
                <a:ext uri="{FF2B5EF4-FFF2-40B4-BE49-F238E27FC236}">
                  <a16:creationId xmlns:a16="http://schemas.microsoft.com/office/drawing/2014/main" id="{61ED5DCC-53F7-4FFD-ACB5-166A722C638C}"/>
                </a:ext>
              </a:extLst>
            </p:cNvPr>
            <p:cNvSpPr>
              <a:spLocks noChangeArrowheads="1"/>
            </p:cNvSpPr>
            <p:nvPr/>
          </p:nvSpPr>
          <p:spPr bwMode="auto">
            <a:xfrm>
              <a:off x="-324" y="-73"/>
              <a:ext cx="4416" cy="786"/>
            </a:xfrm>
            <a:prstGeom prst="roundRect">
              <a:avLst>
                <a:gd name="adj" fmla="val 10889"/>
              </a:avLst>
            </a:prstGeom>
            <a:gradFill rotWithShape="1">
              <a:gsLst>
                <a:gs pos="0">
                  <a:srgbClr val="EEEEEE"/>
                </a:gs>
                <a:gs pos="50000">
                  <a:srgbClr val="DDDDDD"/>
                </a:gs>
                <a:gs pos="100000">
                  <a:srgbClr val="EEEEEE"/>
                </a:gs>
              </a:gsLst>
              <a:lin ang="18900000" scaled="1"/>
            </a:gradFill>
            <a:ln w="38100">
              <a:solidFill>
                <a:srgbClr val="FFFFFF"/>
              </a:solidFill>
              <a:round/>
              <a:headEnd/>
              <a:tailEnd/>
            </a:ln>
            <a:effectLst>
              <a:outerShdw dist="135001" dir="2928847" algn="ctr" rotWithShape="0">
                <a:srgbClr val="000000">
                  <a:alpha val="50000"/>
                </a:srgbClr>
              </a:outerShdw>
            </a:effectLst>
          </p:spPr>
          <p:txBody>
            <a:bodyPr wrap="none" anchor="ctr"/>
            <a:lstStyle/>
            <a:p>
              <a:endParaRPr lang="zh-CN" altLang="en-US" sz="1800" b="0">
                <a:latin typeface="Arial" panose="020B0604020202020204" pitchFamily="34" charset="0"/>
              </a:endParaRPr>
            </a:p>
          </p:txBody>
        </p:sp>
        <p:sp>
          <p:nvSpPr>
            <p:cNvPr id="16" name="AutoShape 21">
              <a:extLst>
                <a:ext uri="{FF2B5EF4-FFF2-40B4-BE49-F238E27FC236}">
                  <a16:creationId xmlns:a16="http://schemas.microsoft.com/office/drawing/2014/main" id="{61EDF975-56E8-45FA-994D-6338D8E6621F}"/>
                </a:ext>
              </a:extLst>
            </p:cNvPr>
            <p:cNvSpPr>
              <a:spLocks noChangeArrowheads="1"/>
            </p:cNvSpPr>
            <p:nvPr/>
          </p:nvSpPr>
          <p:spPr bwMode="auto">
            <a:xfrm>
              <a:off x="-206" y="166"/>
              <a:ext cx="1214" cy="301"/>
            </a:xfrm>
            <a:prstGeom prst="roundRect">
              <a:avLst>
                <a:gd name="adj" fmla="val 11921"/>
              </a:avLst>
            </a:prstGeom>
            <a:gradFill rotWithShape="1">
              <a:gsLst>
                <a:gs pos="0">
                  <a:srgbClr val="A0D768"/>
                </a:gs>
                <a:gs pos="100000">
                  <a:schemeClr val="accent2"/>
                </a:gs>
              </a:gsLst>
              <a:lin ang="5400000" scaled="1"/>
            </a:gradFill>
            <a:ln w="38100">
              <a:solidFill>
                <a:schemeClr val="bg1"/>
              </a:solidFill>
              <a:round/>
              <a:headEnd/>
              <a:tailEnd/>
            </a:ln>
          </p:spPr>
          <p:txBody>
            <a:bodyPr wrap="none" anchor="ctr"/>
            <a:lstStyle/>
            <a:p>
              <a:endParaRPr lang="zh-CN" altLang="en-US" sz="1800" b="0">
                <a:latin typeface="Arial" panose="020B0604020202020204" pitchFamily="34" charset="0"/>
              </a:endParaRPr>
            </a:p>
          </p:txBody>
        </p:sp>
        <p:sp>
          <p:nvSpPr>
            <p:cNvPr id="18" name="Text Box 23">
              <a:extLst>
                <a:ext uri="{FF2B5EF4-FFF2-40B4-BE49-F238E27FC236}">
                  <a16:creationId xmlns:a16="http://schemas.microsoft.com/office/drawing/2014/main" id="{9F07E262-661B-4711-B42C-F4A8DC882AFF}"/>
                </a:ext>
              </a:extLst>
            </p:cNvPr>
            <p:cNvSpPr txBox="1"/>
            <p:nvPr/>
          </p:nvSpPr>
          <p:spPr>
            <a:xfrm>
              <a:off x="-128" y="191"/>
              <a:ext cx="1097" cy="266"/>
            </a:xfrm>
            <a:prstGeom prst="rect">
              <a:avLst/>
            </a:prstGeom>
            <a:noFill/>
            <a:ln w="9525">
              <a:noFill/>
              <a:miter/>
            </a:ln>
          </p:spPr>
          <p:txBody>
            <a:bodyPr wrap="square">
              <a:spAutoFit/>
            </a:bodyPr>
            <a:lstStyle/>
            <a:p>
              <a:pPr eaLnBrk="0" hangingPunct="0">
                <a:buClr>
                  <a:srgbClr val="000000"/>
                </a:buClr>
              </a:pPr>
              <a:r>
                <a:rPr lang="zh-CN" altLang="en-US" sz="2800" b="0" noProof="1">
                  <a:solidFill>
                    <a:srgbClr val="FFFFFF"/>
                  </a:solidFill>
                  <a:effectLst>
                    <a:outerShdw blurRad="38100" dist="38100" dir="2700000">
                      <a:srgbClr val="C0C0C0"/>
                    </a:outerShdw>
                  </a:effectLst>
                  <a:latin typeface="Arial" panose="020B0604020202020204" pitchFamily="34" charset="0"/>
                  <a:cs typeface="+mn-ea"/>
                </a:rPr>
                <a:t>有些事情并不像看起来那么简单</a:t>
              </a:r>
              <a:endParaRPr lang="zh-CN" altLang="en-US" sz="2800" b="0" noProof="1">
                <a:solidFill>
                  <a:srgbClr val="FFFFFF"/>
                </a:solidFill>
                <a:effectLst>
                  <a:outerShdw blurRad="38100" dist="38100" dir="2700000">
                    <a:srgbClr val="C0C0C0"/>
                  </a:outerShdw>
                </a:effectLst>
                <a:latin typeface="Arial" panose="020B0604020202020204" pitchFamily="34" charset="0"/>
              </a:endParaRPr>
            </a:p>
          </p:txBody>
        </p:sp>
        <p:sp>
          <p:nvSpPr>
            <p:cNvPr id="19" name="Text Box 24">
              <a:extLst>
                <a:ext uri="{FF2B5EF4-FFF2-40B4-BE49-F238E27FC236}">
                  <a16:creationId xmlns:a16="http://schemas.microsoft.com/office/drawing/2014/main" id="{479464A3-3FD2-4BFE-BB18-DD6A64F14B4E}"/>
                </a:ext>
              </a:extLst>
            </p:cNvPr>
            <p:cNvSpPr txBox="1">
              <a:spLocks noChangeArrowheads="1"/>
            </p:cNvSpPr>
            <p:nvPr/>
          </p:nvSpPr>
          <p:spPr bwMode="auto">
            <a:xfrm>
              <a:off x="517" y="-11"/>
              <a:ext cx="1841" cy="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eaLnBrk="0" hangingPunct="0"/>
              <a:r>
                <a:rPr lang="zh-CN" altLang="en-US" b="0" dirty="0">
                  <a:latin typeface="Arial" panose="020B0604020202020204" pitchFamily="34" charset="0"/>
                </a:rPr>
                <a:t>如何精确测量电阻值？</a:t>
              </a:r>
              <a:endParaRPr lang="en-US" altLang="zh-CN" b="0" dirty="0">
                <a:latin typeface="Arial" panose="020B0604020202020204" pitchFamily="34" charset="0"/>
              </a:endParaRPr>
            </a:p>
          </p:txBody>
        </p:sp>
      </p:grpSp>
      <p:pic>
        <p:nvPicPr>
          <p:cNvPr id="27650" name="Picture 2" descr="https://i2.hdslb.com/bfs/archive/004752c4599f5fa8ad1c9370aabdcf45468dc2fd.jpg">
            <a:extLst>
              <a:ext uri="{FF2B5EF4-FFF2-40B4-BE49-F238E27FC236}">
                <a16:creationId xmlns:a16="http://schemas.microsoft.com/office/drawing/2014/main" id="{69C457A7-BF73-45E7-AE9F-731DE629902C}"/>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083355" y="2604228"/>
            <a:ext cx="3089299" cy="2316975"/>
          </a:xfrm>
          <a:prstGeom prst="rect">
            <a:avLst/>
          </a:prstGeom>
          <a:noFill/>
          <a:extLst>
            <a:ext uri="{909E8E84-426E-40DD-AFC4-6F175D3DCCD1}">
              <a14:hiddenFill xmlns:a14="http://schemas.microsoft.com/office/drawing/2010/main">
                <a:solidFill>
                  <a:srgbClr val="FFFFFF"/>
                </a:solidFill>
              </a14:hiddenFill>
            </a:ext>
          </a:extLst>
        </p:spPr>
      </p:pic>
      <p:pic>
        <p:nvPicPr>
          <p:cNvPr id="27652" name="Picture 4" descr="1baa1673e113a505.jpg">
            <a:extLst>
              <a:ext uri="{FF2B5EF4-FFF2-40B4-BE49-F238E27FC236}">
                <a16:creationId xmlns:a16="http://schemas.microsoft.com/office/drawing/2014/main" id="{510A7A68-599C-4161-9B7D-66B4049D05F4}"/>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348700" y="2666926"/>
            <a:ext cx="2133600" cy="2160608"/>
          </a:xfrm>
          <a:prstGeom prst="rect">
            <a:avLst/>
          </a:prstGeom>
          <a:noFill/>
          <a:extLst>
            <a:ext uri="{909E8E84-426E-40DD-AFC4-6F175D3DCCD1}">
              <a14:hiddenFill xmlns:a14="http://schemas.microsoft.com/office/drawing/2010/main">
                <a:solidFill>
                  <a:srgbClr val="FFFFFF"/>
                </a:solidFill>
              </a14:hiddenFill>
            </a:ext>
          </a:extLst>
        </p:spPr>
      </p:pic>
      <p:sp>
        <p:nvSpPr>
          <p:cNvPr id="5" name="矩形 4">
            <a:extLst>
              <a:ext uri="{FF2B5EF4-FFF2-40B4-BE49-F238E27FC236}">
                <a16:creationId xmlns:a16="http://schemas.microsoft.com/office/drawing/2014/main" id="{7CA52669-166A-4D35-93E3-3E80704A528F}"/>
              </a:ext>
            </a:extLst>
          </p:cNvPr>
          <p:cNvSpPr/>
          <p:nvPr/>
        </p:nvSpPr>
        <p:spPr>
          <a:xfrm>
            <a:off x="2837390" y="4998367"/>
            <a:ext cx="3469219" cy="461665"/>
          </a:xfrm>
          <a:prstGeom prst="rect">
            <a:avLst/>
          </a:prstGeom>
        </p:spPr>
        <p:txBody>
          <a:bodyPr wrap="none">
            <a:spAutoFit/>
          </a:bodyPr>
          <a:lstStyle/>
          <a:p>
            <a:r>
              <a:rPr lang="zh-CN" altLang="en-US" dirty="0">
                <a:latin typeface="Arial" panose="020B0604020202020204" pitchFamily="34" charset="0"/>
              </a:rPr>
              <a:t>“室温超导”材料</a:t>
            </a:r>
            <a:r>
              <a:rPr lang="en-US" altLang="zh-CN" dirty="0">
                <a:latin typeface="Arial" panose="020B0604020202020204" pitchFamily="34" charset="0"/>
              </a:rPr>
              <a:t>LK-99</a:t>
            </a:r>
            <a:endParaRPr lang="zh-CN" altLang="en-US" dirty="0"/>
          </a:p>
        </p:txBody>
      </p:sp>
      <p:sp>
        <p:nvSpPr>
          <p:cNvPr id="25" name="矩形 24">
            <a:extLst>
              <a:ext uri="{FF2B5EF4-FFF2-40B4-BE49-F238E27FC236}">
                <a16:creationId xmlns:a16="http://schemas.microsoft.com/office/drawing/2014/main" id="{6B72134C-EDFC-457E-AA16-3EB3AFB802AE}"/>
              </a:ext>
            </a:extLst>
          </p:cNvPr>
          <p:cNvSpPr/>
          <p:nvPr/>
        </p:nvSpPr>
        <p:spPr>
          <a:xfrm>
            <a:off x="6590010" y="5043939"/>
            <a:ext cx="1723549" cy="461665"/>
          </a:xfrm>
          <a:prstGeom prst="rect">
            <a:avLst/>
          </a:prstGeom>
        </p:spPr>
        <p:txBody>
          <a:bodyPr wrap="none">
            <a:spAutoFit/>
          </a:bodyPr>
          <a:lstStyle/>
          <a:p>
            <a:r>
              <a:rPr lang="zh-CN" altLang="en-US" dirty="0">
                <a:latin typeface="Arial" panose="020B0604020202020204" pitchFamily="34" charset="0"/>
              </a:rPr>
              <a:t>四端子电阻</a:t>
            </a:r>
            <a:endParaRPr lang="zh-CN" altLang="en-US" dirty="0"/>
          </a:p>
        </p:txBody>
      </p:sp>
      <mc:AlternateContent xmlns:mc="http://schemas.openxmlformats.org/markup-compatibility/2006" xmlns:a14="http://schemas.microsoft.com/office/drawing/2010/main">
        <mc:Choice Requires="a14">
          <p:sp>
            <p:nvSpPr>
              <p:cNvPr id="9" name="文本框 8">
                <a:extLst>
                  <a:ext uri="{FF2B5EF4-FFF2-40B4-BE49-F238E27FC236}">
                    <a16:creationId xmlns:a16="http://schemas.microsoft.com/office/drawing/2014/main" id="{311F9DCD-7E3A-4063-AA34-BCBEF5205080}"/>
                  </a:ext>
                </a:extLst>
              </p:cNvPr>
              <p:cNvSpPr txBox="1"/>
              <p:nvPr/>
            </p:nvSpPr>
            <p:spPr>
              <a:xfrm>
                <a:off x="5422777" y="1786540"/>
                <a:ext cx="883832" cy="689035"/>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b="0" i="1" smtClean="0">
                          <a:solidFill>
                            <a:srgbClr val="1552D1"/>
                          </a:solidFill>
                          <a:latin typeface="Cambria Math" panose="02040503050406030204" pitchFamily="18" charset="0"/>
                        </a:rPr>
                        <m:t>𝑅</m:t>
                      </m:r>
                      <m:r>
                        <a:rPr lang="en-US" altLang="zh-CN" b="0" i="1" smtClean="0">
                          <a:solidFill>
                            <a:srgbClr val="1552D1"/>
                          </a:solidFill>
                          <a:latin typeface="Cambria Math" panose="02040503050406030204" pitchFamily="18" charset="0"/>
                        </a:rPr>
                        <m:t>=</m:t>
                      </m:r>
                      <m:f>
                        <m:fPr>
                          <m:ctrlPr>
                            <a:rPr lang="en-US" altLang="zh-CN" b="0" i="1" smtClean="0">
                              <a:solidFill>
                                <a:srgbClr val="1552D1"/>
                              </a:solidFill>
                              <a:latin typeface="Cambria Math" panose="02040503050406030204" pitchFamily="18" charset="0"/>
                            </a:rPr>
                          </m:ctrlPr>
                        </m:fPr>
                        <m:num>
                          <m:r>
                            <a:rPr lang="en-US" altLang="zh-CN" b="0" i="1" smtClean="0">
                              <a:solidFill>
                                <a:srgbClr val="1552D1"/>
                              </a:solidFill>
                              <a:latin typeface="Cambria Math" panose="02040503050406030204" pitchFamily="18" charset="0"/>
                            </a:rPr>
                            <m:t>𝑉</m:t>
                          </m:r>
                        </m:num>
                        <m:den>
                          <m:r>
                            <a:rPr lang="en-US" altLang="zh-CN" b="0" i="1" smtClean="0">
                              <a:solidFill>
                                <a:srgbClr val="1552D1"/>
                              </a:solidFill>
                              <a:latin typeface="Cambria Math" panose="02040503050406030204" pitchFamily="18" charset="0"/>
                            </a:rPr>
                            <m:t>𝐼</m:t>
                          </m:r>
                        </m:den>
                      </m:f>
                    </m:oMath>
                  </m:oMathPara>
                </a14:m>
                <a:endParaRPr lang="zh-CN" altLang="en-US" dirty="0">
                  <a:solidFill>
                    <a:srgbClr val="1552D1"/>
                  </a:solidFill>
                </a:endParaRPr>
              </a:p>
            </p:txBody>
          </p:sp>
        </mc:Choice>
        <mc:Fallback xmlns="">
          <p:sp>
            <p:nvSpPr>
              <p:cNvPr id="9" name="文本框 8">
                <a:extLst>
                  <a:ext uri="{FF2B5EF4-FFF2-40B4-BE49-F238E27FC236}">
                    <a16:creationId xmlns:a16="http://schemas.microsoft.com/office/drawing/2014/main" id="{311F9DCD-7E3A-4063-AA34-BCBEF5205080}"/>
                  </a:ext>
                </a:extLst>
              </p:cNvPr>
              <p:cNvSpPr txBox="1">
                <a:spLocks noRot="1" noChangeAspect="1" noMove="1" noResize="1" noEditPoints="1" noAdjustHandles="1" noChangeArrowheads="1" noChangeShapeType="1" noTextEdit="1"/>
              </p:cNvSpPr>
              <p:nvPr/>
            </p:nvSpPr>
            <p:spPr>
              <a:xfrm>
                <a:off x="5422777" y="1786540"/>
                <a:ext cx="883832" cy="689035"/>
              </a:xfrm>
              <a:prstGeom prst="rect">
                <a:avLst/>
              </a:prstGeom>
              <a:blipFill>
                <a:blip r:embed="rId4"/>
                <a:stretch>
                  <a:fillRect/>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406645756"/>
      </p:ext>
    </p:extLst>
  </p:cSld>
  <p:clrMapOvr>
    <a:masterClrMapping/>
  </p:clrMapOvr>
  <mc:AlternateContent xmlns:mc="http://schemas.openxmlformats.org/markup-compatibility/2006" xmlns:p14="http://schemas.microsoft.com/office/powerpoint/2010/main">
    <mc:Choice Requires="p14">
      <p:transition spd="med">
        <p:newsflash/>
      </p:transition>
    </mc:Choice>
    <mc:Fallback xmlns="">
      <p:transition spd="med">
        <p:newsflash/>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7" name="灯片编号占位符 5"/>
          <p:cNvSpPr>
            <a:spLocks noGrp="1"/>
          </p:cNvSpPr>
          <p:nvPr>
            <p:ph type="sldNum" sz="quarter" idx="12"/>
          </p:nvPr>
        </p:nvSpPr>
        <p:spPr>
          <a:noFill/>
          <a:ln>
            <a:noFill/>
          </a:ln>
        </p:spPr>
        <p:txBody>
          <a:bodyPr wrap="square" lIns="91440" tIns="45720" rIns="91440" bIns="45720" anchor="ctr"/>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r">
              <a:lnSpc>
                <a:spcPct val="150000"/>
              </a:lnSpc>
              <a:spcBef>
                <a:spcPct val="20000"/>
              </a:spcBef>
              <a:buSzPct val="85000"/>
              <a:buFontTx/>
              <a:buChar char="•"/>
            </a:pPr>
            <a:fld id="{9A0DB2DC-4C9A-4742-B13C-FB6460FD3503}" type="slidenum">
              <a:rPr lang="en-US" altLang="zh-CN" sz="1200" dirty="0">
                <a:solidFill>
                  <a:srgbClr val="898989"/>
                </a:solidFill>
              </a:rPr>
              <a:t>5</a:t>
            </a:fld>
            <a:endParaRPr lang="en-US" altLang="zh-CN" sz="1200" dirty="0">
              <a:solidFill>
                <a:srgbClr val="898989"/>
              </a:solidFill>
            </a:endParaRPr>
          </a:p>
        </p:txBody>
      </p:sp>
      <p:sp>
        <p:nvSpPr>
          <p:cNvPr id="25604" name="Rectangle 3"/>
          <p:cNvSpPr>
            <a:spLocks noRot="1" noChangeArrowheads="1"/>
          </p:cNvSpPr>
          <p:nvPr/>
        </p:nvSpPr>
        <p:spPr bwMode="auto">
          <a:xfrm>
            <a:off x="390525" y="1365250"/>
            <a:ext cx="8573963" cy="4916487"/>
          </a:xfrm>
          <a:prstGeom prst="rect">
            <a:avLst/>
          </a:prstGeom>
          <a:noFill/>
          <a:ln w="9525">
            <a:noFill/>
            <a:miter lim="800000"/>
          </a:ln>
        </p:spPr>
        <p:txBody>
          <a:bodyPr/>
          <a:lstStyle/>
          <a:p>
            <a:pPr marL="342900" marR="0" lvl="0" indent="-342900" algn="just" defTabSz="914400" rtl="0" eaLnBrk="1" fontAlgn="base" latinLnBrk="0" hangingPunct="1">
              <a:lnSpc>
                <a:spcPct val="100000"/>
              </a:lnSpc>
              <a:spcBef>
                <a:spcPct val="20000"/>
              </a:spcBef>
              <a:spcAft>
                <a:spcPct val="0"/>
              </a:spcAft>
              <a:buClrTx/>
              <a:buSzPct val="85000"/>
              <a:buFontTx/>
              <a:buNone/>
              <a:defRPr/>
            </a:pPr>
            <a:r>
              <a:rPr kumimoji="1" lang="en-US" altLang="zh-CN" sz="2400" b="0" i="0" u="none" strike="noStrike" kern="1200" cap="none" spc="0" normalizeH="0" baseline="0" noProof="0" dirty="0">
                <a:ln>
                  <a:noFill/>
                </a:ln>
                <a:solidFill>
                  <a:schemeClr val="tx1"/>
                </a:solidFill>
                <a:effectLst/>
                <a:uLnTx/>
                <a:uFillTx/>
                <a:latin typeface="Arial" panose="020B0604020202020204" pitchFamily="34" charset="0"/>
                <a:ea typeface="华文新魏" panose="02010800040101010101" pitchFamily="2" charset="-122"/>
                <a:cs typeface="+mn-cs"/>
              </a:rPr>
              <a:t>2 </a:t>
            </a:r>
            <a:r>
              <a:rPr kumimoji="1" lang="zh-CN" altLang="en-US" sz="2400" b="0" i="0" u="none" strike="noStrike" kern="1200" cap="none" spc="0" normalizeH="0" baseline="0" noProof="0" dirty="0">
                <a:ln>
                  <a:noFill/>
                </a:ln>
                <a:solidFill>
                  <a:schemeClr val="tx1"/>
                </a:solidFill>
                <a:effectLst/>
                <a:uLnTx/>
                <a:uFillTx/>
                <a:latin typeface="Arial" panose="020B0604020202020204" pitchFamily="34" charset="0"/>
                <a:ea typeface="华文新魏" panose="02010800040101010101" pitchFamily="2" charset="-122"/>
                <a:cs typeface="+mn-cs"/>
              </a:rPr>
              <a:t>教材和参考书目</a:t>
            </a:r>
          </a:p>
          <a:p>
            <a:pPr marL="624205" marR="0" lvl="0" indent="0" algn="just" defTabSz="914400" rtl="0" eaLnBrk="1" fontAlgn="base" latinLnBrk="0" hangingPunct="1">
              <a:lnSpc>
                <a:spcPct val="100000"/>
              </a:lnSpc>
              <a:spcBef>
                <a:spcPct val="20000"/>
              </a:spcBef>
              <a:spcAft>
                <a:spcPct val="0"/>
              </a:spcAft>
              <a:buClrTx/>
              <a:buSzPct val="85000"/>
              <a:buFontTx/>
              <a:buNone/>
              <a:defRPr/>
            </a:pPr>
            <a:endParaRPr kumimoji="1" lang="en-US" altLang="zh-CN" sz="2000" b="0" i="0" u="none" strike="noStrike" kern="1200" cap="none" spc="0" normalizeH="0" baseline="0" noProof="0" dirty="0">
              <a:ln>
                <a:noFill/>
              </a:ln>
              <a:solidFill>
                <a:schemeClr val="tx1"/>
              </a:solidFill>
              <a:effectLst/>
              <a:uLnTx/>
              <a:uFillTx/>
              <a:latin typeface="+mj-ea"/>
              <a:ea typeface="+mj-ea"/>
              <a:cs typeface="+mn-cs"/>
            </a:endParaRPr>
          </a:p>
          <a:p>
            <a:pPr marL="624205" marR="0" lvl="0" indent="0" algn="just" defTabSz="914400" rtl="0" eaLnBrk="1" fontAlgn="base" latinLnBrk="0" hangingPunct="1">
              <a:lnSpc>
                <a:spcPct val="100000"/>
              </a:lnSpc>
              <a:spcBef>
                <a:spcPct val="20000"/>
              </a:spcBef>
              <a:spcAft>
                <a:spcPct val="0"/>
              </a:spcAft>
              <a:buClrTx/>
              <a:buSzPct val="85000"/>
              <a:buFontTx/>
              <a:buNone/>
              <a:defRPr/>
            </a:pPr>
            <a:r>
              <a:rPr kumimoji="1" lang="zh-CN" altLang="en-US" sz="2000" b="0" i="0" u="none" strike="noStrike" kern="1200" cap="none" spc="0" normalizeH="0" baseline="0" noProof="0" dirty="0">
                <a:ln>
                  <a:noFill/>
                </a:ln>
                <a:solidFill>
                  <a:schemeClr val="tx1"/>
                </a:solidFill>
                <a:effectLst/>
                <a:uLnTx/>
                <a:uFillTx/>
                <a:latin typeface="+mj-ea"/>
                <a:ea typeface="+mj-ea"/>
                <a:cs typeface="+mn-cs"/>
              </a:rPr>
              <a:t>教材：</a:t>
            </a:r>
          </a:p>
          <a:p>
            <a:pPr marL="624205" marR="0" lvl="0" indent="0" algn="just" defTabSz="914400" rtl="0" eaLnBrk="1" fontAlgn="base" latinLnBrk="0" hangingPunct="1">
              <a:lnSpc>
                <a:spcPct val="100000"/>
              </a:lnSpc>
              <a:spcBef>
                <a:spcPct val="20000"/>
              </a:spcBef>
              <a:spcAft>
                <a:spcPct val="0"/>
              </a:spcAft>
              <a:buClrTx/>
              <a:buSzPct val="85000"/>
              <a:buFontTx/>
              <a:buNone/>
              <a:defRPr/>
            </a:pPr>
            <a:r>
              <a:rPr kumimoji="1" lang="zh-CN" altLang="en-US" sz="2000" b="1" i="0" u="none" strike="noStrike" kern="1200" cap="none" spc="0" normalizeH="0" baseline="0" noProof="0" dirty="0">
                <a:ln>
                  <a:noFill/>
                </a:ln>
                <a:solidFill>
                  <a:srgbClr val="FF0000"/>
                </a:solidFill>
                <a:effectLst/>
                <a:uLnTx/>
                <a:uFillTx/>
                <a:latin typeface="+mj-ea"/>
                <a:ea typeface="+mj-ea"/>
                <a:cs typeface="+mn-cs"/>
              </a:rPr>
              <a:t>王化祥，传感器原理及应用</a:t>
            </a:r>
            <a:r>
              <a:rPr kumimoji="1" lang="en-US" altLang="zh-CN" sz="2000" b="1" i="0" u="none" strike="noStrike" kern="1200" cap="none" spc="0" normalizeH="0" baseline="0" noProof="0" dirty="0">
                <a:ln>
                  <a:noFill/>
                </a:ln>
                <a:solidFill>
                  <a:srgbClr val="FF0000"/>
                </a:solidFill>
                <a:effectLst/>
                <a:uLnTx/>
                <a:uFillTx/>
                <a:latin typeface="+mj-ea"/>
                <a:ea typeface="+mj-ea"/>
                <a:cs typeface="+mn-cs"/>
              </a:rPr>
              <a:t>(</a:t>
            </a:r>
            <a:r>
              <a:rPr kumimoji="1" lang="zh-CN" altLang="en-US" sz="2000" b="1" i="0" u="none" strike="noStrike" kern="1200" cap="none" spc="0" normalizeH="0" baseline="0" noProof="0" dirty="0">
                <a:ln>
                  <a:noFill/>
                </a:ln>
                <a:solidFill>
                  <a:srgbClr val="FF0000"/>
                </a:solidFill>
                <a:effectLst/>
                <a:uLnTx/>
                <a:uFillTx/>
                <a:latin typeface="+mj-ea"/>
                <a:ea typeface="+mj-ea"/>
                <a:cs typeface="+mn-cs"/>
              </a:rPr>
              <a:t>第</a:t>
            </a:r>
            <a:r>
              <a:rPr kumimoji="1" lang="en-US" altLang="zh-CN" sz="2000" b="1" i="0" u="none" strike="noStrike" kern="1200" cap="none" spc="0" normalizeH="0" baseline="0" noProof="0" dirty="0">
                <a:ln>
                  <a:noFill/>
                </a:ln>
                <a:solidFill>
                  <a:srgbClr val="FF0000"/>
                </a:solidFill>
                <a:effectLst/>
                <a:uLnTx/>
                <a:uFillTx/>
                <a:latin typeface="+mj-ea"/>
                <a:ea typeface="+mj-ea"/>
                <a:cs typeface="+mn-cs"/>
              </a:rPr>
              <a:t>6</a:t>
            </a:r>
            <a:r>
              <a:rPr kumimoji="1" lang="zh-CN" altLang="en-US" sz="2000" b="1" i="0" u="none" strike="noStrike" kern="1200" cap="none" spc="0" normalizeH="0" baseline="0" noProof="0" dirty="0">
                <a:ln>
                  <a:noFill/>
                </a:ln>
                <a:solidFill>
                  <a:srgbClr val="FF0000"/>
                </a:solidFill>
                <a:effectLst/>
                <a:uLnTx/>
                <a:uFillTx/>
                <a:latin typeface="+mj-ea"/>
                <a:ea typeface="+mj-ea"/>
                <a:cs typeface="+mn-cs"/>
              </a:rPr>
              <a:t>版</a:t>
            </a:r>
            <a:r>
              <a:rPr kumimoji="1" lang="en-US" altLang="zh-CN" sz="2000" b="1" i="0" u="none" strike="noStrike" kern="1200" cap="none" spc="0" normalizeH="0" baseline="0" noProof="0" dirty="0">
                <a:ln>
                  <a:noFill/>
                </a:ln>
                <a:solidFill>
                  <a:srgbClr val="FF0000"/>
                </a:solidFill>
                <a:effectLst/>
                <a:uLnTx/>
                <a:uFillTx/>
                <a:latin typeface="+mj-ea"/>
                <a:ea typeface="+mj-ea"/>
                <a:cs typeface="+mn-cs"/>
              </a:rPr>
              <a:t>)</a:t>
            </a:r>
            <a:r>
              <a:rPr kumimoji="1" lang="zh-CN" altLang="en-US" sz="2000" b="1" i="0" u="none" strike="noStrike" kern="1200" cap="none" spc="0" normalizeH="0" baseline="0" noProof="0" dirty="0">
                <a:ln>
                  <a:noFill/>
                </a:ln>
                <a:solidFill>
                  <a:srgbClr val="FF0000"/>
                </a:solidFill>
                <a:effectLst/>
                <a:uLnTx/>
                <a:uFillTx/>
                <a:latin typeface="+mj-ea"/>
                <a:ea typeface="+mj-ea"/>
                <a:cs typeface="+mn-cs"/>
              </a:rPr>
              <a:t>，天津大学出版社，</a:t>
            </a:r>
            <a:r>
              <a:rPr kumimoji="1" lang="en-US" altLang="zh-CN" sz="2000" b="1" i="0" u="none" strike="noStrike" kern="1200" cap="none" spc="0" normalizeH="0" baseline="0" noProof="0" dirty="0">
                <a:ln>
                  <a:noFill/>
                </a:ln>
                <a:solidFill>
                  <a:srgbClr val="FF0000"/>
                </a:solidFill>
                <a:effectLst/>
                <a:uLnTx/>
                <a:uFillTx/>
                <a:latin typeface="+mj-ea"/>
                <a:ea typeface="+mj-ea"/>
                <a:cs typeface="+mn-cs"/>
              </a:rPr>
              <a:t>2024</a:t>
            </a:r>
          </a:p>
          <a:p>
            <a:pPr marL="624205" marR="0" lvl="0" indent="0" algn="l" defTabSz="914400" rtl="0" eaLnBrk="1" fontAlgn="base" latinLnBrk="0" hangingPunct="1">
              <a:lnSpc>
                <a:spcPct val="100000"/>
              </a:lnSpc>
              <a:spcBef>
                <a:spcPct val="20000"/>
              </a:spcBef>
              <a:spcAft>
                <a:spcPct val="0"/>
              </a:spcAft>
              <a:buClrTx/>
              <a:buSzPct val="85000"/>
              <a:buFontTx/>
              <a:buNone/>
              <a:defRPr/>
            </a:pPr>
            <a:r>
              <a:rPr kumimoji="1" lang="zh-CN" altLang="en-US" sz="2000" dirty="0">
                <a:latin typeface="+mj-ea"/>
                <a:ea typeface="+mj-ea"/>
              </a:rPr>
              <a:t>教辅</a:t>
            </a:r>
            <a:r>
              <a:rPr kumimoji="1" lang="zh-CN" altLang="en-US" sz="2000" b="0" i="0" u="none" strike="noStrike" kern="1200" cap="none" spc="0" normalizeH="0" baseline="0" noProof="0" dirty="0">
                <a:ln>
                  <a:noFill/>
                </a:ln>
                <a:solidFill>
                  <a:schemeClr val="tx1"/>
                </a:solidFill>
                <a:effectLst/>
                <a:uLnTx/>
                <a:uFillTx/>
                <a:latin typeface="+mj-ea"/>
                <a:ea typeface="+mj-ea"/>
                <a:cs typeface="+mn-cs"/>
              </a:rPr>
              <a:t>：</a:t>
            </a:r>
            <a:endParaRPr kumimoji="1" lang="en-US" altLang="zh-CN" sz="2000" b="0" i="0" u="none" strike="noStrike" kern="1200" cap="none" spc="0" normalizeH="0" baseline="0" noProof="0" dirty="0">
              <a:ln>
                <a:noFill/>
              </a:ln>
              <a:solidFill>
                <a:schemeClr val="tx1"/>
              </a:solidFill>
              <a:effectLst/>
              <a:uLnTx/>
              <a:uFillTx/>
              <a:latin typeface="+mj-ea"/>
              <a:ea typeface="+mj-ea"/>
              <a:cs typeface="+mn-cs"/>
            </a:endParaRPr>
          </a:p>
          <a:p>
            <a:pPr marL="624205" marR="0" lvl="0" indent="0" algn="l" defTabSz="914400" rtl="0" eaLnBrk="1" fontAlgn="base" latinLnBrk="0" hangingPunct="1">
              <a:lnSpc>
                <a:spcPct val="100000"/>
              </a:lnSpc>
              <a:spcBef>
                <a:spcPct val="20000"/>
              </a:spcBef>
              <a:spcAft>
                <a:spcPct val="0"/>
              </a:spcAft>
              <a:buClrTx/>
              <a:buSzPct val="85000"/>
              <a:buFontTx/>
              <a:buNone/>
              <a:defRPr/>
            </a:pPr>
            <a:r>
              <a:rPr kumimoji="1" lang="zh-CN" altLang="en-US" sz="2000" b="1" i="0" u="none" strike="noStrike" kern="1200" cap="none" spc="0" normalizeH="0" baseline="0" noProof="0" dirty="0">
                <a:ln>
                  <a:noFill/>
                </a:ln>
                <a:solidFill>
                  <a:srgbClr val="FF0000"/>
                </a:solidFill>
                <a:effectLst/>
                <a:uLnTx/>
                <a:uFillTx/>
                <a:latin typeface="+mj-ea"/>
                <a:ea typeface="+mj-ea"/>
                <a:cs typeface="+mn-cs"/>
              </a:rPr>
              <a:t>王化祥</a:t>
            </a:r>
            <a:r>
              <a:rPr kumimoji="1" lang="en-US" altLang="zh-CN" sz="2000" b="1" i="0" u="none" strike="noStrike" kern="1200" cap="none" spc="0" normalizeH="0" baseline="0" noProof="0" dirty="0">
                <a:ln>
                  <a:noFill/>
                </a:ln>
                <a:solidFill>
                  <a:srgbClr val="FF0000"/>
                </a:solidFill>
                <a:effectLst/>
                <a:uLnTx/>
                <a:uFillTx/>
                <a:latin typeface="+mj-ea"/>
                <a:ea typeface="+mj-ea"/>
                <a:cs typeface="+mn-cs"/>
              </a:rPr>
              <a:t>,《</a:t>
            </a:r>
            <a:r>
              <a:rPr kumimoji="1" lang="zh-CN" altLang="en-US" sz="2000" b="1" i="0" u="none" strike="noStrike" kern="1200" cap="none" spc="0" normalizeH="0" baseline="0" noProof="0" dirty="0">
                <a:ln>
                  <a:noFill/>
                </a:ln>
                <a:solidFill>
                  <a:srgbClr val="FF0000"/>
                </a:solidFill>
                <a:effectLst/>
                <a:uLnTx/>
                <a:uFillTx/>
                <a:latin typeface="+mj-ea"/>
                <a:ea typeface="+mj-ea"/>
                <a:cs typeface="+mn-cs"/>
              </a:rPr>
              <a:t>传感器原理及应用</a:t>
            </a:r>
            <a:r>
              <a:rPr kumimoji="1" lang="en-US" altLang="zh-CN" sz="2000" b="1" i="0" u="none" strike="noStrike" kern="1200" cap="none" spc="0" normalizeH="0" baseline="0" noProof="0" dirty="0">
                <a:ln>
                  <a:noFill/>
                </a:ln>
                <a:solidFill>
                  <a:srgbClr val="FF0000"/>
                </a:solidFill>
                <a:effectLst/>
                <a:uLnTx/>
                <a:uFillTx/>
                <a:latin typeface="+mj-ea"/>
                <a:ea typeface="+mj-ea"/>
                <a:cs typeface="+mn-cs"/>
              </a:rPr>
              <a:t>》</a:t>
            </a:r>
            <a:r>
              <a:rPr kumimoji="1" lang="zh-CN" altLang="en-US" sz="2000" b="1" i="0" u="none" strike="noStrike" kern="1200" cap="none" spc="0" normalizeH="0" baseline="0" noProof="0" dirty="0">
                <a:ln>
                  <a:noFill/>
                </a:ln>
                <a:solidFill>
                  <a:srgbClr val="FF0000"/>
                </a:solidFill>
                <a:effectLst/>
                <a:uLnTx/>
                <a:uFillTx/>
                <a:latin typeface="+mj-ea"/>
                <a:ea typeface="+mj-ea"/>
                <a:cs typeface="+mn-cs"/>
              </a:rPr>
              <a:t>例题与习题（第</a:t>
            </a:r>
            <a:r>
              <a:rPr kumimoji="1" lang="en-US" altLang="zh-CN" sz="2000" b="1" i="0" u="none" strike="noStrike" kern="1200" cap="none" spc="0" normalizeH="0" baseline="0" noProof="0" dirty="0">
                <a:ln>
                  <a:noFill/>
                </a:ln>
                <a:solidFill>
                  <a:srgbClr val="FF0000"/>
                </a:solidFill>
                <a:effectLst/>
                <a:uLnTx/>
                <a:uFillTx/>
                <a:latin typeface="+mj-ea"/>
                <a:ea typeface="+mj-ea"/>
                <a:cs typeface="+mn-cs"/>
              </a:rPr>
              <a:t>2</a:t>
            </a:r>
            <a:r>
              <a:rPr kumimoji="1" lang="zh-CN" altLang="en-US" sz="2000" b="1" i="0" u="none" strike="noStrike" kern="1200" cap="none" spc="0" normalizeH="0" baseline="0" noProof="0" dirty="0">
                <a:ln>
                  <a:noFill/>
                </a:ln>
                <a:solidFill>
                  <a:srgbClr val="FF0000"/>
                </a:solidFill>
                <a:effectLst/>
                <a:uLnTx/>
                <a:uFillTx/>
                <a:latin typeface="+mj-ea"/>
                <a:ea typeface="+mj-ea"/>
                <a:cs typeface="+mn-cs"/>
              </a:rPr>
              <a:t>版）</a:t>
            </a:r>
            <a:r>
              <a:rPr kumimoji="1" lang="en-US" altLang="zh-CN" sz="2000" b="1" i="0" u="none" strike="noStrike" kern="1200" cap="none" spc="0" normalizeH="0" baseline="0" noProof="0" dirty="0">
                <a:ln>
                  <a:noFill/>
                </a:ln>
                <a:solidFill>
                  <a:srgbClr val="FF0000"/>
                </a:solidFill>
                <a:effectLst/>
                <a:uLnTx/>
                <a:uFillTx/>
                <a:latin typeface="+mj-ea"/>
                <a:ea typeface="+mj-ea"/>
                <a:cs typeface="+mn-cs"/>
              </a:rPr>
              <a:t>,</a:t>
            </a:r>
            <a:r>
              <a:rPr kumimoji="1" lang="zh-CN" altLang="en-US" sz="2000" b="1" i="0" u="none" strike="noStrike" kern="1200" cap="none" spc="0" normalizeH="0" baseline="0" noProof="0" dirty="0">
                <a:ln>
                  <a:noFill/>
                </a:ln>
                <a:solidFill>
                  <a:srgbClr val="FF0000"/>
                </a:solidFill>
                <a:effectLst/>
                <a:uLnTx/>
                <a:uFillTx/>
                <a:latin typeface="+mj-ea"/>
                <a:ea typeface="+mj-ea"/>
                <a:cs typeface="+mn-cs"/>
              </a:rPr>
              <a:t>天津大学出版社，</a:t>
            </a:r>
            <a:r>
              <a:rPr kumimoji="1" lang="en-US" altLang="zh-CN" sz="2000" b="1" i="0" u="none" strike="noStrike" kern="1200" cap="none" spc="0" normalizeH="0" baseline="0" noProof="0" dirty="0">
                <a:ln>
                  <a:noFill/>
                </a:ln>
                <a:solidFill>
                  <a:srgbClr val="FF0000"/>
                </a:solidFill>
                <a:effectLst/>
                <a:uLnTx/>
                <a:uFillTx/>
                <a:latin typeface="+mj-ea"/>
                <a:ea typeface="+mj-ea"/>
                <a:cs typeface="+mn-cs"/>
              </a:rPr>
              <a:t>2023</a:t>
            </a:r>
            <a:endParaRPr kumimoji="1" lang="en-US" altLang="zh-CN" sz="2000" b="0" i="0" u="none" strike="noStrike" kern="1200" cap="none" spc="0" normalizeH="0" baseline="0" noProof="0" dirty="0">
              <a:ln>
                <a:noFill/>
              </a:ln>
              <a:solidFill>
                <a:schemeClr val="tx1"/>
              </a:solidFill>
              <a:effectLst/>
              <a:uLnTx/>
              <a:uFillTx/>
              <a:latin typeface="+mj-ea"/>
              <a:ea typeface="+mj-ea"/>
              <a:cs typeface="+mn-cs"/>
            </a:endParaRPr>
          </a:p>
          <a:p>
            <a:pPr marL="624205" marR="0" lvl="0" indent="0" algn="just" defTabSz="914400" rtl="0" eaLnBrk="1" fontAlgn="base" latinLnBrk="0" hangingPunct="1">
              <a:lnSpc>
                <a:spcPct val="100000"/>
              </a:lnSpc>
              <a:spcBef>
                <a:spcPct val="20000"/>
              </a:spcBef>
              <a:spcAft>
                <a:spcPct val="0"/>
              </a:spcAft>
              <a:buClrTx/>
              <a:buSzPct val="85000"/>
              <a:buFontTx/>
              <a:buNone/>
              <a:defRPr/>
            </a:pPr>
            <a:endParaRPr kumimoji="1" lang="zh-CN" altLang="en-US" sz="2000" b="1" i="0" u="none" strike="noStrike" kern="1200" cap="none" spc="0" normalizeH="0" baseline="0" noProof="0" dirty="0">
              <a:ln>
                <a:noFill/>
              </a:ln>
              <a:solidFill>
                <a:srgbClr val="FF0000"/>
              </a:solidFill>
              <a:effectLst/>
              <a:uLnTx/>
              <a:uFillTx/>
              <a:latin typeface="+mj-ea"/>
              <a:ea typeface="+mj-ea"/>
              <a:cs typeface="+mn-cs"/>
            </a:endParaRPr>
          </a:p>
          <a:p>
            <a:pPr marL="624205" marR="0" lvl="0" indent="0" algn="l" defTabSz="914400" rtl="0" eaLnBrk="1" fontAlgn="base" latinLnBrk="0" hangingPunct="1">
              <a:lnSpc>
                <a:spcPct val="100000"/>
              </a:lnSpc>
              <a:spcBef>
                <a:spcPct val="20000"/>
              </a:spcBef>
              <a:spcAft>
                <a:spcPct val="0"/>
              </a:spcAft>
              <a:buClrTx/>
              <a:buSzPct val="85000"/>
              <a:buFontTx/>
              <a:buNone/>
              <a:defRPr/>
            </a:pPr>
            <a:r>
              <a:rPr kumimoji="1" lang="zh-CN" altLang="en-US" sz="2000" b="0" i="0" u="none" strike="noStrike" kern="1200" cap="none" spc="0" normalizeH="0" baseline="0" noProof="0" dirty="0">
                <a:ln>
                  <a:noFill/>
                </a:ln>
                <a:solidFill>
                  <a:schemeClr val="tx1"/>
                </a:solidFill>
                <a:effectLst/>
                <a:uLnTx/>
                <a:uFillTx/>
                <a:latin typeface="+mj-ea"/>
                <a:ea typeface="+mj-ea"/>
                <a:cs typeface="+mn-cs"/>
              </a:rPr>
              <a:t>参考书目：</a:t>
            </a:r>
            <a:endParaRPr kumimoji="1" lang="en-US" altLang="zh-CN" sz="2000" b="0" i="0" u="none" strike="noStrike" kern="1200" cap="none" spc="0" normalizeH="0" baseline="0" noProof="0" dirty="0">
              <a:ln>
                <a:noFill/>
              </a:ln>
              <a:solidFill>
                <a:schemeClr val="tx1"/>
              </a:solidFill>
              <a:effectLst/>
              <a:uLnTx/>
              <a:uFillTx/>
              <a:latin typeface="+mj-ea"/>
              <a:ea typeface="+mj-ea"/>
              <a:cs typeface="+mn-cs"/>
            </a:endParaRPr>
          </a:p>
          <a:p>
            <a:pPr marL="624205" marR="0" lvl="0" indent="0" algn="l" defTabSz="914400" rtl="0" eaLnBrk="1" fontAlgn="base" latinLnBrk="0" hangingPunct="1">
              <a:lnSpc>
                <a:spcPct val="100000"/>
              </a:lnSpc>
              <a:spcBef>
                <a:spcPct val="20000"/>
              </a:spcBef>
              <a:spcAft>
                <a:spcPct val="0"/>
              </a:spcAft>
              <a:buClrTx/>
              <a:buSzPct val="85000"/>
              <a:buFontTx/>
              <a:buNone/>
              <a:defRPr/>
            </a:pPr>
            <a:r>
              <a:rPr kumimoji="1" lang="zh-CN" altLang="en-US" sz="2000" b="0" i="0" u="none" strike="noStrike" kern="1200" cap="none" spc="0" normalizeH="0" baseline="0" noProof="0" dirty="0">
                <a:ln>
                  <a:noFill/>
                </a:ln>
                <a:solidFill>
                  <a:schemeClr val="tx1"/>
                </a:solidFill>
                <a:effectLst/>
                <a:uLnTx/>
                <a:uFillTx/>
                <a:latin typeface="+mj-ea"/>
                <a:ea typeface="+mj-ea"/>
                <a:cs typeface="+mn-cs"/>
              </a:rPr>
              <a:t>   高成</a:t>
            </a:r>
            <a:r>
              <a:rPr kumimoji="1" lang="en-US" altLang="zh-CN" sz="2000" b="0" i="0" u="none" strike="noStrike" kern="1200" cap="none" spc="0" normalizeH="0" baseline="0" noProof="0" dirty="0">
                <a:ln>
                  <a:noFill/>
                </a:ln>
                <a:solidFill>
                  <a:schemeClr val="tx1"/>
                </a:solidFill>
                <a:effectLst/>
                <a:uLnTx/>
                <a:uFillTx/>
                <a:latin typeface="+mj-ea"/>
                <a:ea typeface="+mj-ea"/>
                <a:cs typeface="+mn-cs"/>
              </a:rPr>
              <a:t>. </a:t>
            </a:r>
            <a:r>
              <a:rPr kumimoji="1" lang="zh-CN" altLang="en-US" sz="2000" b="0" i="0" u="none" strike="noStrike" kern="1200" cap="none" spc="0" normalizeH="0" baseline="0" noProof="0" dirty="0">
                <a:ln>
                  <a:noFill/>
                </a:ln>
                <a:solidFill>
                  <a:schemeClr val="tx1"/>
                </a:solidFill>
                <a:effectLst/>
                <a:uLnTx/>
                <a:uFillTx/>
                <a:latin typeface="+mj-ea"/>
                <a:ea typeface="+mj-ea"/>
                <a:cs typeface="+mn-cs"/>
              </a:rPr>
              <a:t>传感器与检测技术，机械工业出版社</a:t>
            </a:r>
            <a:endParaRPr kumimoji="1" lang="en-US" altLang="zh-CN" sz="2000" b="0" i="0" u="none" strike="noStrike" kern="1200" cap="none" spc="0" normalizeH="0" baseline="0" noProof="0" dirty="0">
              <a:ln>
                <a:noFill/>
              </a:ln>
              <a:solidFill>
                <a:schemeClr val="tx1"/>
              </a:solidFill>
              <a:effectLst/>
              <a:uLnTx/>
              <a:uFillTx/>
              <a:latin typeface="+mj-ea"/>
              <a:ea typeface="+mj-ea"/>
              <a:cs typeface="+mn-cs"/>
            </a:endParaRPr>
          </a:p>
          <a:p>
            <a:pPr marL="624205" marR="0" lvl="0" indent="269875" algn="l" defTabSz="914400" rtl="0" eaLnBrk="1" fontAlgn="base" latinLnBrk="0" hangingPunct="1">
              <a:lnSpc>
                <a:spcPct val="100000"/>
              </a:lnSpc>
              <a:spcBef>
                <a:spcPct val="20000"/>
              </a:spcBef>
              <a:spcAft>
                <a:spcPct val="0"/>
              </a:spcAft>
              <a:buClrTx/>
              <a:buSzPct val="85000"/>
              <a:buFontTx/>
              <a:buNone/>
              <a:defRPr/>
            </a:pPr>
            <a:r>
              <a:rPr kumimoji="1" lang="zh-CN" altLang="en-US" sz="2000" b="0" i="0" u="none" strike="noStrike" kern="1200" cap="none" spc="0" normalizeH="0" baseline="0" noProof="0" dirty="0">
                <a:ln>
                  <a:noFill/>
                </a:ln>
                <a:solidFill>
                  <a:schemeClr val="tx1"/>
                </a:solidFill>
                <a:effectLst/>
                <a:uLnTx/>
                <a:uFillTx/>
                <a:latin typeface="+mj-ea"/>
                <a:ea typeface="+mj-ea"/>
                <a:cs typeface="+mn-cs"/>
              </a:rPr>
              <a:t> 刘焕成</a:t>
            </a:r>
            <a:r>
              <a:rPr kumimoji="1" lang="en-US" altLang="zh-CN" sz="2000" b="0" i="0" u="none" strike="noStrike" kern="1200" cap="none" spc="0" normalizeH="0" baseline="0" noProof="0" dirty="0">
                <a:ln>
                  <a:noFill/>
                </a:ln>
                <a:solidFill>
                  <a:schemeClr val="tx1"/>
                </a:solidFill>
                <a:effectLst/>
                <a:uLnTx/>
                <a:uFillTx/>
                <a:latin typeface="+mj-ea"/>
                <a:ea typeface="+mj-ea"/>
                <a:cs typeface="+mn-cs"/>
              </a:rPr>
              <a:t>. </a:t>
            </a:r>
            <a:r>
              <a:rPr kumimoji="1" lang="zh-CN" altLang="en-US" sz="2000" b="0" i="0" u="none" strike="noStrike" kern="1200" cap="none" spc="0" normalizeH="0" baseline="0" noProof="0" dirty="0">
                <a:ln>
                  <a:noFill/>
                </a:ln>
                <a:solidFill>
                  <a:schemeClr val="tx1"/>
                </a:solidFill>
                <a:effectLst/>
                <a:uLnTx/>
                <a:uFillTx/>
                <a:latin typeface="+mj-ea"/>
                <a:ea typeface="+mj-ea"/>
                <a:cs typeface="+mn-cs"/>
              </a:rPr>
              <a:t>传感器与电测技术，清华大学出版社</a:t>
            </a:r>
          </a:p>
          <a:p>
            <a:pPr marL="624205" marR="0" lvl="0" indent="269875" algn="just" defTabSz="914400" rtl="0" eaLnBrk="1" fontAlgn="base" latinLnBrk="0" hangingPunct="1">
              <a:lnSpc>
                <a:spcPct val="100000"/>
              </a:lnSpc>
              <a:spcBef>
                <a:spcPct val="20000"/>
              </a:spcBef>
              <a:spcAft>
                <a:spcPct val="0"/>
              </a:spcAft>
              <a:buClrTx/>
              <a:buSzPct val="85000"/>
              <a:buFontTx/>
              <a:buNone/>
              <a:defRPr/>
            </a:pPr>
            <a:r>
              <a:rPr kumimoji="1" lang="zh-CN" altLang="en-US" sz="2000" b="0" i="0" u="none" strike="noStrike" kern="1200" cap="none" spc="0" normalizeH="0" baseline="0" noProof="0" dirty="0">
                <a:ln>
                  <a:noFill/>
                </a:ln>
                <a:solidFill>
                  <a:schemeClr val="tx1"/>
                </a:solidFill>
                <a:effectLst/>
                <a:uLnTx/>
                <a:uFillTx/>
                <a:latin typeface="+mj-ea"/>
                <a:ea typeface="+mj-ea"/>
                <a:cs typeface="+mn-cs"/>
                <a:sym typeface="+mn-ea"/>
              </a:rPr>
              <a:t> 吴朝霞等</a:t>
            </a:r>
            <a:r>
              <a:rPr kumimoji="1" lang="en-US" altLang="zh-CN" sz="2000" b="0" i="0" u="none" strike="noStrike" kern="1200" cap="none" spc="0" normalizeH="0" baseline="0" noProof="0" dirty="0">
                <a:ln>
                  <a:noFill/>
                </a:ln>
                <a:solidFill>
                  <a:schemeClr val="tx1"/>
                </a:solidFill>
                <a:effectLst/>
                <a:uLnTx/>
                <a:uFillTx/>
                <a:latin typeface="+mj-ea"/>
                <a:ea typeface="+mj-ea"/>
                <a:cs typeface="+mn-cs"/>
                <a:sym typeface="+mn-ea"/>
              </a:rPr>
              <a:t>. </a:t>
            </a:r>
            <a:r>
              <a:rPr kumimoji="1" lang="zh-CN" altLang="en-US" sz="2000" b="0" i="0" u="none" strike="noStrike" kern="1200" cap="none" spc="0" normalizeH="0" baseline="0" noProof="0" dirty="0">
                <a:ln>
                  <a:noFill/>
                </a:ln>
                <a:solidFill>
                  <a:schemeClr val="tx1"/>
                </a:solidFill>
                <a:effectLst/>
                <a:uLnTx/>
                <a:uFillTx/>
                <a:latin typeface="+mj-ea"/>
                <a:ea typeface="+mj-ea"/>
                <a:cs typeface="+mn-cs"/>
                <a:sym typeface="+mn-ea"/>
              </a:rPr>
              <a:t>现代检测技术，北京邮电大学出版社</a:t>
            </a:r>
            <a:endParaRPr kumimoji="1" lang="zh-CN" altLang="en-US" sz="2000" b="0" i="0" u="none" strike="noStrike" kern="1200" cap="none" spc="0" normalizeH="0" baseline="0" noProof="0" dirty="0">
              <a:ln>
                <a:noFill/>
              </a:ln>
              <a:solidFill>
                <a:schemeClr val="tx1"/>
              </a:solidFill>
              <a:effectLst/>
              <a:uLnTx/>
              <a:uFillTx/>
              <a:latin typeface="+mj-ea"/>
              <a:ea typeface="+mj-ea"/>
              <a:cs typeface="+mn-cs"/>
            </a:endParaRPr>
          </a:p>
          <a:p>
            <a:pPr marL="624205" marR="0" lvl="0" indent="269875" algn="just" defTabSz="914400" rtl="0" eaLnBrk="1" fontAlgn="base" latinLnBrk="0" hangingPunct="1">
              <a:lnSpc>
                <a:spcPct val="100000"/>
              </a:lnSpc>
              <a:spcBef>
                <a:spcPct val="20000"/>
              </a:spcBef>
              <a:spcAft>
                <a:spcPct val="0"/>
              </a:spcAft>
              <a:buClrTx/>
              <a:buSzPct val="85000"/>
              <a:buFontTx/>
              <a:buNone/>
              <a:defRPr/>
            </a:pPr>
            <a:r>
              <a:rPr kumimoji="1" lang="zh-CN" altLang="en-US" sz="2000" b="0" i="0" u="none" strike="noStrike" kern="1200" cap="none" spc="0" normalizeH="0" baseline="0" noProof="0" dirty="0">
                <a:ln>
                  <a:noFill/>
                </a:ln>
                <a:solidFill>
                  <a:schemeClr val="tx1"/>
                </a:solidFill>
                <a:effectLst/>
                <a:uLnTx/>
                <a:uFillTx/>
                <a:latin typeface="+mj-ea"/>
                <a:ea typeface="+mj-ea"/>
                <a:cs typeface="+mn-cs"/>
                <a:sym typeface="+mn-ea"/>
              </a:rPr>
              <a:t> 徐恕宏</a:t>
            </a:r>
            <a:r>
              <a:rPr kumimoji="1" lang="en-US" altLang="zh-CN" sz="2000" b="0" i="0" u="none" strike="noStrike" kern="1200" cap="none" spc="0" normalizeH="0" baseline="0" noProof="0" dirty="0">
                <a:ln>
                  <a:noFill/>
                </a:ln>
                <a:solidFill>
                  <a:schemeClr val="tx1"/>
                </a:solidFill>
                <a:effectLst/>
                <a:uLnTx/>
                <a:uFillTx/>
                <a:latin typeface="+mj-ea"/>
                <a:ea typeface="+mj-ea"/>
                <a:cs typeface="+mn-cs"/>
                <a:sym typeface="+mn-ea"/>
              </a:rPr>
              <a:t>. </a:t>
            </a:r>
            <a:r>
              <a:rPr kumimoji="1" lang="zh-CN" altLang="en-US" sz="2000" b="0" i="0" u="none" strike="noStrike" kern="1200" cap="none" spc="0" normalizeH="0" baseline="0" noProof="0" dirty="0">
                <a:ln>
                  <a:noFill/>
                </a:ln>
                <a:solidFill>
                  <a:schemeClr val="tx1"/>
                </a:solidFill>
                <a:effectLst/>
                <a:uLnTx/>
                <a:uFillTx/>
                <a:latin typeface="+mj-ea"/>
                <a:ea typeface="+mj-ea"/>
                <a:cs typeface="+mn-cs"/>
                <a:sym typeface="+mn-ea"/>
              </a:rPr>
              <a:t>传感器原理及其设计基础，华中理工大学出版社</a:t>
            </a:r>
            <a:endParaRPr kumimoji="1" lang="en-US" altLang="zh-CN" sz="2000" b="0" i="0" u="none" strike="noStrike" kern="1200" cap="none" spc="0" normalizeH="0" baseline="0" noProof="0" dirty="0">
              <a:ln>
                <a:noFill/>
              </a:ln>
              <a:solidFill>
                <a:schemeClr val="tx1"/>
              </a:solidFill>
              <a:effectLst/>
              <a:uLnTx/>
              <a:uFillTx/>
              <a:latin typeface="+mj-ea"/>
              <a:ea typeface="+mj-ea"/>
              <a:cs typeface="+mn-cs"/>
            </a:endParaRPr>
          </a:p>
          <a:p>
            <a:pPr marL="624205" marR="0" lvl="0" indent="269875" algn="just" defTabSz="914400" rtl="0" eaLnBrk="1" fontAlgn="base" latinLnBrk="0" hangingPunct="1">
              <a:lnSpc>
                <a:spcPct val="100000"/>
              </a:lnSpc>
              <a:spcBef>
                <a:spcPct val="20000"/>
              </a:spcBef>
              <a:spcAft>
                <a:spcPct val="0"/>
              </a:spcAft>
              <a:buClrTx/>
              <a:buSzPct val="85000"/>
              <a:buFontTx/>
              <a:buNone/>
              <a:defRPr/>
            </a:pPr>
            <a:r>
              <a:rPr kumimoji="1" lang="en-US" altLang="zh-CN" sz="2000" b="0" i="0" u="none" strike="noStrike" kern="1200" cap="none" spc="0" normalizeH="0" baseline="0" noProof="0" dirty="0">
                <a:ln>
                  <a:noFill/>
                </a:ln>
                <a:solidFill>
                  <a:schemeClr val="tx1"/>
                </a:solidFill>
                <a:effectLst/>
                <a:uLnTx/>
                <a:uFillTx/>
                <a:latin typeface="+mj-ea"/>
                <a:ea typeface="+mj-ea"/>
                <a:cs typeface="+mn-cs"/>
              </a:rPr>
              <a:t> Pallas </a:t>
            </a:r>
            <a:r>
              <a:rPr kumimoji="1" lang="en-US" altLang="zh-CN" sz="2000" b="0" i="0" u="none" strike="noStrike" kern="1200" cap="none" spc="0" normalizeH="0" baseline="0" noProof="0" dirty="0" err="1">
                <a:ln>
                  <a:noFill/>
                </a:ln>
                <a:solidFill>
                  <a:schemeClr val="tx1"/>
                </a:solidFill>
                <a:effectLst/>
                <a:uLnTx/>
                <a:uFillTx/>
                <a:latin typeface="+mj-ea"/>
                <a:ea typeface="+mj-ea"/>
                <a:cs typeface="+mn-cs"/>
              </a:rPr>
              <a:t>Areny</a:t>
            </a:r>
            <a:r>
              <a:rPr kumimoji="1" lang="en-US" altLang="zh-CN" sz="2000" b="0" i="0" u="none" strike="noStrike" kern="1200" cap="none" spc="0" normalizeH="0" baseline="0" noProof="0" dirty="0">
                <a:ln>
                  <a:noFill/>
                </a:ln>
                <a:solidFill>
                  <a:schemeClr val="tx1"/>
                </a:solidFill>
                <a:effectLst/>
                <a:uLnTx/>
                <a:uFillTx/>
                <a:latin typeface="+mj-ea"/>
                <a:ea typeface="+mj-ea"/>
                <a:cs typeface="+mn-cs"/>
              </a:rPr>
              <a:t>, Ramon. Sensors and signal conditioning.</a:t>
            </a:r>
          </a:p>
          <a:p>
            <a:pPr marL="624205" marR="0" lvl="0" indent="269875" algn="l" defTabSz="914400" rtl="0" eaLnBrk="1" fontAlgn="base" latinLnBrk="0" hangingPunct="1">
              <a:lnSpc>
                <a:spcPct val="100000"/>
              </a:lnSpc>
              <a:spcBef>
                <a:spcPct val="20000"/>
              </a:spcBef>
              <a:spcAft>
                <a:spcPct val="0"/>
              </a:spcAft>
              <a:buClrTx/>
              <a:buSzPct val="85000"/>
              <a:buFontTx/>
              <a:buNone/>
              <a:defRPr/>
            </a:pPr>
            <a:endParaRPr kumimoji="1" lang="en-US" altLang="zh-CN" sz="2000" b="0" i="0" u="none" strike="noStrike" kern="1200" cap="none" spc="0" normalizeH="0" baseline="0" noProof="0" dirty="0">
              <a:ln>
                <a:noFill/>
              </a:ln>
              <a:solidFill>
                <a:schemeClr val="tx1"/>
              </a:solidFill>
              <a:effectLst/>
              <a:uLnTx/>
              <a:uFillTx/>
              <a:latin typeface="+mj-ea"/>
              <a:ea typeface="+mj-ea"/>
              <a:cs typeface="+mn-cs"/>
            </a:endParaRPr>
          </a:p>
        </p:txBody>
      </p:sp>
      <p:sp>
        <p:nvSpPr>
          <p:cNvPr id="9219" name="Rectangle 4"/>
          <p:cNvSpPr/>
          <p:nvPr/>
        </p:nvSpPr>
        <p:spPr>
          <a:xfrm>
            <a:off x="1403350" y="0"/>
            <a:ext cx="6303963" cy="971550"/>
          </a:xfrm>
          <a:prstGeom prst="rect">
            <a:avLst/>
          </a:prstGeom>
          <a:noFill/>
          <a:ln w="9525">
            <a:noFill/>
          </a:ln>
        </p:spPr>
        <p:txBody>
          <a:bodyPr anchor="ctr"/>
          <a:lstStyle/>
          <a:p>
            <a:pPr algn="ctr"/>
            <a:r>
              <a:rPr lang="zh-CN" altLang="en-US" sz="4000" dirty="0">
                <a:solidFill>
                  <a:srgbClr val="C00000"/>
                </a:solidFill>
                <a:latin typeface="Arial Black" panose="020B0A04020102020204" pitchFamily="34" charset="0"/>
                <a:ea typeface="华文新魏" panose="02010800040101010101" pitchFamily="2" charset="-122"/>
              </a:rPr>
              <a:t>传感技术</a:t>
            </a:r>
          </a:p>
        </p:txBody>
      </p:sp>
      <p:sp>
        <p:nvSpPr>
          <p:cNvPr id="8" name="矩形 7"/>
          <p:cNvSpPr/>
          <p:nvPr/>
        </p:nvSpPr>
        <p:spPr>
          <a:xfrm>
            <a:off x="142875" y="1000125"/>
            <a:ext cx="8286750" cy="46038"/>
          </a:xfrm>
          <a:prstGeom prst="rect">
            <a:avLst/>
          </a:prstGeom>
          <a:gradFill flip="none" rotWithShape="1">
            <a:gsLst>
              <a:gs pos="0">
                <a:srgbClr val="5E9EFF"/>
              </a:gs>
              <a:gs pos="39999">
                <a:srgbClr val="85C2FF"/>
              </a:gs>
              <a:gs pos="70000">
                <a:srgbClr val="C4D6EB"/>
              </a:gs>
              <a:gs pos="100000">
                <a:srgbClr val="FFEBFA"/>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50000"/>
              </a:lnSpc>
              <a:spcBef>
                <a:spcPts val="0"/>
              </a:spcBef>
              <a:spcAft>
                <a:spcPts val="0"/>
              </a:spcAft>
              <a:buClrTx/>
              <a:buSzPct val="85000"/>
              <a:buFontTx/>
              <a:buChar char="•"/>
              <a:defRPr/>
            </a:pPr>
            <a:endParaRPr kumimoji="1" lang="zh-CN" altLang="en-US" sz="2400" b="0" i="0" u="none" strike="noStrike" kern="1200" cap="none" spc="0" normalizeH="0" baseline="0" noProof="0">
              <a:ln>
                <a:noFill/>
              </a:ln>
              <a:solidFill>
                <a:schemeClr val="lt1"/>
              </a:solidFill>
              <a:effectLst/>
              <a:uLnTx/>
              <a:uFillTx/>
              <a:latin typeface="+mn-lt"/>
              <a:ea typeface="+mn-ea"/>
              <a:cs typeface="+mn-cs"/>
            </a:endParaRPr>
          </a:p>
        </p:txBody>
      </p:sp>
      <p:sp>
        <p:nvSpPr>
          <p:cNvPr id="9" name="页脚占位符 6"/>
          <p:cNvSpPr txBox="1">
            <a:spLocks noGrp="1"/>
          </p:cNvSpPr>
          <p:nvPr>
            <p:ph type="ftr" sz="quarter" idx="11"/>
          </p:nvPr>
        </p:nvSpPr>
        <p:spPr>
          <a:xfrm>
            <a:off x="2843213" y="6411913"/>
            <a:ext cx="2895600" cy="365125"/>
          </a:xfrm>
          <a:noFill/>
        </p:spPr>
        <p:txBody>
          <a:bodyPr vert="horz" lIns="91440" tIns="45720" rIns="91440" bIns="45720" rtlCol="0" anchor="ctr"/>
          <a:lstStyle/>
          <a:p>
            <a:pPr marL="0" marR="0" lvl="0" indent="0" algn="ctr" defTabSz="914400" rtl="0" eaLnBrk="1" fontAlgn="base" latinLnBrk="0" hangingPunct="1">
              <a:lnSpc>
                <a:spcPct val="150000"/>
              </a:lnSpc>
              <a:spcBef>
                <a:spcPct val="20000"/>
              </a:spcBef>
              <a:spcAft>
                <a:spcPct val="0"/>
              </a:spcAft>
              <a:buClrTx/>
              <a:buSzPct val="85000"/>
              <a:buFontTx/>
              <a:buChar char="•"/>
              <a:defRPr/>
            </a:pPr>
            <a:r>
              <a:rPr kumimoji="1" lang="zh-CN" altLang="en-US" sz="1200" b="0" i="0" u="none" strike="noStrike" kern="1200" cap="none" spc="0" normalizeH="0" baseline="0" noProof="0" dirty="0">
                <a:ln>
                  <a:noFill/>
                </a:ln>
                <a:solidFill>
                  <a:schemeClr val="tx1">
                    <a:tint val="75000"/>
                  </a:schemeClr>
                </a:solidFill>
                <a:effectLst/>
                <a:uLnTx/>
                <a:uFillTx/>
                <a:latin typeface="Times New Roman" panose="02020603050405020304" pitchFamily="18" charset="0"/>
                <a:ea typeface="楷体_GB2312" pitchFamily="49" charset="-122"/>
                <a:cs typeface="+mn-cs"/>
              </a:rPr>
              <a:t>测量科学与仪器系</a:t>
            </a:r>
            <a:endParaRPr kumimoji="1" lang="en-US" altLang="zh-CN" sz="1200" b="0" i="0" u="none" strike="noStrike" kern="1200" cap="none" spc="0" normalizeH="0" baseline="0" noProof="0" dirty="0">
              <a:ln>
                <a:noFill/>
              </a:ln>
              <a:solidFill>
                <a:schemeClr val="tx1">
                  <a:tint val="75000"/>
                </a:schemeClr>
              </a:solidFill>
              <a:effectLst/>
              <a:uLnTx/>
              <a:uFillTx/>
              <a:latin typeface="Times New Roman" panose="02020603050405020304" pitchFamily="18" charset="0"/>
              <a:ea typeface="楷体_GB2312" pitchFamily="49" charset="-122"/>
              <a:cs typeface="+mn-cs"/>
            </a:endParaRPr>
          </a:p>
        </p:txBody>
      </p:sp>
      <p:grpSp>
        <p:nvGrpSpPr>
          <p:cNvPr id="5" name="组合 4">
            <a:extLst>
              <a:ext uri="{FF2B5EF4-FFF2-40B4-BE49-F238E27FC236}">
                <a16:creationId xmlns:a16="http://schemas.microsoft.com/office/drawing/2014/main" id="{32265EA1-FD57-4CD3-9CC5-183B8A11F7EE}"/>
              </a:ext>
            </a:extLst>
          </p:cNvPr>
          <p:cNvGrpSpPr/>
          <p:nvPr/>
        </p:nvGrpSpPr>
        <p:grpSpPr>
          <a:xfrm>
            <a:off x="6930171" y="692696"/>
            <a:ext cx="1620957" cy="1585317"/>
            <a:chOff x="6512930" y="4353285"/>
            <a:chExt cx="2139296" cy="1974001"/>
          </a:xfrm>
        </p:grpSpPr>
        <p:pic>
          <p:nvPicPr>
            <p:cNvPr id="3" name="图片 2">
              <a:extLst>
                <a:ext uri="{FF2B5EF4-FFF2-40B4-BE49-F238E27FC236}">
                  <a16:creationId xmlns:a16="http://schemas.microsoft.com/office/drawing/2014/main" id="{A47A1E84-0790-4B7C-8E64-3D37F127A76E}"/>
                </a:ext>
              </a:extLst>
            </p:cNvPr>
            <p:cNvPicPr>
              <a:picLocks noChangeAspect="1"/>
            </p:cNvPicPr>
            <p:nvPr/>
          </p:nvPicPr>
          <p:blipFill>
            <a:blip r:embed="rId2" cstate="print">
              <a:biLevel thresh="75000"/>
              <a:extLst>
                <a:ext uri="{BEBA8EAE-BF5A-486C-A8C5-ECC9F3942E4B}">
                  <a14:imgProps xmlns:a14="http://schemas.microsoft.com/office/drawing/2010/main">
                    <a14:imgLayer r:embed="rId3">
                      <a14:imgEffect>
                        <a14:saturation sat="33000"/>
                      </a14:imgEffect>
                    </a14:imgLayer>
                  </a14:imgProps>
                </a:ext>
                <a:ext uri="{28A0092B-C50C-407E-A947-70E740481C1C}">
                  <a14:useLocalDpi xmlns:a14="http://schemas.microsoft.com/office/drawing/2010/main" val="0"/>
                </a:ext>
              </a:extLst>
            </a:blip>
            <a:stretch>
              <a:fillRect/>
            </a:stretch>
          </p:blipFill>
          <p:spPr>
            <a:xfrm>
              <a:off x="6790491" y="4353285"/>
              <a:ext cx="1584176" cy="1546839"/>
            </a:xfrm>
            <a:prstGeom prst="rect">
              <a:avLst/>
            </a:prstGeom>
          </p:spPr>
        </p:pic>
        <p:sp>
          <p:nvSpPr>
            <p:cNvPr id="4" name="矩形 3">
              <a:extLst>
                <a:ext uri="{FF2B5EF4-FFF2-40B4-BE49-F238E27FC236}">
                  <a16:creationId xmlns:a16="http://schemas.microsoft.com/office/drawing/2014/main" id="{8C6F7DF0-E103-497B-BC38-2906F21F9A7E}"/>
                </a:ext>
              </a:extLst>
            </p:cNvPr>
            <p:cNvSpPr/>
            <p:nvPr/>
          </p:nvSpPr>
          <p:spPr>
            <a:xfrm>
              <a:off x="6512930" y="5944049"/>
              <a:ext cx="2139296" cy="383237"/>
            </a:xfrm>
            <a:prstGeom prst="rect">
              <a:avLst/>
            </a:prstGeom>
          </p:spPr>
          <p:txBody>
            <a:bodyPr wrap="none">
              <a:spAutoFit/>
            </a:bodyPr>
            <a:lstStyle/>
            <a:p>
              <a:r>
                <a:rPr lang="zh-CN" altLang="en-US" sz="1400" dirty="0"/>
                <a:t>例题详解电子资料</a:t>
              </a:r>
            </a:p>
          </p:txBody>
        </p:sp>
      </p:grpSp>
    </p:spTree>
  </p:cSld>
  <p:clrMapOvr>
    <a:masterClrMapping/>
  </p:clrMapOvr>
  <mc:AlternateContent xmlns:mc="http://schemas.openxmlformats.org/markup-compatibility/2006" xmlns:p14="http://schemas.microsoft.com/office/powerpoint/2010/main">
    <mc:Choice Requires="p14">
      <p:transition spd="slow">
        <p:wheel spokes="8"/>
      </p:transition>
    </mc:Choice>
    <mc:Fallback xmlns="">
      <p:transition spd="slow">
        <p:wheel spokes="8"/>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down)">
                                      <p:cBhvr>
                                        <p:cTn id="7" dur="580">
                                          <p:stCondLst>
                                            <p:cond delay="0"/>
                                          </p:stCondLst>
                                        </p:cTn>
                                        <p:tgtEl>
                                          <p:spTgt spid="5"/>
                                        </p:tgtEl>
                                      </p:cBhvr>
                                    </p:animEffect>
                                    <p:anim calcmode="lin" valueType="num">
                                      <p:cBhvr>
                                        <p:cTn id="8" dur="1822" tmFilter="0,0; 0.14,0.36; 0.43,0.73; 0.71,0.91; 1.0,1.0">
                                          <p:stCondLst>
                                            <p:cond delay="0"/>
                                          </p:stCondLst>
                                        </p:cTn>
                                        <p:tgtEl>
                                          <p:spTgt spid="5"/>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5"/>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5"/>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5"/>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5"/>
                                        </p:tgtEl>
                                        <p:attrNameLst>
                                          <p:attrName>ppt_y</p:attrName>
                                        </p:attrNameLst>
                                      </p:cBhvr>
                                      <p:tavLst>
                                        <p:tav tm="0" fmla="#ppt_y-sin(pi*$)/81">
                                          <p:val>
                                            <p:fltVal val="0"/>
                                          </p:val>
                                        </p:tav>
                                        <p:tav tm="100000">
                                          <p:val>
                                            <p:fltVal val="1"/>
                                          </p:val>
                                        </p:tav>
                                      </p:tavLst>
                                    </p:anim>
                                    <p:animScale>
                                      <p:cBhvr>
                                        <p:cTn id="13" dur="26">
                                          <p:stCondLst>
                                            <p:cond delay="650"/>
                                          </p:stCondLst>
                                        </p:cTn>
                                        <p:tgtEl>
                                          <p:spTgt spid="5"/>
                                        </p:tgtEl>
                                      </p:cBhvr>
                                      <p:to x="100000" y="60000"/>
                                    </p:animScale>
                                    <p:animScale>
                                      <p:cBhvr>
                                        <p:cTn id="14" dur="166" decel="50000">
                                          <p:stCondLst>
                                            <p:cond delay="676"/>
                                          </p:stCondLst>
                                        </p:cTn>
                                        <p:tgtEl>
                                          <p:spTgt spid="5"/>
                                        </p:tgtEl>
                                      </p:cBhvr>
                                      <p:to x="100000" y="100000"/>
                                    </p:animScale>
                                    <p:animScale>
                                      <p:cBhvr>
                                        <p:cTn id="15" dur="26">
                                          <p:stCondLst>
                                            <p:cond delay="1312"/>
                                          </p:stCondLst>
                                        </p:cTn>
                                        <p:tgtEl>
                                          <p:spTgt spid="5"/>
                                        </p:tgtEl>
                                      </p:cBhvr>
                                      <p:to x="100000" y="80000"/>
                                    </p:animScale>
                                    <p:animScale>
                                      <p:cBhvr>
                                        <p:cTn id="16" dur="166" decel="50000">
                                          <p:stCondLst>
                                            <p:cond delay="1338"/>
                                          </p:stCondLst>
                                        </p:cTn>
                                        <p:tgtEl>
                                          <p:spTgt spid="5"/>
                                        </p:tgtEl>
                                      </p:cBhvr>
                                      <p:to x="100000" y="100000"/>
                                    </p:animScale>
                                    <p:animScale>
                                      <p:cBhvr>
                                        <p:cTn id="17" dur="26">
                                          <p:stCondLst>
                                            <p:cond delay="1642"/>
                                          </p:stCondLst>
                                        </p:cTn>
                                        <p:tgtEl>
                                          <p:spTgt spid="5"/>
                                        </p:tgtEl>
                                      </p:cBhvr>
                                      <p:to x="100000" y="90000"/>
                                    </p:animScale>
                                    <p:animScale>
                                      <p:cBhvr>
                                        <p:cTn id="18" dur="166" decel="50000">
                                          <p:stCondLst>
                                            <p:cond delay="1668"/>
                                          </p:stCondLst>
                                        </p:cTn>
                                        <p:tgtEl>
                                          <p:spTgt spid="5"/>
                                        </p:tgtEl>
                                      </p:cBhvr>
                                      <p:to x="100000" y="100000"/>
                                    </p:animScale>
                                    <p:animScale>
                                      <p:cBhvr>
                                        <p:cTn id="19" dur="26">
                                          <p:stCondLst>
                                            <p:cond delay="1808"/>
                                          </p:stCondLst>
                                        </p:cTn>
                                        <p:tgtEl>
                                          <p:spTgt spid="5"/>
                                        </p:tgtEl>
                                      </p:cBhvr>
                                      <p:to x="100000" y="95000"/>
                                    </p:animScale>
                                    <p:animScale>
                                      <p:cBhvr>
                                        <p:cTn id="20" dur="166" decel="50000">
                                          <p:stCondLst>
                                            <p:cond delay="1834"/>
                                          </p:stCondLst>
                                        </p:cTn>
                                        <p:tgtEl>
                                          <p:spTgt spid="5"/>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1" name="灯片编号占位符 5"/>
          <p:cNvSpPr>
            <a:spLocks noGrp="1"/>
          </p:cNvSpPr>
          <p:nvPr>
            <p:ph type="sldNum" sz="quarter" idx="12"/>
          </p:nvPr>
        </p:nvSpPr>
        <p:spPr>
          <a:noFill/>
          <a:ln>
            <a:noFill/>
          </a:ln>
        </p:spPr>
        <p:txBody>
          <a:bodyPr wrap="square" lIns="91440" tIns="45720" rIns="91440" bIns="45720" anchor="ctr"/>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r">
              <a:lnSpc>
                <a:spcPct val="150000"/>
              </a:lnSpc>
              <a:spcBef>
                <a:spcPct val="20000"/>
              </a:spcBef>
              <a:buSzPct val="85000"/>
              <a:buFontTx/>
              <a:buChar char="•"/>
            </a:pPr>
            <a:fld id="{9A0DB2DC-4C9A-4742-B13C-FB6460FD3503}" type="slidenum">
              <a:rPr lang="en-US" altLang="zh-CN" sz="1200" dirty="0">
                <a:solidFill>
                  <a:srgbClr val="898989"/>
                </a:solidFill>
              </a:rPr>
              <a:t>6</a:t>
            </a:fld>
            <a:endParaRPr lang="en-US" altLang="zh-CN" sz="1200" dirty="0">
              <a:solidFill>
                <a:srgbClr val="898989"/>
              </a:solidFill>
            </a:endParaRPr>
          </a:p>
        </p:txBody>
      </p:sp>
      <p:sp>
        <p:nvSpPr>
          <p:cNvPr id="10242" name="Rectangle 4"/>
          <p:cNvSpPr/>
          <p:nvPr/>
        </p:nvSpPr>
        <p:spPr>
          <a:xfrm>
            <a:off x="1403350" y="0"/>
            <a:ext cx="6303963" cy="971550"/>
          </a:xfrm>
          <a:prstGeom prst="rect">
            <a:avLst/>
          </a:prstGeom>
          <a:noFill/>
          <a:ln w="9525">
            <a:noFill/>
          </a:ln>
        </p:spPr>
        <p:txBody>
          <a:bodyPr anchor="ctr"/>
          <a:lstStyle/>
          <a:p>
            <a:pPr algn="ctr"/>
            <a:r>
              <a:rPr lang="zh-CN" altLang="en-US" sz="4000" dirty="0">
                <a:solidFill>
                  <a:srgbClr val="C00000"/>
                </a:solidFill>
                <a:latin typeface="Arial Black" panose="020B0A04020102020204" pitchFamily="34" charset="0"/>
                <a:ea typeface="华文新魏" panose="02010800040101010101" pitchFamily="2" charset="-122"/>
              </a:rPr>
              <a:t>传感技术</a:t>
            </a:r>
          </a:p>
        </p:txBody>
      </p:sp>
      <p:sp>
        <p:nvSpPr>
          <p:cNvPr id="8" name="矩形 7"/>
          <p:cNvSpPr/>
          <p:nvPr/>
        </p:nvSpPr>
        <p:spPr>
          <a:xfrm>
            <a:off x="142875" y="1000125"/>
            <a:ext cx="8286750" cy="46038"/>
          </a:xfrm>
          <a:prstGeom prst="rect">
            <a:avLst/>
          </a:prstGeom>
          <a:gradFill flip="none" rotWithShape="1">
            <a:gsLst>
              <a:gs pos="0">
                <a:srgbClr val="5E9EFF"/>
              </a:gs>
              <a:gs pos="39999">
                <a:srgbClr val="85C2FF"/>
              </a:gs>
              <a:gs pos="70000">
                <a:srgbClr val="C4D6EB"/>
              </a:gs>
              <a:gs pos="100000">
                <a:srgbClr val="FFEBFA"/>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50000"/>
              </a:lnSpc>
              <a:spcBef>
                <a:spcPts val="0"/>
              </a:spcBef>
              <a:spcAft>
                <a:spcPts val="0"/>
              </a:spcAft>
              <a:buClrTx/>
              <a:buSzPct val="85000"/>
              <a:buFontTx/>
              <a:buChar char="•"/>
              <a:defRPr/>
            </a:pPr>
            <a:endParaRPr kumimoji="1" lang="zh-CN" altLang="en-US" sz="2400" b="0" i="0" u="none" strike="noStrike" kern="1200" cap="none" spc="0" normalizeH="0" baseline="0" noProof="0">
              <a:ln>
                <a:noFill/>
              </a:ln>
              <a:solidFill>
                <a:schemeClr val="lt1"/>
              </a:solidFill>
              <a:effectLst/>
              <a:uLnTx/>
              <a:uFillTx/>
              <a:latin typeface="+mn-lt"/>
              <a:ea typeface="+mn-ea"/>
              <a:cs typeface="+mn-cs"/>
            </a:endParaRPr>
          </a:p>
        </p:txBody>
      </p:sp>
      <p:sp>
        <p:nvSpPr>
          <p:cNvPr id="9" name="Rectangle 3"/>
          <p:cNvSpPr>
            <a:spLocks noRot="1" noChangeArrowheads="1"/>
          </p:cNvSpPr>
          <p:nvPr/>
        </p:nvSpPr>
        <p:spPr bwMode="auto">
          <a:xfrm>
            <a:off x="683895" y="1268730"/>
            <a:ext cx="8387080" cy="2811780"/>
          </a:xfrm>
          <a:prstGeom prst="rect">
            <a:avLst/>
          </a:prstGeom>
          <a:noFill/>
          <a:ln w="9525">
            <a:noFill/>
            <a:miter lim="800000"/>
          </a:ln>
        </p:spPr>
        <p:txBody>
          <a:bodyPr/>
          <a:lstStyle/>
          <a:p>
            <a:pPr marL="342900" marR="0" lvl="0" indent="-342900" algn="l" defTabSz="914400" rtl="0" eaLnBrk="1" fontAlgn="base" latinLnBrk="0" hangingPunct="1">
              <a:lnSpc>
                <a:spcPct val="150000"/>
              </a:lnSpc>
              <a:spcBef>
                <a:spcPct val="0"/>
              </a:spcBef>
              <a:spcAft>
                <a:spcPct val="0"/>
              </a:spcAft>
              <a:buClrTx/>
              <a:buSzPct val="85000"/>
              <a:buFontTx/>
              <a:buNone/>
              <a:defRPr/>
            </a:pPr>
            <a:r>
              <a:rPr kumimoji="1" lang="en-US" altLang="zh-CN" sz="2800" b="0" i="0" u="none" strike="noStrike" kern="1200" cap="none" spc="0" normalizeH="0" baseline="0" noProof="0" dirty="0">
                <a:ln>
                  <a:noFill/>
                </a:ln>
                <a:solidFill>
                  <a:schemeClr val="tx1"/>
                </a:solidFill>
                <a:effectLst/>
                <a:uLnTx/>
                <a:uFillTx/>
                <a:latin typeface="Arial" panose="020B0604020202020204" pitchFamily="34" charset="0"/>
                <a:ea typeface="华文新魏" panose="02010800040101010101" pitchFamily="2" charset="-122"/>
                <a:cs typeface="+mn-cs"/>
              </a:rPr>
              <a:t> 3 </a:t>
            </a:r>
            <a:r>
              <a:rPr kumimoji="1" lang="zh-CN" altLang="en-US" sz="2400" b="0" i="0" u="none" strike="noStrike" kern="1200" cap="none" spc="0" normalizeH="0" baseline="0" noProof="0" dirty="0">
                <a:ln>
                  <a:noFill/>
                </a:ln>
                <a:solidFill>
                  <a:schemeClr val="tx1"/>
                </a:solidFill>
                <a:effectLst/>
                <a:uLnTx/>
                <a:uFillTx/>
                <a:latin typeface="Arial" panose="020B0604020202020204" pitchFamily="34" charset="0"/>
                <a:ea typeface="华文新魏" panose="02010800040101010101" pitchFamily="2" charset="-122"/>
                <a:cs typeface="+mn-cs"/>
              </a:rPr>
              <a:t>考核</a:t>
            </a:r>
          </a:p>
          <a:p>
            <a:pPr marL="717550" marR="0" lvl="0" indent="-271780" algn="l" defTabSz="914400" rtl="0" eaLnBrk="1" fontAlgn="base" latinLnBrk="0" hangingPunct="1">
              <a:lnSpc>
                <a:spcPct val="150000"/>
              </a:lnSpc>
              <a:spcBef>
                <a:spcPct val="0"/>
              </a:spcBef>
              <a:spcAft>
                <a:spcPct val="0"/>
              </a:spcAft>
              <a:buClrTx/>
              <a:buSzPct val="85000"/>
              <a:buFontTx/>
              <a:buNone/>
              <a:defRPr/>
            </a:pPr>
            <a:r>
              <a:rPr kumimoji="1" lang="zh-CN" altLang="en-US" sz="2000" b="0" i="0" u="none" strike="noStrike" kern="1200" cap="none" spc="0" normalizeH="0" baseline="0" noProof="0" dirty="0">
                <a:ln>
                  <a:noFill/>
                </a:ln>
                <a:solidFill>
                  <a:schemeClr val="tx1"/>
                </a:solidFill>
                <a:effectLst/>
                <a:uLnTx/>
                <a:uFillTx/>
                <a:latin typeface="+mn-ea"/>
                <a:ea typeface="+mn-ea"/>
                <a:cs typeface="+mn-cs"/>
              </a:rPr>
              <a:t>总成绩主要由如下</a:t>
            </a:r>
            <a:r>
              <a:rPr kumimoji="1" lang="en-US" altLang="zh-CN" sz="2000" b="0" i="0" u="none" strike="noStrike" kern="1200" cap="none" spc="0" normalizeH="0" baseline="0" noProof="0" dirty="0">
                <a:ln>
                  <a:noFill/>
                </a:ln>
                <a:solidFill>
                  <a:schemeClr val="tx1"/>
                </a:solidFill>
                <a:effectLst/>
                <a:uLnTx/>
                <a:uFillTx/>
                <a:latin typeface="+mn-ea"/>
                <a:ea typeface="+mn-ea"/>
                <a:cs typeface="+mn-cs"/>
              </a:rPr>
              <a:t>3</a:t>
            </a:r>
            <a:r>
              <a:rPr kumimoji="1" lang="zh-CN" altLang="en-US" sz="2000" b="0" i="0" u="none" strike="noStrike" kern="1200" cap="none" spc="0" normalizeH="0" baseline="0" noProof="0" dirty="0">
                <a:ln>
                  <a:noFill/>
                </a:ln>
                <a:solidFill>
                  <a:schemeClr val="tx1"/>
                </a:solidFill>
                <a:effectLst/>
                <a:uLnTx/>
                <a:uFillTx/>
                <a:latin typeface="+mn-ea"/>
                <a:ea typeface="+mn-ea"/>
                <a:cs typeface="+mn-cs"/>
              </a:rPr>
              <a:t>部分组成：</a:t>
            </a:r>
          </a:p>
          <a:p>
            <a:pPr marL="717550" marR="0" lvl="0" indent="-271780" algn="l" defTabSz="914400" rtl="0" eaLnBrk="1" fontAlgn="base" latinLnBrk="0" hangingPunct="1">
              <a:lnSpc>
                <a:spcPct val="150000"/>
              </a:lnSpc>
              <a:spcBef>
                <a:spcPct val="0"/>
              </a:spcBef>
              <a:spcAft>
                <a:spcPct val="0"/>
              </a:spcAft>
              <a:buClrTx/>
              <a:buSzPct val="85000"/>
              <a:buFontTx/>
              <a:buNone/>
              <a:defRPr/>
            </a:pPr>
            <a:r>
              <a:rPr kumimoji="1" lang="zh-CN" altLang="en-US" sz="2000" b="0" i="0" u="none" strike="noStrike" kern="1200" cap="none" spc="0" normalizeH="0" baseline="0" noProof="0" dirty="0">
                <a:ln>
                  <a:noFill/>
                </a:ln>
                <a:solidFill>
                  <a:schemeClr val="tx1"/>
                </a:solidFill>
                <a:effectLst/>
                <a:uLnTx/>
                <a:uFillTx/>
                <a:latin typeface="+mn-ea"/>
                <a:ea typeface="+mn-ea"/>
                <a:cs typeface="+mn-cs"/>
              </a:rPr>
              <a:t>  ① 考试卷面成绩		（</a:t>
            </a:r>
            <a:r>
              <a:rPr kumimoji="1" lang="en-US" altLang="zh-CN" sz="2000" b="0" i="0" u="none" strike="noStrike" kern="1200" cap="none" spc="0" normalizeH="0" baseline="0" noProof="0" dirty="0">
                <a:ln>
                  <a:noFill/>
                </a:ln>
                <a:solidFill>
                  <a:schemeClr val="tx1"/>
                </a:solidFill>
                <a:effectLst/>
                <a:uLnTx/>
                <a:uFillTx/>
                <a:latin typeface="+mn-ea"/>
                <a:ea typeface="+mn-ea"/>
                <a:cs typeface="+mn-cs"/>
              </a:rPr>
              <a:t>60%</a:t>
            </a:r>
            <a:r>
              <a:rPr kumimoji="1" lang="zh-CN" altLang="en-US" sz="2000" b="0" i="0" u="none" strike="noStrike" kern="1200" cap="none" spc="0" normalizeH="0" baseline="0" noProof="0" dirty="0">
                <a:ln>
                  <a:noFill/>
                </a:ln>
                <a:solidFill>
                  <a:schemeClr val="tx1"/>
                </a:solidFill>
                <a:effectLst/>
                <a:uLnTx/>
                <a:uFillTx/>
                <a:latin typeface="+mn-ea"/>
                <a:ea typeface="+mn-ea"/>
                <a:cs typeface="+mn-cs"/>
              </a:rPr>
              <a:t>）</a:t>
            </a:r>
          </a:p>
          <a:p>
            <a:pPr marL="717550" marR="0" lvl="0" indent="-271780" algn="l" defTabSz="914400" rtl="0" eaLnBrk="1" fontAlgn="base" latinLnBrk="0" hangingPunct="1">
              <a:lnSpc>
                <a:spcPct val="150000"/>
              </a:lnSpc>
              <a:spcBef>
                <a:spcPct val="0"/>
              </a:spcBef>
              <a:spcAft>
                <a:spcPct val="0"/>
              </a:spcAft>
              <a:buClrTx/>
              <a:buSzPct val="85000"/>
              <a:buFontTx/>
              <a:buNone/>
              <a:defRPr/>
            </a:pPr>
            <a:r>
              <a:rPr kumimoji="1" lang="en-US" altLang="zh-CN" sz="2000" b="0" i="0" u="none" strike="noStrike" kern="1200" cap="none" spc="0" normalizeH="0" baseline="0" noProof="0" dirty="0">
                <a:ln>
                  <a:noFill/>
                </a:ln>
                <a:solidFill>
                  <a:schemeClr val="tx1"/>
                </a:solidFill>
                <a:effectLst/>
                <a:uLnTx/>
                <a:uFillTx/>
                <a:latin typeface="+mn-ea"/>
                <a:ea typeface="+mn-ea"/>
                <a:cs typeface="+mn-cs"/>
              </a:rPr>
              <a:t>		 </a:t>
            </a:r>
            <a:r>
              <a:rPr kumimoji="1" sz="1800" b="0" i="0" u="none" strike="noStrike" kern="1200" cap="none" spc="0" normalizeH="0" baseline="0" noProof="0" dirty="0">
                <a:solidFill>
                  <a:schemeClr val="accent1"/>
                </a:solidFill>
                <a:effectLst>
                  <a:outerShdw blurRad="38100" dist="25400" dir="5400000" algn="ctr" rotWithShape="0">
                    <a:srgbClr val="6E747A">
                      <a:alpha val="43000"/>
                    </a:srgbClr>
                  </a:outerShdw>
                </a:effectLst>
                <a:uLnTx/>
                <a:uFillTx/>
                <a:latin typeface="+mn-ea"/>
                <a:ea typeface="+mn-ea"/>
                <a:cs typeface="+mn-cs"/>
              </a:rPr>
              <a:t>简答题（4~5题，20分），计算题分析题（6题左右，10~15分/题）</a:t>
            </a:r>
          </a:p>
          <a:p>
            <a:pPr marL="717550" marR="0" lvl="0" indent="-271780" algn="l" defTabSz="914400" rtl="0" eaLnBrk="1" fontAlgn="base" latinLnBrk="0" hangingPunct="1">
              <a:lnSpc>
                <a:spcPct val="150000"/>
              </a:lnSpc>
              <a:spcBef>
                <a:spcPct val="0"/>
              </a:spcBef>
              <a:spcAft>
                <a:spcPct val="0"/>
              </a:spcAft>
              <a:buClrTx/>
              <a:buSzPct val="85000"/>
              <a:buFontTx/>
              <a:buNone/>
              <a:defRPr/>
            </a:pPr>
            <a:r>
              <a:rPr kumimoji="1" sz="1800" b="0" i="0" u="none" strike="noStrike" kern="1200" cap="none" spc="0" normalizeH="0" baseline="0" noProof="0" dirty="0">
                <a:solidFill>
                  <a:schemeClr val="accent1"/>
                </a:solidFill>
                <a:effectLst>
                  <a:outerShdw blurRad="38100" dist="25400" dir="5400000" algn="ctr" rotWithShape="0">
                    <a:srgbClr val="6E747A">
                      <a:alpha val="43000"/>
                    </a:srgbClr>
                  </a:outerShdw>
                </a:effectLst>
                <a:uLnTx/>
                <a:uFillTx/>
                <a:latin typeface="+mn-ea"/>
                <a:ea typeface="+mn-ea"/>
                <a:cs typeface="+mn-cs"/>
              </a:rPr>
              <a:t> </a:t>
            </a:r>
            <a:r>
              <a:rPr kumimoji="1" lang="en-US" sz="1800" b="0" i="0" u="none" strike="noStrike" kern="1200" cap="none" spc="0" normalizeH="0" baseline="0" noProof="0" dirty="0">
                <a:solidFill>
                  <a:schemeClr val="accent1"/>
                </a:solidFill>
                <a:effectLst>
                  <a:outerShdw blurRad="38100" dist="25400" dir="5400000" algn="ctr" rotWithShape="0">
                    <a:srgbClr val="6E747A">
                      <a:alpha val="43000"/>
                    </a:srgbClr>
                  </a:outerShdw>
                </a:effectLst>
                <a:uLnTx/>
                <a:uFillTx/>
                <a:latin typeface="+mn-ea"/>
                <a:ea typeface="+mn-ea"/>
                <a:cs typeface="+mn-cs"/>
              </a:rPr>
              <a:t>        </a:t>
            </a:r>
            <a:r>
              <a:rPr kumimoji="1" sz="1800" b="0" i="0" u="none" strike="noStrike" kern="1200" cap="none" spc="0" normalizeH="0" baseline="0" noProof="0" dirty="0">
                <a:solidFill>
                  <a:schemeClr val="accent1"/>
                </a:solidFill>
                <a:effectLst>
                  <a:outerShdw blurRad="38100" dist="25400" dir="5400000" algn="ctr" rotWithShape="0">
                    <a:srgbClr val="6E747A">
                      <a:alpha val="43000"/>
                    </a:srgbClr>
                  </a:outerShdw>
                </a:effectLst>
                <a:uLnTx/>
                <a:uFillTx/>
                <a:latin typeface="+mn-ea"/>
                <a:ea typeface="+mn-ea"/>
                <a:cs typeface="+mn-cs"/>
              </a:rPr>
              <a:t>综合题（1题，10~15分）。</a:t>
            </a:r>
          </a:p>
          <a:p>
            <a:pPr marL="717550" marR="0" lvl="0" indent="-271780" algn="l" defTabSz="914400" rtl="0" eaLnBrk="1" fontAlgn="base" latinLnBrk="0" hangingPunct="1">
              <a:lnSpc>
                <a:spcPct val="150000"/>
              </a:lnSpc>
              <a:spcBef>
                <a:spcPct val="0"/>
              </a:spcBef>
              <a:spcAft>
                <a:spcPct val="0"/>
              </a:spcAft>
              <a:buClrTx/>
              <a:buSzPct val="85000"/>
              <a:buFontTx/>
              <a:buNone/>
              <a:defRPr/>
            </a:pPr>
            <a:r>
              <a:rPr kumimoji="1" sz="1800" b="0" i="0" u="none" strike="noStrike" kern="1200" cap="none" spc="0" normalizeH="0" baseline="0" noProof="0" dirty="0">
                <a:solidFill>
                  <a:schemeClr val="accent1"/>
                </a:solidFill>
                <a:effectLst>
                  <a:outerShdw blurRad="38100" dist="25400" dir="5400000" algn="ctr" rotWithShape="0">
                    <a:srgbClr val="6E747A">
                      <a:alpha val="43000"/>
                    </a:srgbClr>
                  </a:outerShdw>
                </a:effectLst>
                <a:uLnTx/>
                <a:uFillTx/>
                <a:latin typeface="+mn-ea"/>
                <a:ea typeface="+mn-ea"/>
                <a:cs typeface="+mn-cs"/>
              </a:rPr>
              <a:t> </a:t>
            </a:r>
            <a:r>
              <a:rPr kumimoji="1" lang="en-US" sz="1800" b="0" i="0" u="none" strike="noStrike" kern="1200" cap="none" spc="0" normalizeH="0" baseline="0" noProof="0" dirty="0">
                <a:solidFill>
                  <a:schemeClr val="accent1"/>
                </a:solidFill>
                <a:effectLst>
                  <a:outerShdw blurRad="38100" dist="25400" dir="5400000" algn="ctr" rotWithShape="0">
                    <a:srgbClr val="6E747A">
                      <a:alpha val="43000"/>
                    </a:srgbClr>
                  </a:outerShdw>
                </a:effectLst>
                <a:uLnTx/>
                <a:uFillTx/>
                <a:latin typeface="+mn-ea"/>
                <a:ea typeface="+mn-ea"/>
                <a:cs typeface="+mn-cs"/>
              </a:rPr>
              <a:t>        * </a:t>
            </a:r>
            <a:r>
              <a:rPr kumimoji="1" sz="1800" b="0" i="0" u="none" strike="noStrike" kern="1200" cap="none" spc="0" normalizeH="0" baseline="0" noProof="0" dirty="0" err="1">
                <a:solidFill>
                  <a:schemeClr val="accent1"/>
                </a:solidFill>
                <a:effectLst>
                  <a:outerShdw blurRad="38100" dist="25400" dir="5400000" algn="ctr" rotWithShape="0">
                    <a:srgbClr val="6E747A">
                      <a:alpha val="43000"/>
                    </a:srgbClr>
                  </a:outerShdw>
                </a:effectLst>
                <a:uLnTx/>
                <a:uFillTx/>
                <a:latin typeface="+mn-ea"/>
                <a:ea typeface="+mn-ea"/>
                <a:cs typeface="+mn-cs"/>
              </a:rPr>
              <a:t>要记一些关键的公式</a:t>
            </a:r>
            <a:r>
              <a:rPr kumimoji="1" lang="zh-CN" altLang="en-US" sz="1800" dirty="0">
                <a:solidFill>
                  <a:schemeClr val="accent1"/>
                </a:solidFill>
                <a:effectLst>
                  <a:outerShdw blurRad="38100" dist="25400" dir="5400000" algn="ctr" rotWithShape="0">
                    <a:srgbClr val="6E747A">
                      <a:alpha val="43000"/>
                    </a:srgbClr>
                  </a:outerShdw>
                </a:effectLst>
                <a:latin typeface="+mn-ea"/>
                <a:ea typeface="+mn-ea"/>
              </a:rPr>
              <a:t>；</a:t>
            </a:r>
            <a:r>
              <a:rPr kumimoji="1" sz="1800" dirty="0" err="1">
                <a:solidFill>
                  <a:schemeClr val="accent1"/>
                </a:solidFill>
                <a:effectLst>
                  <a:outerShdw blurRad="38100" dist="25400" dir="5400000" algn="ctr" rotWithShape="0">
                    <a:srgbClr val="6E747A">
                      <a:alpha val="43000"/>
                    </a:srgbClr>
                  </a:outerShdw>
                </a:effectLst>
                <a:latin typeface="+mn-ea"/>
                <a:ea typeface="+mn-ea"/>
                <a:sym typeface="+mn-ea"/>
              </a:rPr>
              <a:t>每章</a:t>
            </a:r>
            <a:r>
              <a:rPr kumimoji="1" sz="1800" dirty="0" err="1">
                <a:solidFill>
                  <a:schemeClr val="accent1"/>
                </a:solidFill>
                <a:effectLst>
                  <a:outerShdw blurRad="38100" dist="25400" dir="5400000" algn="ctr" rotWithShape="0">
                    <a:srgbClr val="6E747A">
                      <a:alpha val="43000"/>
                    </a:srgbClr>
                  </a:outerShdw>
                </a:effectLst>
                <a:latin typeface="+mn-ea"/>
                <a:ea typeface="+mn-ea"/>
              </a:rPr>
              <a:t>约</a:t>
            </a:r>
            <a:r>
              <a:rPr kumimoji="1" sz="1800" b="0" i="0" u="none" strike="noStrike" kern="1200" cap="none" spc="0" normalizeH="0" baseline="0" noProof="0" dirty="0">
                <a:solidFill>
                  <a:schemeClr val="accent1"/>
                </a:solidFill>
                <a:effectLst>
                  <a:outerShdw blurRad="38100" dist="25400" dir="5400000" algn="ctr" rotWithShape="0">
                    <a:srgbClr val="6E747A">
                      <a:alpha val="43000"/>
                    </a:srgbClr>
                  </a:outerShdw>
                </a:effectLst>
                <a:uLnTx/>
                <a:uFillTx/>
                <a:latin typeface="+mn-ea"/>
                <a:ea typeface="+mn-ea"/>
                <a:cs typeface="+mn-cs"/>
              </a:rPr>
              <a:t>10分。</a:t>
            </a:r>
            <a:endParaRPr kumimoji="1" sz="2000" b="0" i="0" u="none" strike="noStrike" kern="1200" cap="none" spc="0" normalizeH="0" baseline="0" noProof="0" dirty="0">
              <a:solidFill>
                <a:schemeClr val="accent1"/>
              </a:solidFill>
              <a:effectLst>
                <a:outerShdw blurRad="38100" dist="25400" dir="5400000" algn="ctr" rotWithShape="0">
                  <a:srgbClr val="6E747A">
                    <a:alpha val="43000"/>
                  </a:srgbClr>
                </a:outerShdw>
              </a:effectLst>
              <a:uLnTx/>
              <a:uFillTx/>
              <a:latin typeface="+mn-ea"/>
              <a:ea typeface="+mn-ea"/>
              <a:cs typeface="+mn-cs"/>
            </a:endParaRPr>
          </a:p>
          <a:p>
            <a:pPr marL="717550" marR="0" lvl="0" indent="-271780" algn="l" defTabSz="914400" rtl="0" eaLnBrk="1" fontAlgn="base" latinLnBrk="0" hangingPunct="1">
              <a:lnSpc>
                <a:spcPct val="150000"/>
              </a:lnSpc>
              <a:spcBef>
                <a:spcPct val="0"/>
              </a:spcBef>
              <a:spcAft>
                <a:spcPct val="0"/>
              </a:spcAft>
              <a:buClrTx/>
              <a:buSzPct val="85000"/>
              <a:buFontTx/>
              <a:buNone/>
              <a:defRPr/>
            </a:pPr>
            <a:r>
              <a:rPr kumimoji="1" lang="zh-CN" altLang="en-US" sz="2000" b="0" i="0" u="none" strike="noStrike" kern="1200" cap="none" spc="0" normalizeH="0" baseline="0" noProof="0" dirty="0">
                <a:ln>
                  <a:noFill/>
                </a:ln>
                <a:solidFill>
                  <a:schemeClr val="tx1"/>
                </a:solidFill>
                <a:effectLst/>
                <a:uLnTx/>
                <a:uFillTx/>
                <a:latin typeface="+mn-ea"/>
                <a:ea typeface="+mn-ea"/>
                <a:cs typeface="+mn-cs"/>
              </a:rPr>
              <a:t>  ② 实验成绩		      （</a:t>
            </a:r>
            <a:r>
              <a:rPr kumimoji="1" lang="en-US" altLang="zh-CN" sz="2000" b="0" i="0" u="none" strike="noStrike" kern="1200" cap="none" spc="0" normalizeH="0" baseline="0" noProof="0" dirty="0">
                <a:ln>
                  <a:noFill/>
                </a:ln>
                <a:solidFill>
                  <a:schemeClr val="tx1"/>
                </a:solidFill>
                <a:effectLst/>
                <a:uLnTx/>
                <a:uFillTx/>
                <a:latin typeface="+mn-ea"/>
                <a:ea typeface="+mn-ea"/>
                <a:cs typeface="+mn-cs"/>
              </a:rPr>
              <a:t>15%</a:t>
            </a:r>
            <a:r>
              <a:rPr kumimoji="1" lang="zh-CN" altLang="en-US" sz="2000" b="0" i="0" u="none" strike="noStrike" kern="1200" cap="none" spc="0" normalizeH="0" baseline="0" noProof="0" dirty="0">
                <a:ln>
                  <a:noFill/>
                </a:ln>
                <a:solidFill>
                  <a:schemeClr val="tx1"/>
                </a:solidFill>
                <a:effectLst/>
                <a:uLnTx/>
                <a:uFillTx/>
                <a:latin typeface="+mn-ea"/>
                <a:ea typeface="+mn-ea"/>
                <a:cs typeface="+mn-cs"/>
              </a:rPr>
              <a:t>）</a:t>
            </a:r>
          </a:p>
          <a:p>
            <a:pPr marL="717550" marR="0" lvl="0" indent="-271780" algn="l" defTabSz="914400" rtl="0" eaLnBrk="1" fontAlgn="base" latinLnBrk="0" hangingPunct="1">
              <a:lnSpc>
                <a:spcPct val="150000"/>
              </a:lnSpc>
              <a:spcBef>
                <a:spcPct val="0"/>
              </a:spcBef>
              <a:spcAft>
                <a:spcPct val="0"/>
              </a:spcAft>
              <a:buClrTx/>
              <a:buSzPct val="85000"/>
              <a:buFontTx/>
              <a:buNone/>
              <a:defRPr/>
            </a:pPr>
            <a:r>
              <a:rPr kumimoji="1" lang="zh-CN" altLang="en-US" sz="2000" b="0" i="0" u="none" strike="noStrike" kern="1200" cap="none" spc="0" normalizeH="0" baseline="0" noProof="0" dirty="0">
                <a:ln>
                  <a:noFill/>
                </a:ln>
                <a:solidFill>
                  <a:schemeClr val="tx1"/>
                </a:solidFill>
                <a:effectLst/>
                <a:uLnTx/>
                <a:uFillTx/>
                <a:latin typeface="+mn-ea"/>
                <a:ea typeface="+mn-ea"/>
                <a:cs typeface="+mn-cs"/>
              </a:rPr>
              <a:t>  ③ 考勤、作业、大作业报告等  （</a:t>
            </a:r>
            <a:r>
              <a:rPr kumimoji="1" lang="en-US" altLang="zh-CN" sz="2000" b="0" i="0" u="none" strike="noStrike" kern="1200" cap="none" spc="0" normalizeH="0" baseline="0" noProof="0" dirty="0">
                <a:ln>
                  <a:noFill/>
                </a:ln>
                <a:solidFill>
                  <a:schemeClr val="tx1"/>
                </a:solidFill>
                <a:effectLst/>
                <a:uLnTx/>
                <a:uFillTx/>
                <a:latin typeface="+mn-ea"/>
                <a:ea typeface="+mn-ea"/>
                <a:cs typeface="+mn-cs"/>
              </a:rPr>
              <a:t>25%</a:t>
            </a:r>
            <a:r>
              <a:rPr kumimoji="1" lang="zh-CN" altLang="en-US" sz="2000" b="0" i="0" u="none" strike="noStrike" kern="1200" cap="none" spc="0" normalizeH="0" baseline="0" noProof="0" dirty="0">
                <a:ln>
                  <a:noFill/>
                </a:ln>
                <a:solidFill>
                  <a:schemeClr val="tx1"/>
                </a:solidFill>
                <a:effectLst/>
                <a:uLnTx/>
                <a:uFillTx/>
                <a:latin typeface="+mn-ea"/>
                <a:ea typeface="+mn-ea"/>
                <a:cs typeface="+mn-cs"/>
              </a:rPr>
              <a:t>）</a:t>
            </a:r>
          </a:p>
          <a:p>
            <a:pPr marL="717550" marR="0" lvl="0" indent="-271780" algn="l" defTabSz="914400" rtl="0" eaLnBrk="1" fontAlgn="base" latinLnBrk="0" hangingPunct="1">
              <a:lnSpc>
                <a:spcPct val="150000"/>
              </a:lnSpc>
              <a:spcBef>
                <a:spcPct val="0"/>
              </a:spcBef>
              <a:spcAft>
                <a:spcPct val="0"/>
              </a:spcAft>
              <a:buClrTx/>
              <a:buSzPct val="85000"/>
              <a:buFontTx/>
              <a:buNone/>
              <a:defRPr/>
            </a:pPr>
            <a:r>
              <a:rPr kumimoji="1" lang="zh-CN" altLang="en-US" sz="2000" b="0" i="0" u="none" strike="noStrike" kern="1200" cap="none" spc="0" normalizeH="0" baseline="0" noProof="0" dirty="0">
                <a:ln>
                  <a:noFill/>
                </a:ln>
                <a:solidFill>
                  <a:schemeClr val="tx1"/>
                </a:solidFill>
                <a:effectLst/>
                <a:uLnTx/>
                <a:uFillTx/>
                <a:latin typeface="+mn-ea"/>
                <a:ea typeface="+mn-ea"/>
                <a:cs typeface="+mn-cs"/>
              </a:rPr>
              <a:t> </a:t>
            </a:r>
          </a:p>
          <a:p>
            <a:pPr marL="342900" marR="0" lvl="0" indent="-167005" algn="l" defTabSz="914400" rtl="0" eaLnBrk="1" fontAlgn="base" latinLnBrk="0" hangingPunct="1">
              <a:lnSpc>
                <a:spcPct val="150000"/>
              </a:lnSpc>
              <a:spcBef>
                <a:spcPct val="0"/>
              </a:spcBef>
              <a:spcAft>
                <a:spcPct val="0"/>
              </a:spcAft>
              <a:buClrTx/>
              <a:buSzPct val="85000"/>
              <a:buFontTx/>
              <a:buNone/>
              <a:defRPr/>
            </a:pPr>
            <a:endParaRPr kumimoji="1" lang="en-US" altLang="zh-CN" sz="2400" b="0" i="0" u="none" strike="noStrike" kern="1200" cap="none" spc="0" normalizeH="0" baseline="0" noProof="0" dirty="0">
              <a:ln>
                <a:noFill/>
              </a:ln>
              <a:solidFill>
                <a:schemeClr val="tx1"/>
              </a:solidFill>
              <a:effectLst/>
              <a:uLnTx/>
              <a:uFillTx/>
              <a:latin typeface="Arial" panose="020B0604020202020204" pitchFamily="34" charset="0"/>
              <a:ea typeface="华文新魏" panose="02010800040101010101" pitchFamily="2" charset="-122"/>
              <a:cs typeface="+mn-cs"/>
            </a:endParaRPr>
          </a:p>
        </p:txBody>
      </p:sp>
      <p:sp>
        <p:nvSpPr>
          <p:cNvPr id="10" name="页脚占位符 6"/>
          <p:cNvSpPr txBox="1">
            <a:spLocks noGrp="1"/>
          </p:cNvSpPr>
          <p:nvPr>
            <p:ph type="ftr" sz="quarter" idx="11"/>
          </p:nvPr>
        </p:nvSpPr>
        <p:spPr>
          <a:xfrm>
            <a:off x="2843213" y="6411913"/>
            <a:ext cx="2895600" cy="365125"/>
          </a:xfrm>
          <a:noFill/>
        </p:spPr>
        <p:txBody>
          <a:bodyPr vert="horz" lIns="91440" tIns="45720" rIns="91440" bIns="45720" rtlCol="0" anchor="ctr"/>
          <a:lstStyle/>
          <a:p>
            <a:pPr marL="0" marR="0" lvl="0" indent="0" algn="ctr" defTabSz="914400" rtl="0" eaLnBrk="1" fontAlgn="base" latinLnBrk="0" hangingPunct="1">
              <a:lnSpc>
                <a:spcPct val="150000"/>
              </a:lnSpc>
              <a:spcBef>
                <a:spcPct val="20000"/>
              </a:spcBef>
              <a:spcAft>
                <a:spcPct val="0"/>
              </a:spcAft>
              <a:buClrTx/>
              <a:buSzPct val="85000"/>
              <a:buFontTx/>
              <a:buChar char="•"/>
              <a:defRPr/>
            </a:pPr>
            <a:r>
              <a:rPr kumimoji="1" lang="zh-CN" altLang="en-US" sz="1200" b="0" i="0" u="none" strike="noStrike" kern="1200" cap="none" spc="0" normalizeH="0" baseline="0" noProof="0" dirty="0">
                <a:ln>
                  <a:noFill/>
                </a:ln>
                <a:solidFill>
                  <a:schemeClr val="tx1">
                    <a:tint val="75000"/>
                  </a:schemeClr>
                </a:solidFill>
                <a:effectLst/>
                <a:uLnTx/>
                <a:uFillTx/>
                <a:latin typeface="Times New Roman" panose="02020603050405020304" pitchFamily="18" charset="0"/>
                <a:ea typeface="楷体_GB2312" pitchFamily="49" charset="-122"/>
                <a:cs typeface="+mn-cs"/>
              </a:rPr>
              <a:t>测量科学与仪器系</a:t>
            </a:r>
            <a:endParaRPr kumimoji="1" lang="en-US" altLang="zh-CN" sz="1200" b="0" i="0" u="none" strike="noStrike" kern="1200" cap="none" spc="0" normalizeH="0" baseline="0" noProof="0" dirty="0">
              <a:ln>
                <a:noFill/>
              </a:ln>
              <a:solidFill>
                <a:schemeClr val="tx1">
                  <a:tint val="75000"/>
                </a:schemeClr>
              </a:solidFill>
              <a:effectLst/>
              <a:uLnTx/>
              <a:uFillTx/>
              <a:latin typeface="Times New Roman" panose="02020603050405020304" pitchFamily="18" charset="0"/>
              <a:ea typeface="楷体_GB2312" pitchFamily="49" charset="-122"/>
              <a:cs typeface="+mn-cs"/>
            </a:endParaRPr>
          </a:p>
        </p:txBody>
      </p:sp>
    </p:spTree>
  </p:cSld>
  <p:clrMapOvr>
    <a:masterClrMapping/>
  </p:clrMapOvr>
  <mc:AlternateContent xmlns:mc="http://schemas.openxmlformats.org/markup-compatibility/2006" xmlns:p14="http://schemas.microsoft.com/office/powerpoint/2010/main">
    <mc:Choice Requires="p14">
      <p:transition spd="slow">
        <p:cover dir="d"/>
      </p:transition>
    </mc:Choice>
    <mc:Fallback xmlns="">
      <p:transition spd="slow">
        <p:cover dir="d"/>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5" name="灯片编号占位符 5"/>
          <p:cNvSpPr>
            <a:spLocks noGrp="1"/>
          </p:cNvSpPr>
          <p:nvPr>
            <p:ph type="sldNum" sz="quarter" idx="12"/>
          </p:nvPr>
        </p:nvSpPr>
        <p:spPr>
          <a:noFill/>
          <a:ln>
            <a:noFill/>
          </a:ln>
        </p:spPr>
        <p:txBody>
          <a:bodyPr wrap="square" lIns="91440" tIns="45720" rIns="91440" bIns="45720" anchor="ctr"/>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r">
              <a:lnSpc>
                <a:spcPct val="150000"/>
              </a:lnSpc>
              <a:spcBef>
                <a:spcPct val="20000"/>
              </a:spcBef>
              <a:buSzPct val="85000"/>
              <a:buFontTx/>
              <a:buChar char="•"/>
            </a:pPr>
            <a:fld id="{9A0DB2DC-4C9A-4742-B13C-FB6460FD3503}" type="slidenum">
              <a:rPr lang="en-US" altLang="zh-CN" sz="1200" dirty="0">
                <a:solidFill>
                  <a:srgbClr val="898989"/>
                </a:solidFill>
              </a:rPr>
              <a:t>7</a:t>
            </a:fld>
            <a:endParaRPr lang="en-US" altLang="zh-CN" sz="1200" dirty="0">
              <a:solidFill>
                <a:srgbClr val="898989"/>
              </a:solidFill>
            </a:endParaRPr>
          </a:p>
        </p:txBody>
      </p:sp>
      <p:sp>
        <p:nvSpPr>
          <p:cNvPr id="38" name="矩形 37"/>
          <p:cNvSpPr/>
          <p:nvPr/>
        </p:nvSpPr>
        <p:spPr>
          <a:xfrm>
            <a:off x="117475" y="1420813"/>
            <a:ext cx="4206875" cy="46038"/>
          </a:xfrm>
          <a:prstGeom prst="rect">
            <a:avLst/>
          </a:prstGeom>
          <a:gradFill flip="none" rotWithShape="1">
            <a:gsLst>
              <a:gs pos="0">
                <a:srgbClr val="5E9EFF"/>
              </a:gs>
              <a:gs pos="39999">
                <a:srgbClr val="85C2FF"/>
              </a:gs>
              <a:gs pos="70000">
                <a:srgbClr val="C4D6EB"/>
              </a:gs>
              <a:gs pos="100000">
                <a:srgbClr val="FFEBFA"/>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50000"/>
              </a:lnSpc>
              <a:spcBef>
                <a:spcPts val="0"/>
              </a:spcBef>
              <a:spcAft>
                <a:spcPts val="0"/>
              </a:spcAft>
              <a:buClrTx/>
              <a:buSzPct val="85000"/>
              <a:buFontTx/>
              <a:buChar char="•"/>
              <a:defRPr/>
            </a:pPr>
            <a:endParaRPr kumimoji="1" lang="zh-CN" altLang="en-US" sz="2400" b="0" i="0" u="none" strike="noStrike" kern="1200" cap="none" spc="0" normalizeH="0" baseline="0" noProof="0">
              <a:ln>
                <a:noFill/>
              </a:ln>
              <a:solidFill>
                <a:schemeClr val="lt1"/>
              </a:solidFill>
              <a:effectLst/>
              <a:uLnTx/>
              <a:uFillTx/>
              <a:latin typeface="+mn-lt"/>
              <a:ea typeface="+mn-ea"/>
              <a:cs typeface="+mn-cs"/>
            </a:endParaRPr>
          </a:p>
        </p:txBody>
      </p:sp>
      <p:sp>
        <p:nvSpPr>
          <p:cNvPr id="39" name="矩形 38"/>
          <p:cNvSpPr/>
          <p:nvPr/>
        </p:nvSpPr>
        <p:spPr>
          <a:xfrm rot="10800000" flipV="1">
            <a:off x="4900613" y="4487863"/>
            <a:ext cx="4089400" cy="46038"/>
          </a:xfrm>
          <a:prstGeom prst="rect">
            <a:avLst/>
          </a:prstGeom>
          <a:gradFill flip="none" rotWithShape="1">
            <a:gsLst>
              <a:gs pos="0">
                <a:srgbClr val="5E9EFF"/>
              </a:gs>
              <a:gs pos="39999">
                <a:srgbClr val="85C2FF"/>
              </a:gs>
              <a:gs pos="70000">
                <a:srgbClr val="C4D6EB"/>
              </a:gs>
              <a:gs pos="100000">
                <a:srgbClr val="FFEBFA"/>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50000"/>
              </a:lnSpc>
              <a:spcBef>
                <a:spcPts val="0"/>
              </a:spcBef>
              <a:spcAft>
                <a:spcPts val="0"/>
              </a:spcAft>
              <a:buClrTx/>
              <a:buSzPct val="85000"/>
              <a:buFontTx/>
              <a:buChar char="•"/>
              <a:defRPr/>
            </a:pPr>
            <a:endParaRPr kumimoji="1" lang="zh-CN" altLang="en-US" sz="2400" b="0" i="0" u="none" strike="noStrike" kern="1200" cap="none" spc="0" normalizeH="0" baseline="0" noProof="0">
              <a:ln>
                <a:noFill/>
              </a:ln>
              <a:solidFill>
                <a:schemeClr val="lt1"/>
              </a:solidFill>
              <a:effectLst/>
              <a:uLnTx/>
              <a:uFillTx/>
              <a:latin typeface="+mn-lt"/>
              <a:ea typeface="+mn-ea"/>
              <a:cs typeface="+mn-cs"/>
            </a:endParaRPr>
          </a:p>
        </p:txBody>
      </p:sp>
      <p:sp>
        <p:nvSpPr>
          <p:cNvPr id="11268" name="TextBox 13"/>
          <p:cNvSpPr txBox="1"/>
          <p:nvPr/>
        </p:nvSpPr>
        <p:spPr>
          <a:xfrm>
            <a:off x="336550" y="2041525"/>
            <a:ext cx="7375525" cy="1006475"/>
          </a:xfrm>
          <a:prstGeom prst="rect">
            <a:avLst/>
          </a:prstGeom>
          <a:noFill/>
          <a:ln w="9525">
            <a:noFill/>
          </a:ln>
        </p:spPr>
        <p:txBody>
          <a:bodyPr anchor="t">
            <a:spAutoFit/>
          </a:bodyPr>
          <a:lstStyle/>
          <a:p>
            <a:pPr algn="ctr">
              <a:lnSpc>
                <a:spcPct val="150000"/>
              </a:lnSpc>
              <a:spcBef>
                <a:spcPct val="20000"/>
              </a:spcBef>
              <a:buSzPct val="85000"/>
            </a:pPr>
            <a:r>
              <a:rPr lang="zh-CN" altLang="en-US" sz="4400" dirty="0">
                <a:solidFill>
                  <a:srgbClr val="C00000"/>
                </a:solidFill>
                <a:latin typeface="华文琥珀" panose="02010800040101010101" pitchFamily="2" charset="-122"/>
                <a:ea typeface="华文琥珀" panose="02010800040101010101" pitchFamily="2" charset="-122"/>
              </a:rPr>
              <a:t>第一章    绪  论   </a:t>
            </a:r>
          </a:p>
        </p:txBody>
      </p:sp>
      <p:sp>
        <p:nvSpPr>
          <p:cNvPr id="8" name="页脚占位符 6"/>
          <p:cNvSpPr txBox="1">
            <a:spLocks noGrp="1"/>
          </p:cNvSpPr>
          <p:nvPr>
            <p:ph type="ftr" sz="quarter" idx="11"/>
          </p:nvPr>
        </p:nvSpPr>
        <p:spPr>
          <a:xfrm>
            <a:off x="2843213" y="6411913"/>
            <a:ext cx="2895600" cy="365125"/>
          </a:xfrm>
          <a:noFill/>
        </p:spPr>
        <p:txBody>
          <a:bodyPr vert="horz" lIns="91440" tIns="45720" rIns="91440" bIns="45720" rtlCol="0" anchor="ctr"/>
          <a:lstStyle/>
          <a:p>
            <a:pPr marL="0" marR="0" lvl="0" indent="0" algn="ctr" defTabSz="914400" rtl="0" eaLnBrk="1" fontAlgn="base" latinLnBrk="0" hangingPunct="1">
              <a:lnSpc>
                <a:spcPct val="150000"/>
              </a:lnSpc>
              <a:spcBef>
                <a:spcPct val="20000"/>
              </a:spcBef>
              <a:spcAft>
                <a:spcPct val="0"/>
              </a:spcAft>
              <a:buClrTx/>
              <a:buSzPct val="85000"/>
              <a:buFontTx/>
              <a:buChar char="•"/>
              <a:defRPr/>
            </a:pPr>
            <a:r>
              <a:rPr kumimoji="1" lang="zh-CN" altLang="en-US" sz="1200" b="0" i="0" u="none" strike="noStrike" kern="1200" cap="none" spc="0" normalizeH="0" baseline="0" noProof="0" dirty="0">
                <a:ln>
                  <a:noFill/>
                </a:ln>
                <a:solidFill>
                  <a:schemeClr val="tx1">
                    <a:tint val="75000"/>
                  </a:schemeClr>
                </a:solidFill>
                <a:effectLst/>
                <a:uLnTx/>
                <a:uFillTx/>
                <a:latin typeface="Times New Roman" panose="02020603050405020304" pitchFamily="18" charset="0"/>
                <a:ea typeface="楷体_GB2312" pitchFamily="49" charset="-122"/>
                <a:cs typeface="+mn-cs"/>
              </a:rPr>
              <a:t>测量科学与仪器系</a:t>
            </a:r>
            <a:endParaRPr kumimoji="1" lang="en-US" altLang="zh-CN" sz="1200" b="0" i="0" u="none" strike="noStrike" kern="1200" cap="none" spc="0" normalizeH="0" baseline="0" noProof="0" dirty="0">
              <a:ln>
                <a:noFill/>
              </a:ln>
              <a:solidFill>
                <a:schemeClr val="tx1">
                  <a:tint val="75000"/>
                </a:schemeClr>
              </a:solidFill>
              <a:effectLst/>
              <a:uLnTx/>
              <a:uFillTx/>
              <a:latin typeface="Times New Roman" panose="02020603050405020304" pitchFamily="18" charset="0"/>
              <a:ea typeface="楷体_GB2312" pitchFamily="49" charset="-122"/>
              <a:cs typeface="+mn-cs"/>
            </a:endParaRPr>
          </a:p>
        </p:txBody>
      </p:sp>
      <p:sp>
        <p:nvSpPr>
          <p:cNvPr id="7" name="日期占位符 1">
            <a:extLst>
              <a:ext uri="{FF2B5EF4-FFF2-40B4-BE49-F238E27FC236}">
                <a16:creationId xmlns:a16="http://schemas.microsoft.com/office/drawing/2014/main" id="{C930F727-DEB2-4B6C-A23F-A90AAAE4E951}"/>
              </a:ext>
            </a:extLst>
          </p:cNvPr>
          <p:cNvSpPr>
            <a:spLocks noGrp="1" noChangeArrowheads="1"/>
          </p:cNvSpPr>
          <p:nvPr>
            <p:ph type="dt" sz="quarter" idx="10"/>
          </p:nvPr>
        </p:nvSpPr>
        <p:spPr bwMode="auto">
          <a:xfrm>
            <a:off x="811213" y="6373813"/>
            <a:ext cx="1905000" cy="4572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0" compatLnSpc="1">
            <a:prstTxWarp prst="textNoShape">
              <a:avLst/>
            </a:prstTxWarp>
          </a:bodyPr>
          <a:lstStyle/>
          <a:p>
            <a:fld id="{47C05C09-5DFB-41F1-B9E9-DA9A2896DE31}" type="datetime10">
              <a:rPr lang="zh-CN" altLang="en-US" smtClean="0">
                <a:latin typeface="Times New Roman" panose="02020603050405020304" pitchFamily="18" charset="0"/>
              </a:rPr>
              <a:pPr/>
              <a:t>00:00</a:t>
            </a:fld>
            <a:endParaRPr lang="zh-CN" altLang="en-US">
              <a:latin typeface="Times New Roman" panose="02020603050405020304" pitchFamily="18" charset="0"/>
            </a:endParaRPr>
          </a:p>
        </p:txBody>
      </p:sp>
    </p:spTree>
  </p:cSld>
  <p:clrMapOvr>
    <a:masterClrMapping/>
  </p:clrMapOvr>
  <mc:AlternateContent xmlns:mc="http://schemas.openxmlformats.org/markup-compatibility/2006" xmlns:p14="http://schemas.microsoft.com/office/powerpoint/2010/main">
    <mc:Choice Requires="p14">
      <p:transition spd="med">
        <p:newsflash/>
      </p:transition>
    </mc:Choice>
    <mc:Fallback xmlns="">
      <p:transition spd="med">
        <p:newsflash/>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9" name="Rectangle 2"/>
          <p:cNvSpPr>
            <a:spLocks noGrp="1"/>
          </p:cNvSpPr>
          <p:nvPr>
            <p:ph type="title"/>
          </p:nvPr>
        </p:nvSpPr>
        <p:spPr>
          <a:xfrm>
            <a:off x="519113" y="179388"/>
            <a:ext cx="3359150" cy="769937"/>
          </a:xfrm>
        </p:spPr>
        <p:txBody>
          <a:bodyPr vert="horz" wrap="square" lIns="91440" tIns="45720" rIns="91440" bIns="45720" anchor="ctr"/>
          <a:lstStyle/>
          <a:p>
            <a:pPr algn="l" eaLnBrk="1" hangingPunct="1"/>
            <a:r>
              <a:rPr lang="zh-CN" altLang="en-US" sz="4000" dirty="0">
                <a:solidFill>
                  <a:srgbClr val="C00000"/>
                </a:solidFill>
                <a:latin typeface="黑体" panose="02010609060101010101" pitchFamily="2" charset="-122"/>
                <a:ea typeface="黑体" panose="02010609060101010101" pitchFamily="2" charset="-122"/>
              </a:rPr>
              <a:t>本章主要内容</a:t>
            </a:r>
          </a:p>
        </p:txBody>
      </p:sp>
      <p:sp>
        <p:nvSpPr>
          <p:cNvPr id="29699" name="Rectangle 3"/>
          <p:cNvSpPr>
            <a:spLocks noGrp="1" noChangeArrowheads="1"/>
          </p:cNvSpPr>
          <p:nvPr>
            <p:ph idx="1"/>
          </p:nvPr>
        </p:nvSpPr>
        <p:spPr>
          <a:xfrm>
            <a:off x="755650" y="1484630"/>
            <a:ext cx="7462520" cy="4114800"/>
          </a:xfrm>
        </p:spPr>
        <p:txBody>
          <a:bodyPr vert="horz" wrap="square" lIns="91440" tIns="45720" rIns="91440" bIns="45720" numCol="1" anchor="t" anchorCtr="0" compatLnSpc="1"/>
          <a:lstStyle/>
          <a:p>
            <a:pPr marL="342900" marR="0" lvl="0" indent="-342900" algn="l" defTabSz="914400" rtl="0" eaLnBrk="1" fontAlgn="base" latinLnBrk="0" hangingPunct="1">
              <a:lnSpc>
                <a:spcPct val="100000"/>
              </a:lnSpc>
              <a:spcBef>
                <a:spcPct val="20000"/>
              </a:spcBef>
              <a:spcAft>
                <a:spcPct val="0"/>
              </a:spcAft>
              <a:buClr>
                <a:schemeClr val="accent6"/>
              </a:buClr>
              <a:buSzTx/>
              <a:buFont typeface="Arial" panose="020B0604020202020204" pitchFamily="34" charset="0"/>
              <a:buChar char="•"/>
              <a:defRPr/>
            </a:pPr>
            <a:r>
              <a:rPr kumimoji="0" lang="zh-CN" altLang="en-US" sz="3200" b="0" i="0" u="none" strike="noStrike" kern="1200" cap="none" spc="0" normalizeH="0" baseline="0" noProof="0" dirty="0">
                <a:ln>
                  <a:noFill/>
                </a:ln>
                <a:solidFill>
                  <a:schemeClr val="tx1"/>
                </a:solidFill>
                <a:effectLst/>
                <a:uLnTx/>
                <a:uFillTx/>
                <a:latin typeface="+mn-lt"/>
                <a:ea typeface="+mn-ea"/>
                <a:cs typeface="+mn-cs"/>
              </a:rPr>
              <a:t>传感技术的地位与作用</a:t>
            </a:r>
            <a:endParaRPr kumimoji="0" lang="en-US" altLang="zh-CN" sz="3200" b="0" i="0" u="none" strike="noStrike" kern="1200" cap="none" spc="0" normalizeH="0" baseline="0" noProof="0" dirty="0">
              <a:ln>
                <a:noFill/>
              </a:ln>
              <a:solidFill>
                <a:schemeClr val="tx1"/>
              </a:solidFill>
              <a:effectLst/>
              <a:uLnTx/>
              <a:uFillTx/>
              <a:latin typeface="+mn-lt"/>
              <a:ea typeface="+mn-ea"/>
              <a:cs typeface="+mn-cs"/>
            </a:endParaRPr>
          </a:p>
          <a:p>
            <a:pPr marL="342900" marR="0" lvl="0" indent="-342900" algn="l" defTabSz="914400" rtl="0" eaLnBrk="1" fontAlgn="base" latinLnBrk="0" hangingPunct="1">
              <a:lnSpc>
                <a:spcPct val="100000"/>
              </a:lnSpc>
              <a:spcBef>
                <a:spcPct val="20000"/>
              </a:spcBef>
              <a:spcAft>
                <a:spcPct val="0"/>
              </a:spcAft>
              <a:buClr>
                <a:schemeClr val="accent6"/>
              </a:buClr>
              <a:buSzTx/>
              <a:buFont typeface="Arial" panose="020B0604020202020204" pitchFamily="34" charset="0"/>
              <a:buChar char="•"/>
              <a:defRPr/>
            </a:pPr>
            <a:r>
              <a:rPr kumimoji="0" lang="zh-CN" altLang="en-US" sz="3200" b="0" i="0" u="none" strike="noStrike" kern="1200" cap="none" spc="0" normalizeH="0" baseline="0" noProof="0" dirty="0">
                <a:ln>
                  <a:noFill/>
                </a:ln>
                <a:solidFill>
                  <a:schemeClr val="tx1"/>
                </a:solidFill>
                <a:effectLst/>
                <a:uLnTx/>
                <a:uFillTx/>
                <a:latin typeface="+mn-lt"/>
                <a:ea typeface="+mn-ea"/>
                <a:cs typeface="+mn-cs"/>
              </a:rPr>
              <a:t>传感技术的发展趋势</a:t>
            </a:r>
          </a:p>
          <a:p>
            <a:pPr marL="342900" marR="0" lvl="0" indent="-342900" algn="l" defTabSz="914400" rtl="0" eaLnBrk="1" fontAlgn="base" latinLnBrk="0" hangingPunct="1">
              <a:lnSpc>
                <a:spcPct val="100000"/>
              </a:lnSpc>
              <a:spcBef>
                <a:spcPct val="20000"/>
              </a:spcBef>
              <a:spcAft>
                <a:spcPct val="0"/>
              </a:spcAft>
              <a:buClrTx/>
              <a:buSzTx/>
              <a:buFont typeface="Arial" panose="020B0604020202020204" pitchFamily="34" charset="0"/>
              <a:buChar char="•"/>
              <a:defRPr/>
            </a:pPr>
            <a:r>
              <a:rPr kumimoji="0" lang="zh-CN" altLang="en-US" sz="3200" b="0" i="0" u="none" strike="noStrike" kern="1200" cap="none" spc="0" normalizeH="0" baseline="0" noProof="0" dirty="0">
                <a:ln>
                  <a:noFill/>
                </a:ln>
                <a:solidFill>
                  <a:schemeClr val="tx1"/>
                </a:solidFill>
                <a:effectLst/>
                <a:uLnTx/>
                <a:uFillTx/>
                <a:latin typeface="+mn-lt"/>
                <a:ea typeface="+mn-ea"/>
                <a:cs typeface="+mn-cs"/>
              </a:rPr>
              <a:t>传感器的定义与分类</a:t>
            </a:r>
          </a:p>
          <a:p>
            <a:pPr marL="342900" marR="0" lvl="0" indent="-342900" algn="l" defTabSz="914400" rtl="0" eaLnBrk="1" fontAlgn="base" latinLnBrk="0" hangingPunct="1">
              <a:lnSpc>
                <a:spcPct val="100000"/>
              </a:lnSpc>
              <a:spcBef>
                <a:spcPct val="20000"/>
              </a:spcBef>
              <a:spcAft>
                <a:spcPct val="0"/>
              </a:spcAft>
              <a:buClrTx/>
              <a:buSzTx/>
              <a:buFont typeface="Arial" panose="020B0604020202020204" pitchFamily="34" charset="0"/>
              <a:buChar char="•"/>
              <a:defRPr/>
            </a:pPr>
            <a:r>
              <a:rPr kumimoji="0" lang="zh-CN" altLang="en-US" sz="3200" b="0" i="0" u="none" strike="noStrike" kern="1200" cap="none" spc="0" normalizeH="0" baseline="0" noProof="0" dirty="0">
                <a:ln>
                  <a:noFill/>
                </a:ln>
                <a:solidFill>
                  <a:schemeClr val="tx1"/>
                </a:solidFill>
                <a:effectLst/>
                <a:uLnTx/>
                <a:uFillTx/>
                <a:latin typeface="+mn-lt"/>
                <a:ea typeface="+mn-ea"/>
                <a:cs typeface="+mn-cs"/>
              </a:rPr>
              <a:t>传感器的基本特性：*</a:t>
            </a:r>
            <a:r>
              <a:rPr kumimoji="0" lang="zh-CN" altLang="en-US" sz="3200" b="0" i="0" u="none" strike="noStrike" kern="1200" cap="none" spc="0" normalizeH="0" baseline="0" noProof="0" dirty="0">
                <a:ln>
                  <a:noFill/>
                </a:ln>
                <a:solidFill>
                  <a:srgbClr val="1552D1"/>
                </a:solidFill>
                <a:effectLst/>
                <a:highlight>
                  <a:srgbClr val="FFFF00"/>
                </a:highlight>
                <a:uLnTx/>
                <a:uFillTx/>
                <a:latin typeface="+mn-lt"/>
                <a:ea typeface="+mn-ea"/>
                <a:cs typeface="+mn-cs"/>
              </a:rPr>
              <a:t>静态</a:t>
            </a:r>
            <a:r>
              <a:rPr kumimoji="0" lang="zh-CN" altLang="en-US" sz="3200" b="0" i="0" u="none" strike="noStrike" kern="1200" cap="none" spc="0" normalizeH="0" baseline="0" noProof="0" dirty="0">
                <a:ln>
                  <a:noFill/>
                </a:ln>
                <a:solidFill>
                  <a:srgbClr val="1552D1"/>
                </a:solidFill>
                <a:effectLst/>
                <a:uLnTx/>
                <a:uFillTx/>
                <a:latin typeface="+mn-lt"/>
                <a:ea typeface="+mn-ea"/>
                <a:cs typeface="+mn-cs"/>
              </a:rPr>
              <a:t>动态特性</a:t>
            </a:r>
            <a:endParaRPr kumimoji="0" lang="zh-CN" altLang="en-US" sz="3200" b="0" i="0" u="none" strike="noStrike" kern="1200" cap="none" spc="0" normalizeH="0" baseline="0" noProof="0" dirty="0">
              <a:ln>
                <a:noFill/>
              </a:ln>
              <a:solidFill>
                <a:schemeClr val="tx1"/>
              </a:solidFill>
              <a:effectLst/>
              <a:uLnTx/>
              <a:uFillTx/>
              <a:latin typeface="+mn-lt"/>
              <a:ea typeface="+mn-ea"/>
              <a:cs typeface="+mn-cs"/>
            </a:endParaRPr>
          </a:p>
          <a:p>
            <a:pPr marL="342900" marR="0" lvl="0" indent="-342900" algn="l" defTabSz="914400" rtl="0" eaLnBrk="1" fontAlgn="base" latinLnBrk="0" hangingPunct="1">
              <a:lnSpc>
                <a:spcPct val="100000"/>
              </a:lnSpc>
              <a:spcBef>
                <a:spcPct val="20000"/>
              </a:spcBef>
              <a:spcAft>
                <a:spcPct val="0"/>
              </a:spcAft>
              <a:buClrTx/>
              <a:buSzTx/>
              <a:buFont typeface="Arial" panose="020B0604020202020204" pitchFamily="34" charset="0"/>
              <a:buChar char="•"/>
              <a:defRPr/>
            </a:pPr>
            <a:r>
              <a:rPr kumimoji="0" lang="zh-CN" altLang="en-US" sz="3200" b="0" i="0" u="none" strike="noStrike" kern="1200" cap="none" spc="0" normalizeH="0" baseline="0" noProof="0" dirty="0">
                <a:ln>
                  <a:noFill/>
                </a:ln>
                <a:solidFill>
                  <a:schemeClr val="tx1"/>
                </a:solidFill>
                <a:effectLst/>
                <a:uLnTx/>
                <a:uFillTx/>
                <a:latin typeface="+mn-lt"/>
                <a:ea typeface="+mn-ea"/>
                <a:cs typeface="+mn-cs"/>
              </a:rPr>
              <a:t>传感器</a:t>
            </a:r>
            <a:r>
              <a:rPr kumimoji="0" lang="zh-CN" altLang="en-US" sz="3200" b="0" i="0" u="none" strike="noStrike" kern="1200" cap="none" spc="0" normalizeH="0" baseline="0" noProof="0" dirty="0">
                <a:ln>
                  <a:noFill/>
                </a:ln>
                <a:solidFill>
                  <a:srgbClr val="1552D1"/>
                </a:solidFill>
                <a:effectLst/>
                <a:uLnTx/>
                <a:uFillTx/>
                <a:latin typeface="+mn-lt"/>
                <a:ea typeface="+mn-ea"/>
                <a:cs typeface="+mn-cs"/>
              </a:rPr>
              <a:t>性能与结构</a:t>
            </a:r>
            <a:r>
              <a:rPr kumimoji="0" lang="zh-CN" altLang="en-US" sz="3200" b="0" i="0" u="none" strike="noStrike" kern="1200" cap="none" spc="0" normalizeH="0" baseline="0" noProof="0" dirty="0">
                <a:ln>
                  <a:noFill/>
                </a:ln>
                <a:solidFill>
                  <a:schemeClr val="tx1"/>
                </a:solidFill>
                <a:effectLst/>
                <a:uLnTx/>
                <a:uFillTx/>
                <a:latin typeface="+mn-lt"/>
                <a:ea typeface="+mn-ea"/>
                <a:cs typeface="+mn-cs"/>
              </a:rPr>
              <a:t>的关系：</a:t>
            </a:r>
            <a:endParaRPr kumimoji="0" lang="en-US" altLang="zh-CN" sz="3200" b="0" i="0" u="none" strike="noStrike" kern="1200" cap="none" spc="0" normalizeH="0" baseline="0" noProof="0" dirty="0">
              <a:ln>
                <a:noFill/>
              </a:ln>
              <a:solidFill>
                <a:schemeClr val="tx1"/>
              </a:solidFill>
              <a:effectLst/>
              <a:uLnTx/>
              <a:uFillTx/>
              <a:latin typeface="+mn-lt"/>
              <a:ea typeface="+mn-ea"/>
              <a:cs typeface="+mn-cs"/>
            </a:endParaRPr>
          </a:p>
          <a:p>
            <a:pPr marL="0" marR="0" lvl="0" indent="0" algn="l" defTabSz="914400" rtl="0" eaLnBrk="1" fontAlgn="base" latinLnBrk="0" hangingPunct="1">
              <a:lnSpc>
                <a:spcPct val="100000"/>
              </a:lnSpc>
              <a:spcBef>
                <a:spcPct val="20000"/>
              </a:spcBef>
              <a:spcAft>
                <a:spcPct val="0"/>
              </a:spcAft>
              <a:buClrTx/>
              <a:buSzTx/>
              <a:buNone/>
              <a:defRPr/>
            </a:pPr>
            <a:r>
              <a:rPr lang="en-US" altLang="zh-CN" dirty="0"/>
              <a:t>                </a:t>
            </a:r>
            <a:r>
              <a:rPr lang="zh-CN" altLang="en-US" dirty="0"/>
              <a:t>直接变换，</a:t>
            </a:r>
            <a:r>
              <a:rPr kumimoji="0" lang="zh-CN" altLang="en-US" sz="3200" b="0" i="0" u="none" strike="noStrike" kern="1200" cap="none" spc="0" normalizeH="0" baseline="0" noProof="0" dirty="0">
                <a:ln>
                  <a:noFill/>
                </a:ln>
                <a:solidFill>
                  <a:srgbClr val="1552D1"/>
                </a:solidFill>
                <a:effectLst/>
                <a:uLnTx/>
                <a:uFillTx/>
                <a:latin typeface="+mn-lt"/>
                <a:ea typeface="+mn-ea"/>
                <a:cs typeface="+mn-cs"/>
              </a:rPr>
              <a:t>差动结构，反馈结构，</a:t>
            </a:r>
            <a:endParaRPr kumimoji="0" lang="en-US" altLang="zh-CN" sz="3200" b="0" i="0" u="none" strike="noStrike" kern="1200" cap="none" spc="0" normalizeH="0" baseline="0" noProof="0" dirty="0">
              <a:ln>
                <a:noFill/>
              </a:ln>
              <a:solidFill>
                <a:srgbClr val="1552D1"/>
              </a:solidFill>
              <a:effectLst/>
              <a:uLnTx/>
              <a:uFillTx/>
              <a:latin typeface="+mn-lt"/>
              <a:ea typeface="+mn-ea"/>
              <a:cs typeface="+mn-cs"/>
            </a:endParaRPr>
          </a:p>
          <a:p>
            <a:pPr marL="0" marR="0" lvl="0" indent="0" algn="l" defTabSz="914400" rtl="0" eaLnBrk="1" fontAlgn="base" latinLnBrk="0" hangingPunct="1">
              <a:lnSpc>
                <a:spcPct val="100000"/>
              </a:lnSpc>
              <a:spcBef>
                <a:spcPct val="20000"/>
              </a:spcBef>
              <a:spcAft>
                <a:spcPct val="0"/>
              </a:spcAft>
              <a:buClrTx/>
              <a:buSzTx/>
              <a:buNone/>
              <a:defRPr/>
            </a:pPr>
            <a:r>
              <a:rPr lang="en-US" altLang="zh-CN" dirty="0">
                <a:solidFill>
                  <a:srgbClr val="1552D1"/>
                </a:solidFill>
              </a:rPr>
              <a:t>                </a:t>
            </a:r>
            <a:r>
              <a:rPr lang="zh-CN" altLang="en-US" dirty="0"/>
              <a:t>冗余结构</a:t>
            </a:r>
          </a:p>
        </p:txBody>
      </p:sp>
      <p:sp>
        <p:nvSpPr>
          <p:cNvPr id="12291" name="灯片编号占位符 5"/>
          <p:cNvSpPr>
            <a:spLocks noGrp="1"/>
          </p:cNvSpPr>
          <p:nvPr>
            <p:ph type="sldNum" sz="quarter" idx="12"/>
          </p:nvPr>
        </p:nvSpPr>
        <p:spPr>
          <a:noFill/>
          <a:ln>
            <a:noFill/>
          </a:ln>
        </p:spPr>
        <p:txBody>
          <a:bodyPr wrap="square" lIns="91440" tIns="45720" rIns="91440" bIns="45720" anchor="ctr"/>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r">
              <a:lnSpc>
                <a:spcPct val="150000"/>
              </a:lnSpc>
              <a:spcBef>
                <a:spcPct val="20000"/>
              </a:spcBef>
              <a:buSzPct val="85000"/>
              <a:buFontTx/>
              <a:buChar char="•"/>
            </a:pPr>
            <a:fld id="{9A0DB2DC-4C9A-4742-B13C-FB6460FD3503}" type="slidenum">
              <a:rPr lang="en-US" altLang="zh-CN" sz="1200" dirty="0">
                <a:solidFill>
                  <a:srgbClr val="898989"/>
                </a:solidFill>
              </a:rPr>
              <a:t>8</a:t>
            </a:fld>
            <a:endParaRPr lang="en-US" altLang="zh-CN" sz="1200" dirty="0">
              <a:solidFill>
                <a:srgbClr val="898989"/>
              </a:solidFill>
            </a:endParaRPr>
          </a:p>
        </p:txBody>
      </p:sp>
      <p:sp>
        <p:nvSpPr>
          <p:cNvPr id="7" name="矩形 6"/>
          <p:cNvSpPr/>
          <p:nvPr/>
        </p:nvSpPr>
        <p:spPr>
          <a:xfrm>
            <a:off x="142875" y="1000125"/>
            <a:ext cx="8286750" cy="46038"/>
          </a:xfrm>
          <a:prstGeom prst="rect">
            <a:avLst/>
          </a:prstGeom>
          <a:gradFill flip="none" rotWithShape="1">
            <a:gsLst>
              <a:gs pos="0">
                <a:srgbClr val="5E9EFF"/>
              </a:gs>
              <a:gs pos="39999">
                <a:srgbClr val="85C2FF"/>
              </a:gs>
              <a:gs pos="70000">
                <a:srgbClr val="C4D6EB"/>
              </a:gs>
              <a:gs pos="100000">
                <a:srgbClr val="FFEBFA"/>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50000"/>
              </a:lnSpc>
              <a:spcBef>
                <a:spcPts val="0"/>
              </a:spcBef>
              <a:spcAft>
                <a:spcPts val="0"/>
              </a:spcAft>
              <a:buClrTx/>
              <a:buSzPct val="85000"/>
              <a:buFontTx/>
              <a:buChar char="•"/>
              <a:defRPr/>
            </a:pPr>
            <a:endParaRPr kumimoji="1" lang="zh-CN" altLang="en-US" sz="2400" b="0" i="0" u="none" strike="noStrike" kern="1200" cap="none" spc="0" normalizeH="0" baseline="0" noProof="0">
              <a:ln>
                <a:noFill/>
              </a:ln>
              <a:solidFill>
                <a:schemeClr val="lt1"/>
              </a:solidFill>
              <a:effectLst/>
              <a:uLnTx/>
              <a:uFillTx/>
              <a:latin typeface="+mn-lt"/>
              <a:ea typeface="+mn-ea"/>
              <a:cs typeface="+mn-cs"/>
            </a:endParaRPr>
          </a:p>
        </p:txBody>
      </p:sp>
      <p:sp>
        <p:nvSpPr>
          <p:cNvPr id="8" name="页脚占位符 6"/>
          <p:cNvSpPr txBox="1">
            <a:spLocks noGrp="1"/>
          </p:cNvSpPr>
          <p:nvPr>
            <p:ph type="ftr" sz="quarter" idx="11"/>
          </p:nvPr>
        </p:nvSpPr>
        <p:spPr>
          <a:xfrm>
            <a:off x="2843213" y="6411913"/>
            <a:ext cx="2895600" cy="365125"/>
          </a:xfrm>
          <a:noFill/>
        </p:spPr>
        <p:txBody>
          <a:bodyPr vert="horz" lIns="91440" tIns="45720" rIns="91440" bIns="45720" rtlCol="0" anchor="ctr"/>
          <a:lstStyle/>
          <a:p>
            <a:pPr marL="0" marR="0" lvl="0" indent="0" algn="ctr" defTabSz="914400" rtl="0" eaLnBrk="1" fontAlgn="base" latinLnBrk="0" hangingPunct="1">
              <a:lnSpc>
                <a:spcPct val="150000"/>
              </a:lnSpc>
              <a:spcBef>
                <a:spcPct val="20000"/>
              </a:spcBef>
              <a:spcAft>
                <a:spcPct val="0"/>
              </a:spcAft>
              <a:buClrTx/>
              <a:buSzPct val="85000"/>
              <a:buFontTx/>
              <a:buChar char="•"/>
              <a:defRPr/>
            </a:pPr>
            <a:r>
              <a:rPr kumimoji="1" lang="zh-CN" altLang="en-US" sz="1200" b="0" i="0" u="none" strike="noStrike" kern="1200" cap="none" spc="0" normalizeH="0" baseline="0" noProof="0" dirty="0">
                <a:ln>
                  <a:noFill/>
                </a:ln>
                <a:solidFill>
                  <a:schemeClr val="tx1">
                    <a:tint val="75000"/>
                  </a:schemeClr>
                </a:solidFill>
                <a:effectLst/>
                <a:uLnTx/>
                <a:uFillTx/>
                <a:latin typeface="Times New Roman" panose="02020603050405020304" pitchFamily="18" charset="0"/>
                <a:ea typeface="楷体_GB2312" pitchFamily="49" charset="-122"/>
                <a:cs typeface="+mn-cs"/>
              </a:rPr>
              <a:t>测量科学与仪器系</a:t>
            </a:r>
            <a:endParaRPr kumimoji="1" lang="en-US" altLang="zh-CN" sz="1200" b="0" i="0" u="none" strike="noStrike" kern="1200" cap="none" spc="0" normalizeH="0" baseline="0" noProof="0" dirty="0">
              <a:ln>
                <a:noFill/>
              </a:ln>
              <a:solidFill>
                <a:schemeClr val="tx1">
                  <a:tint val="75000"/>
                </a:schemeClr>
              </a:solidFill>
              <a:effectLst/>
              <a:uLnTx/>
              <a:uFillTx/>
              <a:latin typeface="Times New Roman" panose="02020603050405020304" pitchFamily="18" charset="0"/>
              <a:ea typeface="楷体_GB2312" pitchFamily="49" charset="-122"/>
              <a:cs typeface="+mn-cs"/>
            </a:endParaRPr>
          </a:p>
        </p:txBody>
      </p:sp>
    </p:spTree>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7" name="Rectangle 3"/>
          <p:cNvSpPr>
            <a:spLocks noGrp="1"/>
          </p:cNvSpPr>
          <p:nvPr>
            <p:ph idx="1"/>
          </p:nvPr>
        </p:nvSpPr>
        <p:spPr>
          <a:xfrm>
            <a:off x="358775" y="152400"/>
            <a:ext cx="8532813" cy="647700"/>
          </a:xfrm>
        </p:spPr>
        <p:txBody>
          <a:bodyPr vert="horz" wrap="square" lIns="91440" tIns="45720" rIns="91440" bIns="45720" anchor="t"/>
          <a:lstStyle/>
          <a:p>
            <a:pPr eaLnBrk="1" hangingPunct="1">
              <a:lnSpc>
                <a:spcPct val="125000"/>
              </a:lnSpc>
              <a:spcBef>
                <a:spcPct val="50000"/>
              </a:spcBef>
              <a:buFontTx/>
              <a:buNone/>
            </a:pPr>
            <a:r>
              <a:rPr lang="en-US" altLang="zh-CN" dirty="0">
                <a:solidFill>
                  <a:srgbClr val="C00000"/>
                </a:solidFill>
                <a:latin typeface="黑体" panose="02010609060101010101" pitchFamily="2" charset="-122"/>
                <a:ea typeface="黑体" panose="02010609060101010101" pitchFamily="2" charset="-122"/>
              </a:rPr>
              <a:t>1 </a:t>
            </a:r>
            <a:r>
              <a:rPr lang="zh-CN" altLang="en-US" dirty="0">
                <a:solidFill>
                  <a:srgbClr val="C00000"/>
                </a:solidFill>
                <a:latin typeface="黑体" panose="02010609060101010101" pitchFamily="2" charset="-122"/>
                <a:ea typeface="黑体" panose="02010609060101010101" pitchFamily="2" charset="-122"/>
              </a:rPr>
              <a:t>传感技术的地位与作用</a:t>
            </a:r>
          </a:p>
        </p:txBody>
      </p:sp>
      <p:sp>
        <p:nvSpPr>
          <p:cNvPr id="14338" name="灯片编号占位符 5"/>
          <p:cNvSpPr>
            <a:spLocks noGrp="1"/>
          </p:cNvSpPr>
          <p:nvPr>
            <p:ph type="sldNum" sz="quarter" idx="12"/>
          </p:nvPr>
        </p:nvSpPr>
        <p:spPr>
          <a:noFill/>
          <a:ln>
            <a:noFill/>
          </a:ln>
        </p:spPr>
        <p:txBody>
          <a:bodyPr wrap="square" lIns="91440" tIns="45720" rIns="91440" bIns="45720" anchor="ctr"/>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r">
              <a:lnSpc>
                <a:spcPct val="150000"/>
              </a:lnSpc>
              <a:spcBef>
                <a:spcPct val="20000"/>
              </a:spcBef>
              <a:buSzPct val="85000"/>
              <a:buFontTx/>
              <a:buChar char="•"/>
            </a:pPr>
            <a:fld id="{9A0DB2DC-4C9A-4742-B13C-FB6460FD3503}" type="slidenum">
              <a:rPr lang="en-US" altLang="zh-CN" sz="1200" dirty="0">
                <a:solidFill>
                  <a:srgbClr val="898989"/>
                </a:solidFill>
              </a:rPr>
              <a:t>9</a:t>
            </a:fld>
            <a:endParaRPr lang="en-US" altLang="zh-CN" sz="1200" dirty="0">
              <a:solidFill>
                <a:srgbClr val="898989"/>
              </a:solidFill>
            </a:endParaRPr>
          </a:p>
        </p:txBody>
      </p:sp>
      <p:sp>
        <p:nvSpPr>
          <p:cNvPr id="6" name="矩形 5"/>
          <p:cNvSpPr/>
          <p:nvPr/>
        </p:nvSpPr>
        <p:spPr>
          <a:xfrm>
            <a:off x="142875" y="1000125"/>
            <a:ext cx="8286750" cy="46038"/>
          </a:xfrm>
          <a:prstGeom prst="rect">
            <a:avLst/>
          </a:prstGeom>
          <a:gradFill flip="none" rotWithShape="1">
            <a:gsLst>
              <a:gs pos="0">
                <a:srgbClr val="5E9EFF"/>
              </a:gs>
              <a:gs pos="39999">
                <a:srgbClr val="85C2FF"/>
              </a:gs>
              <a:gs pos="70000">
                <a:srgbClr val="C4D6EB"/>
              </a:gs>
              <a:gs pos="100000">
                <a:srgbClr val="FFEBFA"/>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50000"/>
              </a:lnSpc>
              <a:spcBef>
                <a:spcPts val="0"/>
              </a:spcBef>
              <a:spcAft>
                <a:spcPts val="0"/>
              </a:spcAft>
              <a:buClrTx/>
              <a:buSzPct val="85000"/>
              <a:buFontTx/>
              <a:buChar char="•"/>
              <a:defRPr/>
            </a:pPr>
            <a:endParaRPr kumimoji="1" lang="zh-CN" altLang="en-US" sz="2400" b="0" i="0" u="none" strike="noStrike" kern="1200" cap="none" spc="0" normalizeH="0" baseline="0" noProof="0">
              <a:ln>
                <a:noFill/>
              </a:ln>
              <a:solidFill>
                <a:schemeClr val="lt1"/>
              </a:solidFill>
              <a:effectLst/>
              <a:uLnTx/>
              <a:uFillTx/>
              <a:latin typeface="+mn-lt"/>
              <a:ea typeface="+mn-ea"/>
              <a:cs typeface="+mn-cs"/>
            </a:endParaRPr>
          </a:p>
        </p:txBody>
      </p:sp>
      <p:sp>
        <p:nvSpPr>
          <p:cNvPr id="14340" name="Rectangle 3"/>
          <p:cNvSpPr txBox="1"/>
          <p:nvPr/>
        </p:nvSpPr>
        <p:spPr>
          <a:xfrm>
            <a:off x="323850" y="1233488"/>
            <a:ext cx="5435600" cy="719137"/>
          </a:xfrm>
          <a:prstGeom prst="rect">
            <a:avLst/>
          </a:prstGeom>
          <a:noFill/>
          <a:ln w="9525">
            <a:noFill/>
          </a:ln>
        </p:spPr>
        <p:txBody>
          <a:bodyPr anchor="t"/>
          <a:lstStyle/>
          <a:p>
            <a:pPr marL="342900" indent="-342900">
              <a:lnSpc>
                <a:spcPct val="125000"/>
              </a:lnSpc>
              <a:spcBef>
                <a:spcPct val="50000"/>
              </a:spcBef>
              <a:buSzTx/>
            </a:pPr>
            <a:r>
              <a:rPr lang="en-US" altLang="zh-CN" sz="2800" b="1" dirty="0">
                <a:solidFill>
                  <a:schemeClr val="tx2"/>
                </a:solidFill>
                <a:latin typeface="黑体" panose="02010609060101010101" pitchFamily="2" charset="-122"/>
                <a:ea typeface="黑体" panose="02010609060101010101" pitchFamily="2" charset="-122"/>
              </a:rPr>
              <a:t>1.1 </a:t>
            </a:r>
            <a:r>
              <a:rPr lang="zh-CN" altLang="en-US" sz="2800" b="1" dirty="0">
                <a:solidFill>
                  <a:schemeClr val="tx2"/>
                </a:solidFill>
                <a:latin typeface="黑体" panose="02010609060101010101" pitchFamily="2" charset="-122"/>
                <a:ea typeface="黑体" panose="02010609060101010101" pitchFamily="2" charset="-122"/>
              </a:rPr>
              <a:t>是自动化系统中的关键环节</a:t>
            </a:r>
          </a:p>
        </p:txBody>
      </p:sp>
      <p:sp>
        <p:nvSpPr>
          <p:cNvPr id="12" name="页脚占位符 6"/>
          <p:cNvSpPr txBox="1">
            <a:spLocks noGrp="1"/>
          </p:cNvSpPr>
          <p:nvPr>
            <p:ph type="ftr" sz="quarter" idx="11"/>
          </p:nvPr>
        </p:nvSpPr>
        <p:spPr>
          <a:xfrm>
            <a:off x="2843213" y="6411913"/>
            <a:ext cx="2895600" cy="365125"/>
          </a:xfrm>
          <a:noFill/>
        </p:spPr>
        <p:txBody>
          <a:bodyPr vert="horz" lIns="91440" tIns="45720" rIns="91440" bIns="45720" rtlCol="0" anchor="ctr"/>
          <a:lstStyle/>
          <a:p>
            <a:pPr marL="0" marR="0" lvl="0" indent="0" algn="ctr" defTabSz="914400" rtl="0" eaLnBrk="1" fontAlgn="base" latinLnBrk="0" hangingPunct="1">
              <a:lnSpc>
                <a:spcPct val="150000"/>
              </a:lnSpc>
              <a:spcBef>
                <a:spcPct val="20000"/>
              </a:spcBef>
              <a:spcAft>
                <a:spcPct val="0"/>
              </a:spcAft>
              <a:buClrTx/>
              <a:buSzPct val="85000"/>
              <a:buFontTx/>
              <a:buChar char="•"/>
              <a:defRPr/>
            </a:pPr>
            <a:r>
              <a:rPr kumimoji="1" lang="en-US" altLang="zh-CN" sz="1200" b="0" i="0" u="none" strike="noStrike" kern="1200" cap="none" spc="0" normalizeH="0" baseline="0" noProof="0" dirty="0">
                <a:ln>
                  <a:noFill/>
                </a:ln>
                <a:solidFill>
                  <a:schemeClr val="tx1">
                    <a:tint val="75000"/>
                  </a:schemeClr>
                </a:solidFill>
                <a:effectLst/>
                <a:uLnTx/>
                <a:uFillTx/>
                <a:latin typeface="Times New Roman" panose="02020603050405020304" pitchFamily="18" charset="0"/>
                <a:ea typeface="楷体_GB2312" pitchFamily="49" charset="-122"/>
                <a:cs typeface="+mn-cs"/>
              </a:rPr>
              <a:t> </a:t>
            </a:r>
            <a:r>
              <a:rPr kumimoji="1" lang="zh-CN" altLang="en-US" sz="1200" b="0" i="0" u="none" strike="noStrike" kern="1200" cap="none" spc="0" normalizeH="0" baseline="0" noProof="0" dirty="0">
                <a:ln>
                  <a:noFill/>
                </a:ln>
                <a:solidFill>
                  <a:schemeClr val="tx1">
                    <a:tint val="75000"/>
                  </a:schemeClr>
                </a:solidFill>
                <a:effectLst/>
                <a:uLnTx/>
                <a:uFillTx/>
                <a:latin typeface="Times New Roman" panose="02020603050405020304" pitchFamily="18" charset="0"/>
                <a:ea typeface="楷体_GB2312" pitchFamily="49" charset="-122"/>
                <a:cs typeface="+mn-cs"/>
              </a:rPr>
              <a:t>测量科学与仪器系</a:t>
            </a:r>
            <a:endParaRPr kumimoji="1" lang="en-US" altLang="zh-CN" sz="1200" b="0" i="0" u="none" strike="noStrike" kern="1200" cap="none" spc="0" normalizeH="0" baseline="0" noProof="0" dirty="0">
              <a:ln>
                <a:noFill/>
              </a:ln>
              <a:solidFill>
                <a:schemeClr val="tx1">
                  <a:tint val="75000"/>
                </a:schemeClr>
              </a:solidFill>
              <a:effectLst/>
              <a:uLnTx/>
              <a:uFillTx/>
              <a:latin typeface="Times New Roman" panose="02020603050405020304" pitchFamily="18" charset="0"/>
              <a:ea typeface="楷体_GB2312" pitchFamily="49" charset="-122"/>
              <a:cs typeface="+mn-cs"/>
            </a:endParaRPr>
          </a:p>
        </p:txBody>
      </p:sp>
      <p:pic>
        <p:nvPicPr>
          <p:cNvPr id="2" name="图片 1" descr="瓦特离心调速器-照片"/>
          <p:cNvPicPr>
            <a:picLocks noChangeAspect="1"/>
          </p:cNvPicPr>
          <p:nvPr/>
        </p:nvPicPr>
        <p:blipFill>
          <a:blip r:embed="rId2"/>
          <a:stretch>
            <a:fillRect/>
          </a:stretch>
        </p:blipFill>
        <p:spPr>
          <a:xfrm>
            <a:off x="827405" y="1952625"/>
            <a:ext cx="3168650" cy="4224655"/>
          </a:xfrm>
          <a:prstGeom prst="rect">
            <a:avLst/>
          </a:prstGeom>
        </p:spPr>
      </p:pic>
      <p:pic>
        <p:nvPicPr>
          <p:cNvPr id="3" name="图片 2" descr="瓦特离心调速器-示意图"/>
          <p:cNvPicPr>
            <a:picLocks noChangeAspect="1"/>
          </p:cNvPicPr>
          <p:nvPr/>
        </p:nvPicPr>
        <p:blipFill>
          <a:blip r:embed="rId3"/>
          <a:stretch>
            <a:fillRect/>
          </a:stretch>
        </p:blipFill>
        <p:spPr>
          <a:xfrm>
            <a:off x="5096512" y="1850390"/>
            <a:ext cx="2534285" cy="1824990"/>
          </a:xfrm>
          <a:prstGeom prst="rect">
            <a:avLst/>
          </a:prstGeom>
        </p:spPr>
      </p:pic>
      <p:pic>
        <p:nvPicPr>
          <p:cNvPr id="4" name="图片 3" descr="瓦特离心调速器--动画"/>
          <p:cNvPicPr>
            <a:picLocks noChangeAspect="1"/>
          </p:cNvPicPr>
          <p:nvPr/>
        </p:nvPicPr>
        <p:blipFill>
          <a:blip r:embed="rId4"/>
          <a:stretch>
            <a:fillRect/>
          </a:stretch>
        </p:blipFill>
        <p:spPr>
          <a:xfrm>
            <a:off x="4211955" y="3573145"/>
            <a:ext cx="4762500" cy="2857500"/>
          </a:xfrm>
          <a:prstGeom prst="rect">
            <a:avLst/>
          </a:prstGeom>
        </p:spPr>
      </p:pic>
      <p:pic>
        <p:nvPicPr>
          <p:cNvPr id="11" name="图片 10">
            <a:extLst>
              <a:ext uri="{FF2B5EF4-FFF2-40B4-BE49-F238E27FC236}">
                <a16:creationId xmlns:a16="http://schemas.microsoft.com/office/drawing/2014/main" id="{693C4013-F44A-4A89-84FD-B3A98E943094}"/>
              </a:ext>
            </a:extLst>
          </p:cNvPr>
          <p:cNvPicPr>
            <a:picLocks noChangeAspect="1"/>
          </p:cNvPicPr>
          <p:nvPr/>
        </p:nvPicPr>
        <p:blipFill>
          <a:blip r:embed="rId5"/>
          <a:stretch>
            <a:fillRect/>
          </a:stretch>
        </p:blipFill>
        <p:spPr>
          <a:xfrm>
            <a:off x="1403648" y="1890167"/>
            <a:ext cx="6803393" cy="1682978"/>
          </a:xfrm>
          <a:prstGeom prst="rect">
            <a:avLst/>
          </a:prstGeom>
          <a:ln w="38100">
            <a:solidFill>
              <a:schemeClr val="accent6">
                <a:lumMod val="50000"/>
              </a:schemeClr>
            </a:solidFill>
          </a:ln>
          <a:effectLst>
            <a:outerShdw blurRad="63500" sx="102000" sy="102000" algn="ctr" rotWithShape="0">
              <a:prstClr val="black">
                <a:alpha val="40000"/>
              </a:prstClr>
            </a:outerShdw>
          </a:effectLst>
        </p:spPr>
      </p:pic>
    </p:spTree>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0-#ppt_w/2"/>
                                          </p:val>
                                        </p:tav>
                                        <p:tav tm="100000">
                                          <p:val>
                                            <p:strVal val="#ppt_x"/>
                                          </p:val>
                                        </p:tav>
                                      </p:tavLst>
                                    </p:anim>
                                    <p:anim calcmode="lin" valueType="num">
                                      <p:cBhvr additive="base">
                                        <p:cTn id="8" dur="500" fill="hold"/>
                                        <p:tgtEl>
                                          <p:spTgt spid="2"/>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2" fill="hold" nodeType="clickEffect">
                                  <p:stCondLst>
                                    <p:cond delay="0"/>
                                  </p:stCondLst>
                                  <p:childTnLst>
                                    <p:set>
                                      <p:cBhvr>
                                        <p:cTn id="12" dur="1" fill="hold">
                                          <p:stCondLst>
                                            <p:cond delay="0"/>
                                          </p:stCondLst>
                                        </p:cTn>
                                        <p:tgtEl>
                                          <p:spTgt spid="3"/>
                                        </p:tgtEl>
                                        <p:attrNameLst>
                                          <p:attrName>style.visibility</p:attrName>
                                        </p:attrNameLst>
                                      </p:cBhvr>
                                      <p:to>
                                        <p:strVal val="visible"/>
                                      </p:to>
                                    </p:set>
                                    <p:anim calcmode="lin" valueType="num">
                                      <p:cBhvr additive="base">
                                        <p:cTn id="13" dur="500" fill="hold"/>
                                        <p:tgtEl>
                                          <p:spTgt spid="3"/>
                                        </p:tgtEl>
                                        <p:attrNameLst>
                                          <p:attrName>ppt_x</p:attrName>
                                        </p:attrNameLst>
                                      </p:cBhvr>
                                      <p:tavLst>
                                        <p:tav tm="0">
                                          <p:val>
                                            <p:strVal val="1+#ppt_w/2"/>
                                          </p:val>
                                        </p:tav>
                                        <p:tav tm="100000">
                                          <p:val>
                                            <p:strVal val="#ppt_x"/>
                                          </p:val>
                                        </p:tav>
                                      </p:tavLst>
                                    </p:anim>
                                    <p:anim calcmode="lin" valueType="num">
                                      <p:cBhvr additive="base">
                                        <p:cTn id="14" dur="500" fill="hold"/>
                                        <p:tgtEl>
                                          <p:spTgt spid="3"/>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4"/>
                                        </p:tgtEl>
                                        <p:attrNameLst>
                                          <p:attrName>style.visibility</p:attrName>
                                        </p:attrNameLst>
                                      </p:cBhvr>
                                      <p:to>
                                        <p:strVal val="visible"/>
                                      </p:to>
                                    </p:set>
                                    <p:anim calcmode="lin" valueType="num">
                                      <p:cBhvr additive="base">
                                        <p:cTn id="19" dur="500" fill="hold"/>
                                        <p:tgtEl>
                                          <p:spTgt spid="4"/>
                                        </p:tgtEl>
                                        <p:attrNameLst>
                                          <p:attrName>ppt_x</p:attrName>
                                        </p:attrNameLst>
                                      </p:cBhvr>
                                      <p:tavLst>
                                        <p:tav tm="0">
                                          <p:val>
                                            <p:strVal val="#ppt_x"/>
                                          </p:val>
                                        </p:tav>
                                        <p:tav tm="100000">
                                          <p:val>
                                            <p:strVal val="#ppt_x"/>
                                          </p:val>
                                        </p:tav>
                                      </p:tavLst>
                                    </p:anim>
                                    <p:anim calcmode="lin" valueType="num">
                                      <p:cBhvr additive="base">
                                        <p:cTn id="20"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nodeType="clickEffect">
                                  <p:stCondLst>
                                    <p:cond delay="0"/>
                                  </p:stCondLst>
                                  <p:childTnLst>
                                    <p:set>
                                      <p:cBhvr>
                                        <p:cTn id="24" dur="1" fill="hold">
                                          <p:stCondLst>
                                            <p:cond delay="0"/>
                                          </p:stCondLst>
                                        </p:cTn>
                                        <p:tgtEl>
                                          <p:spTgt spid="11"/>
                                        </p:tgtEl>
                                        <p:attrNameLst>
                                          <p:attrName>style.visibility</p:attrName>
                                        </p:attrNameLst>
                                      </p:cBhvr>
                                      <p:to>
                                        <p:strVal val="visible"/>
                                      </p:to>
                                    </p:set>
                                    <p:anim calcmode="lin" valueType="num">
                                      <p:cBhvr additive="base">
                                        <p:cTn id="25" dur="500" fill="hold"/>
                                        <p:tgtEl>
                                          <p:spTgt spid="11"/>
                                        </p:tgtEl>
                                        <p:attrNameLst>
                                          <p:attrName>ppt_x</p:attrName>
                                        </p:attrNameLst>
                                      </p:cBhvr>
                                      <p:tavLst>
                                        <p:tav tm="0">
                                          <p:val>
                                            <p:strVal val="0-#ppt_w/2"/>
                                          </p:val>
                                        </p:tav>
                                        <p:tav tm="100000">
                                          <p:val>
                                            <p:strVal val="#ppt_x"/>
                                          </p:val>
                                        </p:tav>
                                      </p:tavLst>
                                    </p:anim>
                                    <p:anim calcmode="lin" valueType="num">
                                      <p:cBhvr additive="base">
                                        <p:cTn id="26" dur="500" fill="hold"/>
                                        <p:tgtEl>
                                          <p:spTgt spid="1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7" name="Rectangle 3"/>
          <p:cNvSpPr>
            <a:spLocks noGrp="1"/>
          </p:cNvSpPr>
          <p:nvPr>
            <p:ph idx="1"/>
          </p:nvPr>
        </p:nvSpPr>
        <p:spPr>
          <a:xfrm>
            <a:off x="358775" y="152400"/>
            <a:ext cx="8532813" cy="647700"/>
          </a:xfrm>
        </p:spPr>
        <p:txBody>
          <a:bodyPr vert="horz" wrap="square" lIns="91440" tIns="45720" rIns="91440" bIns="45720" anchor="t"/>
          <a:lstStyle/>
          <a:p>
            <a:pPr eaLnBrk="1" hangingPunct="1">
              <a:lnSpc>
                <a:spcPct val="125000"/>
              </a:lnSpc>
              <a:spcBef>
                <a:spcPct val="50000"/>
              </a:spcBef>
              <a:buFontTx/>
              <a:buNone/>
            </a:pPr>
            <a:r>
              <a:rPr lang="en-US" altLang="zh-CN" dirty="0">
                <a:solidFill>
                  <a:srgbClr val="C00000"/>
                </a:solidFill>
                <a:latin typeface="黑体" panose="02010609060101010101" pitchFamily="2" charset="-122"/>
                <a:ea typeface="黑体" panose="02010609060101010101" pitchFamily="2" charset="-122"/>
              </a:rPr>
              <a:t>1 </a:t>
            </a:r>
            <a:r>
              <a:rPr lang="zh-CN" altLang="en-US" dirty="0">
                <a:solidFill>
                  <a:srgbClr val="C00000"/>
                </a:solidFill>
                <a:latin typeface="黑体" panose="02010609060101010101" pitchFamily="2" charset="-122"/>
                <a:ea typeface="黑体" panose="02010609060101010101" pitchFamily="2" charset="-122"/>
              </a:rPr>
              <a:t>传感技术的地位与作用</a:t>
            </a:r>
          </a:p>
        </p:txBody>
      </p:sp>
      <p:sp>
        <p:nvSpPr>
          <p:cNvPr id="14338" name="灯片编号占位符 5"/>
          <p:cNvSpPr>
            <a:spLocks noGrp="1"/>
          </p:cNvSpPr>
          <p:nvPr>
            <p:ph type="sldNum" sz="quarter" idx="12"/>
          </p:nvPr>
        </p:nvSpPr>
        <p:spPr>
          <a:noFill/>
          <a:ln>
            <a:noFill/>
          </a:ln>
        </p:spPr>
        <p:txBody>
          <a:bodyPr wrap="square" lIns="91440" tIns="45720" rIns="91440" bIns="45720" anchor="ctr"/>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r">
              <a:lnSpc>
                <a:spcPct val="150000"/>
              </a:lnSpc>
              <a:spcBef>
                <a:spcPct val="20000"/>
              </a:spcBef>
              <a:buSzPct val="85000"/>
              <a:buFontTx/>
              <a:buChar char="•"/>
            </a:pPr>
            <a:fld id="{9A0DB2DC-4C9A-4742-B13C-FB6460FD3503}" type="slidenum">
              <a:rPr lang="en-US" altLang="zh-CN" sz="1200" dirty="0">
                <a:solidFill>
                  <a:srgbClr val="898989"/>
                </a:solidFill>
              </a:rPr>
              <a:t>10</a:t>
            </a:fld>
            <a:endParaRPr lang="en-US" altLang="zh-CN" sz="1200" dirty="0">
              <a:solidFill>
                <a:srgbClr val="898989"/>
              </a:solidFill>
            </a:endParaRPr>
          </a:p>
        </p:txBody>
      </p:sp>
      <p:sp>
        <p:nvSpPr>
          <p:cNvPr id="6" name="矩形 5"/>
          <p:cNvSpPr/>
          <p:nvPr/>
        </p:nvSpPr>
        <p:spPr>
          <a:xfrm>
            <a:off x="142875" y="1000125"/>
            <a:ext cx="8286750" cy="46038"/>
          </a:xfrm>
          <a:prstGeom prst="rect">
            <a:avLst/>
          </a:prstGeom>
          <a:gradFill flip="none" rotWithShape="1">
            <a:gsLst>
              <a:gs pos="0">
                <a:srgbClr val="5E9EFF"/>
              </a:gs>
              <a:gs pos="39999">
                <a:srgbClr val="85C2FF"/>
              </a:gs>
              <a:gs pos="70000">
                <a:srgbClr val="C4D6EB"/>
              </a:gs>
              <a:gs pos="100000">
                <a:srgbClr val="FFEBFA"/>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50000"/>
              </a:lnSpc>
              <a:spcBef>
                <a:spcPts val="0"/>
              </a:spcBef>
              <a:spcAft>
                <a:spcPts val="0"/>
              </a:spcAft>
              <a:buClrTx/>
              <a:buSzPct val="85000"/>
              <a:buFontTx/>
              <a:buChar char="•"/>
              <a:defRPr/>
            </a:pPr>
            <a:endParaRPr kumimoji="1" lang="zh-CN" altLang="en-US" sz="2400" b="0" i="0" u="none" strike="noStrike" kern="1200" cap="none" spc="0" normalizeH="0" baseline="0" noProof="0">
              <a:ln>
                <a:noFill/>
              </a:ln>
              <a:solidFill>
                <a:schemeClr val="lt1"/>
              </a:solidFill>
              <a:effectLst/>
              <a:uLnTx/>
              <a:uFillTx/>
              <a:latin typeface="+mn-lt"/>
              <a:ea typeface="+mn-ea"/>
              <a:cs typeface="+mn-cs"/>
            </a:endParaRPr>
          </a:p>
        </p:txBody>
      </p:sp>
      <p:sp>
        <p:nvSpPr>
          <p:cNvPr id="14340" name="Rectangle 3"/>
          <p:cNvSpPr txBox="1"/>
          <p:nvPr/>
        </p:nvSpPr>
        <p:spPr>
          <a:xfrm>
            <a:off x="323850" y="1233488"/>
            <a:ext cx="5435600" cy="719137"/>
          </a:xfrm>
          <a:prstGeom prst="rect">
            <a:avLst/>
          </a:prstGeom>
          <a:noFill/>
          <a:ln w="9525">
            <a:noFill/>
          </a:ln>
        </p:spPr>
        <p:txBody>
          <a:bodyPr anchor="t"/>
          <a:lstStyle/>
          <a:p>
            <a:pPr marL="342900" indent="-342900">
              <a:lnSpc>
                <a:spcPct val="125000"/>
              </a:lnSpc>
              <a:spcBef>
                <a:spcPct val="50000"/>
              </a:spcBef>
              <a:buSzTx/>
            </a:pPr>
            <a:r>
              <a:rPr lang="en-US" altLang="zh-CN" sz="2800" b="1" dirty="0">
                <a:solidFill>
                  <a:schemeClr val="tx2"/>
                </a:solidFill>
                <a:latin typeface="黑体" panose="02010609060101010101" pitchFamily="2" charset="-122"/>
                <a:ea typeface="黑体" panose="02010609060101010101" pitchFamily="2" charset="-122"/>
              </a:rPr>
              <a:t>1.2 </a:t>
            </a:r>
            <a:r>
              <a:rPr lang="zh-CN" altLang="en-US" sz="2800" b="1" dirty="0">
                <a:solidFill>
                  <a:schemeClr val="tx2"/>
                </a:solidFill>
                <a:latin typeface="黑体" panose="02010609060101010101" pitchFamily="2" charset="-122"/>
                <a:ea typeface="黑体" panose="02010609060101010101" pitchFamily="2" charset="-122"/>
              </a:rPr>
              <a:t>促进科学研究</a:t>
            </a:r>
          </a:p>
        </p:txBody>
      </p:sp>
      <p:sp>
        <p:nvSpPr>
          <p:cNvPr id="12" name="页脚占位符 6"/>
          <p:cNvSpPr txBox="1">
            <a:spLocks noGrp="1"/>
          </p:cNvSpPr>
          <p:nvPr>
            <p:ph type="ftr" sz="quarter" idx="11"/>
          </p:nvPr>
        </p:nvSpPr>
        <p:spPr>
          <a:xfrm>
            <a:off x="2843213" y="6411913"/>
            <a:ext cx="2895600" cy="365125"/>
          </a:xfrm>
          <a:noFill/>
        </p:spPr>
        <p:txBody>
          <a:bodyPr vert="horz" lIns="91440" tIns="45720" rIns="91440" bIns="45720" rtlCol="0" anchor="ctr"/>
          <a:lstStyle/>
          <a:p>
            <a:pPr marL="0" marR="0" lvl="0" indent="0" algn="ctr" defTabSz="914400" rtl="0" eaLnBrk="1" fontAlgn="base" latinLnBrk="0" hangingPunct="1">
              <a:lnSpc>
                <a:spcPct val="150000"/>
              </a:lnSpc>
              <a:spcBef>
                <a:spcPct val="20000"/>
              </a:spcBef>
              <a:spcAft>
                <a:spcPct val="0"/>
              </a:spcAft>
              <a:buClrTx/>
              <a:buSzPct val="85000"/>
              <a:buFontTx/>
              <a:buChar char="•"/>
              <a:defRPr/>
            </a:pPr>
            <a:r>
              <a:rPr kumimoji="1" lang="en-US" altLang="zh-CN" sz="1200" b="0" i="0" u="none" strike="noStrike" kern="1200" cap="none" spc="0" normalizeH="0" baseline="0" noProof="0" dirty="0">
                <a:ln>
                  <a:noFill/>
                </a:ln>
                <a:solidFill>
                  <a:schemeClr val="tx1">
                    <a:tint val="75000"/>
                  </a:schemeClr>
                </a:solidFill>
                <a:effectLst/>
                <a:uLnTx/>
                <a:uFillTx/>
                <a:latin typeface="Times New Roman" panose="02020603050405020304" pitchFamily="18" charset="0"/>
                <a:ea typeface="楷体_GB2312" pitchFamily="49" charset="-122"/>
                <a:cs typeface="+mn-cs"/>
              </a:rPr>
              <a:t> </a:t>
            </a:r>
            <a:r>
              <a:rPr kumimoji="1" lang="zh-CN" altLang="en-US" sz="1200" b="0" i="0" u="none" strike="noStrike" kern="1200" cap="none" spc="0" normalizeH="0" baseline="0" noProof="0" dirty="0">
                <a:ln>
                  <a:noFill/>
                </a:ln>
                <a:solidFill>
                  <a:schemeClr val="tx1">
                    <a:tint val="75000"/>
                  </a:schemeClr>
                </a:solidFill>
                <a:effectLst/>
                <a:uLnTx/>
                <a:uFillTx/>
                <a:latin typeface="Times New Roman" panose="02020603050405020304" pitchFamily="18" charset="0"/>
                <a:ea typeface="楷体_GB2312" pitchFamily="49" charset="-122"/>
                <a:cs typeface="+mn-cs"/>
              </a:rPr>
              <a:t>测量科学与仪器系</a:t>
            </a:r>
            <a:endParaRPr kumimoji="1" lang="en-US" altLang="zh-CN" sz="1200" b="0" i="0" u="none" strike="noStrike" kern="1200" cap="none" spc="0" normalizeH="0" baseline="0" noProof="0" dirty="0">
              <a:ln>
                <a:noFill/>
              </a:ln>
              <a:solidFill>
                <a:schemeClr val="tx1">
                  <a:tint val="75000"/>
                </a:schemeClr>
              </a:solidFill>
              <a:effectLst/>
              <a:uLnTx/>
              <a:uFillTx/>
              <a:latin typeface="Times New Roman" panose="02020603050405020304" pitchFamily="18" charset="0"/>
              <a:ea typeface="楷体_GB2312" pitchFamily="49" charset="-122"/>
              <a:cs typeface="+mn-cs"/>
            </a:endParaRPr>
          </a:p>
        </p:txBody>
      </p:sp>
      <p:sp>
        <p:nvSpPr>
          <p:cNvPr id="18439" name="文本框 2"/>
          <p:cNvSpPr txBox="1"/>
          <p:nvPr/>
        </p:nvSpPr>
        <p:spPr>
          <a:xfrm>
            <a:off x="539433" y="1988503"/>
            <a:ext cx="6427787" cy="460375"/>
          </a:xfrm>
          <a:prstGeom prst="rect">
            <a:avLst/>
          </a:prstGeom>
          <a:noFill/>
          <a:ln w="9525">
            <a:noFill/>
          </a:ln>
        </p:spPr>
        <p:txBody>
          <a:bodyPr wrap="square" anchor="t">
            <a:spAutoFit/>
          </a:bodyPr>
          <a:lstStyle/>
          <a:p>
            <a:r>
              <a:rPr lang="zh-CN" altLang="en-US" b="1">
                <a:solidFill>
                  <a:srgbClr val="FF0000"/>
                </a:solidFill>
                <a:latin typeface="黑体" panose="02010609060101010101" pitchFamily="2" charset="-122"/>
                <a:ea typeface="黑体" panose="02010609060101010101" pitchFamily="2" charset="-122"/>
              </a:rPr>
              <a:t>中国天眼</a:t>
            </a:r>
            <a:r>
              <a:rPr lang="en-US" altLang="zh-CN" b="1">
                <a:solidFill>
                  <a:srgbClr val="FF0000"/>
                </a:solidFill>
                <a:latin typeface="黑体" panose="02010609060101010101" pitchFamily="2" charset="-122"/>
                <a:ea typeface="黑体" panose="02010609060101010101" pitchFamily="2" charset="-122"/>
              </a:rPr>
              <a:t>-500</a:t>
            </a:r>
            <a:r>
              <a:rPr lang="zh-CN" altLang="zh-CN" b="1">
                <a:solidFill>
                  <a:srgbClr val="FF0000"/>
                </a:solidFill>
                <a:latin typeface="黑体" panose="02010609060101010101" pitchFamily="2" charset="-122"/>
                <a:ea typeface="黑体" panose="02010609060101010101" pitchFamily="2" charset="-122"/>
              </a:rPr>
              <a:t>米口径球面射电望远镜</a:t>
            </a:r>
            <a:r>
              <a:rPr lang="en-US" altLang="zh-CN" b="1">
                <a:solidFill>
                  <a:srgbClr val="FF0000"/>
                </a:solidFill>
                <a:latin typeface="黑体" panose="02010609060101010101" pitchFamily="2" charset="-122"/>
                <a:ea typeface="黑体" panose="02010609060101010101" pitchFamily="2" charset="-122"/>
              </a:rPr>
              <a:t>(FAST)</a:t>
            </a:r>
          </a:p>
        </p:txBody>
      </p:sp>
      <p:pic>
        <p:nvPicPr>
          <p:cNvPr id="18443" name="图片 6" descr="QQ截图"/>
          <p:cNvPicPr>
            <a:picLocks noChangeAspect="1"/>
          </p:cNvPicPr>
          <p:nvPr>
            <p:custDataLst>
              <p:tags r:id="rId1"/>
            </p:custDataLst>
          </p:nvPr>
        </p:nvPicPr>
        <p:blipFill>
          <a:blip r:embed="rId3"/>
          <a:stretch>
            <a:fillRect/>
          </a:stretch>
        </p:blipFill>
        <p:spPr>
          <a:xfrm>
            <a:off x="5380038" y="2913063"/>
            <a:ext cx="3306762" cy="2773362"/>
          </a:xfrm>
          <a:prstGeom prst="rect">
            <a:avLst/>
          </a:prstGeom>
          <a:noFill/>
          <a:ln w="9525">
            <a:noFill/>
          </a:ln>
        </p:spPr>
      </p:pic>
      <p:sp>
        <p:nvSpPr>
          <p:cNvPr id="18438" name="文本框 99"/>
          <p:cNvSpPr txBox="1"/>
          <p:nvPr/>
        </p:nvSpPr>
        <p:spPr>
          <a:xfrm>
            <a:off x="755650" y="2708910"/>
            <a:ext cx="4371340" cy="1630045"/>
          </a:xfrm>
          <a:prstGeom prst="rect">
            <a:avLst/>
          </a:prstGeom>
          <a:noFill/>
          <a:ln w="9525">
            <a:noFill/>
          </a:ln>
        </p:spPr>
        <p:txBody>
          <a:bodyPr wrap="square" anchor="t">
            <a:spAutoFit/>
          </a:bodyPr>
          <a:lstStyle/>
          <a:p>
            <a:r>
              <a:rPr lang="en-US" altLang="zh-CN" sz="2000">
                <a:solidFill>
                  <a:srgbClr val="333333"/>
                </a:solidFill>
                <a:latin typeface="黑体" panose="02010609060101010101" pitchFamily="2" charset="-122"/>
                <a:ea typeface="黑体" panose="02010609060101010101" pitchFamily="2" charset="-122"/>
              </a:rPr>
              <a:t>* FAST</a:t>
            </a:r>
            <a:r>
              <a:rPr lang="zh-CN" altLang="zh-CN" sz="2000">
                <a:solidFill>
                  <a:srgbClr val="333333"/>
                </a:solidFill>
                <a:latin typeface="黑体" panose="02010609060101010101" pitchFamily="2" charset="-122"/>
                <a:ea typeface="黑体" panose="02010609060101010101" pitchFamily="2" charset="-122"/>
              </a:rPr>
              <a:t>是世界上目前口径最大、最精密的单天线射电望远镜。它将在基础研究的众多领域，例如</a:t>
            </a:r>
            <a:r>
              <a:rPr lang="zh-CN" altLang="zh-CN" sz="2000">
                <a:solidFill>
                  <a:srgbClr val="C00000"/>
                </a:solidFill>
                <a:latin typeface="黑体" panose="02010609060101010101" pitchFamily="2" charset="-122"/>
                <a:ea typeface="黑体" panose="02010609060101010101" pitchFamily="2" charset="-122"/>
              </a:rPr>
              <a:t>宇宙大尺度物理学、物质深层次结构和规律</a:t>
            </a:r>
            <a:r>
              <a:rPr lang="zh-CN" altLang="zh-CN" sz="2000">
                <a:solidFill>
                  <a:srgbClr val="333333"/>
                </a:solidFill>
                <a:latin typeface="黑体" panose="02010609060101010101" pitchFamily="2" charset="-122"/>
                <a:ea typeface="黑体" panose="02010609060101010101" pitchFamily="2" charset="-122"/>
              </a:rPr>
              <a:t>等方向提供发现和突破的机遇。</a:t>
            </a:r>
            <a:endParaRPr lang="zh-CN" altLang="en-US" sz="2000">
              <a:latin typeface="黑体" panose="02010609060101010101" pitchFamily="2" charset="-122"/>
              <a:ea typeface="黑体" panose="02010609060101010101" pitchFamily="2" charset="-122"/>
            </a:endParaRPr>
          </a:p>
        </p:txBody>
      </p:sp>
      <p:sp>
        <p:nvSpPr>
          <p:cNvPr id="18442" name="文本框 5"/>
          <p:cNvSpPr txBox="1"/>
          <p:nvPr/>
        </p:nvSpPr>
        <p:spPr>
          <a:xfrm>
            <a:off x="827405" y="4796790"/>
            <a:ext cx="4069080" cy="1014730"/>
          </a:xfrm>
          <a:prstGeom prst="rect">
            <a:avLst/>
          </a:prstGeom>
          <a:noFill/>
          <a:ln w="9525">
            <a:noFill/>
          </a:ln>
        </p:spPr>
        <p:txBody>
          <a:bodyPr wrap="square" anchor="t">
            <a:spAutoFit/>
          </a:bodyPr>
          <a:lstStyle/>
          <a:p>
            <a:r>
              <a:rPr lang="en-US" altLang="zh-CN" sz="2000" dirty="0">
                <a:latin typeface="黑体" panose="02010609060101010101" pitchFamily="2" charset="-122"/>
                <a:ea typeface="黑体" panose="02010609060101010101" pitchFamily="2" charset="-122"/>
              </a:rPr>
              <a:t>* </a:t>
            </a:r>
            <a:r>
              <a:rPr lang="zh-CN" altLang="en-US" sz="2000" dirty="0">
                <a:latin typeface="黑体" panose="02010609060101010101" pitchFamily="2" charset="-122"/>
                <a:ea typeface="黑体" panose="02010609060101010101" pitchFamily="2" charset="-122"/>
              </a:rPr>
              <a:t>截至2019年8月28日，已发现132颗优质的脉冲星候选体，其中有93颗已被确认为新发现的脉冲星。</a:t>
            </a:r>
          </a:p>
        </p:txBody>
      </p:sp>
    </p:spTree>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7" name="Rectangle 3"/>
          <p:cNvSpPr>
            <a:spLocks noGrp="1"/>
          </p:cNvSpPr>
          <p:nvPr>
            <p:ph idx="1"/>
          </p:nvPr>
        </p:nvSpPr>
        <p:spPr>
          <a:xfrm>
            <a:off x="358775" y="152400"/>
            <a:ext cx="8532813" cy="647700"/>
          </a:xfrm>
        </p:spPr>
        <p:txBody>
          <a:bodyPr vert="horz" wrap="square" lIns="91440" tIns="45720" rIns="91440" bIns="45720" anchor="t"/>
          <a:lstStyle/>
          <a:p>
            <a:pPr eaLnBrk="1" hangingPunct="1">
              <a:lnSpc>
                <a:spcPct val="125000"/>
              </a:lnSpc>
              <a:spcBef>
                <a:spcPct val="50000"/>
              </a:spcBef>
              <a:buFontTx/>
              <a:buNone/>
            </a:pPr>
            <a:r>
              <a:rPr lang="en-US" altLang="zh-CN" dirty="0">
                <a:solidFill>
                  <a:srgbClr val="C00000"/>
                </a:solidFill>
                <a:latin typeface="黑体" panose="02010609060101010101" pitchFamily="2" charset="-122"/>
                <a:ea typeface="黑体" panose="02010609060101010101" pitchFamily="2" charset="-122"/>
              </a:rPr>
              <a:t>1 </a:t>
            </a:r>
            <a:r>
              <a:rPr lang="zh-CN" altLang="en-US" dirty="0">
                <a:solidFill>
                  <a:srgbClr val="C00000"/>
                </a:solidFill>
                <a:latin typeface="黑体" panose="02010609060101010101" pitchFamily="2" charset="-122"/>
                <a:ea typeface="黑体" panose="02010609060101010101" pitchFamily="2" charset="-122"/>
              </a:rPr>
              <a:t>传感技术的地位与作用</a:t>
            </a:r>
          </a:p>
        </p:txBody>
      </p:sp>
      <p:sp>
        <p:nvSpPr>
          <p:cNvPr id="14338" name="灯片编号占位符 5"/>
          <p:cNvSpPr>
            <a:spLocks noGrp="1"/>
          </p:cNvSpPr>
          <p:nvPr>
            <p:ph type="sldNum" sz="quarter" idx="12"/>
          </p:nvPr>
        </p:nvSpPr>
        <p:spPr>
          <a:noFill/>
          <a:ln>
            <a:noFill/>
          </a:ln>
        </p:spPr>
        <p:txBody>
          <a:bodyPr wrap="square" lIns="91440" tIns="45720" rIns="91440" bIns="45720" anchor="ctr"/>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r">
              <a:lnSpc>
                <a:spcPct val="150000"/>
              </a:lnSpc>
              <a:spcBef>
                <a:spcPct val="20000"/>
              </a:spcBef>
              <a:buSzPct val="85000"/>
              <a:buFontTx/>
              <a:buChar char="•"/>
            </a:pPr>
            <a:fld id="{9A0DB2DC-4C9A-4742-B13C-FB6460FD3503}" type="slidenum">
              <a:rPr lang="en-US" altLang="zh-CN" sz="1200" dirty="0">
                <a:solidFill>
                  <a:srgbClr val="898989"/>
                </a:solidFill>
              </a:rPr>
              <a:t>11</a:t>
            </a:fld>
            <a:endParaRPr lang="en-US" altLang="zh-CN" sz="1200" dirty="0">
              <a:solidFill>
                <a:srgbClr val="898989"/>
              </a:solidFill>
            </a:endParaRPr>
          </a:p>
        </p:txBody>
      </p:sp>
      <p:sp>
        <p:nvSpPr>
          <p:cNvPr id="6" name="矩形 5"/>
          <p:cNvSpPr/>
          <p:nvPr/>
        </p:nvSpPr>
        <p:spPr>
          <a:xfrm>
            <a:off x="142875" y="1000125"/>
            <a:ext cx="8286750" cy="46038"/>
          </a:xfrm>
          <a:prstGeom prst="rect">
            <a:avLst/>
          </a:prstGeom>
          <a:gradFill flip="none" rotWithShape="1">
            <a:gsLst>
              <a:gs pos="0">
                <a:srgbClr val="5E9EFF"/>
              </a:gs>
              <a:gs pos="39999">
                <a:srgbClr val="85C2FF"/>
              </a:gs>
              <a:gs pos="70000">
                <a:srgbClr val="C4D6EB"/>
              </a:gs>
              <a:gs pos="100000">
                <a:srgbClr val="FFEBFA"/>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50000"/>
              </a:lnSpc>
              <a:spcBef>
                <a:spcPts val="0"/>
              </a:spcBef>
              <a:spcAft>
                <a:spcPts val="0"/>
              </a:spcAft>
              <a:buClrTx/>
              <a:buSzPct val="85000"/>
              <a:buFontTx/>
              <a:buChar char="•"/>
              <a:defRPr/>
            </a:pPr>
            <a:endParaRPr kumimoji="1" lang="zh-CN" altLang="en-US" sz="2400" b="0" i="0" u="none" strike="noStrike" kern="1200" cap="none" spc="0" normalizeH="0" baseline="0" noProof="0">
              <a:ln>
                <a:noFill/>
              </a:ln>
              <a:solidFill>
                <a:schemeClr val="lt1"/>
              </a:solidFill>
              <a:effectLst/>
              <a:uLnTx/>
              <a:uFillTx/>
              <a:latin typeface="+mn-lt"/>
              <a:ea typeface="+mn-ea"/>
              <a:cs typeface="+mn-cs"/>
            </a:endParaRPr>
          </a:p>
        </p:txBody>
      </p:sp>
      <p:sp>
        <p:nvSpPr>
          <p:cNvPr id="14340" name="Rectangle 3"/>
          <p:cNvSpPr txBox="1"/>
          <p:nvPr/>
        </p:nvSpPr>
        <p:spPr>
          <a:xfrm>
            <a:off x="323850" y="1233488"/>
            <a:ext cx="5435600" cy="719137"/>
          </a:xfrm>
          <a:prstGeom prst="rect">
            <a:avLst/>
          </a:prstGeom>
          <a:noFill/>
          <a:ln w="9525">
            <a:noFill/>
          </a:ln>
        </p:spPr>
        <p:txBody>
          <a:bodyPr anchor="t"/>
          <a:lstStyle/>
          <a:p>
            <a:pPr marL="342900" indent="-342900">
              <a:lnSpc>
                <a:spcPct val="125000"/>
              </a:lnSpc>
              <a:spcBef>
                <a:spcPct val="50000"/>
              </a:spcBef>
              <a:buSzPct val="85000"/>
            </a:pPr>
            <a:r>
              <a:rPr lang="en-US" altLang="zh-CN" sz="2800" b="1" dirty="0">
                <a:solidFill>
                  <a:schemeClr val="tx2"/>
                </a:solidFill>
                <a:latin typeface="黑体" panose="02010609060101010101" pitchFamily="2" charset="-122"/>
                <a:ea typeface="黑体" panose="02010609060101010101" pitchFamily="2" charset="-122"/>
              </a:rPr>
              <a:t>1.3 </a:t>
            </a:r>
            <a:r>
              <a:rPr lang="zh-CN" altLang="en-US" sz="2800" b="1" dirty="0">
                <a:solidFill>
                  <a:schemeClr val="tx2"/>
                </a:solidFill>
                <a:latin typeface="黑体" panose="02010609060101010101" pitchFamily="2" charset="-122"/>
                <a:ea typeface="黑体" panose="02010609060101010101" pitchFamily="2" charset="-122"/>
                <a:sym typeface="+mn-ea"/>
              </a:rPr>
              <a:t>推动经济发展、社会进步</a:t>
            </a:r>
            <a:endParaRPr lang="zh-CN" altLang="en-US" sz="2800" b="1" dirty="0">
              <a:solidFill>
                <a:schemeClr val="tx2"/>
              </a:solidFill>
              <a:latin typeface="黑体" panose="02010609060101010101" pitchFamily="2" charset="-122"/>
              <a:ea typeface="黑体" panose="02010609060101010101" pitchFamily="2" charset="-122"/>
            </a:endParaRPr>
          </a:p>
        </p:txBody>
      </p:sp>
      <p:sp>
        <p:nvSpPr>
          <p:cNvPr id="12" name="页脚占位符 6"/>
          <p:cNvSpPr txBox="1">
            <a:spLocks noGrp="1"/>
          </p:cNvSpPr>
          <p:nvPr>
            <p:ph type="ftr" sz="quarter" idx="11"/>
          </p:nvPr>
        </p:nvSpPr>
        <p:spPr>
          <a:xfrm>
            <a:off x="2843213" y="6411913"/>
            <a:ext cx="2895600" cy="365125"/>
          </a:xfrm>
          <a:noFill/>
        </p:spPr>
        <p:txBody>
          <a:bodyPr vert="horz" lIns="91440" tIns="45720" rIns="91440" bIns="45720" rtlCol="0" anchor="ctr"/>
          <a:lstStyle/>
          <a:p>
            <a:pPr marL="0" marR="0" lvl="0" indent="0" algn="ctr" defTabSz="914400" rtl="0" eaLnBrk="1" fontAlgn="base" latinLnBrk="0" hangingPunct="1">
              <a:lnSpc>
                <a:spcPct val="150000"/>
              </a:lnSpc>
              <a:spcBef>
                <a:spcPct val="20000"/>
              </a:spcBef>
              <a:spcAft>
                <a:spcPct val="0"/>
              </a:spcAft>
              <a:buClrTx/>
              <a:buSzPct val="85000"/>
              <a:buFontTx/>
              <a:buChar char="•"/>
              <a:defRPr/>
            </a:pPr>
            <a:r>
              <a:rPr kumimoji="1" lang="en-US" altLang="zh-CN" sz="1200" b="0" i="0" u="none" strike="noStrike" kern="1200" cap="none" spc="0" normalizeH="0" baseline="0" noProof="0" dirty="0">
                <a:ln>
                  <a:noFill/>
                </a:ln>
                <a:solidFill>
                  <a:schemeClr val="tx1">
                    <a:tint val="75000"/>
                  </a:schemeClr>
                </a:solidFill>
                <a:effectLst/>
                <a:uLnTx/>
                <a:uFillTx/>
                <a:latin typeface="Times New Roman" panose="02020603050405020304" pitchFamily="18" charset="0"/>
                <a:ea typeface="楷体_GB2312" pitchFamily="49" charset="-122"/>
                <a:cs typeface="+mn-cs"/>
              </a:rPr>
              <a:t> </a:t>
            </a:r>
            <a:r>
              <a:rPr kumimoji="1" lang="zh-CN" altLang="en-US" sz="1200" b="0" i="0" u="none" strike="noStrike" kern="1200" cap="none" spc="0" normalizeH="0" baseline="0" noProof="0" dirty="0">
                <a:ln>
                  <a:noFill/>
                </a:ln>
                <a:solidFill>
                  <a:schemeClr val="tx1">
                    <a:tint val="75000"/>
                  </a:schemeClr>
                </a:solidFill>
                <a:effectLst/>
                <a:uLnTx/>
                <a:uFillTx/>
                <a:latin typeface="Times New Roman" panose="02020603050405020304" pitchFamily="18" charset="0"/>
                <a:ea typeface="楷体_GB2312" pitchFamily="49" charset="-122"/>
                <a:cs typeface="+mn-cs"/>
              </a:rPr>
              <a:t>测量科学与仪器系</a:t>
            </a:r>
            <a:endParaRPr kumimoji="1" lang="en-US" altLang="zh-CN" sz="1200" b="0" i="0" u="none" strike="noStrike" kern="1200" cap="none" spc="0" normalizeH="0" baseline="0" noProof="0" dirty="0">
              <a:ln>
                <a:noFill/>
              </a:ln>
              <a:solidFill>
                <a:schemeClr val="tx1">
                  <a:tint val="75000"/>
                </a:schemeClr>
              </a:solidFill>
              <a:effectLst/>
              <a:uLnTx/>
              <a:uFillTx/>
              <a:latin typeface="Times New Roman" panose="02020603050405020304" pitchFamily="18" charset="0"/>
              <a:ea typeface="楷体_GB2312" pitchFamily="49" charset="-122"/>
              <a:cs typeface="+mn-cs"/>
            </a:endParaRPr>
          </a:p>
        </p:txBody>
      </p:sp>
      <p:sp>
        <p:nvSpPr>
          <p:cNvPr id="24583" name="Rectangle 3"/>
          <p:cNvSpPr txBox="1"/>
          <p:nvPr/>
        </p:nvSpPr>
        <p:spPr>
          <a:xfrm>
            <a:off x="807720" y="2132965"/>
            <a:ext cx="7527925" cy="1741488"/>
          </a:xfrm>
          <a:prstGeom prst="rect">
            <a:avLst/>
          </a:prstGeom>
          <a:noFill/>
          <a:ln w="9525">
            <a:noFill/>
          </a:ln>
        </p:spPr>
        <p:txBody>
          <a:bodyPr anchor="t"/>
          <a:lstStyle/>
          <a:p>
            <a:pPr marL="342900" indent="-342900">
              <a:lnSpc>
                <a:spcPct val="125000"/>
              </a:lnSpc>
              <a:spcBef>
                <a:spcPct val="50000"/>
              </a:spcBef>
              <a:buSzPct val="85000"/>
            </a:pPr>
            <a:r>
              <a:rPr lang="en-US" altLang="zh-CN" dirty="0">
                <a:latin typeface="黑体" panose="02010609060101010101" pitchFamily="2" charset="-122"/>
                <a:ea typeface="黑体" panose="02010609060101010101" pitchFamily="2" charset="-122"/>
              </a:rPr>
              <a:t>*</a:t>
            </a:r>
            <a:r>
              <a:rPr lang="zh-CN" altLang="en-US" dirty="0">
                <a:latin typeface="黑体" panose="02010609060101010101" pitchFamily="2" charset="-122"/>
                <a:ea typeface="黑体" panose="02010609060101010101" pitchFamily="2" charset="-122"/>
              </a:rPr>
              <a:t>各类产品生产的质量保障、食品安全、环境保护等等</a:t>
            </a:r>
            <a:endParaRPr lang="en-US" altLang="zh-CN" dirty="0">
              <a:latin typeface="黑体" panose="02010609060101010101" pitchFamily="2" charset="-122"/>
              <a:ea typeface="黑体" panose="02010609060101010101" pitchFamily="2" charset="-122"/>
            </a:endParaRPr>
          </a:p>
          <a:p>
            <a:pPr marL="342900" indent="-342900">
              <a:lnSpc>
                <a:spcPct val="125000"/>
              </a:lnSpc>
              <a:spcBef>
                <a:spcPct val="50000"/>
              </a:spcBef>
              <a:buSzPct val="85000"/>
            </a:pPr>
            <a:r>
              <a:rPr lang="en-US" altLang="zh-CN" dirty="0">
                <a:latin typeface="黑体" panose="02010609060101010101" pitchFamily="2" charset="-122"/>
                <a:ea typeface="黑体" panose="02010609060101010101" pitchFamily="2" charset="-122"/>
              </a:rPr>
              <a:t>*</a:t>
            </a:r>
            <a:r>
              <a:rPr lang="zh-CN" altLang="en-US" dirty="0">
                <a:latin typeface="黑体" panose="02010609060101010101" pitchFamily="2" charset="-122"/>
                <a:ea typeface="黑体" panose="02010609060101010101" pitchFamily="2" charset="-122"/>
              </a:rPr>
              <a:t>城市治安、交通管理（图像传感器）等</a:t>
            </a:r>
          </a:p>
          <a:p>
            <a:pPr marL="342900" indent="-342900">
              <a:lnSpc>
                <a:spcPct val="125000"/>
              </a:lnSpc>
              <a:spcBef>
                <a:spcPct val="50000"/>
              </a:spcBef>
              <a:buSzPct val="85000"/>
            </a:pPr>
            <a:r>
              <a:rPr lang="en-US" altLang="zh-CN" dirty="0">
                <a:latin typeface="黑体" panose="02010609060101010101" pitchFamily="2" charset="-122"/>
                <a:ea typeface="黑体" panose="02010609060101010101" pitchFamily="2" charset="-122"/>
              </a:rPr>
              <a:t>*</a:t>
            </a:r>
            <a:r>
              <a:rPr lang="zh-CN" altLang="en-US" dirty="0">
                <a:latin typeface="黑体" panose="02010609060101010101" pitchFamily="2" charset="-122"/>
                <a:ea typeface="黑体" panose="02010609060101010101" pitchFamily="2" charset="-122"/>
              </a:rPr>
              <a:t>老龄服务（跌倒报警器）等</a:t>
            </a:r>
          </a:p>
          <a:p>
            <a:pPr marL="342900" indent="-342900">
              <a:lnSpc>
                <a:spcPct val="125000"/>
              </a:lnSpc>
              <a:spcBef>
                <a:spcPct val="50000"/>
              </a:spcBef>
              <a:buSzPct val="85000"/>
            </a:pPr>
            <a:endParaRPr lang="zh-CN" altLang="en-US" dirty="0">
              <a:latin typeface="黑体" panose="02010609060101010101" pitchFamily="2" charset="-122"/>
              <a:ea typeface="黑体" panose="02010609060101010101" pitchFamily="2" charset="-122"/>
            </a:endParaRPr>
          </a:p>
          <a:p>
            <a:pPr marL="342900" indent="-342900">
              <a:lnSpc>
                <a:spcPct val="125000"/>
              </a:lnSpc>
              <a:spcBef>
                <a:spcPct val="50000"/>
              </a:spcBef>
              <a:buSzPct val="85000"/>
            </a:pPr>
            <a:r>
              <a:rPr lang="zh-CN" altLang="en-US" dirty="0">
                <a:solidFill>
                  <a:srgbClr val="1552D1"/>
                </a:solidFill>
                <a:latin typeface="黑体" panose="02010609060101010101" pitchFamily="2" charset="-122"/>
                <a:ea typeface="黑体" panose="02010609060101010101" pitchFamily="2" charset="-122"/>
              </a:rPr>
              <a:t>比如触摸屏手机，即</a:t>
            </a:r>
            <a:r>
              <a:rPr lang="zh-CN" altLang="en-US" dirty="0">
                <a:solidFill>
                  <a:srgbClr val="FF0000"/>
                </a:solidFill>
                <a:latin typeface="黑体" panose="02010609060101010101" pitchFamily="2" charset="-122"/>
                <a:ea typeface="黑体" panose="02010609060101010101" pitchFamily="2" charset="-122"/>
              </a:rPr>
              <a:t>触觉传感器</a:t>
            </a:r>
            <a:r>
              <a:rPr lang="zh-CN" altLang="en-US" dirty="0">
                <a:solidFill>
                  <a:srgbClr val="1552D1"/>
                </a:solidFill>
                <a:latin typeface="黑体" panose="02010609060101010101" pitchFamily="2" charset="-122"/>
                <a:ea typeface="黑体" panose="02010609060101010101" pitchFamily="2" charset="-122"/>
              </a:rPr>
              <a:t>技术发展的产物</a:t>
            </a:r>
          </a:p>
        </p:txBody>
      </p:sp>
      <p:graphicFrame>
        <p:nvGraphicFramePr>
          <p:cNvPr id="24584" name="Object 9"/>
          <p:cNvGraphicFramePr>
            <a:graphicFrameLocks noChangeAspect="1"/>
          </p:cNvGraphicFramePr>
          <p:nvPr/>
        </p:nvGraphicFramePr>
        <p:xfrm>
          <a:off x="971550" y="4149090"/>
          <a:ext cx="1270000" cy="407670"/>
        </p:xfrm>
        <a:graphic>
          <a:graphicData uri="http://schemas.openxmlformats.org/presentationml/2006/ole">
            <mc:AlternateContent xmlns:mc="http://schemas.openxmlformats.org/markup-compatibility/2006">
              <mc:Choice xmlns:v="urn:schemas-microsoft-com:vml" Requires="v">
                <p:oleObj spid="_x0000_s1063" r:id="rId3" imgW="317500" imgH="101600" progId="Equation.DSMT4">
                  <p:embed/>
                </p:oleObj>
              </mc:Choice>
              <mc:Fallback>
                <p:oleObj r:id="rId3" imgW="317500" imgH="101600" progId="Equation.DSMT4">
                  <p:embed/>
                  <p:pic>
                    <p:nvPicPr>
                      <p:cNvPr id="0" name="图片 3075"/>
                      <p:cNvPicPr/>
                      <p:nvPr/>
                    </p:nvPicPr>
                    <p:blipFill>
                      <a:blip r:embed="rId4"/>
                      <a:stretch>
                        <a:fillRect/>
                      </a:stretch>
                    </p:blipFill>
                    <p:spPr>
                      <a:xfrm>
                        <a:off x="971550" y="4149090"/>
                        <a:ext cx="1270000" cy="407670"/>
                      </a:xfrm>
                      <a:prstGeom prst="rect">
                        <a:avLst/>
                      </a:prstGeom>
                      <a:noFill/>
                      <a:ln w="38100">
                        <a:noFill/>
                        <a:miter/>
                      </a:ln>
                    </p:spPr>
                  </p:pic>
                </p:oleObj>
              </mc:Fallback>
            </mc:AlternateContent>
          </a:graphicData>
        </a:graphic>
      </p:graphicFrame>
    </p:spTree>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5" name="灯片编号占位符 3"/>
          <p:cNvSpPr>
            <a:spLocks noGrp="1"/>
          </p:cNvSpPr>
          <p:nvPr>
            <p:ph type="sldNum" sz="quarter" idx="12"/>
          </p:nvPr>
        </p:nvSpPr>
        <p:spPr>
          <a:noFill/>
          <a:ln>
            <a:noFill/>
          </a:ln>
        </p:spPr>
        <p:txBody>
          <a:bodyPr wrap="square" lIns="91440" tIns="45720" rIns="91440" bIns="45720" anchor="ctr"/>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r">
              <a:lnSpc>
                <a:spcPct val="150000"/>
              </a:lnSpc>
              <a:spcBef>
                <a:spcPct val="20000"/>
              </a:spcBef>
              <a:buSzPct val="85000"/>
              <a:buFontTx/>
              <a:buChar char="•"/>
            </a:pPr>
            <a:fld id="{9A0DB2DC-4C9A-4742-B13C-FB6460FD3503}" type="slidenum">
              <a:rPr lang="en-US" altLang="zh-CN" sz="1200" dirty="0">
                <a:solidFill>
                  <a:srgbClr val="898989"/>
                </a:solidFill>
              </a:rPr>
              <a:t>12</a:t>
            </a:fld>
            <a:endParaRPr lang="en-US" altLang="zh-CN" sz="1200" dirty="0">
              <a:solidFill>
                <a:srgbClr val="898989"/>
              </a:solidFill>
            </a:endParaRPr>
          </a:p>
        </p:txBody>
      </p:sp>
      <p:sp>
        <p:nvSpPr>
          <p:cNvPr id="26626" name="Rectangle 4"/>
          <p:cNvSpPr/>
          <p:nvPr/>
        </p:nvSpPr>
        <p:spPr>
          <a:xfrm>
            <a:off x="468313" y="182882"/>
            <a:ext cx="6011862" cy="623248"/>
          </a:xfrm>
          <a:prstGeom prst="rect">
            <a:avLst/>
          </a:prstGeom>
          <a:noFill/>
          <a:ln w="9525">
            <a:noFill/>
          </a:ln>
        </p:spPr>
        <p:txBody>
          <a:bodyPr anchor="ctr">
            <a:spAutoFit/>
          </a:bodyPr>
          <a:lstStyle/>
          <a:p>
            <a:pPr>
              <a:lnSpc>
                <a:spcPct val="125000"/>
              </a:lnSpc>
              <a:spcBef>
                <a:spcPct val="50000"/>
              </a:spcBef>
              <a:buSzPct val="85000"/>
            </a:pPr>
            <a:r>
              <a:rPr lang="en-US" altLang="zh-CN" sz="3200" dirty="0">
                <a:solidFill>
                  <a:srgbClr val="C00000"/>
                </a:solidFill>
                <a:latin typeface="黑体" panose="02010609060101010101" pitchFamily="2" charset="-122"/>
                <a:ea typeface="黑体" panose="02010609060101010101" pitchFamily="2" charset="-122"/>
              </a:rPr>
              <a:t>2 </a:t>
            </a:r>
            <a:r>
              <a:rPr lang="zh-CN" altLang="en-US" sz="3200" dirty="0">
                <a:solidFill>
                  <a:srgbClr val="C00000"/>
                </a:solidFill>
                <a:latin typeface="黑体" panose="02010609060101010101" pitchFamily="2" charset="-122"/>
                <a:ea typeface="黑体" panose="02010609060101010101" pitchFamily="2" charset="-122"/>
              </a:rPr>
              <a:t>传感技术发展的趋势    </a:t>
            </a:r>
          </a:p>
        </p:txBody>
      </p:sp>
      <p:sp>
        <p:nvSpPr>
          <p:cNvPr id="26627" name="Text Box 5"/>
          <p:cNvSpPr txBox="1"/>
          <p:nvPr/>
        </p:nvSpPr>
        <p:spPr>
          <a:xfrm>
            <a:off x="827088" y="1474788"/>
            <a:ext cx="3240087" cy="736600"/>
          </a:xfrm>
          <a:prstGeom prst="rect">
            <a:avLst/>
          </a:prstGeom>
          <a:noFill/>
          <a:ln w="9525">
            <a:noFill/>
          </a:ln>
        </p:spPr>
        <p:txBody>
          <a:bodyPr anchor="t">
            <a:spAutoFit/>
          </a:bodyPr>
          <a:lstStyle/>
          <a:p>
            <a:pPr indent="360680">
              <a:lnSpc>
                <a:spcPct val="150000"/>
              </a:lnSpc>
              <a:spcBef>
                <a:spcPct val="50000"/>
              </a:spcBef>
              <a:buSzPct val="85000"/>
              <a:buFont typeface="Wingdings" panose="05000000000000000000" pitchFamily="2" charset="2"/>
              <a:buChar char="n"/>
            </a:pPr>
            <a:r>
              <a:rPr lang="en-US" altLang="zh-CN" sz="2800" dirty="0">
                <a:latin typeface="楷体_GB2312" pitchFamily="49" charset="-122"/>
                <a:ea typeface="楷体_GB2312" pitchFamily="49" charset="-122"/>
              </a:rPr>
              <a:t> </a:t>
            </a:r>
            <a:r>
              <a:rPr lang="en-US" altLang="zh-CN" sz="2800" dirty="0">
                <a:solidFill>
                  <a:srgbClr val="FF3300"/>
                </a:solidFill>
                <a:latin typeface="黑体" panose="02010609060101010101" pitchFamily="2" charset="-122"/>
                <a:ea typeface="黑体" panose="02010609060101010101" pitchFamily="2" charset="-122"/>
              </a:rPr>
              <a:t>“</a:t>
            </a:r>
            <a:r>
              <a:rPr lang="zh-CN" altLang="en-US" sz="2800" dirty="0">
                <a:solidFill>
                  <a:srgbClr val="FF3300"/>
                </a:solidFill>
                <a:latin typeface="黑体" panose="02010609060101010101" pitchFamily="2" charset="-122"/>
                <a:ea typeface="黑体" panose="02010609060101010101" pitchFamily="2" charset="-122"/>
              </a:rPr>
              <a:t>三新”</a:t>
            </a:r>
          </a:p>
        </p:txBody>
      </p:sp>
      <p:sp>
        <p:nvSpPr>
          <p:cNvPr id="26628" name="Text Box 6"/>
          <p:cNvSpPr txBox="1"/>
          <p:nvPr/>
        </p:nvSpPr>
        <p:spPr>
          <a:xfrm>
            <a:off x="971550" y="2374900"/>
            <a:ext cx="3524250" cy="2122488"/>
          </a:xfrm>
          <a:prstGeom prst="rect">
            <a:avLst/>
          </a:prstGeom>
          <a:noFill/>
          <a:ln w="9525">
            <a:noFill/>
          </a:ln>
        </p:spPr>
        <p:txBody>
          <a:bodyPr wrap="square" anchor="t">
            <a:spAutoFit/>
          </a:bodyPr>
          <a:lstStyle/>
          <a:p>
            <a:pPr indent="360680">
              <a:lnSpc>
                <a:spcPct val="150000"/>
              </a:lnSpc>
              <a:spcBef>
                <a:spcPct val="50000"/>
              </a:spcBef>
              <a:buSzPct val="85000"/>
              <a:buFont typeface="Wingdings" panose="05000000000000000000" pitchFamily="2" charset="2"/>
              <a:buChar char="l"/>
            </a:pPr>
            <a:r>
              <a:rPr lang="en-US" altLang="zh-CN" dirty="0">
                <a:latin typeface="黑体" panose="02010609060101010101" pitchFamily="2" charset="-122"/>
                <a:ea typeface="黑体" panose="02010609060101010101" pitchFamily="2" charset="-122"/>
              </a:rPr>
              <a:t> </a:t>
            </a:r>
            <a:r>
              <a:rPr lang="zh-CN" altLang="en-US" dirty="0">
                <a:latin typeface="黑体" panose="02010609060101010101" pitchFamily="2" charset="-122"/>
                <a:ea typeface="黑体" panose="02010609060101010101" pitchFamily="2" charset="-122"/>
              </a:rPr>
              <a:t>新材料的开发应用</a:t>
            </a:r>
          </a:p>
          <a:p>
            <a:pPr indent="360680">
              <a:lnSpc>
                <a:spcPct val="150000"/>
              </a:lnSpc>
              <a:spcBef>
                <a:spcPct val="50000"/>
              </a:spcBef>
              <a:buSzPct val="85000"/>
              <a:buFont typeface="Wingdings" panose="05000000000000000000" pitchFamily="2" charset="2"/>
              <a:buChar char="l"/>
            </a:pPr>
            <a:r>
              <a:rPr lang="zh-CN" altLang="en-US" dirty="0">
                <a:latin typeface="黑体" panose="02010609060101010101" pitchFamily="2" charset="-122"/>
                <a:ea typeface="黑体" panose="02010609060101010101" pitchFamily="2" charset="-122"/>
              </a:rPr>
              <a:t> 新工艺技术的应用</a:t>
            </a:r>
          </a:p>
          <a:p>
            <a:pPr indent="360680">
              <a:lnSpc>
                <a:spcPct val="150000"/>
              </a:lnSpc>
              <a:spcBef>
                <a:spcPct val="50000"/>
              </a:spcBef>
              <a:buSzPct val="85000"/>
              <a:buFont typeface="Wingdings" panose="05000000000000000000" pitchFamily="2" charset="2"/>
              <a:buChar char="l"/>
            </a:pPr>
            <a:r>
              <a:rPr lang="zh-CN" altLang="en-US" dirty="0">
                <a:latin typeface="黑体" panose="02010609060101010101" pitchFamily="2" charset="-122"/>
                <a:ea typeface="黑体" panose="02010609060101010101" pitchFamily="2" charset="-122"/>
              </a:rPr>
              <a:t> 新效应的发现</a:t>
            </a:r>
          </a:p>
        </p:txBody>
      </p:sp>
      <p:sp>
        <p:nvSpPr>
          <p:cNvPr id="26629" name="Text Box 7"/>
          <p:cNvSpPr txBox="1"/>
          <p:nvPr/>
        </p:nvSpPr>
        <p:spPr>
          <a:xfrm>
            <a:off x="4895850" y="1412875"/>
            <a:ext cx="3240088" cy="736600"/>
          </a:xfrm>
          <a:prstGeom prst="rect">
            <a:avLst/>
          </a:prstGeom>
          <a:noFill/>
          <a:ln w="9525">
            <a:noFill/>
          </a:ln>
        </p:spPr>
        <p:txBody>
          <a:bodyPr anchor="t">
            <a:spAutoFit/>
          </a:bodyPr>
          <a:lstStyle/>
          <a:p>
            <a:pPr indent="360680">
              <a:lnSpc>
                <a:spcPct val="150000"/>
              </a:lnSpc>
              <a:spcBef>
                <a:spcPct val="50000"/>
              </a:spcBef>
              <a:buSzPct val="85000"/>
              <a:buFont typeface="Wingdings" panose="05000000000000000000" pitchFamily="2" charset="2"/>
              <a:buChar char="n"/>
            </a:pPr>
            <a:r>
              <a:rPr lang="en-US" altLang="zh-CN" sz="2800" dirty="0">
                <a:latin typeface="黑体" panose="02010609060101010101" pitchFamily="2" charset="-122"/>
                <a:ea typeface="黑体" panose="02010609060101010101" pitchFamily="2" charset="-122"/>
              </a:rPr>
              <a:t> </a:t>
            </a:r>
            <a:r>
              <a:rPr lang="en-US" altLang="zh-CN" sz="2800" dirty="0">
                <a:solidFill>
                  <a:srgbClr val="FF3300"/>
                </a:solidFill>
                <a:latin typeface="黑体" panose="02010609060101010101" pitchFamily="2" charset="-122"/>
                <a:ea typeface="黑体" panose="02010609060101010101" pitchFamily="2" charset="-122"/>
              </a:rPr>
              <a:t>“</a:t>
            </a:r>
            <a:r>
              <a:rPr lang="zh-CN" altLang="en-US" sz="2800" dirty="0">
                <a:solidFill>
                  <a:srgbClr val="FF3300"/>
                </a:solidFill>
                <a:latin typeface="黑体" panose="02010609060101010101" pitchFamily="2" charset="-122"/>
                <a:ea typeface="黑体" panose="02010609060101010101" pitchFamily="2" charset="-122"/>
              </a:rPr>
              <a:t>五化”</a:t>
            </a:r>
          </a:p>
        </p:txBody>
      </p:sp>
      <p:sp>
        <p:nvSpPr>
          <p:cNvPr id="26630" name="Text Box 8"/>
          <p:cNvSpPr txBox="1"/>
          <p:nvPr/>
        </p:nvSpPr>
        <p:spPr>
          <a:xfrm>
            <a:off x="5040313" y="2374900"/>
            <a:ext cx="3646487" cy="2335213"/>
          </a:xfrm>
          <a:prstGeom prst="rect">
            <a:avLst/>
          </a:prstGeom>
          <a:noFill/>
          <a:ln w="9525">
            <a:noFill/>
          </a:ln>
        </p:spPr>
        <p:txBody>
          <a:bodyPr wrap="square" anchor="t">
            <a:spAutoFit/>
          </a:bodyPr>
          <a:lstStyle/>
          <a:p>
            <a:pPr indent="360680">
              <a:lnSpc>
                <a:spcPts val="3500"/>
              </a:lnSpc>
              <a:buSzPct val="85000"/>
              <a:buFont typeface="Wingdings" panose="05000000000000000000" pitchFamily="2" charset="2"/>
              <a:buChar char="l"/>
            </a:pPr>
            <a:r>
              <a:rPr lang="en-US" altLang="zh-CN" dirty="0">
                <a:latin typeface="黑体" panose="02010609060101010101" pitchFamily="2" charset="-122"/>
                <a:ea typeface="黑体" panose="02010609060101010101" pitchFamily="2" charset="-122"/>
              </a:rPr>
              <a:t> </a:t>
            </a:r>
            <a:r>
              <a:rPr lang="zh-CN" altLang="en-US" dirty="0">
                <a:latin typeface="黑体" panose="02010609060101010101" pitchFamily="2" charset="-122"/>
                <a:ea typeface="黑体" panose="02010609060101010101" pitchFamily="2" charset="-122"/>
              </a:rPr>
              <a:t>固态化</a:t>
            </a:r>
          </a:p>
          <a:p>
            <a:pPr indent="360680">
              <a:lnSpc>
                <a:spcPts val="3500"/>
              </a:lnSpc>
              <a:buSzPct val="85000"/>
              <a:buFont typeface="Wingdings" panose="05000000000000000000" pitchFamily="2" charset="2"/>
              <a:buChar char="l"/>
            </a:pPr>
            <a:r>
              <a:rPr lang="zh-CN" altLang="en-US" dirty="0">
                <a:latin typeface="黑体" panose="02010609060101010101" pitchFamily="2" charset="-122"/>
                <a:ea typeface="黑体" panose="02010609060101010101" pitchFamily="2" charset="-122"/>
              </a:rPr>
              <a:t> 集成化和多功能化</a:t>
            </a:r>
          </a:p>
          <a:p>
            <a:pPr indent="360680">
              <a:lnSpc>
                <a:spcPts val="3500"/>
              </a:lnSpc>
              <a:buSzPct val="85000"/>
              <a:buFont typeface="Wingdings" panose="05000000000000000000" pitchFamily="2" charset="2"/>
              <a:buChar char="l"/>
            </a:pPr>
            <a:r>
              <a:rPr lang="zh-CN" altLang="en-US" dirty="0">
                <a:latin typeface="黑体" panose="02010609060101010101" pitchFamily="2" charset="-122"/>
                <a:ea typeface="黑体" panose="02010609060101010101" pitchFamily="2" charset="-122"/>
              </a:rPr>
              <a:t> 图像化</a:t>
            </a:r>
          </a:p>
          <a:p>
            <a:pPr indent="360680">
              <a:lnSpc>
                <a:spcPts val="3500"/>
              </a:lnSpc>
              <a:buSzPct val="85000"/>
              <a:buFont typeface="Wingdings" panose="05000000000000000000" pitchFamily="2" charset="2"/>
              <a:buChar char="l"/>
            </a:pPr>
            <a:r>
              <a:rPr lang="zh-CN" altLang="en-US" dirty="0">
                <a:latin typeface="黑体" panose="02010609060101010101" pitchFamily="2" charset="-122"/>
                <a:ea typeface="黑体" panose="02010609060101010101" pitchFamily="2" charset="-122"/>
              </a:rPr>
              <a:t> 智能化</a:t>
            </a:r>
          </a:p>
          <a:p>
            <a:pPr indent="360680">
              <a:lnSpc>
                <a:spcPts val="3500"/>
              </a:lnSpc>
              <a:buSzPct val="85000"/>
              <a:buFont typeface="Wingdings" panose="05000000000000000000" pitchFamily="2" charset="2"/>
              <a:buChar char="l"/>
            </a:pPr>
            <a:r>
              <a:rPr lang="zh-CN" altLang="en-US" dirty="0">
                <a:latin typeface="黑体" panose="02010609060101010101" pitchFamily="2" charset="-122"/>
                <a:ea typeface="黑体" panose="02010609060101010101" pitchFamily="2" charset="-122"/>
              </a:rPr>
              <a:t> 网络化</a:t>
            </a:r>
          </a:p>
        </p:txBody>
      </p:sp>
      <p:sp>
        <p:nvSpPr>
          <p:cNvPr id="10" name="矩形 9"/>
          <p:cNvSpPr/>
          <p:nvPr/>
        </p:nvSpPr>
        <p:spPr>
          <a:xfrm>
            <a:off x="142875" y="1000125"/>
            <a:ext cx="8286750" cy="46038"/>
          </a:xfrm>
          <a:prstGeom prst="rect">
            <a:avLst/>
          </a:prstGeom>
          <a:gradFill flip="none" rotWithShape="1">
            <a:gsLst>
              <a:gs pos="0">
                <a:srgbClr val="5E9EFF"/>
              </a:gs>
              <a:gs pos="39999">
                <a:srgbClr val="85C2FF"/>
              </a:gs>
              <a:gs pos="70000">
                <a:srgbClr val="C4D6EB"/>
              </a:gs>
              <a:gs pos="100000">
                <a:srgbClr val="FFEBFA"/>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50000"/>
              </a:lnSpc>
              <a:spcBef>
                <a:spcPts val="0"/>
              </a:spcBef>
              <a:spcAft>
                <a:spcPts val="0"/>
              </a:spcAft>
              <a:buClrTx/>
              <a:buSzPct val="85000"/>
              <a:buFontTx/>
              <a:buChar char="•"/>
              <a:defRPr/>
            </a:pPr>
            <a:endParaRPr kumimoji="1" lang="zh-CN" altLang="en-US" sz="2400" b="0" i="0" u="none" strike="noStrike" kern="1200" cap="none" spc="0" normalizeH="0" baseline="0" noProof="0">
              <a:ln>
                <a:noFill/>
              </a:ln>
              <a:solidFill>
                <a:schemeClr val="lt1"/>
              </a:solidFill>
              <a:effectLst/>
              <a:uLnTx/>
              <a:uFillTx/>
              <a:latin typeface="+mn-lt"/>
              <a:ea typeface="+mn-ea"/>
              <a:cs typeface="+mn-cs"/>
            </a:endParaRPr>
          </a:p>
        </p:txBody>
      </p:sp>
      <p:sp>
        <p:nvSpPr>
          <p:cNvPr id="11" name="页脚占位符 6"/>
          <p:cNvSpPr txBox="1">
            <a:spLocks noGrp="1"/>
          </p:cNvSpPr>
          <p:nvPr>
            <p:ph type="ftr" sz="quarter" idx="11"/>
          </p:nvPr>
        </p:nvSpPr>
        <p:spPr>
          <a:xfrm>
            <a:off x="2843213" y="6411913"/>
            <a:ext cx="2895600" cy="365125"/>
          </a:xfrm>
          <a:noFill/>
        </p:spPr>
        <p:txBody>
          <a:bodyPr vert="horz" lIns="91440" tIns="45720" rIns="91440" bIns="45720" rtlCol="0" anchor="ctr"/>
          <a:lstStyle/>
          <a:p>
            <a:pPr marL="0" marR="0" lvl="0" indent="0" algn="ctr" defTabSz="914400" rtl="0" eaLnBrk="1" fontAlgn="base" latinLnBrk="0" hangingPunct="1">
              <a:lnSpc>
                <a:spcPct val="150000"/>
              </a:lnSpc>
              <a:spcBef>
                <a:spcPct val="20000"/>
              </a:spcBef>
              <a:spcAft>
                <a:spcPct val="0"/>
              </a:spcAft>
              <a:buClrTx/>
              <a:buSzPct val="85000"/>
              <a:buFontTx/>
              <a:buChar char="•"/>
              <a:defRPr/>
            </a:pPr>
            <a:r>
              <a:rPr kumimoji="1" lang="zh-CN" altLang="en-US" sz="1200" b="0" i="0" u="none" strike="noStrike" kern="1200" cap="none" spc="0" normalizeH="0" baseline="0" noProof="0" dirty="0">
                <a:ln>
                  <a:noFill/>
                </a:ln>
                <a:solidFill>
                  <a:schemeClr val="tx1">
                    <a:tint val="75000"/>
                  </a:schemeClr>
                </a:solidFill>
                <a:effectLst/>
                <a:uLnTx/>
                <a:uFillTx/>
                <a:latin typeface="Times New Roman" panose="02020603050405020304" pitchFamily="18" charset="0"/>
                <a:ea typeface="楷体_GB2312" pitchFamily="49" charset="-122"/>
                <a:cs typeface="+mn-cs"/>
              </a:rPr>
              <a:t>测量科学与仪器系</a:t>
            </a:r>
            <a:endParaRPr kumimoji="1" lang="en-US" altLang="zh-CN" sz="1200" b="0" i="0" u="none" strike="noStrike" kern="1200" cap="none" spc="0" normalizeH="0" baseline="0" noProof="0" dirty="0">
              <a:ln>
                <a:noFill/>
              </a:ln>
              <a:solidFill>
                <a:schemeClr val="tx1">
                  <a:tint val="75000"/>
                </a:schemeClr>
              </a:solidFill>
              <a:effectLst/>
              <a:uLnTx/>
              <a:uFillTx/>
              <a:latin typeface="Times New Roman" panose="02020603050405020304" pitchFamily="18" charset="0"/>
              <a:ea typeface="楷体_GB2312" pitchFamily="49" charset="-122"/>
              <a:cs typeface="+mn-cs"/>
            </a:endParaRPr>
          </a:p>
        </p:txBody>
      </p:sp>
    </p:spTree>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灯片编号占位符 3"/>
          <p:cNvSpPr>
            <a:spLocks noGrp="1"/>
          </p:cNvSpPr>
          <p:nvPr>
            <p:ph type="sldNum" sz="quarter" idx="12"/>
          </p:nvPr>
        </p:nvSpPr>
        <p:spPr>
          <a:noFill/>
          <a:ln>
            <a:noFill/>
          </a:ln>
        </p:spPr>
        <p:txBody>
          <a:bodyPr wrap="square" lIns="91440" tIns="45720" rIns="91440" bIns="45720" anchor="ctr"/>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r">
              <a:lnSpc>
                <a:spcPct val="150000"/>
              </a:lnSpc>
              <a:spcBef>
                <a:spcPct val="20000"/>
              </a:spcBef>
              <a:buSzPct val="85000"/>
              <a:buFontTx/>
              <a:buChar char="•"/>
            </a:pPr>
            <a:fld id="{9A0DB2DC-4C9A-4742-B13C-FB6460FD3503}" type="slidenum">
              <a:rPr lang="en-US" altLang="zh-CN" sz="1200" dirty="0">
                <a:solidFill>
                  <a:srgbClr val="898989"/>
                </a:solidFill>
              </a:rPr>
              <a:t>13</a:t>
            </a:fld>
            <a:endParaRPr lang="en-US" altLang="zh-CN" sz="1200" dirty="0">
              <a:solidFill>
                <a:srgbClr val="898989"/>
              </a:solidFill>
            </a:endParaRPr>
          </a:p>
        </p:txBody>
      </p:sp>
      <p:sp>
        <p:nvSpPr>
          <p:cNvPr id="27650" name="Text Box 4"/>
          <p:cNvSpPr txBox="1"/>
          <p:nvPr/>
        </p:nvSpPr>
        <p:spPr>
          <a:xfrm>
            <a:off x="341313" y="1236663"/>
            <a:ext cx="8461375" cy="2276475"/>
          </a:xfrm>
          <a:prstGeom prst="rect">
            <a:avLst/>
          </a:prstGeom>
          <a:noFill/>
          <a:ln w="9525">
            <a:noFill/>
          </a:ln>
        </p:spPr>
        <p:txBody>
          <a:bodyPr anchor="t">
            <a:spAutoFit/>
          </a:bodyPr>
          <a:lstStyle/>
          <a:p>
            <a:pPr indent="360680">
              <a:lnSpc>
                <a:spcPct val="150000"/>
              </a:lnSpc>
              <a:spcAft>
                <a:spcPts val="1200"/>
              </a:spcAft>
              <a:buSzPct val="85000"/>
              <a:buFont typeface="Wingdings" panose="05000000000000000000" pitchFamily="2" charset="2"/>
              <a:buChar char="Ø"/>
            </a:pPr>
            <a:r>
              <a:rPr lang="zh-CN" altLang="en-US" b="1" dirty="0">
                <a:solidFill>
                  <a:srgbClr val="0070C0"/>
                </a:solidFill>
                <a:latin typeface="黑体" panose="02010609060101010101" pitchFamily="2" charset="-122"/>
                <a:ea typeface="黑体" panose="02010609060101010101" pitchFamily="2" charset="-122"/>
              </a:rPr>
              <a:t>传感器的固态化</a:t>
            </a:r>
            <a:r>
              <a:rPr lang="zh-CN" altLang="en-US" dirty="0">
                <a:latin typeface="黑体" panose="02010609060101010101" pitchFamily="2" charset="-122"/>
                <a:ea typeface="黑体" panose="02010609060101010101" pitchFamily="2" charset="-122"/>
              </a:rPr>
              <a:t>  </a:t>
            </a:r>
          </a:p>
          <a:p>
            <a:pPr indent="360680">
              <a:lnSpc>
                <a:spcPts val="2875"/>
              </a:lnSpc>
              <a:buSzPct val="85000"/>
            </a:pPr>
            <a:r>
              <a:rPr lang="zh-CN" altLang="en-US" dirty="0">
                <a:latin typeface="黑体" panose="02010609060101010101" pitchFamily="2" charset="-122"/>
                <a:ea typeface="黑体" panose="02010609060101010101" pitchFamily="2" charset="-122"/>
              </a:rPr>
              <a:t>物性型传感器亦称固态传感器，目前发展最快。它包括半导体、电介质和强磁性体三类，其中半导体传感器的发展最引人注目。它具有灵敏度高、响应速度快、小型轻量等优点，而且便于传感器的集成化和多功能化。</a:t>
            </a:r>
          </a:p>
        </p:txBody>
      </p:sp>
      <p:sp>
        <p:nvSpPr>
          <p:cNvPr id="252934" name="Text Box 6"/>
          <p:cNvSpPr txBox="1"/>
          <p:nvPr/>
        </p:nvSpPr>
        <p:spPr>
          <a:xfrm>
            <a:off x="427038" y="3711575"/>
            <a:ext cx="8461375" cy="2276475"/>
          </a:xfrm>
          <a:prstGeom prst="rect">
            <a:avLst/>
          </a:prstGeom>
          <a:noFill/>
          <a:ln w="9525">
            <a:noFill/>
          </a:ln>
        </p:spPr>
        <p:txBody>
          <a:bodyPr anchor="t">
            <a:spAutoFit/>
          </a:bodyPr>
          <a:lstStyle/>
          <a:p>
            <a:pPr indent="360680">
              <a:lnSpc>
                <a:spcPct val="150000"/>
              </a:lnSpc>
              <a:spcAft>
                <a:spcPts val="1200"/>
              </a:spcAft>
              <a:buSzPct val="85000"/>
              <a:buFont typeface="Wingdings" panose="05000000000000000000" pitchFamily="2" charset="2"/>
              <a:buChar char="Ø"/>
            </a:pPr>
            <a:r>
              <a:rPr lang="zh-CN" altLang="en-US" b="1" dirty="0">
                <a:solidFill>
                  <a:srgbClr val="0070C0"/>
                </a:solidFill>
                <a:latin typeface="黑体" panose="02010609060101010101" pitchFamily="2" charset="-122"/>
                <a:ea typeface="黑体" panose="02010609060101010101" pitchFamily="2" charset="-122"/>
              </a:rPr>
              <a:t>传感器的集成化和多功能化</a:t>
            </a:r>
          </a:p>
          <a:p>
            <a:pPr indent="360680">
              <a:lnSpc>
                <a:spcPts val="2875"/>
              </a:lnSpc>
              <a:buSzPct val="85000"/>
            </a:pPr>
            <a:r>
              <a:rPr lang="zh-CN" altLang="en-US" dirty="0">
                <a:latin typeface="黑体" panose="02010609060101010101" pitchFamily="2" charset="-122"/>
                <a:ea typeface="黑体" panose="02010609060101010101" pitchFamily="2" charset="-122"/>
              </a:rPr>
              <a:t>所谓的集成化，就是将敏感元件、信息处理或转换单元以及电源等部分利用半导体技术将其制作在同一芯片上。</a:t>
            </a:r>
          </a:p>
          <a:p>
            <a:pPr indent="360680">
              <a:lnSpc>
                <a:spcPts val="2875"/>
              </a:lnSpc>
              <a:buSzPct val="85000"/>
            </a:pPr>
            <a:r>
              <a:rPr lang="zh-CN" altLang="en-US" dirty="0">
                <a:latin typeface="黑体" panose="02010609060101010101" pitchFamily="2" charset="-122"/>
                <a:ea typeface="黑体" panose="02010609060101010101" pitchFamily="2" charset="-122"/>
              </a:rPr>
              <a:t>所谓的多功能化，则意味着传感器具有多种参数的检测功能，如半导体温湿敏传感器，多功能气体传感器等。</a:t>
            </a:r>
            <a:endParaRPr lang="en-US" altLang="zh-CN" dirty="0">
              <a:latin typeface="黑体" panose="02010609060101010101" pitchFamily="2" charset="-122"/>
              <a:ea typeface="黑体" panose="02010609060101010101" pitchFamily="2" charset="-122"/>
            </a:endParaRPr>
          </a:p>
        </p:txBody>
      </p:sp>
      <p:sp>
        <p:nvSpPr>
          <p:cNvPr id="7" name="页脚占位符 6"/>
          <p:cNvSpPr txBox="1">
            <a:spLocks noGrp="1"/>
          </p:cNvSpPr>
          <p:nvPr>
            <p:ph type="ftr" sz="quarter" idx="11"/>
          </p:nvPr>
        </p:nvSpPr>
        <p:spPr>
          <a:xfrm>
            <a:off x="2843213" y="6411913"/>
            <a:ext cx="2895600" cy="365125"/>
          </a:xfrm>
          <a:noFill/>
        </p:spPr>
        <p:txBody>
          <a:bodyPr vert="horz" lIns="91440" tIns="45720" rIns="91440" bIns="45720" rtlCol="0" anchor="ctr"/>
          <a:lstStyle/>
          <a:p>
            <a:pPr marL="0" marR="0" lvl="0" indent="0" algn="ctr" defTabSz="914400" rtl="0" eaLnBrk="1" fontAlgn="base" latinLnBrk="0" hangingPunct="1">
              <a:lnSpc>
                <a:spcPct val="150000"/>
              </a:lnSpc>
              <a:spcBef>
                <a:spcPct val="20000"/>
              </a:spcBef>
              <a:spcAft>
                <a:spcPct val="0"/>
              </a:spcAft>
              <a:buClrTx/>
              <a:buSzPct val="85000"/>
              <a:buFontTx/>
              <a:buChar char="•"/>
              <a:defRPr/>
            </a:pPr>
            <a:r>
              <a:rPr kumimoji="1" lang="zh-CN" altLang="en-US" sz="1200" b="0" i="0" u="none" strike="noStrike" kern="1200" cap="none" spc="0" normalizeH="0" baseline="0" noProof="0" dirty="0">
                <a:ln>
                  <a:noFill/>
                </a:ln>
                <a:solidFill>
                  <a:schemeClr val="tx1">
                    <a:tint val="75000"/>
                  </a:schemeClr>
                </a:solidFill>
                <a:effectLst/>
                <a:uLnTx/>
                <a:uFillTx/>
                <a:latin typeface="Times New Roman" panose="02020603050405020304" pitchFamily="18" charset="0"/>
                <a:ea typeface="楷体_GB2312" pitchFamily="49" charset="-122"/>
                <a:cs typeface="+mn-cs"/>
              </a:rPr>
              <a:t>测量科学与仪器系</a:t>
            </a:r>
            <a:endParaRPr kumimoji="1" lang="en-US" altLang="zh-CN" sz="1200" b="0" i="0" u="none" strike="noStrike" kern="1200" cap="none" spc="0" normalizeH="0" baseline="0" noProof="0" dirty="0">
              <a:ln>
                <a:noFill/>
              </a:ln>
              <a:solidFill>
                <a:schemeClr val="tx1">
                  <a:tint val="75000"/>
                </a:schemeClr>
              </a:solidFill>
              <a:effectLst/>
              <a:uLnTx/>
              <a:uFillTx/>
              <a:latin typeface="Times New Roman" panose="02020603050405020304" pitchFamily="18" charset="0"/>
              <a:ea typeface="楷体_GB2312" pitchFamily="49" charset="-122"/>
              <a:cs typeface="+mn-cs"/>
            </a:endParaRPr>
          </a:p>
        </p:txBody>
      </p:sp>
      <p:sp>
        <p:nvSpPr>
          <p:cNvPr id="10" name="矩形 9"/>
          <p:cNvSpPr/>
          <p:nvPr/>
        </p:nvSpPr>
        <p:spPr>
          <a:xfrm>
            <a:off x="147638" y="982663"/>
            <a:ext cx="8286750" cy="46038"/>
          </a:xfrm>
          <a:prstGeom prst="rect">
            <a:avLst/>
          </a:prstGeom>
          <a:gradFill flip="none" rotWithShape="1">
            <a:gsLst>
              <a:gs pos="0">
                <a:srgbClr val="5E9EFF"/>
              </a:gs>
              <a:gs pos="39999">
                <a:srgbClr val="85C2FF"/>
              </a:gs>
              <a:gs pos="70000">
                <a:srgbClr val="C4D6EB"/>
              </a:gs>
              <a:gs pos="100000">
                <a:srgbClr val="FFEBFA"/>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50000"/>
              </a:lnSpc>
              <a:spcBef>
                <a:spcPts val="0"/>
              </a:spcBef>
              <a:spcAft>
                <a:spcPts val="0"/>
              </a:spcAft>
              <a:buClrTx/>
              <a:buSzPct val="85000"/>
              <a:buFontTx/>
              <a:buChar char="•"/>
              <a:defRPr/>
            </a:pPr>
            <a:endParaRPr kumimoji="1" lang="zh-CN" altLang="en-US" sz="2400" b="0" i="0" u="none" strike="noStrike" kern="1200" cap="none" spc="0" normalizeH="0" baseline="0" noProof="0">
              <a:ln>
                <a:noFill/>
              </a:ln>
              <a:solidFill>
                <a:schemeClr val="lt1"/>
              </a:solidFill>
              <a:effectLst/>
              <a:uLnTx/>
              <a:uFillTx/>
              <a:latin typeface="+mn-lt"/>
              <a:ea typeface="+mn-ea"/>
              <a:cs typeface="+mn-cs"/>
            </a:endParaRPr>
          </a:p>
        </p:txBody>
      </p:sp>
    </p:spTree>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52934"/>
                                        </p:tgtEl>
                                        <p:attrNameLst>
                                          <p:attrName>style.visibility</p:attrName>
                                        </p:attrNameLst>
                                      </p:cBhvr>
                                      <p:to>
                                        <p:strVal val="visible"/>
                                      </p:to>
                                    </p:set>
                                    <p:animEffect transition="in" filter="blinds(horizontal)">
                                      <p:cBhvr>
                                        <p:cTn id="7" dur="500"/>
                                        <p:tgtEl>
                                          <p:spTgt spid="2529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2934"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灯片编号占位符 3"/>
          <p:cNvSpPr>
            <a:spLocks noGrp="1"/>
          </p:cNvSpPr>
          <p:nvPr>
            <p:ph type="sldNum" sz="quarter" idx="12"/>
          </p:nvPr>
        </p:nvSpPr>
        <p:spPr>
          <a:noFill/>
          <a:ln>
            <a:noFill/>
          </a:ln>
        </p:spPr>
        <p:txBody>
          <a:bodyPr wrap="square" lIns="91440" tIns="45720" rIns="91440" bIns="45720" anchor="ctr"/>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r">
              <a:lnSpc>
                <a:spcPct val="150000"/>
              </a:lnSpc>
              <a:spcBef>
                <a:spcPct val="20000"/>
              </a:spcBef>
              <a:buSzPct val="85000"/>
              <a:buFontTx/>
              <a:buChar char="•"/>
            </a:pPr>
            <a:fld id="{9A0DB2DC-4C9A-4742-B13C-FB6460FD3503}" type="slidenum">
              <a:rPr lang="en-US" altLang="zh-CN" sz="1200" dirty="0">
                <a:solidFill>
                  <a:srgbClr val="898989"/>
                </a:solidFill>
              </a:rPr>
              <a:t>14</a:t>
            </a:fld>
            <a:endParaRPr lang="en-US" altLang="zh-CN" sz="1200" dirty="0">
              <a:solidFill>
                <a:srgbClr val="898989"/>
              </a:solidFill>
            </a:endParaRPr>
          </a:p>
        </p:txBody>
      </p:sp>
      <p:sp>
        <p:nvSpPr>
          <p:cNvPr id="28674" name="Text Box 4"/>
          <p:cNvSpPr txBox="1"/>
          <p:nvPr/>
        </p:nvSpPr>
        <p:spPr>
          <a:xfrm>
            <a:off x="388938" y="1265238"/>
            <a:ext cx="8605837" cy="1352550"/>
          </a:xfrm>
          <a:prstGeom prst="rect">
            <a:avLst/>
          </a:prstGeom>
          <a:noFill/>
          <a:ln w="9525">
            <a:noFill/>
          </a:ln>
        </p:spPr>
        <p:txBody>
          <a:bodyPr anchor="t">
            <a:spAutoFit/>
          </a:bodyPr>
          <a:lstStyle/>
          <a:p>
            <a:pPr indent="360680">
              <a:lnSpc>
                <a:spcPts val="2875"/>
              </a:lnSpc>
              <a:buSzPct val="85000"/>
              <a:buFont typeface="Wingdings" panose="05000000000000000000" pitchFamily="2" charset="2"/>
              <a:buChar char="Ø"/>
            </a:pPr>
            <a:r>
              <a:rPr lang="zh-CN" altLang="en-US" b="1" dirty="0">
                <a:solidFill>
                  <a:srgbClr val="0070C0"/>
                </a:solidFill>
                <a:latin typeface="黑体" panose="02010609060101010101" pitchFamily="2" charset="-122"/>
                <a:ea typeface="黑体" panose="02010609060101010101" pitchFamily="2" charset="-122"/>
              </a:rPr>
              <a:t>传感器的图像化</a:t>
            </a:r>
          </a:p>
          <a:p>
            <a:pPr indent="360680">
              <a:lnSpc>
                <a:spcPts val="2875"/>
              </a:lnSpc>
              <a:spcBef>
                <a:spcPts val="1200"/>
              </a:spcBef>
              <a:buSzPct val="85000"/>
            </a:pPr>
            <a:r>
              <a:rPr lang="zh-CN" altLang="en-US" dirty="0">
                <a:latin typeface="黑体" panose="02010609060101010101" pitchFamily="2" charset="-122"/>
                <a:ea typeface="黑体" panose="02010609060101010101" pitchFamily="2" charset="-122"/>
              </a:rPr>
              <a:t>传感器的应用不仅限于对某一点物理量的测量，而面向从一维、二维到三维空间的测量问题。</a:t>
            </a:r>
          </a:p>
        </p:txBody>
      </p:sp>
      <p:sp>
        <p:nvSpPr>
          <p:cNvPr id="262149" name="Text Box 5"/>
          <p:cNvSpPr txBox="1"/>
          <p:nvPr/>
        </p:nvSpPr>
        <p:spPr>
          <a:xfrm>
            <a:off x="388938" y="2928938"/>
            <a:ext cx="8605837" cy="3180358"/>
          </a:xfrm>
          <a:prstGeom prst="rect">
            <a:avLst/>
          </a:prstGeom>
          <a:noFill/>
          <a:ln w="9525">
            <a:noFill/>
          </a:ln>
        </p:spPr>
        <p:txBody>
          <a:bodyPr anchor="t">
            <a:spAutoFit/>
          </a:bodyPr>
          <a:lstStyle/>
          <a:p>
            <a:pPr indent="360680">
              <a:lnSpc>
                <a:spcPts val="2875"/>
              </a:lnSpc>
              <a:buSzPct val="85000"/>
              <a:buFont typeface="Wingdings" panose="05000000000000000000" pitchFamily="2" charset="2"/>
              <a:buChar char="Ø"/>
            </a:pPr>
            <a:r>
              <a:rPr lang="zh-CN" altLang="en-US" b="1" dirty="0">
                <a:solidFill>
                  <a:srgbClr val="0070C0"/>
                </a:solidFill>
                <a:latin typeface="黑体" panose="02010609060101010101" pitchFamily="2" charset="-122"/>
                <a:ea typeface="黑体" panose="02010609060101010101" pitchFamily="2" charset="-122"/>
              </a:rPr>
              <a:t>传感器的智能化</a:t>
            </a:r>
          </a:p>
          <a:p>
            <a:pPr indent="360680">
              <a:lnSpc>
                <a:spcPts val="2875"/>
              </a:lnSpc>
              <a:spcBef>
                <a:spcPts val="1200"/>
              </a:spcBef>
              <a:buSzPct val="85000"/>
            </a:pPr>
            <a:r>
              <a:rPr lang="zh-CN" altLang="en-US" dirty="0">
                <a:latin typeface="黑体" panose="02010609060101010101" pitchFamily="2" charset="-122"/>
                <a:ea typeface="黑体" panose="02010609060101010101" pitchFamily="2" charset="-122"/>
              </a:rPr>
              <a:t>智能传感器是一种带有微型计算机兼有检测和信息处理及通讯功能的传感器。</a:t>
            </a:r>
          </a:p>
          <a:p>
            <a:pPr indent="360680">
              <a:lnSpc>
                <a:spcPts val="2875"/>
              </a:lnSpc>
              <a:buSzPct val="85000"/>
            </a:pPr>
            <a:r>
              <a:rPr lang="zh-CN" altLang="en-US" dirty="0">
                <a:latin typeface="黑体" panose="02010609060101010101" pitchFamily="2" charset="-122"/>
                <a:ea typeface="黑体" panose="02010609060101010101" pitchFamily="2" charset="-122"/>
              </a:rPr>
              <a:t>它是将信号检测、驱动回路和信号处理回路等外围电路全部集成到一块基片上，具有自诊断、自动调整零点和量程、以及通信的功能。</a:t>
            </a:r>
            <a:endParaRPr lang="en-US" altLang="zh-CN" dirty="0">
              <a:latin typeface="黑体" panose="02010609060101010101" pitchFamily="2" charset="-122"/>
              <a:ea typeface="黑体" panose="02010609060101010101" pitchFamily="2" charset="-122"/>
            </a:endParaRPr>
          </a:p>
          <a:p>
            <a:pPr indent="360680">
              <a:lnSpc>
                <a:spcPts val="2875"/>
              </a:lnSpc>
              <a:buSzPct val="85000"/>
            </a:pPr>
            <a:r>
              <a:rPr lang="en-US" altLang="zh-CN" dirty="0">
                <a:latin typeface="黑体" panose="02010609060101010101" pitchFamily="2" charset="-122"/>
                <a:ea typeface="黑体" panose="02010609060101010101" pitchFamily="2" charset="-122"/>
              </a:rPr>
              <a:t>AI</a:t>
            </a:r>
            <a:r>
              <a:rPr lang="zh-CN" altLang="en-US" dirty="0">
                <a:latin typeface="黑体" panose="02010609060101010101" pitchFamily="2" charset="-122"/>
                <a:ea typeface="黑体" panose="02010609060101010101" pitchFamily="2" charset="-122"/>
              </a:rPr>
              <a:t>算力也在向传感器端扩展，</a:t>
            </a:r>
            <a:r>
              <a:rPr lang="en-US" altLang="zh-CN" dirty="0">
                <a:latin typeface="黑体" panose="02010609060101010101" pitchFamily="2" charset="-122"/>
                <a:ea typeface="黑体" panose="02010609060101010101" pitchFamily="2" charset="-122"/>
              </a:rPr>
              <a:t>AI</a:t>
            </a:r>
            <a:r>
              <a:rPr lang="zh-CN" altLang="en-US" dirty="0">
                <a:latin typeface="黑体" panose="02010609060101010101" pitchFamily="2" charset="-122"/>
                <a:ea typeface="黑体" panose="02010609060101010101" pitchFamily="2" charset="-122"/>
              </a:rPr>
              <a:t>计算的</a:t>
            </a:r>
            <a:r>
              <a:rPr lang="zh-CN" altLang="en-US" dirty="0">
                <a:solidFill>
                  <a:srgbClr val="1552D1"/>
                </a:solidFill>
                <a:latin typeface="黑体" panose="02010609060101010101" pitchFamily="2" charset="-122"/>
                <a:ea typeface="黑体" panose="02010609060101010101" pitchFamily="2" charset="-122"/>
              </a:rPr>
              <a:t>边缘化</a:t>
            </a:r>
            <a:r>
              <a:rPr lang="zh-CN" altLang="en-US" dirty="0">
                <a:latin typeface="黑体" panose="02010609060101010101" pitchFamily="2" charset="-122"/>
                <a:ea typeface="黑体" panose="02010609060101010101" pitchFamily="2" charset="-122"/>
              </a:rPr>
              <a:t>和</a:t>
            </a:r>
            <a:r>
              <a:rPr lang="zh-CN" altLang="en-US" dirty="0">
                <a:solidFill>
                  <a:srgbClr val="1552D1"/>
                </a:solidFill>
                <a:latin typeface="黑体" panose="02010609060101010101" pitchFamily="2" charset="-122"/>
                <a:ea typeface="黑体" panose="02010609060101010101" pitchFamily="2" charset="-122"/>
              </a:rPr>
              <a:t>极边缘化</a:t>
            </a:r>
            <a:r>
              <a:rPr lang="zh-CN" altLang="en-US" dirty="0">
                <a:latin typeface="黑体" panose="02010609060101010101" pitchFamily="2" charset="-122"/>
                <a:ea typeface="黑体" panose="02010609060101010101" pitchFamily="2" charset="-122"/>
              </a:rPr>
              <a:t>是未来的发展方向之一</a:t>
            </a:r>
            <a:r>
              <a:rPr lang="en-US" altLang="zh-CN" dirty="0">
                <a:latin typeface="黑体" panose="02010609060101010101" pitchFamily="2" charset="-122"/>
                <a:ea typeface="黑体" panose="02010609060101010101" pitchFamily="2" charset="-122"/>
              </a:rPr>
              <a:t>——</a:t>
            </a:r>
            <a:r>
              <a:rPr lang="zh-CN" altLang="en-US" dirty="0">
                <a:solidFill>
                  <a:srgbClr val="1552D1"/>
                </a:solidFill>
                <a:latin typeface="黑体" panose="02010609060101010101" pitchFamily="2" charset="-122"/>
                <a:ea typeface="黑体" panose="02010609060101010101" pitchFamily="2" charset="-122"/>
              </a:rPr>
              <a:t>边缘计算</a:t>
            </a:r>
            <a:r>
              <a:rPr lang="zh-CN" altLang="en-US" dirty="0">
                <a:latin typeface="黑体" panose="02010609060101010101" pitchFamily="2" charset="-122"/>
                <a:ea typeface="黑体" panose="02010609060101010101" pitchFamily="2" charset="-122"/>
              </a:rPr>
              <a:t>。</a:t>
            </a:r>
          </a:p>
        </p:txBody>
      </p:sp>
      <p:sp>
        <p:nvSpPr>
          <p:cNvPr id="7" name="页脚占位符 6"/>
          <p:cNvSpPr txBox="1">
            <a:spLocks noGrp="1"/>
          </p:cNvSpPr>
          <p:nvPr>
            <p:ph type="ftr" sz="quarter" idx="11"/>
          </p:nvPr>
        </p:nvSpPr>
        <p:spPr>
          <a:xfrm>
            <a:off x="2843213" y="6411913"/>
            <a:ext cx="2895600" cy="365125"/>
          </a:xfrm>
          <a:noFill/>
        </p:spPr>
        <p:txBody>
          <a:bodyPr vert="horz" lIns="91440" tIns="45720" rIns="91440" bIns="45720" rtlCol="0" anchor="ctr"/>
          <a:lstStyle/>
          <a:p>
            <a:pPr marL="0" marR="0" lvl="0" indent="0" algn="ctr" defTabSz="914400" rtl="0" eaLnBrk="1" fontAlgn="base" latinLnBrk="0" hangingPunct="1">
              <a:lnSpc>
                <a:spcPct val="150000"/>
              </a:lnSpc>
              <a:spcBef>
                <a:spcPct val="20000"/>
              </a:spcBef>
              <a:spcAft>
                <a:spcPct val="0"/>
              </a:spcAft>
              <a:buClrTx/>
              <a:buSzPct val="85000"/>
              <a:buFontTx/>
              <a:buChar char="•"/>
              <a:defRPr/>
            </a:pPr>
            <a:r>
              <a:rPr kumimoji="1" lang="zh-CN" altLang="en-US" sz="1200" b="0" i="0" u="none" strike="noStrike" kern="1200" cap="none" spc="0" normalizeH="0" baseline="0" noProof="0" dirty="0">
                <a:ln>
                  <a:noFill/>
                </a:ln>
                <a:solidFill>
                  <a:schemeClr val="tx1">
                    <a:tint val="75000"/>
                  </a:schemeClr>
                </a:solidFill>
                <a:effectLst/>
                <a:uLnTx/>
                <a:uFillTx/>
                <a:latin typeface="Times New Roman" panose="02020603050405020304" pitchFamily="18" charset="0"/>
                <a:ea typeface="楷体_GB2312" pitchFamily="49" charset="-122"/>
                <a:cs typeface="+mn-cs"/>
              </a:rPr>
              <a:t>测量科学与仪器系</a:t>
            </a:r>
            <a:endParaRPr kumimoji="1" lang="en-US" altLang="zh-CN" sz="1200" b="0" i="0" u="none" strike="noStrike" kern="1200" cap="none" spc="0" normalizeH="0" baseline="0" noProof="0" dirty="0">
              <a:ln>
                <a:noFill/>
              </a:ln>
              <a:solidFill>
                <a:schemeClr val="tx1">
                  <a:tint val="75000"/>
                </a:schemeClr>
              </a:solidFill>
              <a:effectLst/>
              <a:uLnTx/>
              <a:uFillTx/>
              <a:latin typeface="Times New Roman" panose="02020603050405020304" pitchFamily="18" charset="0"/>
              <a:ea typeface="楷体_GB2312" pitchFamily="49" charset="-122"/>
              <a:cs typeface="+mn-cs"/>
            </a:endParaRPr>
          </a:p>
        </p:txBody>
      </p:sp>
      <p:sp>
        <p:nvSpPr>
          <p:cNvPr id="10" name="矩形 9"/>
          <p:cNvSpPr/>
          <p:nvPr/>
        </p:nvSpPr>
        <p:spPr>
          <a:xfrm>
            <a:off x="147638" y="982663"/>
            <a:ext cx="8286750" cy="46038"/>
          </a:xfrm>
          <a:prstGeom prst="rect">
            <a:avLst/>
          </a:prstGeom>
          <a:gradFill flip="none" rotWithShape="1">
            <a:gsLst>
              <a:gs pos="0">
                <a:srgbClr val="5E9EFF"/>
              </a:gs>
              <a:gs pos="39999">
                <a:srgbClr val="85C2FF"/>
              </a:gs>
              <a:gs pos="70000">
                <a:srgbClr val="C4D6EB"/>
              </a:gs>
              <a:gs pos="100000">
                <a:srgbClr val="FFEBFA"/>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50000"/>
              </a:lnSpc>
              <a:spcBef>
                <a:spcPts val="0"/>
              </a:spcBef>
              <a:spcAft>
                <a:spcPts val="0"/>
              </a:spcAft>
              <a:buClrTx/>
              <a:buSzPct val="85000"/>
              <a:buFontTx/>
              <a:buChar char="•"/>
              <a:defRPr/>
            </a:pPr>
            <a:endParaRPr kumimoji="1" lang="zh-CN" altLang="en-US" sz="2400" b="0" i="0" u="none" strike="noStrike" kern="1200" cap="none" spc="0" normalizeH="0" baseline="0" noProof="0">
              <a:ln>
                <a:noFill/>
              </a:ln>
              <a:solidFill>
                <a:schemeClr val="lt1"/>
              </a:solidFill>
              <a:effectLst/>
              <a:uLnTx/>
              <a:uFillTx/>
              <a:latin typeface="+mn-lt"/>
              <a:ea typeface="+mn-ea"/>
              <a:cs typeface="+mn-cs"/>
            </a:endParaRPr>
          </a:p>
        </p:txBody>
      </p:sp>
    </p:spTree>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62149"/>
                                        </p:tgtEl>
                                        <p:attrNameLst>
                                          <p:attrName>style.visibility</p:attrName>
                                        </p:attrNameLst>
                                      </p:cBhvr>
                                      <p:to>
                                        <p:strVal val="visible"/>
                                      </p:to>
                                    </p:set>
                                    <p:animEffect transition="in" filter="blinds(horizontal)">
                                      <p:cBhvr>
                                        <p:cTn id="7" dur="500"/>
                                        <p:tgtEl>
                                          <p:spTgt spid="2621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2149"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7" name="灯片编号占位符 3"/>
          <p:cNvSpPr>
            <a:spLocks noGrp="1"/>
          </p:cNvSpPr>
          <p:nvPr>
            <p:ph type="sldNum" sz="quarter" idx="12"/>
          </p:nvPr>
        </p:nvSpPr>
        <p:spPr>
          <a:noFill/>
          <a:ln>
            <a:noFill/>
          </a:ln>
        </p:spPr>
        <p:txBody>
          <a:bodyPr wrap="square" lIns="91440" tIns="45720" rIns="91440" bIns="45720" anchor="ctr"/>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r">
              <a:lnSpc>
                <a:spcPct val="150000"/>
              </a:lnSpc>
              <a:spcBef>
                <a:spcPct val="20000"/>
              </a:spcBef>
              <a:buSzPct val="85000"/>
              <a:buFontTx/>
              <a:buChar char="•"/>
            </a:pPr>
            <a:fld id="{9A0DB2DC-4C9A-4742-B13C-FB6460FD3503}" type="slidenum">
              <a:rPr lang="en-US" altLang="zh-CN" sz="1200" dirty="0">
                <a:solidFill>
                  <a:srgbClr val="898989"/>
                </a:solidFill>
              </a:rPr>
              <a:t>15</a:t>
            </a:fld>
            <a:endParaRPr lang="en-US" altLang="zh-CN" sz="1200" dirty="0">
              <a:solidFill>
                <a:srgbClr val="898989"/>
              </a:solidFill>
            </a:endParaRPr>
          </a:p>
        </p:txBody>
      </p:sp>
      <p:sp>
        <p:nvSpPr>
          <p:cNvPr id="262149" name="Text Box 5"/>
          <p:cNvSpPr txBox="1"/>
          <p:nvPr/>
        </p:nvSpPr>
        <p:spPr>
          <a:xfrm>
            <a:off x="227013" y="215900"/>
            <a:ext cx="8605837" cy="576263"/>
          </a:xfrm>
          <a:prstGeom prst="rect">
            <a:avLst/>
          </a:prstGeom>
          <a:noFill/>
          <a:ln w="9525">
            <a:noFill/>
          </a:ln>
        </p:spPr>
        <p:txBody>
          <a:bodyPr anchor="t">
            <a:spAutoFit/>
          </a:bodyPr>
          <a:lstStyle/>
          <a:p>
            <a:pPr indent="360680">
              <a:lnSpc>
                <a:spcPct val="150000"/>
              </a:lnSpc>
              <a:spcBef>
                <a:spcPct val="50000"/>
              </a:spcBef>
              <a:buSzPct val="85000"/>
              <a:buFont typeface="Wingdings" panose="05000000000000000000" pitchFamily="2" charset="2"/>
              <a:buChar char="Ø"/>
            </a:pPr>
            <a:r>
              <a:rPr lang="zh-CN" altLang="en-US" b="1" dirty="0">
                <a:solidFill>
                  <a:srgbClr val="0070C0"/>
                </a:solidFill>
                <a:latin typeface="Times New Roman" panose="02020603050405020304" pitchFamily="18" charset="0"/>
                <a:ea typeface="楷体_GB2312" pitchFamily="49" charset="-122"/>
              </a:rPr>
              <a:t>传感器的智能化（续）</a:t>
            </a:r>
          </a:p>
        </p:txBody>
      </p:sp>
      <p:sp>
        <p:nvSpPr>
          <p:cNvPr id="7" name="页脚占位符 6"/>
          <p:cNvSpPr txBox="1">
            <a:spLocks noGrp="1"/>
          </p:cNvSpPr>
          <p:nvPr>
            <p:ph type="ftr" sz="quarter" idx="11"/>
          </p:nvPr>
        </p:nvSpPr>
        <p:spPr>
          <a:xfrm>
            <a:off x="2843213" y="6411913"/>
            <a:ext cx="2895600" cy="365125"/>
          </a:xfrm>
          <a:noFill/>
        </p:spPr>
        <p:txBody>
          <a:bodyPr vert="horz" lIns="91440" tIns="45720" rIns="91440" bIns="45720" rtlCol="0" anchor="ctr"/>
          <a:lstStyle/>
          <a:p>
            <a:pPr marL="0" marR="0" lvl="0" indent="0" algn="ctr" defTabSz="914400" rtl="0" eaLnBrk="1" fontAlgn="base" latinLnBrk="0" hangingPunct="1">
              <a:lnSpc>
                <a:spcPct val="150000"/>
              </a:lnSpc>
              <a:spcBef>
                <a:spcPct val="20000"/>
              </a:spcBef>
              <a:spcAft>
                <a:spcPct val="0"/>
              </a:spcAft>
              <a:buClrTx/>
              <a:buSzPct val="85000"/>
              <a:buFontTx/>
              <a:buChar char="•"/>
              <a:defRPr/>
            </a:pPr>
            <a:r>
              <a:rPr kumimoji="1" lang="zh-CN" altLang="en-US" sz="1200" b="0" i="0" u="none" strike="noStrike" kern="1200" cap="none" spc="0" normalizeH="0" baseline="0" noProof="0" dirty="0">
                <a:ln>
                  <a:noFill/>
                </a:ln>
                <a:solidFill>
                  <a:schemeClr val="tx1">
                    <a:tint val="75000"/>
                  </a:schemeClr>
                </a:solidFill>
                <a:effectLst/>
                <a:uLnTx/>
                <a:uFillTx/>
                <a:latin typeface="Times New Roman" panose="02020603050405020304" pitchFamily="18" charset="0"/>
                <a:ea typeface="楷体_GB2312" pitchFamily="49" charset="-122"/>
                <a:cs typeface="+mn-cs"/>
              </a:rPr>
              <a:t>测量科学与仪器系</a:t>
            </a:r>
            <a:endParaRPr kumimoji="1" lang="en-US" altLang="zh-CN" sz="1200" b="0" i="0" u="none" strike="noStrike" kern="1200" cap="none" spc="0" normalizeH="0" baseline="0" noProof="0" dirty="0">
              <a:ln>
                <a:noFill/>
              </a:ln>
              <a:solidFill>
                <a:schemeClr val="tx1">
                  <a:tint val="75000"/>
                </a:schemeClr>
              </a:solidFill>
              <a:effectLst/>
              <a:uLnTx/>
              <a:uFillTx/>
              <a:latin typeface="Times New Roman" panose="02020603050405020304" pitchFamily="18" charset="0"/>
              <a:ea typeface="楷体_GB2312" pitchFamily="49" charset="-122"/>
              <a:cs typeface="+mn-cs"/>
            </a:endParaRPr>
          </a:p>
        </p:txBody>
      </p:sp>
      <p:sp>
        <p:nvSpPr>
          <p:cNvPr id="13" name="TextBox 12"/>
          <p:cNvSpPr txBox="1"/>
          <p:nvPr/>
        </p:nvSpPr>
        <p:spPr>
          <a:xfrm>
            <a:off x="701675" y="1019175"/>
            <a:ext cx="1168400" cy="660400"/>
          </a:xfrm>
          <a:prstGeom prst="rect">
            <a:avLst/>
          </a:prstGeom>
          <a:solidFill>
            <a:schemeClr val="accent5">
              <a:lumMod val="60000"/>
              <a:lumOff val="40000"/>
            </a:schemeClr>
          </a:solidFill>
        </p:spPr>
        <p:txBody>
          <a:bodyPr>
            <a:spAutoFit/>
          </a:bodyPr>
          <a:lstStyle/>
          <a:p>
            <a:pPr marR="0" algn="ctr" defTabSz="914400">
              <a:lnSpc>
                <a:spcPct val="150000"/>
              </a:lnSpc>
              <a:spcBef>
                <a:spcPct val="20000"/>
              </a:spcBef>
              <a:buClrTx/>
              <a:buSzPct val="85000"/>
              <a:buFontTx/>
              <a:defRPr/>
            </a:pPr>
            <a:r>
              <a:rPr kumimoji="1" lang="en-US" altLang="zh-CN" sz="2800" kern="1200" cap="none" spc="0" normalizeH="0" baseline="0" noProof="0" dirty="0">
                <a:latin typeface="Times New Roman" panose="02020603050405020304" pitchFamily="18" charset="0"/>
                <a:ea typeface="楷体_GB2312" pitchFamily="49" charset="-122"/>
                <a:cs typeface="+mn-cs"/>
              </a:rPr>
              <a:t>Sensor</a:t>
            </a:r>
            <a:endParaRPr kumimoji="1" lang="zh-CN" altLang="en-US" sz="2800" kern="1200" cap="none" spc="0" normalizeH="0" baseline="0" noProof="0" dirty="0">
              <a:latin typeface="Times New Roman" panose="02020603050405020304" pitchFamily="18" charset="0"/>
              <a:ea typeface="楷体_GB2312" pitchFamily="49" charset="-122"/>
              <a:cs typeface="+mn-cs"/>
            </a:endParaRPr>
          </a:p>
        </p:txBody>
      </p:sp>
      <p:sp>
        <p:nvSpPr>
          <p:cNvPr id="14" name="TextBox 13"/>
          <p:cNvSpPr txBox="1"/>
          <p:nvPr/>
        </p:nvSpPr>
        <p:spPr>
          <a:xfrm>
            <a:off x="2527300" y="1968500"/>
            <a:ext cx="2628900" cy="660400"/>
          </a:xfrm>
          <a:prstGeom prst="rect">
            <a:avLst/>
          </a:prstGeom>
          <a:solidFill>
            <a:schemeClr val="accent5">
              <a:lumMod val="60000"/>
              <a:lumOff val="40000"/>
            </a:schemeClr>
          </a:solidFill>
        </p:spPr>
        <p:txBody>
          <a:bodyPr>
            <a:spAutoFit/>
          </a:bodyPr>
          <a:lstStyle/>
          <a:p>
            <a:pPr marR="0" algn="ctr" defTabSz="914400">
              <a:lnSpc>
                <a:spcPct val="150000"/>
              </a:lnSpc>
              <a:spcBef>
                <a:spcPct val="20000"/>
              </a:spcBef>
              <a:buClrTx/>
              <a:buSzPct val="85000"/>
              <a:buFontTx/>
              <a:defRPr/>
            </a:pPr>
            <a:r>
              <a:rPr kumimoji="1" lang="en-US" altLang="zh-CN" sz="2800" kern="1200" cap="none" spc="0" normalizeH="0" baseline="0" noProof="0" dirty="0">
                <a:latin typeface="Times New Roman" panose="02020603050405020304" pitchFamily="18" charset="0"/>
                <a:ea typeface="楷体_GB2312" pitchFamily="49" charset="-122"/>
                <a:cs typeface="+mn-cs"/>
              </a:rPr>
              <a:t>Smart Sensor</a:t>
            </a:r>
            <a:endParaRPr kumimoji="1" lang="zh-CN" altLang="en-US" sz="2800" kern="1200" cap="none" spc="0" normalizeH="0" baseline="0" noProof="0" dirty="0">
              <a:latin typeface="Times New Roman" panose="02020603050405020304" pitchFamily="18" charset="0"/>
              <a:ea typeface="楷体_GB2312" pitchFamily="49" charset="-122"/>
              <a:cs typeface="+mn-cs"/>
            </a:endParaRPr>
          </a:p>
        </p:txBody>
      </p:sp>
      <p:sp>
        <p:nvSpPr>
          <p:cNvPr id="15" name="TextBox 14"/>
          <p:cNvSpPr txBox="1"/>
          <p:nvPr/>
        </p:nvSpPr>
        <p:spPr>
          <a:xfrm>
            <a:off x="5776913" y="2954338"/>
            <a:ext cx="2957513" cy="661988"/>
          </a:xfrm>
          <a:prstGeom prst="rect">
            <a:avLst/>
          </a:prstGeom>
          <a:solidFill>
            <a:schemeClr val="accent5">
              <a:lumMod val="60000"/>
              <a:lumOff val="40000"/>
            </a:schemeClr>
          </a:solidFill>
        </p:spPr>
        <p:txBody>
          <a:bodyPr>
            <a:spAutoFit/>
          </a:bodyPr>
          <a:lstStyle/>
          <a:p>
            <a:pPr marR="0" algn="ctr" defTabSz="914400">
              <a:lnSpc>
                <a:spcPct val="150000"/>
              </a:lnSpc>
              <a:spcBef>
                <a:spcPct val="20000"/>
              </a:spcBef>
              <a:buClrTx/>
              <a:buSzPct val="85000"/>
              <a:buFontTx/>
              <a:defRPr/>
            </a:pPr>
            <a:r>
              <a:rPr kumimoji="1" lang="en-US" altLang="zh-CN" sz="2800" kern="1200" cap="none" spc="0" normalizeH="0" baseline="0" noProof="0" dirty="0">
                <a:latin typeface="Times New Roman" panose="02020603050405020304" pitchFamily="18" charset="0"/>
                <a:ea typeface="楷体_GB2312" pitchFamily="49" charset="-122"/>
                <a:cs typeface="+mn-cs"/>
              </a:rPr>
              <a:t>Intelligent Sensor</a:t>
            </a:r>
            <a:endParaRPr kumimoji="1" lang="zh-CN" altLang="en-US" sz="2800" kern="1200" cap="none" spc="0" normalizeH="0" baseline="0" noProof="0" dirty="0">
              <a:latin typeface="Times New Roman" panose="02020603050405020304" pitchFamily="18" charset="0"/>
              <a:ea typeface="楷体_GB2312" pitchFamily="49" charset="-122"/>
              <a:cs typeface="+mn-cs"/>
            </a:endParaRPr>
          </a:p>
        </p:txBody>
      </p:sp>
      <p:sp>
        <p:nvSpPr>
          <p:cNvPr id="17" name="TextBox 16"/>
          <p:cNvSpPr txBox="1"/>
          <p:nvPr/>
        </p:nvSpPr>
        <p:spPr>
          <a:xfrm>
            <a:off x="7237413" y="4475163"/>
            <a:ext cx="644525" cy="1120775"/>
          </a:xfrm>
          <a:prstGeom prst="rect">
            <a:avLst/>
          </a:prstGeom>
          <a:solidFill>
            <a:schemeClr val="accent3">
              <a:lumMod val="75000"/>
            </a:schemeClr>
          </a:solidFill>
          <a:effectLst>
            <a:outerShdw blurRad="50800" dist="50800" dir="5400000" algn="ctr" rotWithShape="0">
              <a:schemeClr val="accent3">
                <a:lumMod val="60000"/>
                <a:lumOff val="40000"/>
              </a:schemeClr>
            </a:outerShdw>
          </a:effectLst>
        </p:spPr>
        <p:txBody>
          <a:bodyPr vert="eaVert" wrap="square">
            <a:spAutoFit/>
          </a:bodyPr>
          <a:lstStyle/>
          <a:p>
            <a:pPr marR="0" algn="ctr" defTabSz="914400">
              <a:lnSpc>
                <a:spcPct val="150000"/>
              </a:lnSpc>
              <a:spcBef>
                <a:spcPct val="20000"/>
              </a:spcBef>
              <a:buClrTx/>
              <a:buSzPct val="85000"/>
              <a:buFontTx/>
              <a:defRPr/>
            </a:pPr>
            <a:r>
              <a:rPr kumimoji="1" lang="zh-CN" altLang="en-US" sz="2000" kern="1200" cap="none" spc="0" normalizeH="0" baseline="0" noProof="0" dirty="0">
                <a:latin typeface="Times New Roman" panose="02020603050405020304" pitchFamily="18" charset="0"/>
                <a:ea typeface="楷体_GB2312" pitchFamily="49" charset="-122"/>
                <a:cs typeface="+mn-cs"/>
              </a:rPr>
              <a:t>网络</a:t>
            </a:r>
          </a:p>
        </p:txBody>
      </p:sp>
      <p:sp>
        <p:nvSpPr>
          <p:cNvPr id="29704" name="TextBox 17"/>
          <p:cNvSpPr txBox="1"/>
          <p:nvPr/>
        </p:nvSpPr>
        <p:spPr>
          <a:xfrm>
            <a:off x="2490788" y="1019175"/>
            <a:ext cx="2628900" cy="579438"/>
          </a:xfrm>
          <a:prstGeom prst="rect">
            <a:avLst/>
          </a:prstGeom>
          <a:noFill/>
          <a:ln w="9525">
            <a:noFill/>
          </a:ln>
        </p:spPr>
        <p:txBody>
          <a:bodyPr anchor="t">
            <a:spAutoFit/>
          </a:bodyPr>
          <a:lstStyle/>
          <a:p>
            <a:pPr>
              <a:lnSpc>
                <a:spcPct val="150000"/>
              </a:lnSpc>
              <a:spcBef>
                <a:spcPct val="20000"/>
              </a:spcBef>
              <a:buSzPct val="85000"/>
            </a:pPr>
            <a:r>
              <a:rPr lang="en-US" altLang="zh-CN" dirty="0">
                <a:latin typeface="Times New Roman" panose="02020603050405020304" pitchFamily="18" charset="0"/>
                <a:ea typeface="楷体_GB2312" pitchFamily="49" charset="-122"/>
              </a:rPr>
              <a:t>+ Micro computer</a:t>
            </a:r>
            <a:endParaRPr lang="zh-CN" altLang="en-US" dirty="0">
              <a:latin typeface="Times New Roman" panose="02020603050405020304" pitchFamily="18" charset="0"/>
              <a:ea typeface="楷体_GB2312" pitchFamily="49" charset="-122"/>
            </a:endParaRPr>
          </a:p>
        </p:txBody>
      </p:sp>
      <p:sp>
        <p:nvSpPr>
          <p:cNvPr id="19" name="下箭头 18"/>
          <p:cNvSpPr/>
          <p:nvPr/>
        </p:nvSpPr>
        <p:spPr>
          <a:xfrm>
            <a:off x="3622675" y="1566863"/>
            <a:ext cx="328613" cy="365125"/>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50000"/>
              </a:lnSpc>
              <a:spcBef>
                <a:spcPct val="20000"/>
              </a:spcBef>
              <a:spcAft>
                <a:spcPct val="0"/>
              </a:spcAft>
              <a:buClrTx/>
              <a:buSzPct val="85000"/>
              <a:buFontTx/>
              <a:buChar char="•"/>
              <a:defRPr/>
            </a:pPr>
            <a:endParaRPr kumimoji="1" lang="zh-CN" altLang="en-US" sz="2400" b="0" i="0" u="none" strike="noStrike" kern="1200" cap="none" spc="0" normalizeH="0" baseline="0" noProof="0">
              <a:ln>
                <a:noFill/>
              </a:ln>
              <a:solidFill>
                <a:schemeClr val="lt1"/>
              </a:solidFill>
              <a:effectLst/>
              <a:uLnTx/>
              <a:uFillTx/>
              <a:latin typeface="+mn-lt"/>
              <a:ea typeface="+mn-ea"/>
              <a:cs typeface="+mn-cs"/>
            </a:endParaRPr>
          </a:p>
        </p:txBody>
      </p:sp>
      <p:sp>
        <p:nvSpPr>
          <p:cNvPr id="29706" name="TextBox 19"/>
          <p:cNvSpPr txBox="1"/>
          <p:nvPr/>
        </p:nvSpPr>
        <p:spPr>
          <a:xfrm>
            <a:off x="5995988" y="1968500"/>
            <a:ext cx="2628900" cy="579438"/>
          </a:xfrm>
          <a:prstGeom prst="rect">
            <a:avLst/>
          </a:prstGeom>
          <a:noFill/>
          <a:ln w="9525">
            <a:noFill/>
          </a:ln>
        </p:spPr>
        <p:txBody>
          <a:bodyPr anchor="t">
            <a:spAutoFit/>
          </a:bodyPr>
          <a:lstStyle/>
          <a:p>
            <a:pPr>
              <a:lnSpc>
                <a:spcPct val="150000"/>
              </a:lnSpc>
              <a:spcBef>
                <a:spcPct val="20000"/>
              </a:spcBef>
              <a:buSzPct val="85000"/>
            </a:pPr>
            <a:r>
              <a:rPr lang="en-US" altLang="zh-CN" dirty="0">
                <a:latin typeface="Times New Roman" panose="02020603050405020304" pitchFamily="18" charset="0"/>
                <a:ea typeface="楷体_GB2312" pitchFamily="49" charset="-122"/>
              </a:rPr>
              <a:t>+ Communication</a:t>
            </a:r>
            <a:endParaRPr lang="zh-CN" altLang="en-US" dirty="0">
              <a:latin typeface="Times New Roman" panose="02020603050405020304" pitchFamily="18" charset="0"/>
              <a:ea typeface="楷体_GB2312" pitchFamily="49" charset="-122"/>
            </a:endParaRPr>
          </a:p>
        </p:txBody>
      </p:sp>
      <p:sp>
        <p:nvSpPr>
          <p:cNvPr id="21" name="下箭头 20"/>
          <p:cNvSpPr/>
          <p:nvPr/>
        </p:nvSpPr>
        <p:spPr>
          <a:xfrm>
            <a:off x="7127875" y="2552700"/>
            <a:ext cx="328613" cy="365125"/>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50000"/>
              </a:lnSpc>
              <a:spcBef>
                <a:spcPct val="20000"/>
              </a:spcBef>
              <a:spcAft>
                <a:spcPct val="0"/>
              </a:spcAft>
              <a:buClrTx/>
              <a:buSzPct val="85000"/>
              <a:buFontTx/>
              <a:buChar char="•"/>
              <a:defRPr/>
            </a:pPr>
            <a:endParaRPr kumimoji="1" lang="zh-CN" altLang="en-US" sz="2400" b="0" i="0" u="none" strike="noStrike" kern="1200" cap="none" spc="0" normalizeH="0" baseline="0" noProof="0">
              <a:ln>
                <a:noFill/>
              </a:ln>
              <a:solidFill>
                <a:schemeClr val="lt1"/>
              </a:solidFill>
              <a:effectLst/>
              <a:uLnTx/>
              <a:uFillTx/>
              <a:latin typeface="+mn-lt"/>
              <a:ea typeface="+mn-ea"/>
              <a:cs typeface="+mn-cs"/>
            </a:endParaRPr>
          </a:p>
        </p:txBody>
      </p:sp>
      <p:pic>
        <p:nvPicPr>
          <p:cNvPr id="29708" name="图片 1" descr="QQ截图"/>
          <p:cNvPicPr>
            <a:picLocks noChangeAspect="1"/>
          </p:cNvPicPr>
          <p:nvPr>
            <p:custDataLst>
              <p:tags r:id="rId1"/>
            </p:custDataLst>
          </p:nvPr>
        </p:nvPicPr>
        <p:blipFill>
          <a:blip r:embed="rId3"/>
          <a:stretch>
            <a:fillRect/>
          </a:stretch>
        </p:blipFill>
        <p:spPr>
          <a:xfrm>
            <a:off x="1404938" y="3959225"/>
            <a:ext cx="5527675" cy="2817813"/>
          </a:xfrm>
          <a:prstGeom prst="rect">
            <a:avLst/>
          </a:prstGeom>
          <a:noFill/>
          <a:ln w="9525">
            <a:noFill/>
          </a:ln>
        </p:spPr>
      </p:pic>
      <p:sp>
        <p:nvSpPr>
          <p:cNvPr id="16" name="左右箭头 15"/>
          <p:cNvSpPr/>
          <p:nvPr/>
        </p:nvSpPr>
        <p:spPr>
          <a:xfrm>
            <a:off x="6726238" y="4926013"/>
            <a:ext cx="511175" cy="219075"/>
          </a:xfrm>
          <a:prstGeom prst="leftRight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50000"/>
              </a:lnSpc>
              <a:spcBef>
                <a:spcPct val="20000"/>
              </a:spcBef>
              <a:spcAft>
                <a:spcPct val="0"/>
              </a:spcAft>
              <a:buClrTx/>
              <a:buSzPct val="85000"/>
              <a:buFontTx/>
              <a:buChar char="•"/>
              <a:defRPr/>
            </a:pPr>
            <a:endParaRPr kumimoji="1" lang="zh-CN" altLang="en-US" sz="2400" b="0" i="0" u="none" strike="noStrike" kern="1200" cap="none" spc="0" normalizeH="0" baseline="0" noProof="0">
              <a:ln>
                <a:noFill/>
              </a:ln>
              <a:solidFill>
                <a:schemeClr val="lt1"/>
              </a:solidFill>
              <a:effectLst/>
              <a:uLnTx/>
              <a:uFillTx/>
              <a:latin typeface="+mn-lt"/>
              <a:ea typeface="+mn-ea"/>
              <a:cs typeface="+mn-cs"/>
            </a:endParaRPr>
          </a:p>
        </p:txBody>
      </p:sp>
    </p:spTree>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62149"/>
                                        </p:tgtEl>
                                        <p:attrNameLst>
                                          <p:attrName>style.visibility</p:attrName>
                                        </p:attrNameLst>
                                      </p:cBhvr>
                                      <p:to>
                                        <p:strVal val="visible"/>
                                      </p:to>
                                    </p:set>
                                    <p:animEffect transition="in" filter="blinds(horizontal)">
                                      <p:cBhvr>
                                        <p:cTn id="7" dur="500"/>
                                        <p:tgtEl>
                                          <p:spTgt spid="2621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2149"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1" name="灯片编号占位符 3"/>
          <p:cNvSpPr>
            <a:spLocks noGrp="1"/>
          </p:cNvSpPr>
          <p:nvPr>
            <p:ph type="sldNum" sz="quarter" idx="12"/>
          </p:nvPr>
        </p:nvSpPr>
        <p:spPr>
          <a:noFill/>
          <a:ln>
            <a:noFill/>
          </a:ln>
        </p:spPr>
        <p:txBody>
          <a:bodyPr wrap="square" lIns="91440" tIns="45720" rIns="91440" bIns="45720" anchor="ctr"/>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r">
              <a:lnSpc>
                <a:spcPct val="150000"/>
              </a:lnSpc>
              <a:spcBef>
                <a:spcPct val="20000"/>
              </a:spcBef>
              <a:buSzPct val="85000"/>
              <a:buFontTx/>
              <a:buChar char="•"/>
            </a:pPr>
            <a:fld id="{9A0DB2DC-4C9A-4742-B13C-FB6460FD3503}" type="slidenum">
              <a:rPr lang="en-US" altLang="zh-CN" sz="1200" dirty="0">
                <a:solidFill>
                  <a:srgbClr val="898989"/>
                </a:solidFill>
                <a:latin typeface="Times New Roman" panose="02020603050405020304" pitchFamily="18" charset="0"/>
              </a:rPr>
              <a:t>16</a:t>
            </a:fld>
            <a:endParaRPr lang="en-US" altLang="zh-CN" sz="1200" dirty="0">
              <a:solidFill>
                <a:srgbClr val="898989"/>
              </a:solidFill>
              <a:latin typeface="Times New Roman" panose="02020603050405020304" pitchFamily="18" charset="0"/>
            </a:endParaRPr>
          </a:p>
        </p:txBody>
      </p:sp>
      <p:sp>
        <p:nvSpPr>
          <p:cNvPr id="30722" name="Text Box 4"/>
          <p:cNvSpPr txBox="1"/>
          <p:nvPr/>
        </p:nvSpPr>
        <p:spPr>
          <a:xfrm>
            <a:off x="277813" y="1393825"/>
            <a:ext cx="8699500" cy="3860031"/>
          </a:xfrm>
          <a:prstGeom prst="rect">
            <a:avLst/>
          </a:prstGeom>
          <a:noFill/>
          <a:ln w="9525">
            <a:noFill/>
          </a:ln>
        </p:spPr>
        <p:txBody>
          <a:bodyPr wrap="square" anchor="t">
            <a:spAutoFit/>
          </a:bodyPr>
          <a:lstStyle/>
          <a:p>
            <a:pPr indent="360680">
              <a:lnSpc>
                <a:spcPts val="2875"/>
              </a:lnSpc>
              <a:buSzPct val="85000"/>
              <a:buFont typeface="Wingdings" panose="05000000000000000000" pitchFamily="2" charset="2"/>
              <a:buChar char="Ø"/>
            </a:pPr>
            <a:r>
              <a:rPr lang="zh-CN" altLang="en-US" b="1" dirty="0">
                <a:solidFill>
                  <a:srgbClr val="0070C0"/>
                </a:solidFill>
                <a:latin typeface="黑体" panose="02010609060101010101" pitchFamily="2" charset="-122"/>
                <a:ea typeface="黑体" panose="02010609060101010101" pitchFamily="2" charset="-122"/>
              </a:rPr>
              <a:t>传感器的网络化</a:t>
            </a:r>
          </a:p>
          <a:p>
            <a:pPr indent="360680">
              <a:lnSpc>
                <a:spcPts val="2875"/>
              </a:lnSpc>
              <a:spcBef>
                <a:spcPts val="1200"/>
              </a:spcBef>
              <a:buSzPct val="85000"/>
            </a:pPr>
            <a:r>
              <a:rPr lang="zh-CN" altLang="en-US" dirty="0">
                <a:latin typeface="黑体" panose="02010609060101010101" pitchFamily="2" charset="-122"/>
                <a:ea typeface="黑体" panose="02010609060101010101" pitchFamily="2" charset="-122"/>
              </a:rPr>
              <a:t> 无线传感器网络</a:t>
            </a:r>
            <a:r>
              <a:rPr lang="en-US" altLang="zh-CN" dirty="0">
                <a:latin typeface="黑体" panose="02010609060101010101" pitchFamily="2" charset="-122"/>
                <a:ea typeface="黑体" panose="02010609060101010101" pitchFamily="2" charset="-122"/>
              </a:rPr>
              <a:t>(WSN)</a:t>
            </a:r>
            <a:r>
              <a:rPr lang="zh-CN" altLang="en-US" dirty="0">
                <a:latin typeface="黑体" panose="02010609060101010101" pitchFamily="2" charset="-122"/>
                <a:ea typeface="黑体" panose="02010609060101010101" pitchFamily="2" charset="-122"/>
              </a:rPr>
              <a:t>由大量的低功耗传感器节点组成，通过无线通讯方式形成多跳自组织网络系统。</a:t>
            </a:r>
          </a:p>
          <a:p>
            <a:pPr indent="360680">
              <a:lnSpc>
                <a:spcPts val="2875"/>
              </a:lnSpc>
              <a:spcBef>
                <a:spcPts val="600"/>
              </a:spcBef>
              <a:buSzPct val="85000"/>
            </a:pPr>
            <a:r>
              <a:rPr lang="en-US" altLang="zh-CN" dirty="0">
                <a:latin typeface="黑体" panose="02010609060101010101" pitchFamily="2" charset="-122"/>
                <a:ea typeface="黑体" panose="02010609060101010101" pitchFamily="2" charset="-122"/>
              </a:rPr>
              <a:t> Internet</a:t>
            </a:r>
            <a:r>
              <a:rPr lang="zh-CN" altLang="zh-CN" dirty="0">
                <a:latin typeface="黑体" panose="02010609060101010101" pitchFamily="2" charset="-122"/>
                <a:ea typeface="黑体" panose="02010609060101010101" pitchFamily="2" charset="-122"/>
              </a:rPr>
              <a:t>构成逻辑上的信息世界，改变了</a:t>
            </a:r>
            <a:r>
              <a:rPr lang="zh-CN" altLang="zh-CN" dirty="0">
                <a:solidFill>
                  <a:srgbClr val="C00000"/>
                </a:solidFill>
                <a:latin typeface="黑体" panose="02010609060101010101" pitchFamily="2" charset="-122"/>
                <a:ea typeface="黑体" panose="02010609060101010101" pitchFamily="2" charset="-122"/>
              </a:rPr>
              <a:t>人与人</a:t>
            </a:r>
            <a:r>
              <a:rPr lang="zh-CN" altLang="zh-CN" dirty="0">
                <a:latin typeface="黑体" panose="02010609060101010101" pitchFamily="2" charset="-122"/>
                <a:ea typeface="黑体" panose="02010609060101010101" pitchFamily="2" charset="-122"/>
              </a:rPr>
              <a:t>的交流方式。</a:t>
            </a:r>
          </a:p>
          <a:p>
            <a:pPr indent="360680">
              <a:lnSpc>
                <a:spcPts val="2875"/>
              </a:lnSpc>
              <a:spcBef>
                <a:spcPts val="600"/>
              </a:spcBef>
              <a:buSzPct val="85000"/>
            </a:pPr>
            <a:r>
              <a:rPr lang="en-US" altLang="zh-CN" dirty="0">
                <a:latin typeface="黑体" panose="02010609060101010101" pitchFamily="2" charset="-122"/>
                <a:ea typeface="黑体" panose="02010609060101010101" pitchFamily="2" charset="-122"/>
              </a:rPr>
              <a:t> WSN</a:t>
            </a:r>
            <a:r>
              <a:rPr lang="zh-CN" altLang="en-US" dirty="0">
                <a:latin typeface="黑体" panose="02010609060101010101" pitchFamily="2" charset="-122"/>
                <a:ea typeface="黑体" panose="02010609060101010101" pitchFamily="2" charset="-122"/>
              </a:rPr>
              <a:t>将</a:t>
            </a:r>
            <a:r>
              <a:rPr lang="zh-CN" altLang="zh-CN" dirty="0">
                <a:latin typeface="黑体" panose="02010609060101010101" pitchFamily="2" charset="-122"/>
                <a:ea typeface="黑体" panose="02010609060101010101" pitchFamily="2" charset="-122"/>
              </a:rPr>
              <a:t>逻辑上的信息世界与客观物理世界融合，改变了</a:t>
            </a:r>
            <a:r>
              <a:rPr lang="zh-CN" altLang="zh-CN" dirty="0">
                <a:solidFill>
                  <a:srgbClr val="C00000"/>
                </a:solidFill>
                <a:latin typeface="黑体" panose="02010609060101010101" pitchFamily="2" charset="-122"/>
                <a:ea typeface="黑体" panose="02010609060101010101" pitchFamily="2" charset="-122"/>
              </a:rPr>
              <a:t>人与自然</a:t>
            </a:r>
            <a:r>
              <a:rPr lang="zh-CN" altLang="zh-CN" dirty="0">
                <a:latin typeface="黑体" panose="02010609060101010101" pitchFamily="2" charset="-122"/>
                <a:ea typeface="黑体" panose="02010609060101010101" pitchFamily="2" charset="-122"/>
              </a:rPr>
              <a:t>的交互方式，从而极大扩展了现有网络的功能和人类认识世界的能力。</a:t>
            </a:r>
            <a:endParaRPr lang="en-US" altLang="zh-CN" dirty="0">
              <a:latin typeface="黑体" panose="02010609060101010101" pitchFamily="2" charset="-122"/>
              <a:ea typeface="黑体" panose="02010609060101010101" pitchFamily="2" charset="-122"/>
            </a:endParaRPr>
          </a:p>
          <a:p>
            <a:pPr indent="360680">
              <a:lnSpc>
                <a:spcPts val="2875"/>
              </a:lnSpc>
              <a:spcBef>
                <a:spcPts val="600"/>
              </a:spcBef>
              <a:buSzPct val="85000"/>
            </a:pPr>
            <a:r>
              <a:rPr lang="en-US" altLang="zh-CN" dirty="0">
                <a:latin typeface="黑体" panose="02010609060101010101" pitchFamily="2" charset="-122"/>
                <a:ea typeface="黑体" panose="02010609060101010101" pitchFamily="2" charset="-122"/>
              </a:rPr>
              <a:t>  </a:t>
            </a:r>
          </a:p>
          <a:p>
            <a:pPr indent="360680">
              <a:lnSpc>
                <a:spcPts val="2875"/>
              </a:lnSpc>
              <a:spcBef>
                <a:spcPts val="600"/>
              </a:spcBef>
              <a:buSzPct val="85000"/>
            </a:pPr>
            <a:r>
              <a:rPr lang="zh-CN" altLang="en-US" dirty="0">
                <a:latin typeface="黑体" panose="02010609060101010101" pitchFamily="2" charset="-122"/>
                <a:ea typeface="黑体" panose="02010609060101010101" pitchFamily="2" charset="-122"/>
              </a:rPr>
              <a:t>多智能体：</a:t>
            </a:r>
            <a:r>
              <a:rPr lang="en-US" altLang="zh-CN" dirty="0">
                <a:latin typeface="黑体" panose="02010609060101010101" pitchFamily="2" charset="-122"/>
                <a:ea typeface="黑体" panose="02010609060101010101" pitchFamily="2" charset="-122"/>
              </a:rPr>
              <a:t>multi-agent</a:t>
            </a:r>
            <a:endParaRPr lang="zh-CN" altLang="en-US" dirty="0">
              <a:latin typeface="黑体" panose="02010609060101010101" pitchFamily="2" charset="-122"/>
              <a:ea typeface="黑体" panose="02010609060101010101" pitchFamily="2" charset="-122"/>
            </a:endParaRPr>
          </a:p>
        </p:txBody>
      </p:sp>
      <p:sp>
        <p:nvSpPr>
          <p:cNvPr id="7" name="页脚占位符 6"/>
          <p:cNvSpPr txBox="1">
            <a:spLocks noGrp="1"/>
          </p:cNvSpPr>
          <p:nvPr>
            <p:ph type="ftr" sz="quarter" idx="11"/>
          </p:nvPr>
        </p:nvSpPr>
        <p:spPr>
          <a:xfrm>
            <a:off x="2843213" y="6411913"/>
            <a:ext cx="2895600" cy="365125"/>
          </a:xfrm>
          <a:noFill/>
        </p:spPr>
        <p:txBody>
          <a:bodyPr vert="horz" lIns="91440" tIns="45720" rIns="91440" bIns="45720" rtlCol="0" anchor="ctr"/>
          <a:lstStyle/>
          <a:p>
            <a:pPr marL="0" marR="0" lvl="0" indent="0" algn="ctr" defTabSz="914400" rtl="0" eaLnBrk="1" fontAlgn="base" latinLnBrk="0" hangingPunct="1">
              <a:lnSpc>
                <a:spcPct val="150000"/>
              </a:lnSpc>
              <a:spcBef>
                <a:spcPct val="20000"/>
              </a:spcBef>
              <a:spcAft>
                <a:spcPct val="0"/>
              </a:spcAft>
              <a:buClrTx/>
              <a:buSzPct val="85000"/>
              <a:buFontTx/>
              <a:buChar char="•"/>
              <a:defRPr/>
            </a:pPr>
            <a:r>
              <a:rPr kumimoji="1" lang="zh-CN" altLang="en-US" sz="1200" b="0" i="0" u="none" strike="noStrike" kern="1200" cap="none" spc="0" normalizeH="0" baseline="0" noProof="0" dirty="0">
                <a:ln>
                  <a:noFill/>
                </a:ln>
                <a:solidFill>
                  <a:schemeClr val="tx1">
                    <a:tint val="75000"/>
                  </a:schemeClr>
                </a:solidFill>
                <a:effectLst/>
                <a:uLnTx/>
                <a:uFillTx/>
                <a:latin typeface="Times New Roman" panose="02020603050405020304" pitchFamily="18" charset="0"/>
                <a:ea typeface="楷体_GB2312" pitchFamily="49" charset="-122"/>
                <a:cs typeface="+mn-cs"/>
              </a:rPr>
              <a:t>测量科学与仪器系</a:t>
            </a:r>
            <a:endParaRPr kumimoji="1" lang="en-US" altLang="zh-CN" sz="1200" b="0" i="0" u="none" strike="noStrike" kern="1200" cap="none" spc="0" normalizeH="0" baseline="0" noProof="0" dirty="0">
              <a:ln>
                <a:noFill/>
              </a:ln>
              <a:solidFill>
                <a:schemeClr val="tx1">
                  <a:tint val="75000"/>
                </a:schemeClr>
              </a:solidFill>
              <a:effectLst/>
              <a:uLnTx/>
              <a:uFillTx/>
              <a:latin typeface="Times New Roman" panose="02020603050405020304" pitchFamily="18" charset="0"/>
              <a:ea typeface="楷体_GB2312" pitchFamily="49" charset="-122"/>
              <a:cs typeface="+mn-cs"/>
            </a:endParaRPr>
          </a:p>
        </p:txBody>
      </p:sp>
      <p:sp>
        <p:nvSpPr>
          <p:cNvPr id="10" name="矩形 9"/>
          <p:cNvSpPr/>
          <p:nvPr/>
        </p:nvSpPr>
        <p:spPr>
          <a:xfrm>
            <a:off x="147638" y="982663"/>
            <a:ext cx="8286750" cy="46038"/>
          </a:xfrm>
          <a:prstGeom prst="rect">
            <a:avLst/>
          </a:prstGeom>
          <a:gradFill flip="none" rotWithShape="1">
            <a:gsLst>
              <a:gs pos="0">
                <a:srgbClr val="5E9EFF"/>
              </a:gs>
              <a:gs pos="39999">
                <a:srgbClr val="85C2FF"/>
              </a:gs>
              <a:gs pos="70000">
                <a:srgbClr val="C4D6EB"/>
              </a:gs>
              <a:gs pos="100000">
                <a:srgbClr val="FFEBFA"/>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50000"/>
              </a:lnSpc>
              <a:spcBef>
                <a:spcPts val="0"/>
              </a:spcBef>
              <a:spcAft>
                <a:spcPts val="0"/>
              </a:spcAft>
              <a:buClrTx/>
              <a:buSzPct val="85000"/>
              <a:buFontTx/>
              <a:buChar char="•"/>
              <a:defRPr/>
            </a:pPr>
            <a:endParaRPr kumimoji="1" lang="zh-CN" altLang="en-US" sz="2400" b="0" i="0" u="none" strike="noStrike" kern="1200" cap="none" spc="0" normalizeH="0" baseline="0" noProof="0">
              <a:ln>
                <a:noFill/>
              </a:ln>
              <a:solidFill>
                <a:schemeClr val="lt1"/>
              </a:solidFill>
              <a:effectLst/>
              <a:uLnTx/>
              <a:uFillTx/>
              <a:latin typeface="+mn-lt"/>
              <a:ea typeface="+mn-ea"/>
              <a:cs typeface="+mn-cs"/>
            </a:endParaRPr>
          </a:p>
        </p:txBody>
      </p:sp>
    </p:spTree>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页脚占位符 16"/>
          <p:cNvSpPr txBox="1">
            <a:spLocks noGrp="1"/>
          </p:cNvSpPr>
          <p:nvPr>
            <p:ph type="ftr" sz="quarter" idx="11"/>
          </p:nvPr>
        </p:nvSpPr>
        <p:spPr>
          <a:noFill/>
        </p:spPr>
        <p:txBody>
          <a:bodyPr vert="horz" lIns="91440" tIns="45720" rIns="91440" bIns="45720" rtlCol="0" anchor="ctr"/>
          <a:lstStyle/>
          <a:p>
            <a:pPr marL="0" marR="0" lvl="0" indent="0" algn="ctr" defTabSz="914400" rtl="0" eaLnBrk="1" fontAlgn="base" latinLnBrk="0" hangingPunct="1">
              <a:lnSpc>
                <a:spcPct val="150000"/>
              </a:lnSpc>
              <a:spcBef>
                <a:spcPct val="20000"/>
              </a:spcBef>
              <a:spcAft>
                <a:spcPct val="0"/>
              </a:spcAft>
              <a:buClrTx/>
              <a:buSzPct val="85000"/>
              <a:buFontTx/>
              <a:buChar char="•"/>
              <a:defRPr/>
            </a:pPr>
            <a:r>
              <a:rPr kumimoji="1" lang="zh-CN" altLang="en-US" sz="1200" b="0" i="0" u="none" strike="noStrike" kern="1200" cap="none" spc="0" normalizeH="0" baseline="0" noProof="0">
                <a:ln>
                  <a:noFill/>
                </a:ln>
                <a:solidFill>
                  <a:schemeClr val="tx1">
                    <a:tint val="75000"/>
                  </a:schemeClr>
                </a:solidFill>
                <a:effectLst/>
                <a:uLnTx/>
                <a:uFillTx/>
                <a:latin typeface="Times New Roman" panose="02020603050405020304" pitchFamily="18" charset="0"/>
                <a:ea typeface="楷体_GB2312" pitchFamily="49" charset="-122"/>
                <a:cs typeface="+mn-cs"/>
              </a:rPr>
              <a:t>自动化学院</a:t>
            </a:r>
            <a:endParaRPr kumimoji="1" lang="en-US" altLang="zh-CN" sz="1200" b="0" i="0" u="none" strike="noStrike" kern="1200" cap="none" spc="0" normalizeH="0" baseline="0" noProof="0">
              <a:ln>
                <a:noFill/>
              </a:ln>
              <a:solidFill>
                <a:schemeClr val="tx1">
                  <a:tint val="75000"/>
                </a:schemeClr>
              </a:solidFill>
              <a:effectLst/>
              <a:uLnTx/>
              <a:uFillTx/>
              <a:latin typeface="Times New Roman" panose="02020603050405020304" pitchFamily="18" charset="0"/>
              <a:ea typeface="楷体_GB2312" pitchFamily="49" charset="-122"/>
              <a:cs typeface="+mn-cs"/>
            </a:endParaRPr>
          </a:p>
        </p:txBody>
      </p:sp>
      <p:sp>
        <p:nvSpPr>
          <p:cNvPr id="31746" name="灯片编号占位符 4"/>
          <p:cNvSpPr>
            <a:spLocks noGrp="1"/>
          </p:cNvSpPr>
          <p:nvPr>
            <p:ph type="sldNum" sz="quarter" idx="12"/>
          </p:nvPr>
        </p:nvSpPr>
        <p:spPr>
          <a:noFill/>
          <a:ln>
            <a:noFill/>
          </a:ln>
        </p:spPr>
        <p:txBody>
          <a:bodyPr wrap="square" lIns="91440" tIns="45720" rIns="91440" bIns="45720" anchor="ctr"/>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r">
              <a:lnSpc>
                <a:spcPct val="150000"/>
              </a:lnSpc>
              <a:spcBef>
                <a:spcPct val="20000"/>
              </a:spcBef>
              <a:buSzPct val="85000"/>
              <a:buFontTx/>
              <a:buChar char="•"/>
            </a:pPr>
            <a:fld id="{9A0DB2DC-4C9A-4742-B13C-FB6460FD3503}" type="slidenum">
              <a:rPr lang="en-US" altLang="zh-CN" sz="1200" dirty="0">
                <a:solidFill>
                  <a:srgbClr val="898989"/>
                </a:solidFill>
              </a:rPr>
              <a:t>17</a:t>
            </a:fld>
            <a:endParaRPr lang="en-US" altLang="zh-CN" sz="1200" dirty="0">
              <a:solidFill>
                <a:srgbClr val="898989"/>
              </a:solidFill>
            </a:endParaRPr>
          </a:p>
        </p:txBody>
      </p:sp>
      <p:sp>
        <p:nvSpPr>
          <p:cNvPr id="31747" name="Rectangle 2"/>
          <p:cNvSpPr/>
          <p:nvPr/>
        </p:nvSpPr>
        <p:spPr>
          <a:xfrm>
            <a:off x="423863" y="3268663"/>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31748" name="Rectangle 3"/>
          <p:cNvSpPr/>
          <p:nvPr/>
        </p:nvSpPr>
        <p:spPr>
          <a:xfrm>
            <a:off x="423863" y="3254375"/>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31749" name="Rectangle 4"/>
          <p:cNvSpPr/>
          <p:nvPr/>
        </p:nvSpPr>
        <p:spPr>
          <a:xfrm>
            <a:off x="423863" y="3192463"/>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31750" name="Rectangle 5"/>
          <p:cNvSpPr/>
          <p:nvPr/>
        </p:nvSpPr>
        <p:spPr>
          <a:xfrm>
            <a:off x="423863" y="3254375"/>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31751" name="Rectangle 6"/>
          <p:cNvSpPr/>
          <p:nvPr/>
        </p:nvSpPr>
        <p:spPr>
          <a:xfrm>
            <a:off x="423863" y="2782888"/>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31752" name="Rectangle 7"/>
          <p:cNvSpPr/>
          <p:nvPr/>
        </p:nvSpPr>
        <p:spPr>
          <a:xfrm>
            <a:off x="423863" y="3254375"/>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31753" name="Rectangle 8"/>
          <p:cNvSpPr/>
          <p:nvPr/>
        </p:nvSpPr>
        <p:spPr>
          <a:xfrm>
            <a:off x="423863" y="3240088"/>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31754" name="Rectangle 9"/>
          <p:cNvSpPr/>
          <p:nvPr/>
        </p:nvSpPr>
        <p:spPr>
          <a:xfrm>
            <a:off x="423863" y="2720975"/>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31755" name="Rectangle 10"/>
          <p:cNvSpPr/>
          <p:nvPr/>
        </p:nvSpPr>
        <p:spPr>
          <a:xfrm>
            <a:off x="423863" y="53975"/>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31756" name="Rectangle 11"/>
          <p:cNvSpPr/>
          <p:nvPr/>
        </p:nvSpPr>
        <p:spPr>
          <a:xfrm>
            <a:off x="423863" y="2811463"/>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31757" name="Rectangle 12"/>
          <p:cNvSpPr/>
          <p:nvPr/>
        </p:nvSpPr>
        <p:spPr>
          <a:xfrm>
            <a:off x="423863" y="53975"/>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31758" name="Rectangle 13"/>
          <p:cNvSpPr/>
          <p:nvPr/>
        </p:nvSpPr>
        <p:spPr>
          <a:xfrm>
            <a:off x="215900" y="190500"/>
            <a:ext cx="7772400" cy="622300"/>
          </a:xfrm>
          <a:prstGeom prst="rect">
            <a:avLst/>
          </a:prstGeom>
          <a:noFill/>
          <a:ln w="9525">
            <a:noFill/>
          </a:ln>
        </p:spPr>
        <p:txBody>
          <a:bodyPr anchor="ctr">
            <a:spAutoFit/>
          </a:bodyPr>
          <a:lstStyle/>
          <a:p>
            <a:pPr>
              <a:lnSpc>
                <a:spcPct val="125000"/>
              </a:lnSpc>
              <a:spcBef>
                <a:spcPct val="50000"/>
              </a:spcBef>
              <a:buSzPct val="85000"/>
            </a:pPr>
            <a:r>
              <a:rPr lang="en-US" altLang="zh-CN" sz="3200" dirty="0">
                <a:solidFill>
                  <a:srgbClr val="C00000"/>
                </a:solidFill>
                <a:latin typeface="黑体" panose="02010609060101010101" pitchFamily="2" charset="-122"/>
                <a:ea typeface="黑体" panose="02010609060101010101" pitchFamily="2" charset="-122"/>
              </a:rPr>
              <a:t>3 </a:t>
            </a:r>
            <a:r>
              <a:rPr lang="zh-CN" altLang="en-US" sz="3200" dirty="0">
                <a:solidFill>
                  <a:srgbClr val="C00000"/>
                </a:solidFill>
                <a:latin typeface="黑体" panose="02010609060101010101" pitchFamily="2" charset="-122"/>
                <a:ea typeface="黑体" panose="02010609060101010101" pitchFamily="2" charset="-122"/>
              </a:rPr>
              <a:t>传感器的定义、组成与分类</a:t>
            </a:r>
          </a:p>
        </p:txBody>
      </p:sp>
      <p:sp>
        <p:nvSpPr>
          <p:cNvPr id="31759" name="Rectangle 15"/>
          <p:cNvSpPr/>
          <p:nvPr/>
        </p:nvSpPr>
        <p:spPr>
          <a:xfrm>
            <a:off x="0" y="1052513"/>
            <a:ext cx="1584325" cy="684212"/>
          </a:xfrm>
          <a:prstGeom prst="rect">
            <a:avLst/>
          </a:prstGeom>
          <a:noFill/>
          <a:ln w="9525">
            <a:noFill/>
          </a:ln>
        </p:spPr>
        <p:txBody>
          <a:bodyPr anchor="t"/>
          <a:lstStyle/>
          <a:p>
            <a:pPr indent="57150">
              <a:lnSpc>
                <a:spcPct val="150000"/>
              </a:lnSpc>
              <a:spcBef>
                <a:spcPct val="20000"/>
              </a:spcBef>
              <a:buSzPct val="85000"/>
            </a:pPr>
            <a:r>
              <a:rPr lang="en-US" altLang="zh-CN" sz="2800" b="1" dirty="0">
                <a:solidFill>
                  <a:srgbClr val="002060"/>
                </a:solidFill>
                <a:latin typeface="Times New Roman" panose="02020603050405020304" pitchFamily="18" charset="0"/>
                <a:ea typeface="楷体_GB2312" pitchFamily="49" charset="-122"/>
              </a:rPr>
              <a:t>3.1 </a:t>
            </a:r>
            <a:r>
              <a:rPr lang="zh-CN" altLang="en-US" sz="2800" b="1" dirty="0">
                <a:solidFill>
                  <a:srgbClr val="002060"/>
                </a:solidFill>
                <a:latin typeface="Times New Roman" panose="02020603050405020304" pitchFamily="18" charset="0"/>
                <a:ea typeface="楷体_GB2312" pitchFamily="49" charset="-122"/>
              </a:rPr>
              <a:t>定义</a:t>
            </a:r>
            <a:r>
              <a:rPr lang="zh-CN" altLang="en-US" dirty="0">
                <a:latin typeface="Times New Roman" panose="02020603050405020304" pitchFamily="18" charset="0"/>
                <a:ea typeface="楷体_GB2312" pitchFamily="49" charset="-122"/>
              </a:rPr>
              <a:t>		</a:t>
            </a:r>
          </a:p>
        </p:txBody>
      </p:sp>
      <p:sp>
        <p:nvSpPr>
          <p:cNvPr id="19" name="矩形 18"/>
          <p:cNvSpPr/>
          <p:nvPr/>
        </p:nvSpPr>
        <p:spPr>
          <a:xfrm>
            <a:off x="142875" y="1000125"/>
            <a:ext cx="8286750" cy="46038"/>
          </a:xfrm>
          <a:prstGeom prst="rect">
            <a:avLst/>
          </a:prstGeom>
          <a:gradFill flip="none" rotWithShape="1">
            <a:gsLst>
              <a:gs pos="0">
                <a:srgbClr val="5E9EFF"/>
              </a:gs>
              <a:gs pos="39999">
                <a:srgbClr val="85C2FF"/>
              </a:gs>
              <a:gs pos="70000">
                <a:srgbClr val="C4D6EB"/>
              </a:gs>
              <a:gs pos="100000">
                <a:srgbClr val="FFEBFA"/>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50000"/>
              </a:lnSpc>
              <a:spcBef>
                <a:spcPts val="0"/>
              </a:spcBef>
              <a:spcAft>
                <a:spcPts val="0"/>
              </a:spcAft>
              <a:buClrTx/>
              <a:buSzPct val="85000"/>
              <a:buFontTx/>
              <a:buChar char="•"/>
              <a:defRPr/>
            </a:pPr>
            <a:endParaRPr kumimoji="1" lang="zh-CN" altLang="en-US" sz="2400" b="0" i="0" u="none" strike="noStrike" kern="1200" cap="none" spc="0" normalizeH="0" baseline="0" noProof="0">
              <a:ln>
                <a:noFill/>
              </a:ln>
              <a:solidFill>
                <a:schemeClr val="lt1"/>
              </a:solidFill>
              <a:effectLst/>
              <a:uLnTx/>
              <a:uFillTx/>
              <a:latin typeface="+mn-lt"/>
              <a:ea typeface="+mn-ea"/>
              <a:cs typeface="+mn-cs"/>
            </a:endParaRPr>
          </a:p>
        </p:txBody>
      </p:sp>
      <p:grpSp>
        <p:nvGrpSpPr>
          <p:cNvPr id="31761" name="Group 3"/>
          <p:cNvGrpSpPr/>
          <p:nvPr/>
        </p:nvGrpSpPr>
        <p:grpSpPr>
          <a:xfrm>
            <a:off x="3132138" y="1700213"/>
            <a:ext cx="684212" cy="215900"/>
            <a:chOff x="1292" y="1622"/>
            <a:chExt cx="596" cy="141"/>
          </a:xfrm>
        </p:grpSpPr>
        <p:sp>
          <p:nvSpPr>
            <p:cNvPr id="31762" name="Line 4"/>
            <p:cNvSpPr/>
            <p:nvPr/>
          </p:nvSpPr>
          <p:spPr>
            <a:xfrm>
              <a:off x="1292" y="1622"/>
              <a:ext cx="596" cy="0"/>
            </a:xfrm>
            <a:prstGeom prst="line">
              <a:avLst/>
            </a:prstGeom>
            <a:ln w="22225" cap="flat" cmpd="sng">
              <a:solidFill>
                <a:srgbClr val="FF3300"/>
              </a:solidFill>
              <a:prstDash val="solid"/>
              <a:round/>
              <a:headEnd type="none" w="med" len="med"/>
              <a:tailEnd type="none" w="med" len="med"/>
            </a:ln>
          </p:spPr>
        </p:sp>
        <p:sp>
          <p:nvSpPr>
            <p:cNvPr id="31763" name="Line 5"/>
            <p:cNvSpPr/>
            <p:nvPr/>
          </p:nvSpPr>
          <p:spPr>
            <a:xfrm flipV="1">
              <a:off x="1604" y="1622"/>
              <a:ext cx="0" cy="141"/>
            </a:xfrm>
            <a:prstGeom prst="line">
              <a:avLst/>
            </a:prstGeom>
            <a:ln w="22225" cap="flat" cmpd="sng">
              <a:solidFill>
                <a:srgbClr val="FF3300"/>
              </a:solidFill>
              <a:prstDash val="solid"/>
              <a:round/>
              <a:headEnd type="triangle" w="med" len="med"/>
              <a:tailEnd type="none" w="med" len="med"/>
            </a:ln>
          </p:spPr>
        </p:sp>
      </p:grpSp>
      <p:sp>
        <p:nvSpPr>
          <p:cNvPr id="31764" name="Text Box 6"/>
          <p:cNvSpPr txBox="1"/>
          <p:nvPr/>
        </p:nvSpPr>
        <p:spPr>
          <a:xfrm>
            <a:off x="1116013" y="1808163"/>
            <a:ext cx="3781425" cy="552450"/>
          </a:xfrm>
          <a:prstGeom prst="rect">
            <a:avLst/>
          </a:prstGeom>
          <a:noFill/>
          <a:ln w="9525">
            <a:noFill/>
          </a:ln>
        </p:spPr>
        <p:txBody>
          <a:bodyPr anchor="t">
            <a:spAutoFit/>
          </a:bodyPr>
          <a:lstStyle/>
          <a:p>
            <a:pPr algn="ctr">
              <a:lnSpc>
                <a:spcPct val="150000"/>
              </a:lnSpc>
              <a:spcBef>
                <a:spcPct val="50000"/>
              </a:spcBef>
              <a:buSzPct val="85000"/>
              <a:buFontTx/>
              <a:buChar char="•"/>
            </a:pPr>
            <a:r>
              <a:rPr lang="zh-CN" altLang="en-US" sz="2000" b="1" dirty="0">
                <a:latin typeface="黑体" panose="02010609060101010101" pitchFamily="2" charset="-122"/>
                <a:ea typeface="黑体" panose="02010609060101010101" pitchFamily="2" charset="-122"/>
              </a:rPr>
              <a:t>物理量、化学量、生物量</a:t>
            </a:r>
            <a:r>
              <a:rPr lang="en-US" altLang="zh-CN" sz="2000" b="1" dirty="0">
                <a:latin typeface="黑体" panose="02010609060101010101" pitchFamily="2" charset="-122"/>
                <a:ea typeface="黑体" panose="02010609060101010101" pitchFamily="2" charset="-122"/>
              </a:rPr>
              <a:t>/</a:t>
            </a:r>
            <a:r>
              <a:rPr lang="zh-CN" altLang="en-US" sz="2000" b="1" dirty="0">
                <a:latin typeface="黑体" panose="02010609060101010101" pitchFamily="2" charset="-122"/>
                <a:ea typeface="黑体" panose="02010609060101010101" pitchFamily="2" charset="-122"/>
              </a:rPr>
              <a:t>其他</a:t>
            </a:r>
          </a:p>
        </p:txBody>
      </p:sp>
      <p:grpSp>
        <p:nvGrpSpPr>
          <p:cNvPr id="31765" name="Group 7"/>
          <p:cNvGrpSpPr/>
          <p:nvPr/>
        </p:nvGrpSpPr>
        <p:grpSpPr>
          <a:xfrm>
            <a:off x="5976938" y="1700213"/>
            <a:ext cx="863600" cy="215900"/>
            <a:chOff x="3872" y="1622"/>
            <a:chExt cx="596" cy="141"/>
          </a:xfrm>
        </p:grpSpPr>
        <p:sp>
          <p:nvSpPr>
            <p:cNvPr id="31766" name="Line 8"/>
            <p:cNvSpPr/>
            <p:nvPr/>
          </p:nvSpPr>
          <p:spPr>
            <a:xfrm>
              <a:off x="3872" y="1622"/>
              <a:ext cx="596" cy="0"/>
            </a:xfrm>
            <a:prstGeom prst="line">
              <a:avLst/>
            </a:prstGeom>
            <a:ln w="22225" cap="flat" cmpd="sng">
              <a:solidFill>
                <a:srgbClr val="FF3300"/>
              </a:solidFill>
              <a:prstDash val="solid"/>
              <a:round/>
              <a:headEnd type="none" w="med" len="med"/>
              <a:tailEnd type="none" w="med" len="med"/>
            </a:ln>
          </p:spPr>
        </p:sp>
        <p:sp>
          <p:nvSpPr>
            <p:cNvPr id="31767" name="Line 9"/>
            <p:cNvSpPr/>
            <p:nvPr/>
          </p:nvSpPr>
          <p:spPr>
            <a:xfrm flipV="1">
              <a:off x="4170" y="1622"/>
              <a:ext cx="0" cy="141"/>
            </a:xfrm>
            <a:prstGeom prst="line">
              <a:avLst/>
            </a:prstGeom>
            <a:ln w="22225" cap="flat" cmpd="sng">
              <a:solidFill>
                <a:srgbClr val="FF3300"/>
              </a:solidFill>
              <a:prstDash val="solid"/>
              <a:round/>
              <a:headEnd type="triangle" w="med" len="med"/>
              <a:tailEnd type="none" w="med" len="med"/>
            </a:ln>
          </p:spPr>
        </p:sp>
      </p:grpSp>
      <p:sp>
        <p:nvSpPr>
          <p:cNvPr id="31768" name="Text Box 10"/>
          <p:cNvSpPr txBox="1"/>
          <p:nvPr/>
        </p:nvSpPr>
        <p:spPr>
          <a:xfrm>
            <a:off x="5508625" y="1808163"/>
            <a:ext cx="2835275" cy="396875"/>
          </a:xfrm>
          <a:prstGeom prst="rect">
            <a:avLst/>
          </a:prstGeom>
          <a:noFill/>
          <a:ln w="9525">
            <a:noFill/>
          </a:ln>
        </p:spPr>
        <p:txBody>
          <a:bodyPr anchor="t">
            <a:spAutoFit/>
          </a:bodyPr>
          <a:lstStyle/>
          <a:p>
            <a:pPr algn="ctr">
              <a:lnSpc>
                <a:spcPct val="150000"/>
              </a:lnSpc>
              <a:spcBef>
                <a:spcPct val="50000"/>
              </a:spcBef>
              <a:buSzPct val="85000"/>
              <a:buFontTx/>
              <a:buChar char="•"/>
            </a:pPr>
            <a:r>
              <a:rPr lang="zh-CN" altLang="en-US" sz="2000" b="1" dirty="0">
                <a:latin typeface="Times New Roman" panose="02020603050405020304" pitchFamily="18" charset="0"/>
                <a:ea typeface="楷体_GB2312" pitchFamily="49" charset="-122"/>
              </a:rPr>
              <a:t>便于处理和传输的信号</a:t>
            </a:r>
          </a:p>
        </p:txBody>
      </p:sp>
      <p:sp>
        <p:nvSpPr>
          <p:cNvPr id="31769" name="Text Box 11"/>
          <p:cNvSpPr txBox="1"/>
          <p:nvPr/>
        </p:nvSpPr>
        <p:spPr>
          <a:xfrm>
            <a:off x="1368425" y="2492375"/>
            <a:ext cx="1714500" cy="396875"/>
          </a:xfrm>
          <a:prstGeom prst="rect">
            <a:avLst/>
          </a:prstGeom>
          <a:noFill/>
          <a:ln w="9525">
            <a:noFill/>
          </a:ln>
        </p:spPr>
        <p:txBody>
          <a:bodyPr anchor="t">
            <a:spAutoFit/>
          </a:bodyPr>
          <a:lstStyle/>
          <a:p>
            <a:pPr algn="ctr">
              <a:lnSpc>
                <a:spcPct val="150000"/>
              </a:lnSpc>
              <a:spcBef>
                <a:spcPct val="50000"/>
              </a:spcBef>
              <a:buSzPct val="85000"/>
              <a:buFontTx/>
              <a:buChar char="•"/>
            </a:pPr>
            <a:r>
              <a:rPr lang="zh-CN" altLang="en-US" sz="2000" b="1" dirty="0">
                <a:latin typeface="Times New Roman" panose="02020603050405020304" pitchFamily="18" charset="0"/>
                <a:ea typeface="楷体_GB2312" pitchFamily="49" charset="-122"/>
              </a:rPr>
              <a:t>人的五官：</a:t>
            </a:r>
          </a:p>
        </p:txBody>
      </p:sp>
      <p:sp>
        <p:nvSpPr>
          <p:cNvPr id="31770" name="Text Box 12"/>
          <p:cNvSpPr txBox="1"/>
          <p:nvPr/>
        </p:nvSpPr>
        <p:spPr>
          <a:xfrm>
            <a:off x="2447925" y="2457450"/>
            <a:ext cx="4724400" cy="396875"/>
          </a:xfrm>
          <a:prstGeom prst="rect">
            <a:avLst/>
          </a:prstGeom>
          <a:noFill/>
          <a:ln w="9525">
            <a:noFill/>
          </a:ln>
        </p:spPr>
        <p:txBody>
          <a:bodyPr anchor="t">
            <a:spAutoFit/>
          </a:bodyPr>
          <a:lstStyle/>
          <a:p>
            <a:pPr algn="ctr">
              <a:lnSpc>
                <a:spcPct val="150000"/>
              </a:lnSpc>
              <a:spcBef>
                <a:spcPct val="50000"/>
              </a:spcBef>
              <a:buSzPct val="85000"/>
              <a:buFontTx/>
              <a:buChar char="•"/>
            </a:pPr>
            <a:r>
              <a:rPr lang="zh-CN" altLang="en-US" sz="2000" b="1" dirty="0">
                <a:latin typeface="Times New Roman" panose="02020603050405020304" pitchFamily="18" charset="0"/>
                <a:ea typeface="楷体_GB2312" pitchFamily="49" charset="-122"/>
              </a:rPr>
              <a:t>眼睛   耳朵    鼻子   舌头   皮肤</a:t>
            </a:r>
          </a:p>
        </p:txBody>
      </p:sp>
      <p:sp>
        <p:nvSpPr>
          <p:cNvPr id="31771" name="Text Box 13"/>
          <p:cNvSpPr txBox="1"/>
          <p:nvPr/>
        </p:nvSpPr>
        <p:spPr>
          <a:xfrm>
            <a:off x="2879725" y="3105150"/>
            <a:ext cx="3892550" cy="396875"/>
          </a:xfrm>
          <a:prstGeom prst="rect">
            <a:avLst/>
          </a:prstGeom>
          <a:noFill/>
          <a:ln w="9525">
            <a:noFill/>
          </a:ln>
        </p:spPr>
        <p:txBody>
          <a:bodyPr anchor="t">
            <a:spAutoFit/>
          </a:bodyPr>
          <a:lstStyle/>
          <a:p>
            <a:pPr algn="ctr">
              <a:lnSpc>
                <a:spcPct val="150000"/>
              </a:lnSpc>
              <a:spcBef>
                <a:spcPct val="50000"/>
              </a:spcBef>
              <a:buSzPct val="85000"/>
              <a:buFontTx/>
              <a:buChar char="•"/>
            </a:pPr>
            <a:r>
              <a:rPr lang="zh-CN" altLang="en-US" sz="2000" b="1" dirty="0">
                <a:latin typeface="Times New Roman" panose="02020603050405020304" pitchFamily="18" charset="0"/>
                <a:ea typeface="楷体_GB2312" pitchFamily="49" charset="-122"/>
              </a:rPr>
              <a:t>视觉、听觉、嗅觉、味觉、触觉</a:t>
            </a:r>
          </a:p>
        </p:txBody>
      </p:sp>
      <p:grpSp>
        <p:nvGrpSpPr>
          <p:cNvPr id="31772" name="Group 14"/>
          <p:cNvGrpSpPr/>
          <p:nvPr/>
        </p:nvGrpSpPr>
        <p:grpSpPr>
          <a:xfrm>
            <a:off x="3311525" y="2924175"/>
            <a:ext cx="3048000" cy="288925"/>
            <a:chOff x="1392" y="864"/>
            <a:chExt cx="1920" cy="240"/>
          </a:xfrm>
        </p:grpSpPr>
        <p:sp>
          <p:nvSpPr>
            <p:cNvPr id="31773" name="AutoShape 15"/>
            <p:cNvSpPr/>
            <p:nvPr/>
          </p:nvSpPr>
          <p:spPr>
            <a:xfrm>
              <a:off x="1392" y="864"/>
              <a:ext cx="96" cy="240"/>
            </a:xfrm>
            <a:prstGeom prst="upDownArrow">
              <a:avLst>
                <a:gd name="adj1" fmla="val 50000"/>
                <a:gd name="adj2" fmla="val 50000"/>
              </a:avLst>
            </a:prstGeom>
            <a:solidFill>
              <a:schemeClr val="accent1"/>
            </a:solidFill>
            <a:ln w="9525" cap="flat" cmpd="sng">
              <a:solidFill>
                <a:schemeClr val="tx1"/>
              </a:solidFill>
              <a:prstDash val="solid"/>
              <a:miter/>
              <a:headEnd type="none" w="med" len="med"/>
              <a:tailEnd type="none" w="med" len="med"/>
            </a:ln>
          </p:spPr>
          <p:txBody>
            <a:bodyPr vert="eaVert" wrap="none" anchor="ct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31774" name="AutoShape 16"/>
            <p:cNvSpPr/>
            <p:nvPr/>
          </p:nvSpPr>
          <p:spPr>
            <a:xfrm>
              <a:off x="1872" y="864"/>
              <a:ext cx="96" cy="240"/>
            </a:xfrm>
            <a:prstGeom prst="upDownArrow">
              <a:avLst>
                <a:gd name="adj1" fmla="val 50000"/>
                <a:gd name="adj2" fmla="val 50000"/>
              </a:avLst>
            </a:prstGeom>
            <a:solidFill>
              <a:schemeClr val="accent1"/>
            </a:solidFill>
            <a:ln w="9525" cap="flat" cmpd="sng">
              <a:solidFill>
                <a:schemeClr val="tx1"/>
              </a:solidFill>
              <a:prstDash val="solid"/>
              <a:miter/>
              <a:headEnd type="none" w="med" len="med"/>
              <a:tailEnd type="none" w="med" len="med"/>
            </a:ln>
          </p:spPr>
          <p:txBody>
            <a:bodyPr vert="eaVert" wrap="none" anchor="ct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31775" name="AutoShape 17"/>
            <p:cNvSpPr/>
            <p:nvPr/>
          </p:nvSpPr>
          <p:spPr>
            <a:xfrm>
              <a:off x="2352" y="864"/>
              <a:ext cx="96" cy="240"/>
            </a:xfrm>
            <a:prstGeom prst="upDownArrow">
              <a:avLst>
                <a:gd name="adj1" fmla="val 50000"/>
                <a:gd name="adj2" fmla="val 50000"/>
              </a:avLst>
            </a:prstGeom>
            <a:solidFill>
              <a:schemeClr val="accent1"/>
            </a:solidFill>
            <a:ln w="9525" cap="flat" cmpd="sng">
              <a:solidFill>
                <a:schemeClr val="tx1"/>
              </a:solidFill>
              <a:prstDash val="solid"/>
              <a:miter/>
              <a:headEnd type="none" w="med" len="med"/>
              <a:tailEnd type="none" w="med" len="med"/>
            </a:ln>
          </p:spPr>
          <p:txBody>
            <a:bodyPr vert="eaVert" wrap="none" anchor="ct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31776" name="AutoShape 18"/>
            <p:cNvSpPr/>
            <p:nvPr/>
          </p:nvSpPr>
          <p:spPr>
            <a:xfrm>
              <a:off x="2784" y="864"/>
              <a:ext cx="96" cy="240"/>
            </a:xfrm>
            <a:prstGeom prst="upDownArrow">
              <a:avLst>
                <a:gd name="adj1" fmla="val 50000"/>
                <a:gd name="adj2" fmla="val 50000"/>
              </a:avLst>
            </a:prstGeom>
            <a:solidFill>
              <a:schemeClr val="accent1"/>
            </a:solidFill>
            <a:ln w="9525" cap="flat" cmpd="sng">
              <a:solidFill>
                <a:schemeClr val="tx1"/>
              </a:solidFill>
              <a:prstDash val="solid"/>
              <a:miter/>
              <a:headEnd type="none" w="med" len="med"/>
              <a:tailEnd type="none" w="med" len="med"/>
            </a:ln>
          </p:spPr>
          <p:txBody>
            <a:bodyPr vert="eaVert" wrap="none" anchor="ct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31777" name="AutoShape 19"/>
            <p:cNvSpPr/>
            <p:nvPr/>
          </p:nvSpPr>
          <p:spPr>
            <a:xfrm>
              <a:off x="3216" y="864"/>
              <a:ext cx="96" cy="240"/>
            </a:xfrm>
            <a:prstGeom prst="upDownArrow">
              <a:avLst>
                <a:gd name="adj1" fmla="val 50000"/>
                <a:gd name="adj2" fmla="val 50000"/>
              </a:avLst>
            </a:prstGeom>
            <a:solidFill>
              <a:schemeClr val="accent1"/>
            </a:solidFill>
            <a:ln w="9525" cap="flat" cmpd="sng">
              <a:solidFill>
                <a:schemeClr val="tx1"/>
              </a:solidFill>
              <a:prstDash val="solid"/>
              <a:miter/>
              <a:headEnd type="none" w="med" len="med"/>
              <a:tailEnd type="none" w="med" len="med"/>
            </a:ln>
          </p:spPr>
          <p:txBody>
            <a:bodyPr vert="eaVert" wrap="none" anchor="ct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grpSp>
      <p:sp>
        <p:nvSpPr>
          <p:cNvPr id="37" name="Rectangle 15"/>
          <p:cNvSpPr>
            <a:spLocks noChangeArrowheads="1"/>
          </p:cNvSpPr>
          <p:nvPr/>
        </p:nvSpPr>
        <p:spPr bwMode="auto">
          <a:xfrm>
            <a:off x="1476375" y="1125538"/>
            <a:ext cx="7667625" cy="719138"/>
          </a:xfrm>
          <a:prstGeom prst="rect">
            <a:avLst/>
          </a:prstGeom>
          <a:noFill/>
          <a:ln w="9525">
            <a:noFill/>
            <a:miter lim="800000"/>
          </a:ln>
        </p:spPr>
        <p:txBody>
          <a:bodyPr/>
          <a:lstStyle/>
          <a:p>
            <a:pPr marL="0" marR="0" lvl="0" indent="0" algn="l" defTabSz="914400" rtl="0" eaLnBrk="1" fontAlgn="base" latinLnBrk="0" hangingPunct="1">
              <a:lnSpc>
                <a:spcPct val="150000"/>
              </a:lnSpc>
              <a:spcBef>
                <a:spcPct val="20000"/>
              </a:spcBef>
              <a:spcAft>
                <a:spcPct val="0"/>
              </a:spcAft>
              <a:buClrTx/>
              <a:buSzPct val="85000"/>
              <a:buFontTx/>
              <a:buNone/>
              <a:defRPr/>
            </a:pPr>
            <a:r>
              <a:rPr kumimoji="1" lang="en-US" altLang="zh-CN" sz="2000" b="0" i="0" u="none" strike="noStrike" kern="1200" cap="none" spc="0" normalizeH="0" baseline="0" noProof="0" dirty="0">
                <a:ln>
                  <a:noFill/>
                </a:ln>
                <a:solidFill>
                  <a:schemeClr val="tx1"/>
                </a:solidFill>
                <a:effectLst/>
                <a:uLnTx/>
                <a:uFillTx/>
                <a:latin typeface="黑体" panose="02010609060101010101" pitchFamily="2" charset="-122"/>
                <a:ea typeface="黑体" panose="02010609060101010101" pitchFamily="2" charset="-122"/>
                <a:cs typeface="黑体" panose="02010609060101010101" pitchFamily="2" charset="-122"/>
              </a:rPr>
              <a:t>—</a:t>
            </a:r>
            <a:r>
              <a:rPr kumimoji="1" lang="zh-CN" altLang="en-US" sz="2000" b="0" i="0" u="none" strike="noStrike" kern="1200" cap="none" spc="0" normalizeH="0" baseline="0" noProof="0" dirty="0">
                <a:ln>
                  <a:noFill/>
                </a:ln>
                <a:solidFill>
                  <a:schemeClr val="tx1"/>
                </a:solidFill>
                <a:effectLst/>
                <a:uLnTx/>
                <a:uFillTx/>
                <a:latin typeface="黑体" panose="02010609060101010101" pitchFamily="2" charset="-122"/>
                <a:ea typeface="黑体" panose="02010609060101010101" pitchFamily="2" charset="-122"/>
                <a:cs typeface="黑体" panose="02010609060101010101" pitchFamily="2" charset="-122"/>
              </a:rPr>
              <a:t>能将规定的被测量按一定规律转换成可用信号输出的器件或装置</a:t>
            </a:r>
            <a:r>
              <a:rPr kumimoji="1" lang="zh-CN" altLang="en-US" sz="2400" b="0" i="0" u="none" strike="noStrike" kern="1200" cap="none" spc="0" normalizeH="0" baseline="0" noProof="0" dirty="0">
                <a:ln>
                  <a:noFill/>
                </a:ln>
                <a:solidFill>
                  <a:schemeClr val="tx1"/>
                </a:solidFill>
                <a:effectLst/>
                <a:uLnTx/>
                <a:uFillTx/>
                <a:latin typeface="黑体" panose="02010609060101010101" pitchFamily="2" charset="-122"/>
                <a:ea typeface="黑体" panose="02010609060101010101" pitchFamily="2" charset="-122"/>
                <a:cs typeface="黑体" panose="02010609060101010101" pitchFamily="2" charset="-122"/>
              </a:rPr>
              <a:t>。</a:t>
            </a:r>
          </a:p>
          <a:p>
            <a:pPr marL="0" marR="0" lvl="0" indent="266700" algn="l" defTabSz="914400" rtl="0" eaLnBrk="1" fontAlgn="base" latinLnBrk="0" hangingPunct="1">
              <a:lnSpc>
                <a:spcPct val="150000"/>
              </a:lnSpc>
              <a:spcBef>
                <a:spcPct val="0"/>
              </a:spcBef>
              <a:spcAft>
                <a:spcPct val="0"/>
              </a:spcAft>
              <a:buClrTx/>
              <a:buSzPct val="85000"/>
              <a:buFontTx/>
              <a:buNone/>
              <a:defRPr/>
            </a:pPr>
            <a:r>
              <a:rPr kumimoji="1" lang="zh-CN" altLang="en-US" sz="2400" b="0" i="0" u="none" strike="noStrike" kern="1200" cap="none" spc="0" normalizeH="0" baseline="0" noProof="0" dirty="0">
                <a:ln>
                  <a:noFill/>
                </a:ln>
                <a:solidFill>
                  <a:schemeClr val="tx1"/>
                </a:solidFill>
                <a:effectLst/>
                <a:uLnTx/>
                <a:uFillTx/>
                <a:latin typeface="黑体" panose="02010609060101010101" pitchFamily="2" charset="-122"/>
                <a:ea typeface="黑体" panose="02010609060101010101" pitchFamily="2" charset="-122"/>
                <a:cs typeface="黑体" panose="02010609060101010101" pitchFamily="2" charset="-122"/>
              </a:rPr>
              <a:t>		</a:t>
            </a:r>
          </a:p>
        </p:txBody>
      </p:sp>
      <p:pic>
        <p:nvPicPr>
          <p:cNvPr id="31779" name="Picture 20" descr="人与机器机能对应关系"/>
          <p:cNvPicPr>
            <a:picLocks noGrp="1" noChangeAspect="1"/>
          </p:cNvPicPr>
          <p:nvPr>
            <p:ph idx="4294967295"/>
          </p:nvPr>
        </p:nvPicPr>
        <p:blipFill>
          <a:blip r:embed="rId2"/>
          <a:stretch>
            <a:fillRect/>
          </a:stretch>
        </p:blipFill>
        <p:spPr>
          <a:xfrm>
            <a:off x="1368425" y="3608388"/>
            <a:ext cx="6802438" cy="3024187"/>
          </a:xfrm>
          <a:solidFill>
            <a:schemeClr val="accent1"/>
          </a:solidFill>
          <a:ln>
            <a:solidFill>
              <a:srgbClr val="FFFF00"/>
            </a:solidFill>
            <a:miter/>
          </a:ln>
        </p:spPr>
      </p:pic>
    </p:spTree>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灯片编号占位符 5"/>
          <p:cNvSpPr>
            <a:spLocks noGrp="1"/>
          </p:cNvSpPr>
          <p:nvPr>
            <p:ph type="sldNum" sz="quarter" idx="12"/>
          </p:nvPr>
        </p:nvSpPr>
        <p:spPr>
          <a:noFill/>
          <a:ln>
            <a:noFill/>
          </a:ln>
        </p:spPr>
        <p:txBody>
          <a:bodyPr wrap="square" lIns="91440" tIns="45720" rIns="91440" bIns="45720" anchor="ctr"/>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r">
              <a:lnSpc>
                <a:spcPct val="150000"/>
              </a:lnSpc>
              <a:spcBef>
                <a:spcPct val="20000"/>
              </a:spcBef>
              <a:buSzPct val="85000"/>
              <a:buFontTx/>
              <a:buChar char="•"/>
            </a:pPr>
            <a:fld id="{9A0DB2DC-4C9A-4742-B13C-FB6460FD3503}" type="slidenum">
              <a:rPr lang="en-US" altLang="zh-CN" sz="1200" dirty="0">
                <a:solidFill>
                  <a:srgbClr val="898989"/>
                </a:solidFill>
              </a:rPr>
              <a:t>18</a:t>
            </a:fld>
            <a:endParaRPr lang="en-US" altLang="zh-CN" sz="1200" dirty="0">
              <a:solidFill>
                <a:srgbClr val="898989"/>
              </a:solidFill>
            </a:endParaRPr>
          </a:p>
        </p:txBody>
      </p:sp>
      <p:sp>
        <p:nvSpPr>
          <p:cNvPr id="32770" name="Rectangle 3"/>
          <p:cNvSpPr/>
          <p:nvPr/>
        </p:nvSpPr>
        <p:spPr>
          <a:xfrm>
            <a:off x="0" y="2486025"/>
            <a:ext cx="276225" cy="579438"/>
          </a:xfrm>
          <a:prstGeom prst="rect">
            <a:avLst/>
          </a:prstGeom>
          <a:noFill/>
          <a:ln w="9525">
            <a:noFill/>
          </a:ln>
        </p:spPr>
        <p:txBody>
          <a:bodyPr wrap="none" anchor="ctr">
            <a:spAutoFit/>
          </a:bodyPr>
          <a:lstStyle/>
          <a:p>
            <a:pPr algn="ctr" eaLnBrk="0" hangingPunct="0">
              <a:lnSpc>
                <a:spcPct val="150000"/>
              </a:lnSpc>
              <a:spcBef>
                <a:spcPct val="20000"/>
              </a:spcBef>
              <a:buSzPct val="85000"/>
              <a:buFontTx/>
              <a:buChar char="•"/>
            </a:pPr>
            <a:endParaRPr lang="zh-CN" altLang="zh-CN" dirty="0">
              <a:latin typeface="Times New Roman" panose="02020603050405020304" pitchFamily="18" charset="0"/>
              <a:ea typeface="楷体_GB2312" pitchFamily="49" charset="-122"/>
            </a:endParaRPr>
          </a:p>
        </p:txBody>
      </p:sp>
      <p:sp>
        <p:nvSpPr>
          <p:cNvPr id="32771" name="Rectangle 6"/>
          <p:cNvSpPr/>
          <p:nvPr/>
        </p:nvSpPr>
        <p:spPr>
          <a:xfrm>
            <a:off x="0" y="3629025"/>
            <a:ext cx="501650" cy="336550"/>
          </a:xfrm>
          <a:prstGeom prst="rect">
            <a:avLst/>
          </a:prstGeom>
          <a:noFill/>
          <a:ln w="9525">
            <a:noFill/>
          </a:ln>
        </p:spPr>
        <p:txBody>
          <a:bodyPr wrap="none" anchor="ctr">
            <a:spAutoFit/>
          </a:bodyPr>
          <a:lstStyle/>
          <a:p>
            <a:pPr indent="276225" eaLnBrk="0" hangingPunct="0">
              <a:lnSpc>
                <a:spcPct val="150000"/>
              </a:lnSpc>
              <a:spcBef>
                <a:spcPct val="20000"/>
              </a:spcBef>
              <a:buSzPct val="85000"/>
              <a:buFontTx/>
              <a:buChar char="•"/>
            </a:pPr>
            <a:r>
              <a:rPr lang="en-US" altLang="zh-CN" sz="1200" dirty="0">
                <a:latin typeface="Times New Roman" panose="02020603050405020304" pitchFamily="18" charset="0"/>
                <a:ea typeface="宋体" panose="02010600030101010101" pitchFamily="2" charset="-122"/>
              </a:rPr>
              <a:t> </a:t>
            </a:r>
            <a:endParaRPr lang="en-US" altLang="zh-CN" dirty="0">
              <a:latin typeface="Times New Roman" panose="02020603050405020304" pitchFamily="18" charset="0"/>
              <a:ea typeface="楷体_GB2312" pitchFamily="49" charset="-122"/>
            </a:endParaRPr>
          </a:p>
        </p:txBody>
      </p:sp>
      <p:sp>
        <p:nvSpPr>
          <p:cNvPr id="9" name="页脚占位符 6"/>
          <p:cNvSpPr txBox="1">
            <a:spLocks noGrp="1"/>
          </p:cNvSpPr>
          <p:nvPr>
            <p:ph type="ftr" sz="quarter" idx="11"/>
          </p:nvPr>
        </p:nvSpPr>
        <p:spPr>
          <a:xfrm>
            <a:off x="2843213" y="6411913"/>
            <a:ext cx="2895600" cy="365125"/>
          </a:xfrm>
          <a:noFill/>
        </p:spPr>
        <p:txBody>
          <a:bodyPr vert="horz" lIns="91440" tIns="45720" rIns="91440" bIns="45720" rtlCol="0" anchor="ctr"/>
          <a:lstStyle/>
          <a:p>
            <a:pPr marL="0" marR="0" lvl="0" indent="0" algn="ctr" defTabSz="914400" rtl="0" eaLnBrk="1" fontAlgn="base" latinLnBrk="0" hangingPunct="1">
              <a:lnSpc>
                <a:spcPct val="150000"/>
              </a:lnSpc>
              <a:spcBef>
                <a:spcPct val="20000"/>
              </a:spcBef>
              <a:spcAft>
                <a:spcPct val="0"/>
              </a:spcAft>
              <a:buClrTx/>
              <a:buSzPct val="85000"/>
              <a:buFontTx/>
              <a:buChar char="•"/>
              <a:defRPr/>
            </a:pPr>
            <a:r>
              <a:rPr kumimoji="1" lang="zh-CN" altLang="en-US" sz="1200" b="0" i="0" u="none" strike="noStrike" kern="1200" cap="none" spc="0" normalizeH="0" baseline="0" noProof="0" dirty="0">
                <a:ln>
                  <a:noFill/>
                </a:ln>
                <a:solidFill>
                  <a:schemeClr val="tx1">
                    <a:tint val="75000"/>
                  </a:schemeClr>
                </a:solidFill>
                <a:effectLst/>
                <a:uLnTx/>
                <a:uFillTx/>
                <a:latin typeface="Times New Roman" panose="02020603050405020304" pitchFamily="18" charset="0"/>
                <a:ea typeface="楷体_GB2312" pitchFamily="49" charset="-122"/>
                <a:cs typeface="+mn-cs"/>
              </a:rPr>
              <a:t>测量科学与仪器系</a:t>
            </a:r>
            <a:endParaRPr kumimoji="1" lang="en-US" altLang="zh-CN" sz="1200" b="0" i="0" u="none" strike="noStrike" kern="1200" cap="none" spc="0" normalizeH="0" baseline="0" noProof="0" dirty="0">
              <a:ln>
                <a:noFill/>
              </a:ln>
              <a:solidFill>
                <a:schemeClr val="tx1">
                  <a:tint val="75000"/>
                </a:schemeClr>
              </a:solidFill>
              <a:effectLst/>
              <a:uLnTx/>
              <a:uFillTx/>
              <a:latin typeface="Times New Roman" panose="02020603050405020304" pitchFamily="18" charset="0"/>
              <a:ea typeface="楷体_GB2312" pitchFamily="49" charset="-122"/>
              <a:cs typeface="+mn-cs"/>
            </a:endParaRPr>
          </a:p>
        </p:txBody>
      </p:sp>
      <p:sp>
        <p:nvSpPr>
          <p:cNvPr id="32773" name="Text Box 6"/>
          <p:cNvSpPr txBox="1"/>
          <p:nvPr/>
        </p:nvSpPr>
        <p:spPr>
          <a:xfrm>
            <a:off x="468313" y="261938"/>
            <a:ext cx="6084887" cy="738187"/>
          </a:xfrm>
          <a:prstGeom prst="rect">
            <a:avLst/>
          </a:prstGeom>
          <a:noFill/>
          <a:ln w="9525">
            <a:noFill/>
          </a:ln>
        </p:spPr>
        <p:txBody>
          <a:bodyPr anchor="t">
            <a:spAutoFit/>
          </a:bodyPr>
          <a:lstStyle/>
          <a:p>
            <a:pPr>
              <a:lnSpc>
                <a:spcPct val="150000"/>
              </a:lnSpc>
              <a:spcBef>
                <a:spcPct val="50000"/>
              </a:spcBef>
              <a:buSzPct val="85000"/>
            </a:pPr>
            <a:r>
              <a:rPr lang="zh-CN" altLang="en-US" sz="2800" dirty="0">
                <a:solidFill>
                  <a:srgbClr val="0070C0"/>
                </a:solidFill>
                <a:latin typeface="黑体" panose="02010609060101010101" pitchFamily="2" charset="-122"/>
                <a:ea typeface="黑体" panose="02010609060101010101" pitchFamily="2" charset="-122"/>
              </a:rPr>
              <a:t>传感器的主要内涵和特征：</a:t>
            </a:r>
          </a:p>
        </p:txBody>
      </p:sp>
      <p:sp>
        <p:nvSpPr>
          <p:cNvPr id="32774" name="Text Box 6"/>
          <p:cNvSpPr txBox="1"/>
          <p:nvPr/>
        </p:nvSpPr>
        <p:spPr>
          <a:xfrm>
            <a:off x="900113" y="1423988"/>
            <a:ext cx="8064500" cy="737235"/>
          </a:xfrm>
          <a:prstGeom prst="rect">
            <a:avLst/>
          </a:prstGeom>
          <a:noFill/>
          <a:ln w="9525">
            <a:noFill/>
          </a:ln>
        </p:spPr>
        <p:txBody>
          <a:bodyPr anchor="t">
            <a:spAutoFit/>
          </a:bodyPr>
          <a:lstStyle/>
          <a:p>
            <a:pPr>
              <a:lnSpc>
                <a:spcPct val="150000"/>
              </a:lnSpc>
              <a:spcBef>
                <a:spcPct val="50000"/>
              </a:spcBef>
              <a:buSzPct val="85000"/>
              <a:buFontTx/>
              <a:buChar char="•"/>
            </a:pPr>
            <a:r>
              <a:rPr lang="zh-CN" altLang="en-US" sz="2800" dirty="0">
                <a:latin typeface="黑体" panose="02010609060101010101" pitchFamily="2" charset="-122"/>
                <a:ea typeface="黑体" panose="02010609060101010101" pitchFamily="2" charset="-122"/>
              </a:rPr>
              <a:t>输入端：</a:t>
            </a:r>
            <a:r>
              <a:rPr lang="zh-CN" altLang="en-US" dirty="0">
                <a:latin typeface="黑体" panose="02010609060101010101" pitchFamily="2" charset="-122"/>
                <a:ea typeface="黑体" panose="02010609060101010101" pitchFamily="2" charset="-122"/>
              </a:rPr>
              <a:t>一个指定的传感器只能响应某一</a:t>
            </a:r>
            <a:r>
              <a:rPr lang="zh-CN" altLang="en-US" b="1" dirty="0">
                <a:solidFill>
                  <a:srgbClr val="C00000"/>
                </a:solidFill>
                <a:latin typeface="黑体" panose="02010609060101010101" pitchFamily="2" charset="-122"/>
                <a:ea typeface="黑体" panose="02010609060101010101" pitchFamily="2" charset="-122"/>
              </a:rPr>
              <a:t>规定的</a:t>
            </a:r>
            <a:r>
              <a:rPr lang="zh-CN" altLang="en-US" dirty="0">
                <a:latin typeface="黑体" panose="02010609060101010101" pitchFamily="2" charset="-122"/>
                <a:ea typeface="黑体" panose="02010609060101010101" pitchFamily="2" charset="-122"/>
              </a:rPr>
              <a:t>被测量。</a:t>
            </a:r>
          </a:p>
        </p:txBody>
      </p:sp>
      <p:sp>
        <p:nvSpPr>
          <p:cNvPr id="32775" name="Text Box 6"/>
          <p:cNvSpPr txBox="1"/>
          <p:nvPr/>
        </p:nvSpPr>
        <p:spPr>
          <a:xfrm>
            <a:off x="935038" y="2246313"/>
            <a:ext cx="7813675" cy="1198880"/>
          </a:xfrm>
          <a:prstGeom prst="rect">
            <a:avLst/>
          </a:prstGeom>
          <a:noFill/>
          <a:ln w="9525">
            <a:noFill/>
          </a:ln>
        </p:spPr>
        <p:txBody>
          <a:bodyPr anchor="t">
            <a:spAutoFit/>
          </a:bodyPr>
          <a:lstStyle/>
          <a:p>
            <a:pPr>
              <a:lnSpc>
                <a:spcPct val="150000"/>
              </a:lnSpc>
              <a:spcBef>
                <a:spcPct val="50000"/>
              </a:spcBef>
              <a:buSzPct val="85000"/>
              <a:buFontTx/>
              <a:buChar char="•"/>
            </a:pPr>
            <a:r>
              <a:rPr lang="zh-CN" altLang="en-US" sz="2800" dirty="0">
                <a:latin typeface="黑体" panose="02010609060101010101" pitchFamily="2" charset="-122"/>
                <a:ea typeface="黑体" panose="02010609060101010101" pitchFamily="2" charset="-122"/>
              </a:rPr>
              <a:t>输出端：</a:t>
            </a:r>
            <a:r>
              <a:rPr lang="zh-CN" altLang="en-US" b="1" dirty="0">
                <a:solidFill>
                  <a:srgbClr val="C00000"/>
                </a:solidFill>
                <a:latin typeface="黑体" panose="02010609060101010101" pitchFamily="2" charset="-122"/>
                <a:ea typeface="黑体" panose="02010609060101010101" pitchFamily="2" charset="-122"/>
              </a:rPr>
              <a:t>可用信号。</a:t>
            </a:r>
            <a:r>
              <a:rPr lang="zh-CN" altLang="en-US" sz="2000" dirty="0">
                <a:latin typeface="黑体" panose="02010609060101010101" pitchFamily="2" charset="-122"/>
                <a:ea typeface="黑体" panose="02010609060101010101" pitchFamily="2" charset="-122"/>
              </a:rPr>
              <a:t>便于后续部件接收和处理的信号。最常用的是电信号，广义角度看也可以是其它信号。</a:t>
            </a:r>
          </a:p>
        </p:txBody>
      </p:sp>
      <p:sp>
        <p:nvSpPr>
          <p:cNvPr id="32776" name="Text Box 6"/>
          <p:cNvSpPr txBox="1"/>
          <p:nvPr/>
        </p:nvSpPr>
        <p:spPr>
          <a:xfrm>
            <a:off x="935038" y="3532188"/>
            <a:ext cx="8029575" cy="1198880"/>
          </a:xfrm>
          <a:prstGeom prst="rect">
            <a:avLst/>
          </a:prstGeom>
          <a:noFill/>
          <a:ln w="9525">
            <a:noFill/>
          </a:ln>
        </p:spPr>
        <p:txBody>
          <a:bodyPr anchor="t">
            <a:spAutoFit/>
          </a:bodyPr>
          <a:lstStyle/>
          <a:p>
            <a:pPr>
              <a:lnSpc>
                <a:spcPct val="150000"/>
              </a:lnSpc>
              <a:spcBef>
                <a:spcPct val="50000"/>
              </a:spcBef>
              <a:buSzPct val="85000"/>
              <a:buFontTx/>
              <a:buChar char="•"/>
            </a:pPr>
            <a:r>
              <a:rPr lang="zh-CN" altLang="en-US" sz="2800" dirty="0">
                <a:latin typeface="黑体" panose="02010609060101010101" pitchFamily="2" charset="-122"/>
                <a:ea typeface="黑体" panose="02010609060101010101" pitchFamily="2" charset="-122"/>
              </a:rPr>
              <a:t>输入输出之间的关系：</a:t>
            </a:r>
            <a:r>
              <a:rPr lang="zh-CN" altLang="en-US" b="1" dirty="0">
                <a:solidFill>
                  <a:srgbClr val="C00000"/>
                </a:solidFill>
                <a:latin typeface="黑体" panose="02010609060101010101" pitchFamily="2" charset="-122"/>
                <a:ea typeface="黑体" panose="02010609060101010101" pitchFamily="2" charset="-122"/>
              </a:rPr>
              <a:t>具有规律性。</a:t>
            </a:r>
            <a:r>
              <a:rPr lang="zh-CN" altLang="en-US" sz="2000" b="1" dirty="0">
                <a:latin typeface="黑体" panose="02010609060101010101" pitchFamily="2" charset="-122"/>
                <a:ea typeface="黑体" panose="02010609060101010101" pitchFamily="2" charset="-122"/>
              </a:rPr>
              <a:t>同</a:t>
            </a:r>
            <a:r>
              <a:rPr lang="zh-CN" altLang="en-US" sz="2000" dirty="0">
                <a:latin typeface="黑体" panose="02010609060101010101" pitchFamily="2" charset="-122"/>
                <a:ea typeface="黑体" panose="02010609060101010101" pitchFamily="2" charset="-122"/>
              </a:rPr>
              <a:t>一个传感器转换规律具有复现性，不同传感器转换规律不同。</a:t>
            </a:r>
          </a:p>
        </p:txBody>
      </p:sp>
      <p:sp>
        <p:nvSpPr>
          <p:cNvPr id="19" name="矩形 18"/>
          <p:cNvSpPr/>
          <p:nvPr/>
        </p:nvSpPr>
        <p:spPr>
          <a:xfrm>
            <a:off x="142875" y="1000125"/>
            <a:ext cx="8286750" cy="46038"/>
          </a:xfrm>
          <a:prstGeom prst="rect">
            <a:avLst/>
          </a:prstGeom>
          <a:gradFill flip="none" rotWithShape="1">
            <a:gsLst>
              <a:gs pos="0">
                <a:srgbClr val="5E9EFF"/>
              </a:gs>
              <a:gs pos="39999">
                <a:srgbClr val="85C2FF"/>
              </a:gs>
              <a:gs pos="70000">
                <a:srgbClr val="C4D6EB"/>
              </a:gs>
              <a:gs pos="100000">
                <a:srgbClr val="FFEBFA"/>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50000"/>
              </a:lnSpc>
              <a:spcBef>
                <a:spcPts val="0"/>
              </a:spcBef>
              <a:spcAft>
                <a:spcPts val="0"/>
              </a:spcAft>
              <a:buClrTx/>
              <a:buSzPct val="85000"/>
              <a:buFontTx/>
              <a:buChar char="•"/>
              <a:defRPr/>
            </a:pPr>
            <a:endParaRPr kumimoji="1" lang="zh-CN" altLang="en-US" sz="2400" b="0" i="0" u="none" strike="noStrike" kern="1200" cap="none" spc="0" normalizeH="0" baseline="0" noProof="0">
              <a:ln>
                <a:noFill/>
              </a:ln>
              <a:solidFill>
                <a:schemeClr val="lt1"/>
              </a:solidFill>
              <a:effectLst/>
              <a:uLnTx/>
              <a:uFillTx/>
              <a:latin typeface="+mn-lt"/>
              <a:ea typeface="+mn-ea"/>
              <a:cs typeface="+mn-cs"/>
            </a:endParaRPr>
          </a:p>
        </p:txBody>
      </p:sp>
      <p:sp>
        <p:nvSpPr>
          <p:cNvPr id="37909" name="AutoShape 4"/>
          <p:cNvSpPr/>
          <p:nvPr/>
        </p:nvSpPr>
        <p:spPr>
          <a:xfrm>
            <a:off x="1907704" y="5440184"/>
            <a:ext cx="845751" cy="405890"/>
          </a:xfrm>
          <a:prstGeom prst="rightArrow">
            <a:avLst>
              <a:gd name="adj1" fmla="val 50000"/>
              <a:gd name="adj2" fmla="val 105416"/>
            </a:avLst>
          </a:prstGeom>
          <a:gradFill rotWithShape="0">
            <a:gsLst>
              <a:gs pos="0">
                <a:srgbClr val="475E00"/>
              </a:gs>
              <a:gs pos="100000">
                <a:srgbClr val="99CC00"/>
              </a:gs>
            </a:gsLst>
            <a:lin ang="0" scaled="1"/>
            <a:tileRect/>
          </a:gradFill>
          <a:ln w="9525"/>
          <a:scene3d>
            <a:camera prst="legacyObliqueTopRight">
              <a:rot lat="0" lon="0" rev="0"/>
            </a:camera>
            <a:lightRig rig="legacyFlat3" dir="b"/>
          </a:scene3d>
          <a:sp3d extrusionH="184150" prstMaterial="legacyMatte">
            <a:bevelT w="13500" h="13500" prst="angle"/>
            <a:bevelB w="13500" h="13500" prst="angle"/>
            <a:extrusionClr>
              <a:srgbClr val="99CC00"/>
            </a:extrusionClr>
          </a:sp3d>
        </p:spPr>
        <p:txBody>
          <a:bodyPr wrap="none" anchor="ctr">
            <a:flatTx/>
          </a:bodyPr>
          <a:lstStyle/>
          <a:p>
            <a:pPr algn="ctr">
              <a:lnSpc>
                <a:spcPct val="150000"/>
              </a:lnSpc>
              <a:spcBef>
                <a:spcPct val="20000"/>
              </a:spcBef>
              <a:buSzPct val="85000"/>
              <a:buFontTx/>
              <a:buChar char="•"/>
            </a:pPr>
            <a:endParaRPr lang="en-US" altLang="zh-CN" sz="1400" b="1" dirty="0">
              <a:solidFill>
                <a:srgbClr val="000000"/>
              </a:solidFill>
              <a:latin typeface="Times New Roman" panose="02020603050405020304" pitchFamily="18" charset="0"/>
              <a:ea typeface="楷体_GB2312" pitchFamily="49" charset="-122"/>
            </a:endParaRPr>
          </a:p>
        </p:txBody>
      </p:sp>
      <p:sp>
        <p:nvSpPr>
          <p:cNvPr id="37910" name="Rectangle 5"/>
          <p:cNvSpPr/>
          <p:nvPr/>
        </p:nvSpPr>
        <p:spPr>
          <a:xfrm>
            <a:off x="2699974" y="5300663"/>
            <a:ext cx="1275135" cy="865187"/>
          </a:xfrm>
          <a:prstGeom prst="rect">
            <a:avLst/>
          </a:prstGeom>
          <a:gradFill rotWithShape="0">
            <a:gsLst>
              <a:gs pos="0">
                <a:schemeClr val="accent1"/>
              </a:gs>
              <a:gs pos="100000">
                <a:srgbClr val="00FFFF"/>
              </a:gs>
            </a:gsLst>
            <a:path path="shape">
              <a:fillToRect l="50000" t="50000" r="50000" b="50000"/>
            </a:path>
            <a:tileRect/>
          </a:gradFill>
          <a:ln w="9525"/>
          <a:scene3d>
            <a:camera prst="legacyObliqueTopRight">
              <a:rot lat="0" lon="0" rev="0"/>
            </a:camera>
            <a:lightRig rig="legacyFlat3" dir="b"/>
          </a:scene3d>
          <a:sp3d extrusionH="430200" prstMaterial="legacyMatte">
            <a:bevelT w="13500" h="13500" prst="angle"/>
            <a:bevelB w="13500" h="13500" prst="angle"/>
            <a:extrusionClr>
              <a:srgbClr val="00FFFF"/>
            </a:extrusionClr>
          </a:sp3d>
        </p:spPr>
        <p:txBody>
          <a:bodyPr wrap="none" anchor="ctr">
            <a:flatTx/>
          </a:bodyPr>
          <a:lstStyle/>
          <a:p>
            <a:pPr algn="ctr">
              <a:lnSpc>
                <a:spcPct val="150000"/>
              </a:lnSpc>
              <a:spcBef>
                <a:spcPct val="20000"/>
              </a:spcBef>
              <a:buSzPct val="85000"/>
            </a:pPr>
            <a:r>
              <a:rPr lang="zh-CN" altLang="en-US" b="1" dirty="0">
                <a:solidFill>
                  <a:srgbClr val="000000"/>
                </a:solidFill>
                <a:latin typeface="Times New Roman" panose="02020603050405020304" pitchFamily="18" charset="0"/>
                <a:ea typeface="楷体_GB2312" pitchFamily="49" charset="-122"/>
              </a:rPr>
              <a:t>传感器</a:t>
            </a:r>
          </a:p>
        </p:txBody>
      </p:sp>
      <p:sp>
        <p:nvSpPr>
          <p:cNvPr id="37911" name="AutoShape 6"/>
          <p:cNvSpPr/>
          <p:nvPr/>
        </p:nvSpPr>
        <p:spPr>
          <a:xfrm>
            <a:off x="4018248" y="5462437"/>
            <a:ext cx="802612" cy="361385"/>
          </a:xfrm>
          <a:prstGeom prst="rightArrow">
            <a:avLst>
              <a:gd name="adj1" fmla="val 50000"/>
              <a:gd name="adj2" fmla="val 111636"/>
            </a:avLst>
          </a:prstGeom>
          <a:gradFill rotWithShape="0">
            <a:gsLst>
              <a:gs pos="0">
                <a:srgbClr val="475E00"/>
              </a:gs>
              <a:gs pos="100000">
                <a:srgbClr val="99CC00"/>
              </a:gs>
            </a:gsLst>
            <a:lin ang="0" scaled="1"/>
            <a:tileRect/>
          </a:gradFill>
          <a:ln w="9525"/>
          <a:scene3d>
            <a:camera prst="legacyObliqueTopRight">
              <a:rot lat="0" lon="0" rev="0"/>
            </a:camera>
            <a:lightRig rig="legacyFlat3" dir="b"/>
          </a:scene3d>
          <a:sp3d extrusionH="184150" prstMaterial="legacyMatte">
            <a:bevelT w="13500" h="13500" prst="angle"/>
            <a:bevelB w="13500" h="13500" prst="angle"/>
            <a:extrusionClr>
              <a:srgbClr val="99CC00"/>
            </a:extrusionClr>
          </a:sp3d>
        </p:spPr>
        <p:txBody>
          <a:bodyPr wrap="none" anchor="ctr">
            <a:flatTx/>
          </a:bodyPr>
          <a:lstStyle/>
          <a:p>
            <a:pPr algn="ctr">
              <a:lnSpc>
                <a:spcPct val="150000"/>
              </a:lnSpc>
              <a:spcBef>
                <a:spcPct val="20000"/>
              </a:spcBef>
              <a:buSzPct val="85000"/>
              <a:buFontTx/>
              <a:buChar char="•"/>
            </a:pPr>
            <a:endParaRPr lang="en-US" altLang="zh-CN" sz="1400" b="1" dirty="0">
              <a:solidFill>
                <a:srgbClr val="000000"/>
              </a:solidFill>
              <a:latin typeface="Times New Roman" panose="02020603050405020304" pitchFamily="18" charset="0"/>
              <a:ea typeface="楷体_GB2312" pitchFamily="49" charset="-122"/>
            </a:endParaRPr>
          </a:p>
        </p:txBody>
      </p:sp>
      <p:graphicFrame>
        <p:nvGraphicFramePr>
          <p:cNvPr id="37889" name="Object 20"/>
          <p:cNvGraphicFramePr>
            <a:graphicFrameLocks noGrp="1" noChangeAspect="1"/>
          </p:cNvGraphicFramePr>
          <p:nvPr>
            <p:extLst>
              <p:ext uri="{D42A27DB-BD31-4B8C-83A1-F6EECF244321}">
                <p14:modId xmlns:p14="http://schemas.microsoft.com/office/powerpoint/2010/main" val="1220355573"/>
              </p:ext>
            </p:extLst>
          </p:nvPr>
        </p:nvGraphicFramePr>
        <p:xfrm>
          <a:off x="6372200" y="5434012"/>
          <a:ext cx="1540510" cy="492760"/>
        </p:xfrm>
        <a:graphic>
          <a:graphicData uri="http://schemas.openxmlformats.org/presentationml/2006/ole">
            <mc:AlternateContent xmlns:mc="http://schemas.openxmlformats.org/markup-compatibility/2006">
              <mc:Choice xmlns:v="urn:schemas-microsoft-com:vml" Requires="v">
                <p:oleObj spid="_x0000_s2087" r:id="rId3" imgW="634365" imgH="203200" progId="Equation.3">
                  <p:embed/>
                </p:oleObj>
              </mc:Choice>
              <mc:Fallback>
                <p:oleObj r:id="rId3" imgW="634365" imgH="203200" progId="Equation.3">
                  <p:embed/>
                  <p:pic>
                    <p:nvPicPr>
                      <p:cNvPr id="0" name="图片 3077"/>
                      <p:cNvPicPr/>
                      <p:nvPr/>
                    </p:nvPicPr>
                    <p:blipFill>
                      <a:blip r:embed="rId4"/>
                      <a:stretch>
                        <a:fillRect/>
                      </a:stretch>
                    </p:blipFill>
                    <p:spPr>
                      <a:xfrm>
                        <a:off x="6372200" y="5434012"/>
                        <a:ext cx="1540510" cy="492760"/>
                      </a:xfrm>
                      <a:prstGeom prst="rect">
                        <a:avLst/>
                      </a:prstGeom>
                      <a:noFill/>
                      <a:ln w="38100">
                        <a:miter/>
                      </a:ln>
                    </p:spPr>
                  </p:pic>
                </p:oleObj>
              </mc:Fallback>
            </mc:AlternateContent>
          </a:graphicData>
        </a:graphic>
      </p:graphicFrame>
      <p:sp>
        <p:nvSpPr>
          <p:cNvPr id="2" name="矩形 1">
            <a:extLst>
              <a:ext uri="{FF2B5EF4-FFF2-40B4-BE49-F238E27FC236}">
                <a16:creationId xmlns:a16="http://schemas.microsoft.com/office/drawing/2014/main" id="{C34C855E-B8D9-4AF7-8042-0CA649EB375E}"/>
              </a:ext>
            </a:extLst>
          </p:cNvPr>
          <p:cNvSpPr/>
          <p:nvPr/>
        </p:nvSpPr>
        <p:spPr>
          <a:xfrm>
            <a:off x="814952" y="5296407"/>
            <a:ext cx="1023036" cy="580865"/>
          </a:xfrm>
          <a:prstGeom prst="rect">
            <a:avLst/>
          </a:prstGeom>
        </p:spPr>
        <p:txBody>
          <a:bodyPr wrap="none">
            <a:spAutoFit/>
          </a:bodyPr>
          <a:lstStyle/>
          <a:p>
            <a:pPr algn="ctr">
              <a:lnSpc>
                <a:spcPct val="150000"/>
              </a:lnSpc>
              <a:spcBef>
                <a:spcPct val="20000"/>
              </a:spcBef>
              <a:buSzPct val="85000"/>
            </a:pPr>
            <a:r>
              <a:rPr lang="zh-CN" altLang="en-US" b="1" dirty="0">
                <a:solidFill>
                  <a:srgbClr val="000000"/>
                </a:solidFill>
              </a:rPr>
              <a:t>输入</a:t>
            </a:r>
            <a:r>
              <a:rPr lang="en-US" altLang="zh-CN" b="1" dirty="0">
                <a:solidFill>
                  <a:srgbClr val="000000"/>
                </a:solidFill>
              </a:rPr>
              <a:t>X</a:t>
            </a:r>
          </a:p>
        </p:txBody>
      </p:sp>
      <p:sp>
        <p:nvSpPr>
          <p:cNvPr id="3" name="矩形 2">
            <a:extLst>
              <a:ext uri="{FF2B5EF4-FFF2-40B4-BE49-F238E27FC236}">
                <a16:creationId xmlns:a16="http://schemas.microsoft.com/office/drawing/2014/main" id="{1D7EE47B-3945-40D4-9810-BACA4D1A6AA0}"/>
              </a:ext>
            </a:extLst>
          </p:cNvPr>
          <p:cNvSpPr/>
          <p:nvPr/>
        </p:nvSpPr>
        <p:spPr>
          <a:xfrm>
            <a:off x="4935910" y="5229200"/>
            <a:ext cx="1023036" cy="580865"/>
          </a:xfrm>
          <a:prstGeom prst="rect">
            <a:avLst/>
          </a:prstGeom>
        </p:spPr>
        <p:txBody>
          <a:bodyPr wrap="none">
            <a:spAutoFit/>
          </a:bodyPr>
          <a:lstStyle/>
          <a:p>
            <a:pPr algn="ctr">
              <a:lnSpc>
                <a:spcPct val="150000"/>
              </a:lnSpc>
              <a:spcBef>
                <a:spcPct val="20000"/>
              </a:spcBef>
              <a:buSzPct val="85000"/>
            </a:pPr>
            <a:r>
              <a:rPr lang="zh-CN" altLang="en-US" b="1" dirty="0">
                <a:solidFill>
                  <a:srgbClr val="000000"/>
                </a:solidFill>
              </a:rPr>
              <a:t>输出</a:t>
            </a:r>
            <a:r>
              <a:rPr lang="en-US" altLang="zh-CN" b="1" dirty="0">
                <a:solidFill>
                  <a:srgbClr val="000000"/>
                </a:solidFill>
              </a:rPr>
              <a:t>Y</a:t>
            </a:r>
          </a:p>
        </p:txBody>
      </p:sp>
    </p:spTree>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灯片编号占位符 4"/>
          <p:cNvSpPr>
            <a:spLocks noGrp="1"/>
          </p:cNvSpPr>
          <p:nvPr>
            <p:ph type="sldNum" sz="quarter" idx="12"/>
          </p:nvPr>
        </p:nvSpPr>
        <p:spPr>
          <a:noFill/>
          <a:ln>
            <a:noFill/>
          </a:ln>
        </p:spPr>
        <p:txBody>
          <a:bodyPr wrap="square" lIns="91440" tIns="45720" rIns="91440" bIns="45720" anchor="ctr"/>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r">
              <a:lnSpc>
                <a:spcPct val="150000"/>
              </a:lnSpc>
              <a:spcBef>
                <a:spcPct val="20000"/>
              </a:spcBef>
              <a:buSzPct val="85000"/>
              <a:buFontTx/>
              <a:buChar char="•"/>
            </a:pPr>
            <a:fld id="{9A0DB2DC-4C9A-4742-B13C-FB6460FD3503}" type="slidenum">
              <a:rPr lang="en-US" altLang="zh-CN" sz="1200" dirty="0">
                <a:solidFill>
                  <a:srgbClr val="898989"/>
                </a:solidFill>
              </a:rPr>
              <a:t>19</a:t>
            </a:fld>
            <a:endParaRPr lang="en-US" altLang="zh-CN" sz="1200" dirty="0">
              <a:solidFill>
                <a:srgbClr val="898989"/>
              </a:solidFill>
            </a:endParaRPr>
          </a:p>
        </p:txBody>
      </p:sp>
      <p:sp>
        <p:nvSpPr>
          <p:cNvPr id="33794" name="Rectangle 2"/>
          <p:cNvSpPr/>
          <p:nvPr/>
        </p:nvSpPr>
        <p:spPr>
          <a:xfrm>
            <a:off x="423863" y="3268663"/>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33795" name="Rectangle 3"/>
          <p:cNvSpPr/>
          <p:nvPr/>
        </p:nvSpPr>
        <p:spPr>
          <a:xfrm>
            <a:off x="423863" y="3254375"/>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33796" name="Rectangle 4"/>
          <p:cNvSpPr/>
          <p:nvPr/>
        </p:nvSpPr>
        <p:spPr>
          <a:xfrm>
            <a:off x="423863" y="3192463"/>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33797" name="Rectangle 5"/>
          <p:cNvSpPr/>
          <p:nvPr/>
        </p:nvSpPr>
        <p:spPr>
          <a:xfrm>
            <a:off x="423863" y="3254375"/>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33798" name="Rectangle 6"/>
          <p:cNvSpPr/>
          <p:nvPr/>
        </p:nvSpPr>
        <p:spPr>
          <a:xfrm>
            <a:off x="423863" y="2782888"/>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33799" name="Rectangle 7"/>
          <p:cNvSpPr/>
          <p:nvPr/>
        </p:nvSpPr>
        <p:spPr>
          <a:xfrm>
            <a:off x="423863" y="3254375"/>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33800" name="Rectangle 8"/>
          <p:cNvSpPr/>
          <p:nvPr/>
        </p:nvSpPr>
        <p:spPr>
          <a:xfrm>
            <a:off x="423863" y="3240088"/>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33801" name="Rectangle 9"/>
          <p:cNvSpPr/>
          <p:nvPr/>
        </p:nvSpPr>
        <p:spPr>
          <a:xfrm>
            <a:off x="423863" y="2720975"/>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33802" name="Rectangle 10"/>
          <p:cNvSpPr/>
          <p:nvPr/>
        </p:nvSpPr>
        <p:spPr>
          <a:xfrm>
            <a:off x="423863" y="53975"/>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33803" name="Rectangle 11"/>
          <p:cNvSpPr/>
          <p:nvPr/>
        </p:nvSpPr>
        <p:spPr>
          <a:xfrm>
            <a:off x="423863" y="2811463"/>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33804" name="Rectangle 12"/>
          <p:cNvSpPr/>
          <p:nvPr/>
        </p:nvSpPr>
        <p:spPr>
          <a:xfrm>
            <a:off x="423863" y="53975"/>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33805" name="Rectangle 14"/>
          <p:cNvSpPr/>
          <p:nvPr/>
        </p:nvSpPr>
        <p:spPr>
          <a:xfrm>
            <a:off x="539750" y="1736725"/>
            <a:ext cx="8208963" cy="3421063"/>
          </a:xfrm>
          <a:prstGeom prst="rect">
            <a:avLst/>
          </a:prstGeom>
          <a:noFill/>
          <a:ln w="9525">
            <a:noFill/>
          </a:ln>
        </p:spPr>
        <p:txBody>
          <a:bodyPr anchor="t"/>
          <a:lstStyle/>
          <a:p>
            <a:pPr indent="720725">
              <a:lnSpc>
                <a:spcPct val="150000"/>
              </a:lnSpc>
              <a:buSzPct val="85000"/>
              <a:buFontTx/>
              <a:buBlip>
                <a:blip r:embed="rId2"/>
              </a:buBlip>
            </a:pPr>
            <a:endParaRPr lang="en-US" altLang="zh-CN" dirty="0">
              <a:latin typeface="Times New Roman" panose="02020603050405020304" pitchFamily="18" charset="0"/>
              <a:ea typeface="楷体_GB2312" pitchFamily="49" charset="-122"/>
            </a:endParaRPr>
          </a:p>
          <a:p>
            <a:pPr indent="720725">
              <a:lnSpc>
                <a:spcPct val="150000"/>
              </a:lnSpc>
              <a:buSzPct val="85000"/>
            </a:pPr>
            <a:r>
              <a:rPr lang="en-US" altLang="zh-CN" b="1" dirty="0">
                <a:latin typeface="Arial" panose="020B0604020202020204" pitchFamily="34" charset="0"/>
                <a:ea typeface="宋体" panose="02010600030101010101" pitchFamily="2" charset="-122"/>
              </a:rPr>
              <a:t>				</a:t>
            </a:r>
          </a:p>
        </p:txBody>
      </p:sp>
      <p:sp>
        <p:nvSpPr>
          <p:cNvPr id="33806" name="Rectangle 15"/>
          <p:cNvSpPr/>
          <p:nvPr/>
        </p:nvSpPr>
        <p:spPr>
          <a:xfrm>
            <a:off x="611188" y="1520825"/>
            <a:ext cx="7993062" cy="1439863"/>
          </a:xfrm>
          <a:prstGeom prst="rect">
            <a:avLst/>
          </a:prstGeom>
          <a:noFill/>
          <a:ln w="9525">
            <a:noFill/>
          </a:ln>
        </p:spPr>
        <p:txBody>
          <a:bodyPr anchor="t"/>
          <a:lstStyle/>
          <a:p>
            <a:pPr indent="720725">
              <a:lnSpc>
                <a:spcPct val="150000"/>
              </a:lnSpc>
              <a:spcBef>
                <a:spcPct val="20000"/>
              </a:spcBef>
              <a:buSzPct val="85000"/>
            </a:pPr>
            <a:r>
              <a:rPr lang="zh-CN" altLang="en-US" dirty="0">
                <a:latin typeface="黑体" panose="02010609060101010101" pitchFamily="2" charset="-122"/>
                <a:ea typeface="黑体" panose="02010609060101010101" pitchFamily="2" charset="-122"/>
              </a:rPr>
              <a:t>传感器一般由</a:t>
            </a:r>
            <a:r>
              <a:rPr lang="zh-CN" altLang="en-US" b="1" u="sng" dirty="0">
                <a:solidFill>
                  <a:srgbClr val="C00000"/>
                </a:solidFill>
                <a:latin typeface="黑体" panose="02010609060101010101" pitchFamily="2" charset="-122"/>
                <a:ea typeface="黑体" panose="02010609060101010101" pitchFamily="2" charset="-122"/>
              </a:rPr>
              <a:t>敏感元件</a:t>
            </a:r>
            <a:r>
              <a:rPr lang="zh-CN" altLang="en-US" dirty="0">
                <a:latin typeface="黑体" panose="02010609060101010101" pitchFamily="2" charset="-122"/>
                <a:ea typeface="黑体" panose="02010609060101010101" pitchFamily="2" charset="-122"/>
              </a:rPr>
              <a:t>（预变换器） 、</a:t>
            </a:r>
            <a:r>
              <a:rPr lang="zh-CN" altLang="en-US" b="1" u="sng" dirty="0">
                <a:solidFill>
                  <a:srgbClr val="C00000"/>
                </a:solidFill>
                <a:latin typeface="黑体" panose="02010609060101010101" pitchFamily="2" charset="-122"/>
                <a:ea typeface="黑体" panose="02010609060101010101" pitchFamily="2" charset="-122"/>
              </a:rPr>
              <a:t>转换元件</a:t>
            </a:r>
            <a:r>
              <a:rPr lang="zh-CN" altLang="en-US" dirty="0">
                <a:latin typeface="黑体" panose="02010609060101010101" pitchFamily="2" charset="-122"/>
                <a:ea typeface="黑体" panose="02010609060101010101" pitchFamily="2" charset="-122"/>
              </a:rPr>
              <a:t>和</a:t>
            </a:r>
            <a:r>
              <a:rPr lang="zh-CN" altLang="en-US" b="1" u="sng" dirty="0">
                <a:solidFill>
                  <a:srgbClr val="C00000"/>
                </a:solidFill>
                <a:latin typeface="黑体" panose="02010609060101010101" pitchFamily="2" charset="-122"/>
                <a:ea typeface="黑体" panose="02010609060101010101" pitchFamily="2" charset="-122"/>
              </a:rPr>
              <a:t>测量电路</a:t>
            </a:r>
            <a:r>
              <a:rPr lang="zh-CN" altLang="en-US" dirty="0">
                <a:latin typeface="黑体" panose="02010609060101010101" pitchFamily="2" charset="-122"/>
                <a:ea typeface="黑体" panose="02010609060101010101" pitchFamily="2" charset="-122"/>
              </a:rPr>
              <a:t>三部分组成，有时候还需要加</a:t>
            </a:r>
            <a:r>
              <a:rPr lang="zh-CN" altLang="en-US" u="sng" dirty="0">
                <a:latin typeface="黑体" panose="02010609060101010101" pitchFamily="2" charset="-122"/>
                <a:ea typeface="黑体" panose="02010609060101010101" pitchFamily="2" charset="-122"/>
              </a:rPr>
              <a:t>辅助电源</a:t>
            </a:r>
            <a:r>
              <a:rPr lang="zh-CN" altLang="en-US" dirty="0">
                <a:latin typeface="黑体" panose="02010609060101010101" pitchFamily="2" charset="-122"/>
                <a:ea typeface="黑体" panose="02010609060101010101" pitchFamily="2" charset="-122"/>
              </a:rPr>
              <a:t>。</a:t>
            </a:r>
          </a:p>
          <a:p>
            <a:pPr indent="720725">
              <a:lnSpc>
                <a:spcPct val="150000"/>
              </a:lnSpc>
              <a:buSzPct val="85000"/>
            </a:pPr>
            <a:r>
              <a:rPr lang="zh-CN" altLang="en-US" dirty="0">
                <a:latin typeface="Times New Roman" panose="02020603050405020304" pitchFamily="18" charset="0"/>
                <a:ea typeface="楷体_GB2312" pitchFamily="49" charset="-122"/>
              </a:rPr>
              <a:t>		</a:t>
            </a:r>
          </a:p>
        </p:txBody>
      </p:sp>
      <p:pic>
        <p:nvPicPr>
          <p:cNvPr id="33807" name="Picture 16"/>
          <p:cNvPicPr>
            <a:picLocks noChangeAspect="1"/>
          </p:cNvPicPr>
          <p:nvPr/>
        </p:nvPicPr>
        <p:blipFill>
          <a:blip r:embed="rId3"/>
          <a:stretch>
            <a:fillRect/>
          </a:stretch>
        </p:blipFill>
        <p:spPr>
          <a:xfrm>
            <a:off x="1331913" y="3141663"/>
            <a:ext cx="6465887" cy="2446337"/>
          </a:xfrm>
          <a:prstGeom prst="rect">
            <a:avLst/>
          </a:prstGeom>
          <a:noFill/>
          <a:ln w="9525">
            <a:noFill/>
          </a:ln>
        </p:spPr>
      </p:pic>
      <p:sp>
        <p:nvSpPr>
          <p:cNvPr id="39954" name="Rectangle 16"/>
          <p:cNvSpPr>
            <a:spLocks noChangeArrowheads="1"/>
          </p:cNvSpPr>
          <p:nvPr/>
        </p:nvSpPr>
        <p:spPr bwMode="auto">
          <a:xfrm>
            <a:off x="395288" y="152400"/>
            <a:ext cx="1836738" cy="684213"/>
          </a:xfrm>
          <a:prstGeom prst="rect">
            <a:avLst/>
          </a:prstGeom>
          <a:noFill/>
          <a:ln w="9525">
            <a:noFill/>
            <a:miter lim="800000"/>
          </a:ln>
        </p:spPr>
        <p:txBody>
          <a:bodyPr/>
          <a:lstStyle/>
          <a:p>
            <a:pPr marL="0" marR="0" lvl="0" indent="0" algn="l" defTabSz="914400" rtl="0" eaLnBrk="1" fontAlgn="base" latinLnBrk="0" hangingPunct="1">
              <a:lnSpc>
                <a:spcPct val="150000"/>
              </a:lnSpc>
              <a:spcBef>
                <a:spcPct val="20000"/>
              </a:spcBef>
              <a:spcAft>
                <a:spcPct val="0"/>
              </a:spcAft>
              <a:buClrTx/>
              <a:buSzPct val="85000"/>
              <a:buFontTx/>
              <a:buNone/>
              <a:defRPr/>
            </a:pPr>
            <a:r>
              <a:rPr kumimoji="1" lang="en-US" altLang="zh-CN" sz="2800" b="1" i="0" u="none" strike="noStrike" kern="1200" cap="none" spc="0" normalizeH="0" baseline="0" noProof="0" dirty="0">
                <a:ln>
                  <a:noFill/>
                </a:ln>
                <a:solidFill>
                  <a:srgbClr val="002060"/>
                </a:solidFill>
                <a:effectLst/>
                <a:uLnTx/>
                <a:uFillTx/>
                <a:latin typeface="黑体" panose="02010609060101010101" pitchFamily="2" charset="-122"/>
                <a:ea typeface="黑体" panose="02010609060101010101" pitchFamily="2" charset="-122"/>
                <a:cs typeface="黑体" panose="02010609060101010101" pitchFamily="2" charset="-122"/>
              </a:rPr>
              <a:t>3.2  </a:t>
            </a:r>
            <a:r>
              <a:rPr kumimoji="1" lang="zh-CN" altLang="en-US" sz="2800" b="1" i="0" u="none" strike="noStrike" kern="1200" cap="none" spc="0" normalizeH="0" baseline="0" noProof="0" dirty="0">
                <a:ln>
                  <a:noFill/>
                </a:ln>
                <a:solidFill>
                  <a:srgbClr val="002060"/>
                </a:solidFill>
                <a:effectLst/>
                <a:uLnTx/>
                <a:uFillTx/>
                <a:latin typeface="黑体" panose="02010609060101010101" pitchFamily="2" charset="-122"/>
                <a:ea typeface="黑体" panose="02010609060101010101" pitchFamily="2" charset="-122"/>
                <a:cs typeface="黑体" panose="02010609060101010101" pitchFamily="2" charset="-122"/>
              </a:rPr>
              <a:t>组成</a:t>
            </a:r>
          </a:p>
          <a:p>
            <a:pPr marL="0" marR="0" lvl="0" indent="266700" algn="l" defTabSz="914400" rtl="0" eaLnBrk="1" fontAlgn="base" latinLnBrk="0" hangingPunct="1">
              <a:lnSpc>
                <a:spcPct val="150000"/>
              </a:lnSpc>
              <a:spcBef>
                <a:spcPct val="20000"/>
              </a:spcBef>
              <a:spcAft>
                <a:spcPct val="0"/>
              </a:spcAft>
              <a:buClrTx/>
              <a:buSzPct val="85000"/>
              <a:buFontTx/>
              <a:buNone/>
              <a:defRPr/>
            </a:pPr>
            <a:r>
              <a:rPr kumimoji="1" lang="zh-CN" altLang="en-US" sz="2400" b="0" i="0" u="none" strike="noStrike" kern="1200" cap="none" spc="0" normalizeH="0" baseline="0" noProof="0" dirty="0">
                <a:ln>
                  <a:noFill/>
                </a:ln>
                <a:solidFill>
                  <a:schemeClr val="tx1"/>
                </a:solidFill>
                <a:effectLst/>
                <a:uLnTx/>
                <a:uFillTx/>
                <a:latin typeface="Times New Roman" panose="02020603050405020304" pitchFamily="18" charset="0"/>
                <a:ea typeface="楷体_GB2312" pitchFamily="49" charset="-122"/>
                <a:cs typeface="+mn-cs"/>
              </a:rPr>
              <a:t>	</a:t>
            </a:r>
          </a:p>
        </p:txBody>
      </p:sp>
      <p:sp>
        <p:nvSpPr>
          <p:cNvPr id="20" name="矩形 19"/>
          <p:cNvSpPr/>
          <p:nvPr/>
        </p:nvSpPr>
        <p:spPr>
          <a:xfrm>
            <a:off x="142875" y="1000125"/>
            <a:ext cx="8286750" cy="46038"/>
          </a:xfrm>
          <a:prstGeom prst="rect">
            <a:avLst/>
          </a:prstGeom>
          <a:gradFill flip="none" rotWithShape="1">
            <a:gsLst>
              <a:gs pos="0">
                <a:srgbClr val="5E9EFF"/>
              </a:gs>
              <a:gs pos="39999">
                <a:srgbClr val="85C2FF"/>
              </a:gs>
              <a:gs pos="70000">
                <a:srgbClr val="C4D6EB"/>
              </a:gs>
              <a:gs pos="100000">
                <a:srgbClr val="FFEBFA"/>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50000"/>
              </a:lnSpc>
              <a:spcBef>
                <a:spcPts val="0"/>
              </a:spcBef>
              <a:spcAft>
                <a:spcPts val="0"/>
              </a:spcAft>
              <a:buClrTx/>
              <a:buSzPct val="85000"/>
              <a:buFontTx/>
              <a:buChar char="•"/>
              <a:defRPr/>
            </a:pPr>
            <a:endParaRPr kumimoji="1" lang="zh-CN" altLang="en-US" sz="2400" b="0" i="0" u="none" strike="noStrike" kern="1200" cap="none" spc="0" normalizeH="0" baseline="0" noProof="0">
              <a:ln>
                <a:noFill/>
              </a:ln>
              <a:solidFill>
                <a:schemeClr val="lt1"/>
              </a:solidFill>
              <a:effectLst/>
              <a:uLnTx/>
              <a:uFillTx/>
              <a:latin typeface="+mn-lt"/>
              <a:ea typeface="+mn-ea"/>
              <a:cs typeface="+mn-cs"/>
            </a:endParaRPr>
          </a:p>
        </p:txBody>
      </p:sp>
      <p:sp>
        <p:nvSpPr>
          <p:cNvPr id="21" name="页脚占位符 6"/>
          <p:cNvSpPr txBox="1">
            <a:spLocks noGrp="1"/>
          </p:cNvSpPr>
          <p:nvPr>
            <p:ph type="ftr" sz="quarter" idx="11"/>
          </p:nvPr>
        </p:nvSpPr>
        <p:spPr>
          <a:xfrm>
            <a:off x="2843213" y="6411913"/>
            <a:ext cx="2895600" cy="365125"/>
          </a:xfrm>
          <a:noFill/>
        </p:spPr>
        <p:txBody>
          <a:bodyPr vert="horz" lIns="91440" tIns="45720" rIns="91440" bIns="45720" rtlCol="0" anchor="ctr"/>
          <a:lstStyle/>
          <a:p>
            <a:pPr marL="0" marR="0" lvl="0" indent="0" algn="ctr" defTabSz="914400" rtl="0" eaLnBrk="1" fontAlgn="base" latinLnBrk="0" hangingPunct="1">
              <a:lnSpc>
                <a:spcPct val="150000"/>
              </a:lnSpc>
              <a:spcBef>
                <a:spcPct val="20000"/>
              </a:spcBef>
              <a:spcAft>
                <a:spcPct val="0"/>
              </a:spcAft>
              <a:buClrTx/>
              <a:buSzPct val="85000"/>
              <a:buFontTx/>
              <a:buChar char="•"/>
              <a:defRPr/>
            </a:pPr>
            <a:r>
              <a:rPr kumimoji="1" lang="zh-CN" altLang="en-US" sz="1200" b="0" i="0" u="none" strike="noStrike" kern="1200" cap="none" spc="0" normalizeH="0" baseline="0" noProof="0" dirty="0">
                <a:ln>
                  <a:noFill/>
                </a:ln>
                <a:solidFill>
                  <a:schemeClr val="tx1">
                    <a:tint val="75000"/>
                  </a:schemeClr>
                </a:solidFill>
                <a:effectLst/>
                <a:uLnTx/>
                <a:uFillTx/>
                <a:latin typeface="Times New Roman" panose="02020603050405020304" pitchFamily="18" charset="0"/>
                <a:ea typeface="楷体_GB2312" pitchFamily="49" charset="-122"/>
                <a:cs typeface="+mn-cs"/>
              </a:rPr>
              <a:t>测量科学与仪器系</a:t>
            </a:r>
            <a:endParaRPr kumimoji="1" lang="en-US" altLang="zh-CN" sz="1200" b="0" i="0" u="none" strike="noStrike" kern="1200" cap="none" spc="0" normalizeH="0" baseline="0" noProof="0" dirty="0">
              <a:ln>
                <a:noFill/>
              </a:ln>
              <a:solidFill>
                <a:schemeClr val="tx1">
                  <a:tint val="75000"/>
                </a:schemeClr>
              </a:solidFill>
              <a:effectLst/>
              <a:uLnTx/>
              <a:uFillTx/>
              <a:latin typeface="Times New Roman" panose="02020603050405020304" pitchFamily="18" charset="0"/>
              <a:ea typeface="楷体_GB2312" pitchFamily="49" charset="-122"/>
              <a:cs typeface="+mn-cs"/>
            </a:endParaRPr>
          </a:p>
        </p:txBody>
      </p:sp>
    </p:spTree>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7" name="灯片编号占位符 4"/>
          <p:cNvSpPr>
            <a:spLocks noGrp="1"/>
          </p:cNvSpPr>
          <p:nvPr>
            <p:ph type="sldNum" sz="quarter" idx="12"/>
          </p:nvPr>
        </p:nvSpPr>
        <p:spPr>
          <a:noFill/>
          <a:ln>
            <a:noFill/>
          </a:ln>
        </p:spPr>
        <p:txBody>
          <a:bodyPr wrap="square" lIns="91440" tIns="45720" rIns="91440" bIns="45720" anchor="ctr"/>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r">
              <a:lnSpc>
                <a:spcPct val="150000"/>
              </a:lnSpc>
              <a:spcBef>
                <a:spcPct val="20000"/>
              </a:spcBef>
              <a:buSzPct val="85000"/>
              <a:buFontTx/>
              <a:buChar char="•"/>
            </a:pPr>
            <a:fld id="{9A0DB2DC-4C9A-4742-B13C-FB6460FD3503}" type="slidenum">
              <a:rPr lang="en-US" altLang="zh-CN" sz="1200" dirty="0">
                <a:solidFill>
                  <a:srgbClr val="898989"/>
                </a:solidFill>
              </a:rPr>
              <a:t>20</a:t>
            </a:fld>
            <a:endParaRPr lang="en-US" altLang="zh-CN" sz="1200" dirty="0">
              <a:solidFill>
                <a:srgbClr val="898989"/>
              </a:solidFill>
            </a:endParaRPr>
          </a:p>
        </p:txBody>
      </p:sp>
      <p:sp>
        <p:nvSpPr>
          <p:cNvPr id="34818" name="Rectangle 2"/>
          <p:cNvSpPr/>
          <p:nvPr/>
        </p:nvSpPr>
        <p:spPr>
          <a:xfrm>
            <a:off x="423863" y="3268663"/>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34819" name="Rectangle 3"/>
          <p:cNvSpPr/>
          <p:nvPr/>
        </p:nvSpPr>
        <p:spPr>
          <a:xfrm>
            <a:off x="423863" y="3254375"/>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34820" name="Rectangle 4"/>
          <p:cNvSpPr/>
          <p:nvPr/>
        </p:nvSpPr>
        <p:spPr>
          <a:xfrm>
            <a:off x="423863" y="3192463"/>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34821" name="Rectangle 5"/>
          <p:cNvSpPr/>
          <p:nvPr/>
        </p:nvSpPr>
        <p:spPr>
          <a:xfrm>
            <a:off x="423863" y="3254375"/>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34822" name="Rectangle 6"/>
          <p:cNvSpPr/>
          <p:nvPr/>
        </p:nvSpPr>
        <p:spPr>
          <a:xfrm>
            <a:off x="423863" y="2782888"/>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34823" name="Rectangle 7"/>
          <p:cNvSpPr/>
          <p:nvPr/>
        </p:nvSpPr>
        <p:spPr>
          <a:xfrm>
            <a:off x="423863" y="3254375"/>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34824" name="Rectangle 8"/>
          <p:cNvSpPr/>
          <p:nvPr/>
        </p:nvSpPr>
        <p:spPr>
          <a:xfrm>
            <a:off x="423863" y="3240088"/>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34825" name="Rectangle 9"/>
          <p:cNvSpPr/>
          <p:nvPr/>
        </p:nvSpPr>
        <p:spPr>
          <a:xfrm>
            <a:off x="423863" y="2720975"/>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34826" name="Rectangle 10"/>
          <p:cNvSpPr/>
          <p:nvPr/>
        </p:nvSpPr>
        <p:spPr>
          <a:xfrm>
            <a:off x="423863" y="53975"/>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34827" name="Rectangle 11"/>
          <p:cNvSpPr/>
          <p:nvPr/>
        </p:nvSpPr>
        <p:spPr>
          <a:xfrm>
            <a:off x="423863" y="2811463"/>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34828" name="Rectangle 12"/>
          <p:cNvSpPr/>
          <p:nvPr/>
        </p:nvSpPr>
        <p:spPr>
          <a:xfrm>
            <a:off x="423863" y="53975"/>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34829" name="Rectangle 14"/>
          <p:cNvSpPr/>
          <p:nvPr/>
        </p:nvSpPr>
        <p:spPr>
          <a:xfrm>
            <a:off x="539750" y="1736725"/>
            <a:ext cx="8208963" cy="3421063"/>
          </a:xfrm>
          <a:prstGeom prst="rect">
            <a:avLst/>
          </a:prstGeom>
          <a:noFill/>
          <a:ln w="9525">
            <a:noFill/>
          </a:ln>
        </p:spPr>
        <p:txBody>
          <a:bodyPr anchor="t"/>
          <a:lstStyle/>
          <a:p>
            <a:pPr indent="720725">
              <a:lnSpc>
                <a:spcPct val="150000"/>
              </a:lnSpc>
              <a:buSzPct val="85000"/>
              <a:buFontTx/>
              <a:buBlip>
                <a:blip r:embed="rId2"/>
              </a:buBlip>
            </a:pPr>
            <a:endParaRPr lang="en-US" altLang="zh-CN" dirty="0">
              <a:latin typeface="Times New Roman" panose="02020603050405020304" pitchFamily="18" charset="0"/>
              <a:ea typeface="楷体_GB2312" pitchFamily="49" charset="-122"/>
            </a:endParaRPr>
          </a:p>
          <a:p>
            <a:pPr indent="720725">
              <a:lnSpc>
                <a:spcPct val="150000"/>
              </a:lnSpc>
              <a:buSzPct val="85000"/>
            </a:pPr>
            <a:r>
              <a:rPr lang="en-US" altLang="zh-CN" b="1" dirty="0">
                <a:latin typeface="Arial" panose="020B0604020202020204" pitchFamily="34" charset="0"/>
                <a:ea typeface="宋体" panose="02010600030101010101" pitchFamily="2" charset="-122"/>
              </a:rPr>
              <a:t>				</a:t>
            </a:r>
          </a:p>
        </p:txBody>
      </p:sp>
      <p:sp>
        <p:nvSpPr>
          <p:cNvPr id="40976" name="Rectangle 15"/>
          <p:cNvSpPr>
            <a:spLocks noChangeArrowheads="1"/>
          </p:cNvSpPr>
          <p:nvPr/>
        </p:nvSpPr>
        <p:spPr bwMode="auto">
          <a:xfrm>
            <a:off x="539750" y="1089025"/>
            <a:ext cx="8208963" cy="1944688"/>
          </a:xfrm>
          <a:prstGeom prst="rect">
            <a:avLst/>
          </a:prstGeom>
          <a:noFill/>
          <a:ln w="9525">
            <a:noFill/>
            <a:miter lim="800000"/>
          </a:ln>
        </p:spPr>
        <p:txBody>
          <a:bodyPr/>
          <a:lstStyle/>
          <a:p>
            <a:pPr marL="0" marR="0" lvl="0" indent="519430" algn="l" defTabSz="914400" rtl="0" eaLnBrk="1" fontAlgn="base" latinLnBrk="0" hangingPunct="1">
              <a:lnSpc>
                <a:spcPct val="150000"/>
              </a:lnSpc>
              <a:spcBef>
                <a:spcPct val="20000"/>
              </a:spcBef>
              <a:spcAft>
                <a:spcPct val="0"/>
              </a:spcAft>
              <a:buClrTx/>
              <a:buSzPct val="85000"/>
              <a:buFontTx/>
              <a:buNone/>
              <a:defRPr/>
            </a:pPr>
            <a:r>
              <a:rPr lang="zh-CN" altLang="en-US" sz="2400" b="0" i="0" u="none" strike="noStrike" kern="1200" cap="none" spc="0" normalizeH="0" baseline="0" noProof="1">
                <a:solidFill>
                  <a:schemeClr val="tx1"/>
                </a:solidFill>
                <a:latin typeface="Times New Roman" panose="02020603050405020304" pitchFamily="18" charset="0"/>
                <a:ea typeface="楷体_GB2312" pitchFamily="49" charset="-122"/>
                <a:cs typeface="+mn-cs"/>
              </a:rPr>
              <a:t>在完成非电量到电量的变换时，并非所有的非电量都能利用现有手段直接变换为电量，往往是将被测非电量预先变换为另一种易于变换成电量的非电量，然后再变换为电量。</a:t>
            </a:r>
            <a:endParaRPr kumimoji="1" lang="zh-CN" altLang="en-US" sz="2400" b="0" i="0" u="none" strike="noStrike" kern="1200" cap="none" spc="0" normalizeH="0" baseline="0" noProof="0" dirty="0">
              <a:ln>
                <a:noFill/>
              </a:ln>
              <a:solidFill>
                <a:schemeClr val="tx1"/>
              </a:solidFill>
              <a:effectLst/>
              <a:uLnTx/>
              <a:uFillTx/>
              <a:latin typeface="黑体" panose="02010609060101010101" pitchFamily="2" charset="-122"/>
              <a:ea typeface="黑体" panose="02010609060101010101" pitchFamily="2" charset="-122"/>
              <a:cs typeface="+mn-cs"/>
            </a:endParaRPr>
          </a:p>
          <a:p>
            <a:pPr marL="0" marR="0" lvl="0" indent="266700" algn="l" defTabSz="914400" rtl="0" eaLnBrk="1" fontAlgn="base" latinLnBrk="0" hangingPunct="1">
              <a:lnSpc>
                <a:spcPct val="150000"/>
              </a:lnSpc>
              <a:spcBef>
                <a:spcPct val="0"/>
              </a:spcBef>
              <a:spcAft>
                <a:spcPct val="0"/>
              </a:spcAft>
              <a:buClrTx/>
              <a:buSzPct val="85000"/>
              <a:buFontTx/>
              <a:buNone/>
              <a:defRPr/>
            </a:pPr>
            <a:r>
              <a:rPr kumimoji="1" lang="zh-CN" altLang="en-US" sz="2400" b="0" i="0" u="none" strike="noStrike" kern="1200" cap="none" spc="0" normalizeH="0" baseline="0" noProof="0" dirty="0">
                <a:ln>
                  <a:noFill/>
                </a:ln>
                <a:solidFill>
                  <a:schemeClr val="tx1"/>
                </a:solidFill>
                <a:effectLst/>
                <a:uLnTx/>
                <a:uFillTx/>
                <a:latin typeface="Times New Roman" panose="02020603050405020304" pitchFamily="18" charset="0"/>
                <a:ea typeface="楷体_GB2312" pitchFamily="49" charset="-122"/>
                <a:cs typeface="+mn-cs"/>
              </a:rPr>
              <a:t>		</a:t>
            </a:r>
          </a:p>
        </p:txBody>
      </p:sp>
      <p:pic>
        <p:nvPicPr>
          <p:cNvPr id="34831" name="Picture 19"/>
          <p:cNvPicPr>
            <a:picLocks noChangeAspect="1"/>
          </p:cNvPicPr>
          <p:nvPr/>
        </p:nvPicPr>
        <p:blipFill>
          <a:blip r:embed="rId3"/>
          <a:stretch>
            <a:fillRect/>
          </a:stretch>
        </p:blipFill>
        <p:spPr>
          <a:xfrm>
            <a:off x="4567238" y="3424238"/>
            <a:ext cx="9525" cy="9525"/>
          </a:xfrm>
          <a:prstGeom prst="rect">
            <a:avLst/>
          </a:prstGeom>
          <a:noFill/>
          <a:ln w="9525">
            <a:noFill/>
          </a:ln>
        </p:spPr>
      </p:pic>
      <p:sp>
        <p:nvSpPr>
          <p:cNvPr id="34832" name="Rectangle 15"/>
          <p:cNvSpPr/>
          <p:nvPr/>
        </p:nvSpPr>
        <p:spPr>
          <a:xfrm>
            <a:off x="142875" y="260350"/>
            <a:ext cx="3529013" cy="612775"/>
          </a:xfrm>
          <a:prstGeom prst="rect">
            <a:avLst/>
          </a:prstGeom>
          <a:noFill/>
          <a:ln w="9525">
            <a:noFill/>
          </a:ln>
        </p:spPr>
        <p:txBody>
          <a:bodyPr anchor="t"/>
          <a:lstStyle/>
          <a:p>
            <a:pPr indent="266700">
              <a:lnSpc>
                <a:spcPct val="150000"/>
              </a:lnSpc>
              <a:spcBef>
                <a:spcPct val="20000"/>
              </a:spcBef>
              <a:buSzPct val="85000"/>
            </a:pPr>
            <a:r>
              <a:rPr lang="zh-CN" altLang="en-US" b="1" dirty="0">
                <a:solidFill>
                  <a:srgbClr val="C00000"/>
                </a:solidFill>
                <a:latin typeface="黑体" panose="02010609060101010101" pitchFamily="2" charset="-122"/>
                <a:ea typeface="黑体" panose="02010609060101010101" pitchFamily="2" charset="-122"/>
              </a:rPr>
              <a:t>敏感元件</a:t>
            </a:r>
            <a:r>
              <a:rPr lang="zh-CN" altLang="en-US" b="1" dirty="0">
                <a:latin typeface="黑体" panose="02010609060101010101" pitchFamily="2" charset="-122"/>
                <a:ea typeface="黑体" panose="02010609060101010101" pitchFamily="2" charset="-122"/>
              </a:rPr>
              <a:t>（预变换器）</a:t>
            </a:r>
          </a:p>
          <a:p>
            <a:pPr indent="266700">
              <a:lnSpc>
                <a:spcPct val="150000"/>
              </a:lnSpc>
              <a:buSzPct val="85000"/>
            </a:pPr>
            <a:r>
              <a:rPr lang="zh-CN" altLang="en-US" dirty="0">
                <a:latin typeface="Times New Roman" panose="02020603050405020304" pitchFamily="18" charset="0"/>
                <a:ea typeface="楷体_GB2312" pitchFamily="49" charset="-122"/>
              </a:rPr>
              <a:t>		</a:t>
            </a:r>
          </a:p>
        </p:txBody>
      </p:sp>
      <p:pic>
        <p:nvPicPr>
          <p:cNvPr id="34833" name="Picture 5" descr="sylx13"/>
          <p:cNvPicPr>
            <a:picLocks noChangeAspect="1"/>
          </p:cNvPicPr>
          <p:nvPr/>
        </p:nvPicPr>
        <p:blipFill>
          <a:blip r:embed="rId4"/>
          <a:stretch>
            <a:fillRect/>
          </a:stretch>
        </p:blipFill>
        <p:spPr>
          <a:xfrm>
            <a:off x="1548259" y="3536950"/>
            <a:ext cx="2879725" cy="2135188"/>
          </a:xfrm>
          <a:prstGeom prst="rect">
            <a:avLst/>
          </a:prstGeom>
          <a:noFill/>
          <a:ln w="9525">
            <a:noFill/>
          </a:ln>
        </p:spPr>
      </p:pic>
      <p:sp>
        <p:nvSpPr>
          <p:cNvPr id="34836" name="TextBox 25"/>
          <p:cNvSpPr txBox="1"/>
          <p:nvPr/>
        </p:nvSpPr>
        <p:spPr>
          <a:xfrm>
            <a:off x="4788535" y="3573780"/>
            <a:ext cx="3133725" cy="645160"/>
          </a:xfrm>
          <a:prstGeom prst="rect">
            <a:avLst/>
          </a:prstGeom>
          <a:noFill/>
          <a:ln w="9525">
            <a:noFill/>
          </a:ln>
        </p:spPr>
        <p:txBody>
          <a:bodyPr wrap="square" anchor="t">
            <a:spAutoFit/>
          </a:bodyPr>
          <a:lstStyle/>
          <a:p>
            <a:pPr algn="ctr">
              <a:lnSpc>
                <a:spcPct val="150000"/>
              </a:lnSpc>
              <a:spcBef>
                <a:spcPct val="20000"/>
              </a:spcBef>
              <a:buSzPct val="85000"/>
            </a:pPr>
            <a:r>
              <a:rPr lang="zh-CN" altLang="en-US" dirty="0">
                <a:solidFill>
                  <a:srgbClr val="C00000"/>
                </a:solidFill>
                <a:latin typeface="Times New Roman" panose="02020603050405020304" pitchFamily="18" charset="0"/>
                <a:ea typeface="楷体_GB2312" pitchFamily="49" charset="-122"/>
              </a:rPr>
              <a:t>敏感元件：弹性膜片</a:t>
            </a:r>
          </a:p>
        </p:txBody>
      </p:sp>
      <p:sp>
        <p:nvSpPr>
          <p:cNvPr id="34837" name="TextBox 26"/>
          <p:cNvSpPr txBox="1"/>
          <p:nvPr/>
        </p:nvSpPr>
        <p:spPr>
          <a:xfrm>
            <a:off x="4788535" y="4796790"/>
            <a:ext cx="2711450" cy="645160"/>
          </a:xfrm>
          <a:prstGeom prst="rect">
            <a:avLst/>
          </a:prstGeom>
          <a:noFill/>
          <a:ln w="9525">
            <a:noFill/>
          </a:ln>
        </p:spPr>
        <p:txBody>
          <a:bodyPr wrap="square" anchor="t">
            <a:spAutoFit/>
          </a:bodyPr>
          <a:lstStyle/>
          <a:p>
            <a:pPr algn="ctr">
              <a:lnSpc>
                <a:spcPct val="150000"/>
              </a:lnSpc>
              <a:spcBef>
                <a:spcPct val="20000"/>
              </a:spcBef>
              <a:buSzPct val="85000"/>
            </a:pPr>
            <a:r>
              <a:rPr lang="zh-CN" altLang="en-US" dirty="0">
                <a:solidFill>
                  <a:srgbClr val="C00000"/>
                </a:solidFill>
                <a:latin typeface="Times New Roman" panose="02020603050405020304" pitchFamily="18" charset="0"/>
                <a:ea typeface="楷体_GB2312" pitchFamily="49" charset="-122"/>
              </a:rPr>
              <a:t>转换单元：应变片</a:t>
            </a:r>
          </a:p>
        </p:txBody>
      </p:sp>
      <p:sp>
        <p:nvSpPr>
          <p:cNvPr id="31" name="右箭头 30"/>
          <p:cNvSpPr/>
          <p:nvPr/>
        </p:nvSpPr>
        <p:spPr>
          <a:xfrm rot="20190466">
            <a:off x="3895090" y="3956685"/>
            <a:ext cx="835025" cy="76200"/>
          </a:xfrm>
          <a:prstGeom prst="rightArrow">
            <a:avLst>
              <a:gd name="adj1" fmla="val 100000"/>
              <a:gd name="adj2" fmla="val 50000"/>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50000"/>
              </a:lnSpc>
              <a:spcBef>
                <a:spcPct val="20000"/>
              </a:spcBef>
              <a:spcAft>
                <a:spcPct val="0"/>
              </a:spcAft>
              <a:buClrTx/>
              <a:buSzPct val="85000"/>
              <a:buFontTx/>
              <a:buChar char="•"/>
              <a:defRPr/>
            </a:pPr>
            <a:endParaRPr kumimoji="1" lang="zh-CN" altLang="en-US" sz="2400" b="0" i="0" u="none" strike="noStrike" kern="1200" cap="none" spc="0" normalizeH="0" baseline="0" noProof="0">
              <a:ln>
                <a:noFill/>
              </a:ln>
              <a:solidFill>
                <a:schemeClr val="lt1"/>
              </a:solidFill>
              <a:effectLst/>
              <a:uLnTx/>
              <a:uFillTx/>
              <a:latin typeface="+mn-lt"/>
              <a:ea typeface="+mn-ea"/>
              <a:cs typeface="+mn-cs"/>
            </a:endParaRPr>
          </a:p>
        </p:txBody>
      </p:sp>
      <p:sp>
        <p:nvSpPr>
          <p:cNvPr id="32" name="右箭头 31"/>
          <p:cNvSpPr/>
          <p:nvPr/>
        </p:nvSpPr>
        <p:spPr>
          <a:xfrm rot="1141165">
            <a:off x="3621340" y="4851220"/>
            <a:ext cx="1177290" cy="135255"/>
          </a:xfrm>
          <a:prstGeom prst="rightArrow">
            <a:avLst>
              <a:gd name="adj1" fmla="val 51887"/>
              <a:gd name="adj2" fmla="val 50000"/>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50000"/>
              </a:lnSpc>
              <a:spcBef>
                <a:spcPct val="20000"/>
              </a:spcBef>
              <a:spcAft>
                <a:spcPct val="0"/>
              </a:spcAft>
              <a:buClrTx/>
              <a:buSzPct val="85000"/>
              <a:buFontTx/>
              <a:buChar char="•"/>
              <a:defRPr/>
            </a:pPr>
            <a:endParaRPr kumimoji="1" lang="zh-CN" altLang="en-US" sz="2400" b="0" i="0" u="none" strike="noStrike" kern="1200" cap="none" spc="0" normalizeH="0" baseline="0" noProof="0" dirty="0">
              <a:ln>
                <a:noFill/>
              </a:ln>
              <a:solidFill>
                <a:schemeClr val="lt1"/>
              </a:solidFill>
              <a:effectLst/>
              <a:uLnTx/>
              <a:uFillTx/>
              <a:latin typeface="+mn-lt"/>
              <a:ea typeface="+mn-ea"/>
              <a:cs typeface="+mn-cs"/>
            </a:endParaRPr>
          </a:p>
        </p:txBody>
      </p:sp>
      <p:sp>
        <p:nvSpPr>
          <p:cNvPr id="33" name="页脚占位符 6"/>
          <p:cNvSpPr txBox="1">
            <a:spLocks noGrp="1"/>
          </p:cNvSpPr>
          <p:nvPr>
            <p:ph type="ftr" sz="quarter" idx="11"/>
          </p:nvPr>
        </p:nvSpPr>
        <p:spPr>
          <a:xfrm>
            <a:off x="2843213" y="6411913"/>
            <a:ext cx="2895600" cy="365125"/>
          </a:xfrm>
          <a:noFill/>
        </p:spPr>
        <p:txBody>
          <a:bodyPr vert="horz" lIns="91440" tIns="45720" rIns="91440" bIns="45720" rtlCol="0" anchor="ctr"/>
          <a:lstStyle/>
          <a:p>
            <a:pPr marL="0" marR="0" lvl="0" indent="0" algn="ctr" defTabSz="914400" rtl="0" eaLnBrk="1" fontAlgn="base" latinLnBrk="0" hangingPunct="1">
              <a:lnSpc>
                <a:spcPct val="150000"/>
              </a:lnSpc>
              <a:spcBef>
                <a:spcPct val="20000"/>
              </a:spcBef>
              <a:spcAft>
                <a:spcPct val="0"/>
              </a:spcAft>
              <a:buClrTx/>
              <a:buSzPct val="85000"/>
              <a:buFontTx/>
              <a:buChar char="•"/>
              <a:defRPr/>
            </a:pPr>
            <a:r>
              <a:rPr kumimoji="1" lang="zh-CN" altLang="en-US" sz="1200" b="0" i="0" u="none" strike="noStrike" kern="1200" cap="none" spc="0" normalizeH="0" baseline="0" noProof="0" dirty="0">
                <a:ln>
                  <a:noFill/>
                </a:ln>
                <a:solidFill>
                  <a:schemeClr val="tx1">
                    <a:tint val="75000"/>
                  </a:schemeClr>
                </a:solidFill>
                <a:effectLst/>
                <a:uLnTx/>
                <a:uFillTx/>
                <a:latin typeface="Times New Roman" panose="02020603050405020304" pitchFamily="18" charset="0"/>
                <a:ea typeface="楷体_GB2312" pitchFamily="49" charset="-122"/>
                <a:cs typeface="+mn-cs"/>
              </a:rPr>
              <a:t>测量科学与仪器系</a:t>
            </a:r>
            <a:endParaRPr kumimoji="1" lang="en-US" altLang="zh-CN" sz="1200" b="0" i="0" u="none" strike="noStrike" kern="1200" cap="none" spc="0" normalizeH="0" baseline="0" noProof="0" dirty="0">
              <a:ln>
                <a:noFill/>
              </a:ln>
              <a:solidFill>
                <a:schemeClr val="tx1">
                  <a:tint val="75000"/>
                </a:schemeClr>
              </a:solidFill>
              <a:effectLst/>
              <a:uLnTx/>
              <a:uFillTx/>
              <a:latin typeface="Times New Roman" panose="02020603050405020304" pitchFamily="18" charset="0"/>
              <a:ea typeface="楷体_GB2312" pitchFamily="49" charset="-122"/>
              <a:cs typeface="+mn-cs"/>
            </a:endParaRPr>
          </a:p>
        </p:txBody>
      </p:sp>
      <p:sp>
        <p:nvSpPr>
          <p:cNvPr id="24" name="TextBox 26">
            <a:extLst>
              <a:ext uri="{FF2B5EF4-FFF2-40B4-BE49-F238E27FC236}">
                <a16:creationId xmlns:a16="http://schemas.microsoft.com/office/drawing/2014/main" id="{915D6BB5-3857-48F9-BC8C-472F6973336E}"/>
              </a:ext>
            </a:extLst>
          </p:cNvPr>
          <p:cNvSpPr txBox="1"/>
          <p:nvPr/>
        </p:nvSpPr>
        <p:spPr>
          <a:xfrm>
            <a:off x="946482" y="5710795"/>
            <a:ext cx="6732240" cy="580865"/>
          </a:xfrm>
          <a:prstGeom prst="rect">
            <a:avLst/>
          </a:prstGeom>
          <a:noFill/>
          <a:ln w="9525">
            <a:noFill/>
          </a:ln>
        </p:spPr>
        <p:txBody>
          <a:bodyPr wrap="square" anchor="t">
            <a:spAutoFit/>
          </a:bodyPr>
          <a:lstStyle/>
          <a:p>
            <a:pPr algn="ctr">
              <a:lnSpc>
                <a:spcPct val="150000"/>
              </a:lnSpc>
              <a:spcBef>
                <a:spcPct val="20000"/>
              </a:spcBef>
              <a:buSzPct val="85000"/>
            </a:pPr>
            <a:r>
              <a:rPr lang="zh-CN" altLang="en-US" dirty="0">
                <a:solidFill>
                  <a:srgbClr val="1552D1"/>
                </a:solidFill>
                <a:latin typeface="Times New Roman" panose="02020603050405020304" pitchFamily="18" charset="0"/>
                <a:ea typeface="楷体_GB2312" pitchFamily="49" charset="-122"/>
              </a:rPr>
              <a:t>应变式传感器</a:t>
            </a:r>
            <a:r>
              <a:rPr lang="en-US" altLang="zh-CN" dirty="0">
                <a:solidFill>
                  <a:srgbClr val="1552D1"/>
                </a:solidFill>
                <a:latin typeface="Times New Roman" panose="02020603050405020304" pitchFamily="18" charset="0"/>
                <a:ea typeface="楷体_GB2312" pitchFamily="49" charset="-122"/>
              </a:rPr>
              <a:t>——</a:t>
            </a:r>
            <a:r>
              <a:rPr lang="zh-CN" altLang="en-US" dirty="0">
                <a:solidFill>
                  <a:srgbClr val="1552D1"/>
                </a:solidFill>
                <a:latin typeface="Times New Roman" panose="02020603050405020304" pitchFamily="18" charset="0"/>
                <a:ea typeface="楷体_GB2312" pitchFamily="49" charset="-122"/>
              </a:rPr>
              <a:t>测量力和形变</a:t>
            </a:r>
          </a:p>
        </p:txBody>
      </p:sp>
    </p:spTree>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灯片编号占位符 3"/>
          <p:cNvSpPr>
            <a:spLocks noGrp="1"/>
          </p:cNvSpPr>
          <p:nvPr>
            <p:ph type="sldNum" sz="quarter" idx="12"/>
          </p:nvPr>
        </p:nvSpPr>
        <p:spPr>
          <a:noFill/>
          <a:ln>
            <a:noFill/>
          </a:ln>
        </p:spPr>
        <p:txBody>
          <a:bodyPr wrap="square" lIns="91440" tIns="45720" rIns="91440" bIns="45720" anchor="ctr"/>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r">
              <a:lnSpc>
                <a:spcPct val="150000"/>
              </a:lnSpc>
              <a:spcBef>
                <a:spcPct val="20000"/>
              </a:spcBef>
              <a:buSzPct val="85000"/>
              <a:buFontTx/>
              <a:buChar char="•"/>
            </a:pPr>
            <a:fld id="{9A0DB2DC-4C9A-4742-B13C-FB6460FD3503}" type="slidenum">
              <a:rPr lang="en-US" altLang="zh-CN" sz="1200" dirty="0">
                <a:solidFill>
                  <a:srgbClr val="898989"/>
                </a:solidFill>
              </a:rPr>
              <a:t>21</a:t>
            </a:fld>
            <a:endParaRPr lang="en-US" altLang="zh-CN" sz="1200" dirty="0">
              <a:solidFill>
                <a:srgbClr val="898989"/>
              </a:solidFill>
            </a:endParaRPr>
          </a:p>
        </p:txBody>
      </p:sp>
      <p:sp>
        <p:nvSpPr>
          <p:cNvPr id="35842" name="Rectangle 12"/>
          <p:cNvSpPr/>
          <p:nvPr/>
        </p:nvSpPr>
        <p:spPr>
          <a:xfrm>
            <a:off x="215900" y="404813"/>
            <a:ext cx="1871663" cy="647700"/>
          </a:xfrm>
          <a:prstGeom prst="rect">
            <a:avLst/>
          </a:prstGeom>
          <a:noFill/>
          <a:ln w="9525">
            <a:noFill/>
          </a:ln>
        </p:spPr>
        <p:txBody>
          <a:bodyPr anchor="t"/>
          <a:lstStyle/>
          <a:p>
            <a:pPr indent="266700">
              <a:lnSpc>
                <a:spcPct val="150000"/>
              </a:lnSpc>
              <a:spcBef>
                <a:spcPct val="20000"/>
              </a:spcBef>
              <a:buSzPct val="85000"/>
            </a:pPr>
            <a:r>
              <a:rPr lang="zh-CN" altLang="en-US" b="1" dirty="0">
                <a:solidFill>
                  <a:srgbClr val="C00000"/>
                </a:solidFill>
                <a:latin typeface="黑体" panose="02010609060101010101" pitchFamily="2" charset="-122"/>
                <a:ea typeface="黑体" panose="02010609060101010101" pitchFamily="2" charset="-122"/>
              </a:rPr>
              <a:t>转换元件</a:t>
            </a:r>
            <a:r>
              <a:rPr lang="zh-CN" altLang="en-US" dirty="0">
                <a:latin typeface="Times New Roman" panose="02020603050405020304" pitchFamily="18" charset="0"/>
                <a:ea typeface="楷体_GB2312" pitchFamily="49" charset="-122"/>
              </a:rPr>
              <a:t>	</a:t>
            </a:r>
          </a:p>
        </p:txBody>
      </p:sp>
      <p:sp>
        <p:nvSpPr>
          <p:cNvPr id="35843" name="Rectangle 13"/>
          <p:cNvSpPr/>
          <p:nvPr/>
        </p:nvSpPr>
        <p:spPr>
          <a:xfrm>
            <a:off x="576263" y="3141663"/>
            <a:ext cx="2033587" cy="792162"/>
          </a:xfrm>
          <a:prstGeom prst="rect">
            <a:avLst/>
          </a:prstGeom>
          <a:noFill/>
          <a:ln w="9525">
            <a:noFill/>
          </a:ln>
        </p:spPr>
        <p:txBody>
          <a:bodyPr anchor="t"/>
          <a:lstStyle/>
          <a:p>
            <a:pPr>
              <a:lnSpc>
                <a:spcPct val="150000"/>
              </a:lnSpc>
              <a:spcBef>
                <a:spcPct val="20000"/>
              </a:spcBef>
              <a:buSzPct val="85000"/>
            </a:pPr>
            <a:r>
              <a:rPr lang="zh-CN" altLang="en-US" b="1" dirty="0">
                <a:solidFill>
                  <a:srgbClr val="C00000"/>
                </a:solidFill>
                <a:latin typeface="黑体" panose="02010609060101010101" pitchFamily="2" charset="-122"/>
                <a:ea typeface="黑体" panose="02010609060101010101" pitchFamily="2" charset="-122"/>
              </a:rPr>
              <a:t>测量电路</a:t>
            </a:r>
          </a:p>
        </p:txBody>
      </p:sp>
      <p:sp>
        <p:nvSpPr>
          <p:cNvPr id="35844" name="Rectangle 12"/>
          <p:cNvSpPr/>
          <p:nvPr/>
        </p:nvSpPr>
        <p:spPr>
          <a:xfrm>
            <a:off x="719138" y="1052513"/>
            <a:ext cx="8208962" cy="1944687"/>
          </a:xfrm>
          <a:prstGeom prst="rect">
            <a:avLst/>
          </a:prstGeom>
          <a:noFill/>
          <a:ln w="9525">
            <a:noFill/>
          </a:ln>
        </p:spPr>
        <p:txBody>
          <a:bodyPr anchor="t"/>
          <a:lstStyle/>
          <a:p>
            <a:pPr indent="266700">
              <a:lnSpc>
                <a:spcPct val="150000"/>
              </a:lnSpc>
              <a:buSzPct val="85000"/>
              <a:buFont typeface="Wingdings" panose="05000000000000000000" pitchFamily="2" charset="2"/>
              <a:buChar char="l"/>
            </a:pPr>
            <a:r>
              <a:rPr lang="zh-CN" altLang="en-US" dirty="0">
                <a:latin typeface="Times New Roman" panose="02020603050405020304" pitchFamily="18" charset="0"/>
                <a:ea typeface="楷体_GB2312" pitchFamily="49" charset="-122"/>
              </a:rPr>
              <a:t>能将敏感元件感受到的</a:t>
            </a:r>
            <a:r>
              <a:rPr lang="zh-CN" altLang="en-US" dirty="0">
                <a:highlight>
                  <a:srgbClr val="FFFF00"/>
                </a:highlight>
                <a:latin typeface="Times New Roman" panose="02020603050405020304" pitchFamily="18" charset="0"/>
                <a:ea typeface="楷体_GB2312" pitchFamily="49" charset="-122"/>
              </a:rPr>
              <a:t>非电量</a:t>
            </a:r>
            <a:r>
              <a:rPr lang="zh-CN" altLang="en-US" dirty="0">
                <a:latin typeface="Times New Roman" panose="02020603050405020304" pitchFamily="18" charset="0"/>
                <a:ea typeface="楷体_GB2312" pitchFamily="49" charset="-122"/>
              </a:rPr>
              <a:t>直接转换为</a:t>
            </a:r>
            <a:r>
              <a:rPr lang="zh-CN" altLang="en-US" dirty="0">
                <a:highlight>
                  <a:srgbClr val="FFFF00"/>
                </a:highlight>
                <a:latin typeface="Times New Roman" panose="02020603050405020304" pitchFamily="18" charset="0"/>
                <a:ea typeface="楷体_GB2312" pitchFamily="49" charset="-122"/>
              </a:rPr>
              <a:t>电量</a:t>
            </a:r>
            <a:r>
              <a:rPr lang="zh-CN" altLang="en-US" dirty="0">
                <a:latin typeface="Times New Roman" panose="02020603050405020304" pitchFamily="18" charset="0"/>
                <a:ea typeface="楷体_GB2312" pitchFamily="49" charset="-122"/>
              </a:rPr>
              <a:t>的器件。</a:t>
            </a:r>
          </a:p>
          <a:p>
            <a:pPr indent="266700">
              <a:lnSpc>
                <a:spcPct val="150000"/>
              </a:lnSpc>
              <a:buSzPct val="85000"/>
              <a:buFont typeface="Wingdings" panose="05000000000000000000" pitchFamily="2" charset="2"/>
              <a:buChar char="l"/>
            </a:pPr>
            <a:r>
              <a:rPr lang="zh-CN" altLang="en-US" dirty="0">
                <a:latin typeface="Times New Roman" panose="02020603050405020304" pitchFamily="18" charset="0"/>
                <a:ea typeface="楷体_GB2312" pitchFamily="49" charset="-122"/>
              </a:rPr>
              <a:t>敏感元件的输出是它的输入，它把输入转换成电路参数，送给测量电路。		</a:t>
            </a:r>
          </a:p>
        </p:txBody>
      </p:sp>
      <p:sp>
        <p:nvSpPr>
          <p:cNvPr id="9" name="页脚占位符 6"/>
          <p:cNvSpPr txBox="1">
            <a:spLocks noGrp="1"/>
          </p:cNvSpPr>
          <p:nvPr>
            <p:ph type="ftr" sz="quarter" idx="11"/>
          </p:nvPr>
        </p:nvSpPr>
        <p:spPr>
          <a:xfrm>
            <a:off x="2843213" y="6411913"/>
            <a:ext cx="2895600" cy="365125"/>
          </a:xfrm>
          <a:noFill/>
        </p:spPr>
        <p:txBody>
          <a:bodyPr vert="horz" lIns="91440" tIns="45720" rIns="91440" bIns="45720" rtlCol="0" anchor="ctr"/>
          <a:lstStyle/>
          <a:p>
            <a:pPr marL="0" marR="0" lvl="0" indent="0" algn="ctr" defTabSz="914400" rtl="0" eaLnBrk="1" fontAlgn="base" latinLnBrk="0" hangingPunct="1">
              <a:lnSpc>
                <a:spcPct val="150000"/>
              </a:lnSpc>
              <a:spcBef>
                <a:spcPct val="20000"/>
              </a:spcBef>
              <a:spcAft>
                <a:spcPct val="0"/>
              </a:spcAft>
              <a:buClrTx/>
              <a:buSzPct val="85000"/>
              <a:buFontTx/>
              <a:buChar char="•"/>
              <a:defRPr/>
            </a:pPr>
            <a:r>
              <a:rPr kumimoji="1" lang="zh-CN" altLang="en-US" sz="1200" b="0" i="0" u="none" strike="noStrike" kern="1200" cap="none" spc="0" normalizeH="0" baseline="0" noProof="0" dirty="0">
                <a:ln>
                  <a:noFill/>
                </a:ln>
                <a:solidFill>
                  <a:schemeClr val="tx1">
                    <a:tint val="75000"/>
                  </a:schemeClr>
                </a:solidFill>
                <a:effectLst/>
                <a:uLnTx/>
                <a:uFillTx/>
                <a:latin typeface="Times New Roman" panose="02020603050405020304" pitchFamily="18" charset="0"/>
                <a:ea typeface="楷体_GB2312" pitchFamily="49" charset="-122"/>
                <a:cs typeface="+mn-cs"/>
              </a:rPr>
              <a:t>测量科学与仪器系</a:t>
            </a:r>
            <a:endParaRPr kumimoji="1" lang="en-US" altLang="zh-CN" sz="1200" b="0" i="0" u="none" strike="noStrike" kern="1200" cap="none" spc="0" normalizeH="0" baseline="0" noProof="0" dirty="0">
              <a:ln>
                <a:noFill/>
              </a:ln>
              <a:solidFill>
                <a:schemeClr val="tx1">
                  <a:tint val="75000"/>
                </a:schemeClr>
              </a:solidFill>
              <a:effectLst/>
              <a:uLnTx/>
              <a:uFillTx/>
              <a:latin typeface="Times New Roman" panose="02020603050405020304" pitchFamily="18" charset="0"/>
              <a:ea typeface="楷体_GB2312" pitchFamily="49" charset="-122"/>
              <a:cs typeface="+mn-cs"/>
            </a:endParaRPr>
          </a:p>
        </p:txBody>
      </p:sp>
      <p:sp>
        <p:nvSpPr>
          <p:cNvPr id="35846" name="Rectangle 13"/>
          <p:cNvSpPr/>
          <p:nvPr/>
        </p:nvSpPr>
        <p:spPr>
          <a:xfrm>
            <a:off x="719138" y="3789363"/>
            <a:ext cx="8208962" cy="1403350"/>
          </a:xfrm>
          <a:prstGeom prst="rect">
            <a:avLst/>
          </a:prstGeom>
          <a:noFill/>
          <a:ln w="9525">
            <a:noFill/>
          </a:ln>
        </p:spPr>
        <p:txBody>
          <a:bodyPr anchor="t"/>
          <a:lstStyle/>
          <a:p>
            <a:pPr indent="266700">
              <a:lnSpc>
                <a:spcPct val="150000"/>
              </a:lnSpc>
              <a:buSzPct val="85000"/>
              <a:buFont typeface="Wingdings" panose="05000000000000000000" pitchFamily="2" charset="2"/>
              <a:buChar char="l"/>
            </a:pPr>
            <a:r>
              <a:rPr lang="zh-CN" altLang="en-US" dirty="0">
                <a:latin typeface="Times New Roman" panose="02020603050405020304" pitchFamily="18" charset="0"/>
                <a:ea typeface="楷体_GB2312" pitchFamily="49" charset="-122"/>
              </a:rPr>
              <a:t>将转换元件输出的电量变成便于显示、记录、控制和处理的有用信号的电路。</a:t>
            </a:r>
          </a:p>
        </p:txBody>
      </p:sp>
    </p:spTree>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灯片编号占位符 3"/>
          <p:cNvSpPr>
            <a:spLocks noGrp="1"/>
          </p:cNvSpPr>
          <p:nvPr>
            <p:ph type="sldNum" sz="quarter" idx="12"/>
          </p:nvPr>
        </p:nvSpPr>
        <p:spPr>
          <a:noFill/>
          <a:ln>
            <a:noFill/>
          </a:ln>
        </p:spPr>
        <p:txBody>
          <a:bodyPr wrap="square" lIns="91440" tIns="45720" rIns="91440" bIns="45720" anchor="ctr"/>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r">
              <a:lnSpc>
                <a:spcPct val="150000"/>
              </a:lnSpc>
              <a:spcBef>
                <a:spcPct val="20000"/>
              </a:spcBef>
              <a:buSzPct val="85000"/>
              <a:buFontTx/>
              <a:buChar char="•"/>
            </a:pPr>
            <a:fld id="{9A0DB2DC-4C9A-4742-B13C-FB6460FD3503}" type="slidenum">
              <a:rPr lang="en-US" altLang="zh-CN" sz="1200" dirty="0">
                <a:solidFill>
                  <a:srgbClr val="898989"/>
                </a:solidFill>
              </a:rPr>
              <a:t>22</a:t>
            </a:fld>
            <a:endParaRPr lang="en-US" altLang="zh-CN" sz="1200" dirty="0">
              <a:solidFill>
                <a:srgbClr val="898989"/>
              </a:solidFill>
            </a:endParaRPr>
          </a:p>
        </p:txBody>
      </p:sp>
      <p:sp>
        <p:nvSpPr>
          <p:cNvPr id="33794" name="Rectangle 3"/>
          <p:cNvSpPr/>
          <p:nvPr/>
        </p:nvSpPr>
        <p:spPr>
          <a:xfrm>
            <a:off x="684213" y="1341438"/>
            <a:ext cx="4860925" cy="903605"/>
          </a:xfrm>
          <a:prstGeom prst="rect">
            <a:avLst/>
          </a:prstGeom>
          <a:noFill/>
          <a:ln w="9525">
            <a:noFill/>
          </a:ln>
        </p:spPr>
        <p:txBody>
          <a:bodyPr anchor="t">
            <a:spAutoFit/>
          </a:bodyPr>
          <a:lstStyle/>
          <a:p>
            <a:pPr algn="l" fontAlgn="base">
              <a:spcBef>
                <a:spcPct val="20000"/>
              </a:spcBef>
              <a:buClr>
                <a:srgbClr val="FF0000"/>
              </a:buClr>
              <a:buSzTx/>
              <a:buFont typeface="Wingdings" panose="05000000000000000000" pitchFamily="2" charset="2"/>
              <a:buChar char="Ø"/>
            </a:pPr>
            <a:r>
              <a:rPr lang="zh-CN" altLang="en-US" strike="noStrike" noProof="1">
                <a:latin typeface="黑体" panose="02010609060101010101" pitchFamily="2" charset="-122"/>
                <a:ea typeface="黑体" panose="02010609060101010101" pitchFamily="2" charset="-122"/>
                <a:cs typeface="黑体" panose="02010609060101010101" pitchFamily="2" charset="-122"/>
              </a:rPr>
              <a:t>按被测量分类</a:t>
            </a:r>
          </a:p>
          <a:p>
            <a:pPr marL="457200" indent="-457200" fontAlgn="base">
              <a:spcBef>
                <a:spcPct val="20000"/>
              </a:spcBef>
            </a:pPr>
            <a:r>
              <a:rPr lang="zh-CN" altLang="en-US" strike="noStrike" noProof="1">
                <a:latin typeface="黑体" panose="02010609060101010101" pitchFamily="2" charset="-122"/>
                <a:ea typeface="黑体" panose="02010609060101010101" pitchFamily="2" charset="-122"/>
                <a:cs typeface="黑体" panose="02010609060101010101" pitchFamily="2" charset="-122"/>
              </a:rPr>
              <a:t>  </a:t>
            </a:r>
            <a:r>
              <a:rPr lang="zh-CN" altLang="en-US" sz="1800" strike="noStrike" noProof="1">
                <a:latin typeface="黑体" panose="02010609060101010101" pitchFamily="2" charset="-122"/>
                <a:ea typeface="黑体" panose="02010609060101010101" pitchFamily="2" charset="-122"/>
                <a:cs typeface="黑体" panose="02010609060101010101" pitchFamily="2" charset="-122"/>
              </a:rPr>
              <a:t>温度、压力、流量、位移等</a:t>
            </a:r>
          </a:p>
        </p:txBody>
      </p:sp>
      <p:sp>
        <p:nvSpPr>
          <p:cNvPr id="36867" name="Rectangle 6"/>
          <p:cNvSpPr/>
          <p:nvPr/>
        </p:nvSpPr>
        <p:spPr>
          <a:xfrm>
            <a:off x="215900" y="225425"/>
            <a:ext cx="4428108" cy="719138"/>
          </a:xfrm>
          <a:prstGeom prst="rect">
            <a:avLst/>
          </a:prstGeom>
          <a:noFill/>
          <a:ln w="9525">
            <a:noFill/>
          </a:ln>
        </p:spPr>
        <p:txBody>
          <a:bodyPr anchor="t"/>
          <a:lstStyle/>
          <a:p>
            <a:pPr indent="266700">
              <a:lnSpc>
                <a:spcPct val="150000"/>
              </a:lnSpc>
              <a:spcBef>
                <a:spcPct val="20000"/>
              </a:spcBef>
              <a:buSzPct val="85000"/>
            </a:pPr>
            <a:r>
              <a:rPr lang="en-US" altLang="zh-CN" sz="2800" b="1" dirty="0">
                <a:latin typeface="黑体" panose="02010609060101010101" pitchFamily="2" charset="-122"/>
                <a:ea typeface="黑体" panose="02010609060101010101" pitchFamily="2" charset="-122"/>
              </a:rPr>
              <a:t>3.3 </a:t>
            </a:r>
            <a:r>
              <a:rPr lang="zh-CN" altLang="en-US" sz="2800" b="1" dirty="0">
                <a:latin typeface="黑体" panose="02010609060101010101" pitchFamily="2" charset="-122"/>
                <a:ea typeface="黑体" panose="02010609060101010101" pitchFamily="2" charset="-122"/>
              </a:rPr>
              <a:t>传感器的分类方法</a:t>
            </a:r>
            <a:r>
              <a:rPr lang="zh-CN" altLang="en-US" dirty="0">
                <a:latin typeface="Times New Roman" panose="02020603050405020304" pitchFamily="18" charset="0"/>
                <a:ea typeface="楷体_GB2312" pitchFamily="49" charset="-122"/>
              </a:rPr>
              <a:t>		</a:t>
            </a:r>
          </a:p>
        </p:txBody>
      </p:sp>
      <p:sp>
        <p:nvSpPr>
          <p:cNvPr id="36868" name="Rectangle 7"/>
          <p:cNvSpPr/>
          <p:nvPr/>
        </p:nvSpPr>
        <p:spPr>
          <a:xfrm>
            <a:off x="684213" y="2492375"/>
            <a:ext cx="5059680" cy="903605"/>
          </a:xfrm>
          <a:prstGeom prst="rect">
            <a:avLst/>
          </a:prstGeom>
          <a:noFill/>
          <a:ln w="9525">
            <a:noFill/>
          </a:ln>
        </p:spPr>
        <p:txBody>
          <a:bodyPr wrap="none" anchor="t">
            <a:spAutoFit/>
          </a:bodyPr>
          <a:lstStyle/>
          <a:p>
            <a:pPr>
              <a:spcBef>
                <a:spcPct val="20000"/>
              </a:spcBef>
              <a:buClr>
                <a:srgbClr val="FF0000"/>
              </a:buClr>
              <a:buFont typeface="Wingdings" panose="05000000000000000000" pitchFamily="2" charset="2"/>
              <a:buChar char="Ø"/>
            </a:pPr>
            <a:r>
              <a:rPr lang="zh-CN" altLang="en-US" dirty="0">
                <a:latin typeface="黑体" panose="02010609060101010101" pitchFamily="2" charset="-122"/>
                <a:ea typeface="黑体" panose="02010609060101010101" pitchFamily="2" charset="-122"/>
              </a:rPr>
              <a:t>按</a:t>
            </a:r>
            <a:r>
              <a:rPr lang="zh-CN" altLang="en-US" b="1" dirty="0">
                <a:latin typeface="黑体" panose="02010609060101010101" pitchFamily="2" charset="-122"/>
                <a:ea typeface="黑体" panose="02010609060101010101" pitchFamily="2" charset="-122"/>
              </a:rPr>
              <a:t>测量原理</a:t>
            </a:r>
            <a:r>
              <a:rPr lang="zh-CN" altLang="en-US" dirty="0">
                <a:latin typeface="黑体" panose="02010609060101010101" pitchFamily="2" charset="-122"/>
                <a:ea typeface="黑体" panose="02010609060101010101" pitchFamily="2" charset="-122"/>
              </a:rPr>
              <a:t>分类</a:t>
            </a:r>
          </a:p>
          <a:p>
            <a:pPr>
              <a:spcBef>
                <a:spcPct val="20000"/>
              </a:spcBef>
            </a:pPr>
            <a:r>
              <a:rPr lang="zh-CN" altLang="en-US" dirty="0">
                <a:latin typeface="黑体" panose="02010609060101010101" pitchFamily="2" charset="-122"/>
                <a:ea typeface="黑体" panose="02010609060101010101" pitchFamily="2" charset="-122"/>
              </a:rPr>
              <a:t>  </a:t>
            </a:r>
            <a:r>
              <a:rPr lang="zh-CN" altLang="en-US" sz="1800" dirty="0">
                <a:latin typeface="黑体" panose="02010609060101010101" pitchFamily="2" charset="-122"/>
                <a:ea typeface="黑体" panose="02010609060101010101" pitchFamily="2" charset="-122"/>
              </a:rPr>
              <a:t>应变式、电容式、电感式、压电式、光电式等</a:t>
            </a:r>
          </a:p>
        </p:txBody>
      </p:sp>
      <p:sp>
        <p:nvSpPr>
          <p:cNvPr id="36869" name="Rectangle 8"/>
          <p:cNvSpPr/>
          <p:nvPr/>
        </p:nvSpPr>
        <p:spPr>
          <a:xfrm>
            <a:off x="684213" y="3716338"/>
            <a:ext cx="3785235" cy="792480"/>
          </a:xfrm>
          <a:prstGeom prst="rect">
            <a:avLst/>
          </a:prstGeom>
          <a:noFill/>
          <a:ln w="9525">
            <a:noFill/>
          </a:ln>
        </p:spPr>
        <p:txBody>
          <a:bodyPr wrap="none" anchor="t">
            <a:spAutoFit/>
          </a:bodyPr>
          <a:lstStyle/>
          <a:p>
            <a:pPr>
              <a:spcBef>
                <a:spcPct val="20000"/>
              </a:spcBef>
              <a:buClr>
                <a:srgbClr val="FF0000"/>
              </a:buClr>
              <a:buFont typeface="Wingdings" panose="05000000000000000000" pitchFamily="2" charset="2"/>
              <a:buChar char="Ø"/>
            </a:pPr>
            <a:r>
              <a:rPr lang="zh-CN" altLang="en-US" dirty="0">
                <a:latin typeface="黑体" panose="02010609060101010101" pitchFamily="2" charset="-122"/>
                <a:ea typeface="黑体" panose="02010609060101010101" pitchFamily="2" charset="-122"/>
              </a:rPr>
              <a:t>按信息</a:t>
            </a:r>
            <a:r>
              <a:rPr lang="zh-CN" altLang="en-US" b="1" dirty="0">
                <a:latin typeface="黑体" panose="02010609060101010101" pitchFamily="2" charset="-122"/>
                <a:ea typeface="黑体" panose="02010609060101010101" pitchFamily="2" charset="-122"/>
              </a:rPr>
              <a:t>能量变换方式</a:t>
            </a:r>
            <a:r>
              <a:rPr lang="zh-CN" altLang="en-US" dirty="0">
                <a:latin typeface="黑体" panose="02010609060101010101" pitchFamily="2" charset="-122"/>
                <a:ea typeface="黑体" panose="02010609060101010101" pitchFamily="2" charset="-122"/>
              </a:rPr>
              <a:t>分类</a:t>
            </a:r>
          </a:p>
          <a:p>
            <a:pPr>
              <a:spcBef>
                <a:spcPct val="20000"/>
              </a:spcBef>
            </a:pPr>
            <a:r>
              <a:rPr lang="zh-CN" altLang="en-US" sz="1800" dirty="0">
                <a:latin typeface="黑体" panose="02010609060101010101" pitchFamily="2" charset="-122"/>
                <a:ea typeface="黑体" panose="02010609060101010101" pitchFamily="2" charset="-122"/>
              </a:rPr>
              <a:t>   能量转换型、能量控制型</a:t>
            </a:r>
          </a:p>
        </p:txBody>
      </p:sp>
      <p:sp>
        <p:nvSpPr>
          <p:cNvPr id="36870" name="Rectangle 9"/>
          <p:cNvSpPr/>
          <p:nvPr/>
        </p:nvSpPr>
        <p:spPr>
          <a:xfrm>
            <a:off x="684213" y="4936332"/>
            <a:ext cx="2560637" cy="792162"/>
          </a:xfrm>
          <a:prstGeom prst="rect">
            <a:avLst/>
          </a:prstGeom>
          <a:noFill/>
          <a:ln w="9525">
            <a:noFill/>
          </a:ln>
        </p:spPr>
        <p:txBody>
          <a:bodyPr wrap="none" anchor="t">
            <a:spAutoFit/>
          </a:bodyPr>
          <a:lstStyle/>
          <a:p>
            <a:pPr>
              <a:spcBef>
                <a:spcPct val="20000"/>
              </a:spcBef>
              <a:buClr>
                <a:srgbClr val="FF0000"/>
              </a:buClr>
              <a:buFont typeface="Wingdings" panose="05000000000000000000" pitchFamily="2" charset="2"/>
              <a:buChar char="Ø"/>
            </a:pPr>
            <a:r>
              <a:rPr lang="zh-CN" altLang="en-US" dirty="0">
                <a:latin typeface="黑体" panose="02010609060101010101" pitchFamily="2" charset="-122"/>
                <a:ea typeface="黑体" panose="02010609060101010101" pitchFamily="2" charset="-122"/>
              </a:rPr>
              <a:t>按传感器的</a:t>
            </a:r>
            <a:r>
              <a:rPr lang="zh-CN" altLang="en-US" b="1" dirty="0">
                <a:latin typeface="黑体" panose="02010609060101010101" pitchFamily="2" charset="-122"/>
                <a:ea typeface="黑体" panose="02010609060101010101" pitchFamily="2" charset="-122"/>
              </a:rPr>
              <a:t>构成</a:t>
            </a:r>
          </a:p>
          <a:p>
            <a:pPr>
              <a:spcBef>
                <a:spcPct val="20000"/>
              </a:spcBef>
            </a:pPr>
            <a:r>
              <a:rPr lang="zh-CN" altLang="en-US" sz="1800" dirty="0">
                <a:latin typeface="黑体" panose="02010609060101010101" pitchFamily="2" charset="-122"/>
                <a:ea typeface="黑体" panose="02010609060101010101" pitchFamily="2" charset="-122"/>
              </a:rPr>
              <a:t>   物性型、结构型</a:t>
            </a:r>
          </a:p>
        </p:txBody>
      </p:sp>
      <p:pic>
        <p:nvPicPr>
          <p:cNvPr id="36871" name="Picture 10"/>
          <p:cNvPicPr>
            <a:picLocks noChangeAspect="1"/>
          </p:cNvPicPr>
          <p:nvPr/>
        </p:nvPicPr>
        <p:blipFill>
          <a:blip r:embed="rId3"/>
          <a:stretch>
            <a:fillRect/>
          </a:stretch>
        </p:blipFill>
        <p:spPr>
          <a:xfrm>
            <a:off x="6408738" y="1125538"/>
            <a:ext cx="1244600" cy="2479675"/>
          </a:xfrm>
          <a:prstGeom prst="rect">
            <a:avLst/>
          </a:prstGeom>
          <a:noFill/>
          <a:ln w="9525">
            <a:noFill/>
          </a:ln>
        </p:spPr>
      </p:pic>
      <p:graphicFrame>
        <p:nvGraphicFramePr>
          <p:cNvPr id="36872" name="Object 11"/>
          <p:cNvGraphicFramePr>
            <a:graphicFrameLocks noChangeAspect="1"/>
          </p:cNvGraphicFramePr>
          <p:nvPr/>
        </p:nvGraphicFramePr>
        <p:xfrm>
          <a:off x="4859338" y="3789363"/>
          <a:ext cx="3790950" cy="2459037"/>
        </p:xfrm>
        <a:graphic>
          <a:graphicData uri="http://schemas.openxmlformats.org/presentationml/2006/ole">
            <mc:AlternateContent xmlns:mc="http://schemas.openxmlformats.org/markup-compatibility/2006">
              <mc:Choice xmlns:v="urn:schemas-microsoft-com:vml" Requires="v">
                <p:oleObj spid="_x0000_s3111" r:id="rId4" imgW="3457575" imgH="2400300" progId="Paint.Picture">
                  <p:embed/>
                </p:oleObj>
              </mc:Choice>
              <mc:Fallback>
                <p:oleObj r:id="rId4" imgW="3457575" imgH="2400300" progId="Paint.Picture">
                  <p:embed/>
                  <p:pic>
                    <p:nvPicPr>
                      <p:cNvPr id="0" name="图片 3078"/>
                      <p:cNvPicPr/>
                      <p:nvPr/>
                    </p:nvPicPr>
                    <p:blipFill>
                      <a:blip r:embed="rId5"/>
                      <a:stretch>
                        <a:fillRect/>
                      </a:stretch>
                    </p:blipFill>
                    <p:spPr>
                      <a:xfrm>
                        <a:off x="4859338" y="3789363"/>
                        <a:ext cx="3790950" cy="2459037"/>
                      </a:xfrm>
                      <a:prstGeom prst="rect">
                        <a:avLst/>
                      </a:prstGeom>
                      <a:noFill/>
                      <a:ln w="38100">
                        <a:noFill/>
                        <a:miter/>
                      </a:ln>
                    </p:spPr>
                  </p:pic>
                </p:oleObj>
              </mc:Fallback>
            </mc:AlternateContent>
          </a:graphicData>
        </a:graphic>
      </p:graphicFrame>
      <p:sp>
        <p:nvSpPr>
          <p:cNvPr id="12" name="矩形 11"/>
          <p:cNvSpPr/>
          <p:nvPr/>
        </p:nvSpPr>
        <p:spPr>
          <a:xfrm>
            <a:off x="142875" y="1000125"/>
            <a:ext cx="8286750" cy="46038"/>
          </a:xfrm>
          <a:prstGeom prst="rect">
            <a:avLst/>
          </a:prstGeom>
          <a:gradFill flip="none" rotWithShape="1">
            <a:gsLst>
              <a:gs pos="0">
                <a:srgbClr val="5E9EFF"/>
              </a:gs>
              <a:gs pos="39999">
                <a:srgbClr val="85C2FF"/>
              </a:gs>
              <a:gs pos="70000">
                <a:srgbClr val="C4D6EB"/>
              </a:gs>
              <a:gs pos="100000">
                <a:srgbClr val="FFEBFA"/>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50000"/>
              </a:lnSpc>
              <a:spcBef>
                <a:spcPts val="0"/>
              </a:spcBef>
              <a:spcAft>
                <a:spcPts val="0"/>
              </a:spcAft>
              <a:buClrTx/>
              <a:buSzPct val="85000"/>
              <a:buFontTx/>
              <a:buChar char="•"/>
              <a:defRPr/>
            </a:pPr>
            <a:endParaRPr kumimoji="1" lang="zh-CN" altLang="en-US" sz="2400" b="0" i="0" u="none" strike="noStrike" kern="1200" cap="none" spc="0" normalizeH="0" baseline="0" noProof="0" dirty="0">
              <a:ln>
                <a:noFill/>
              </a:ln>
              <a:solidFill>
                <a:schemeClr val="lt1"/>
              </a:solidFill>
              <a:effectLst/>
              <a:uLnTx/>
              <a:uFillTx/>
              <a:latin typeface="+mn-lt"/>
              <a:ea typeface="+mn-ea"/>
              <a:cs typeface="+mn-cs"/>
            </a:endParaRPr>
          </a:p>
        </p:txBody>
      </p:sp>
      <p:sp>
        <p:nvSpPr>
          <p:cNvPr id="13" name="页脚占位符 6"/>
          <p:cNvSpPr txBox="1">
            <a:spLocks noGrp="1"/>
          </p:cNvSpPr>
          <p:nvPr>
            <p:ph type="ftr" sz="quarter" idx="11"/>
          </p:nvPr>
        </p:nvSpPr>
        <p:spPr>
          <a:xfrm>
            <a:off x="2843213" y="6411913"/>
            <a:ext cx="2895600" cy="365125"/>
          </a:xfrm>
          <a:noFill/>
        </p:spPr>
        <p:txBody>
          <a:bodyPr vert="horz" lIns="91440" tIns="45720" rIns="91440" bIns="45720" rtlCol="0" anchor="ctr"/>
          <a:lstStyle/>
          <a:p>
            <a:pPr marL="0" marR="0" lvl="0" indent="0" algn="ctr" defTabSz="914400" rtl="0" eaLnBrk="1" fontAlgn="base" latinLnBrk="0" hangingPunct="1">
              <a:lnSpc>
                <a:spcPct val="150000"/>
              </a:lnSpc>
              <a:spcBef>
                <a:spcPct val="20000"/>
              </a:spcBef>
              <a:spcAft>
                <a:spcPct val="0"/>
              </a:spcAft>
              <a:buClrTx/>
              <a:buSzPct val="85000"/>
              <a:buFontTx/>
              <a:buChar char="•"/>
              <a:defRPr/>
            </a:pPr>
            <a:r>
              <a:rPr kumimoji="1" lang="zh-CN" altLang="en-US" sz="1200" b="0" i="0" u="none" strike="noStrike" kern="1200" cap="none" spc="0" normalizeH="0" baseline="0" noProof="0" dirty="0">
                <a:ln>
                  <a:noFill/>
                </a:ln>
                <a:solidFill>
                  <a:schemeClr val="tx1">
                    <a:tint val="75000"/>
                  </a:schemeClr>
                </a:solidFill>
                <a:effectLst/>
                <a:uLnTx/>
                <a:uFillTx/>
                <a:latin typeface="Times New Roman" panose="02020603050405020304" pitchFamily="18" charset="0"/>
                <a:ea typeface="楷体_GB2312" pitchFamily="49" charset="-122"/>
                <a:cs typeface="+mn-cs"/>
              </a:rPr>
              <a:t>测量科学与仪器系</a:t>
            </a:r>
            <a:endParaRPr kumimoji="1" lang="en-US" altLang="zh-CN" sz="1200" b="0" i="0" u="none" strike="noStrike" kern="1200" cap="none" spc="0" normalizeH="0" baseline="0" noProof="0" dirty="0">
              <a:ln>
                <a:noFill/>
              </a:ln>
              <a:solidFill>
                <a:schemeClr val="tx1">
                  <a:tint val="75000"/>
                </a:schemeClr>
              </a:solidFill>
              <a:effectLst/>
              <a:uLnTx/>
              <a:uFillTx/>
              <a:latin typeface="Times New Roman" panose="02020603050405020304" pitchFamily="18" charset="0"/>
              <a:ea typeface="楷体_GB2312" pitchFamily="49" charset="-122"/>
              <a:cs typeface="+mn-cs"/>
            </a:endParaRPr>
          </a:p>
        </p:txBody>
      </p:sp>
      <p:sp>
        <p:nvSpPr>
          <p:cNvPr id="2" name="矩形 1">
            <a:extLst>
              <a:ext uri="{FF2B5EF4-FFF2-40B4-BE49-F238E27FC236}">
                <a16:creationId xmlns:a16="http://schemas.microsoft.com/office/drawing/2014/main" id="{FBB2C677-6273-4359-93B7-5B34EAF8CE22}"/>
              </a:ext>
            </a:extLst>
          </p:cNvPr>
          <p:cNvSpPr/>
          <p:nvPr/>
        </p:nvSpPr>
        <p:spPr>
          <a:xfrm>
            <a:off x="7219037" y="2153821"/>
            <a:ext cx="1210588" cy="338554"/>
          </a:xfrm>
          <a:prstGeom prst="rect">
            <a:avLst/>
          </a:prstGeom>
        </p:spPr>
        <p:txBody>
          <a:bodyPr wrap="none">
            <a:spAutoFit/>
          </a:bodyPr>
          <a:lstStyle/>
          <a:p>
            <a:r>
              <a:rPr lang="zh-CN" altLang="en-US" sz="1600" dirty="0">
                <a:solidFill>
                  <a:schemeClr val="accent6">
                    <a:lumMod val="75000"/>
                  </a:schemeClr>
                </a:solidFill>
              </a:rPr>
              <a:t>玻璃温度计</a:t>
            </a:r>
          </a:p>
        </p:txBody>
      </p:sp>
      <p:sp>
        <p:nvSpPr>
          <p:cNvPr id="14" name="矩形 13">
            <a:extLst>
              <a:ext uri="{FF2B5EF4-FFF2-40B4-BE49-F238E27FC236}">
                <a16:creationId xmlns:a16="http://schemas.microsoft.com/office/drawing/2014/main" id="{DF21294F-7D1F-4147-94FE-F3F9B78EC136}"/>
              </a:ext>
            </a:extLst>
          </p:cNvPr>
          <p:cNvSpPr/>
          <p:nvPr/>
        </p:nvSpPr>
        <p:spPr>
          <a:xfrm>
            <a:off x="6149519" y="6134845"/>
            <a:ext cx="1415772" cy="338554"/>
          </a:xfrm>
          <a:prstGeom prst="rect">
            <a:avLst/>
          </a:prstGeom>
        </p:spPr>
        <p:txBody>
          <a:bodyPr wrap="none">
            <a:spAutoFit/>
          </a:bodyPr>
          <a:lstStyle/>
          <a:p>
            <a:r>
              <a:rPr lang="zh-CN" altLang="en-US" sz="1600" dirty="0">
                <a:solidFill>
                  <a:schemeClr val="accent6">
                    <a:lumMod val="75000"/>
                  </a:schemeClr>
                </a:solidFill>
              </a:rPr>
              <a:t>电容式麦克风</a:t>
            </a:r>
          </a:p>
        </p:txBody>
      </p:sp>
    </p:spTree>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7889" name="Object 20"/>
          <p:cNvGraphicFramePr>
            <a:graphicFrameLocks noGrp="1" noChangeAspect="1"/>
          </p:cNvGraphicFramePr>
          <p:nvPr>
            <p:ph/>
          </p:nvPr>
        </p:nvGraphicFramePr>
        <p:xfrm>
          <a:off x="1403985" y="4004945"/>
          <a:ext cx="4438015" cy="584835"/>
        </p:xfrm>
        <a:graphic>
          <a:graphicData uri="http://schemas.openxmlformats.org/presentationml/2006/ole">
            <mc:AlternateContent xmlns:mc="http://schemas.openxmlformats.org/markup-compatibility/2006">
              <mc:Choice xmlns:v="urn:schemas-microsoft-com:vml" Requires="v">
                <p:oleObj spid="_x0000_s4136" r:id="rId3" imgW="1828800" imgH="241300" progId="Equation.3">
                  <p:embed/>
                </p:oleObj>
              </mc:Choice>
              <mc:Fallback>
                <p:oleObj r:id="rId3" imgW="1828800" imgH="241300" progId="Equation.3">
                  <p:embed/>
                  <p:pic>
                    <p:nvPicPr>
                      <p:cNvPr id="0" name="图片 3077"/>
                      <p:cNvPicPr/>
                      <p:nvPr/>
                    </p:nvPicPr>
                    <p:blipFill>
                      <a:blip r:embed="rId4"/>
                      <a:stretch>
                        <a:fillRect/>
                      </a:stretch>
                    </p:blipFill>
                    <p:spPr>
                      <a:xfrm>
                        <a:off x="1403985" y="4004945"/>
                        <a:ext cx="4438015" cy="584835"/>
                      </a:xfrm>
                      <a:prstGeom prst="rect">
                        <a:avLst/>
                      </a:prstGeom>
                      <a:noFill/>
                      <a:ln w="38100">
                        <a:miter/>
                      </a:ln>
                    </p:spPr>
                  </p:pic>
                </p:oleObj>
              </mc:Fallback>
            </mc:AlternateContent>
          </a:graphicData>
        </a:graphic>
      </p:graphicFrame>
      <p:sp>
        <p:nvSpPr>
          <p:cNvPr id="37890" name="灯片编号占位符 4"/>
          <p:cNvSpPr>
            <a:spLocks noGrp="1"/>
          </p:cNvSpPr>
          <p:nvPr>
            <p:ph type="sldNum" sz="quarter" idx="12"/>
          </p:nvPr>
        </p:nvSpPr>
        <p:spPr>
          <a:noFill/>
          <a:ln>
            <a:noFill/>
          </a:ln>
        </p:spPr>
        <p:txBody>
          <a:bodyPr wrap="square" lIns="91440" tIns="45720" rIns="91440" bIns="45720" anchor="ctr"/>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r">
              <a:lnSpc>
                <a:spcPct val="150000"/>
              </a:lnSpc>
              <a:spcBef>
                <a:spcPct val="20000"/>
              </a:spcBef>
              <a:buSzPct val="85000"/>
              <a:buFontTx/>
              <a:buChar char="•"/>
            </a:pPr>
            <a:fld id="{9A0DB2DC-4C9A-4742-B13C-FB6460FD3503}" type="slidenum">
              <a:rPr lang="en-US" altLang="zh-CN" sz="1200" dirty="0">
                <a:solidFill>
                  <a:srgbClr val="898989"/>
                </a:solidFill>
              </a:rPr>
              <a:t>23</a:t>
            </a:fld>
            <a:endParaRPr lang="en-US" altLang="zh-CN" sz="1200" dirty="0">
              <a:solidFill>
                <a:srgbClr val="898989"/>
              </a:solidFill>
            </a:endParaRPr>
          </a:p>
        </p:txBody>
      </p:sp>
      <p:sp>
        <p:nvSpPr>
          <p:cNvPr id="37891" name="Rectangle 2"/>
          <p:cNvSpPr/>
          <p:nvPr/>
        </p:nvSpPr>
        <p:spPr>
          <a:xfrm>
            <a:off x="423863" y="3268663"/>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37892" name="Rectangle 3"/>
          <p:cNvSpPr/>
          <p:nvPr/>
        </p:nvSpPr>
        <p:spPr>
          <a:xfrm>
            <a:off x="423863" y="3254375"/>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37893" name="Rectangle 4"/>
          <p:cNvSpPr/>
          <p:nvPr/>
        </p:nvSpPr>
        <p:spPr>
          <a:xfrm>
            <a:off x="423863" y="3192463"/>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37894" name="Rectangle 5"/>
          <p:cNvSpPr/>
          <p:nvPr/>
        </p:nvSpPr>
        <p:spPr>
          <a:xfrm>
            <a:off x="423863" y="3254375"/>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37895" name="Rectangle 6"/>
          <p:cNvSpPr/>
          <p:nvPr/>
        </p:nvSpPr>
        <p:spPr>
          <a:xfrm>
            <a:off x="423863" y="2782888"/>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37896" name="Rectangle 7"/>
          <p:cNvSpPr/>
          <p:nvPr/>
        </p:nvSpPr>
        <p:spPr>
          <a:xfrm>
            <a:off x="423863" y="3254375"/>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37897" name="Rectangle 8"/>
          <p:cNvSpPr/>
          <p:nvPr/>
        </p:nvSpPr>
        <p:spPr>
          <a:xfrm>
            <a:off x="423863" y="3240088"/>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37898" name="Rectangle 9"/>
          <p:cNvSpPr/>
          <p:nvPr/>
        </p:nvSpPr>
        <p:spPr>
          <a:xfrm>
            <a:off x="423863" y="2720975"/>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37899" name="Rectangle 10"/>
          <p:cNvSpPr/>
          <p:nvPr/>
        </p:nvSpPr>
        <p:spPr>
          <a:xfrm>
            <a:off x="423863" y="53975"/>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37900" name="Rectangle 11"/>
          <p:cNvSpPr/>
          <p:nvPr/>
        </p:nvSpPr>
        <p:spPr>
          <a:xfrm>
            <a:off x="423863" y="2811463"/>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37901" name="Rectangle 12"/>
          <p:cNvSpPr/>
          <p:nvPr/>
        </p:nvSpPr>
        <p:spPr>
          <a:xfrm>
            <a:off x="423863" y="53975"/>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37902" name="Rectangle 13"/>
          <p:cNvSpPr/>
          <p:nvPr/>
        </p:nvSpPr>
        <p:spPr>
          <a:xfrm>
            <a:off x="431800" y="146050"/>
            <a:ext cx="4032250" cy="708025"/>
          </a:xfrm>
          <a:prstGeom prst="rect">
            <a:avLst/>
          </a:prstGeom>
          <a:noFill/>
          <a:ln w="9525">
            <a:noFill/>
          </a:ln>
        </p:spPr>
        <p:txBody>
          <a:bodyPr anchor="ctr">
            <a:spAutoFit/>
          </a:bodyPr>
          <a:lstStyle/>
          <a:p>
            <a:pPr>
              <a:lnSpc>
                <a:spcPct val="125000"/>
              </a:lnSpc>
              <a:spcBef>
                <a:spcPct val="50000"/>
              </a:spcBef>
              <a:buSzPct val="85000"/>
            </a:pPr>
            <a:r>
              <a:rPr lang="en-US" altLang="zh-CN" sz="3200" dirty="0">
                <a:solidFill>
                  <a:srgbClr val="C00000"/>
                </a:solidFill>
                <a:latin typeface="黑体" panose="02010609060101010101" pitchFamily="2" charset="-122"/>
                <a:ea typeface="黑体" panose="02010609060101010101" pitchFamily="2" charset="-122"/>
              </a:rPr>
              <a:t>4 </a:t>
            </a:r>
            <a:r>
              <a:rPr lang="zh-CN" altLang="en-US" sz="3200" dirty="0">
                <a:solidFill>
                  <a:srgbClr val="C00000"/>
                </a:solidFill>
                <a:latin typeface="黑体" panose="02010609060101010101" pitchFamily="2" charset="-122"/>
                <a:ea typeface="黑体" panose="02010609060101010101" pitchFamily="2" charset="-122"/>
              </a:rPr>
              <a:t>传感器的基本特性</a:t>
            </a:r>
            <a:endParaRPr lang="zh-CN" altLang="en-US" dirty="0">
              <a:solidFill>
                <a:srgbClr val="C00000"/>
              </a:solidFill>
              <a:latin typeface="黑体" panose="02010609060101010101" pitchFamily="2" charset="-122"/>
              <a:ea typeface="黑体" panose="02010609060101010101" pitchFamily="2" charset="-122"/>
            </a:endParaRPr>
          </a:p>
        </p:txBody>
      </p:sp>
      <p:sp>
        <p:nvSpPr>
          <p:cNvPr id="37903" name="Rectangle 14"/>
          <p:cNvSpPr/>
          <p:nvPr/>
        </p:nvSpPr>
        <p:spPr>
          <a:xfrm>
            <a:off x="539750" y="1736725"/>
            <a:ext cx="8208963" cy="3421063"/>
          </a:xfrm>
          <a:prstGeom prst="rect">
            <a:avLst/>
          </a:prstGeom>
          <a:noFill/>
          <a:ln w="9525">
            <a:noFill/>
          </a:ln>
        </p:spPr>
        <p:txBody>
          <a:bodyPr anchor="t"/>
          <a:lstStyle/>
          <a:p>
            <a:pPr indent="720725">
              <a:lnSpc>
                <a:spcPct val="150000"/>
              </a:lnSpc>
              <a:buSzPct val="85000"/>
              <a:buFontTx/>
              <a:buBlip>
                <a:blip r:embed="rId5"/>
              </a:buBlip>
            </a:pPr>
            <a:endParaRPr lang="en-US" altLang="zh-CN" dirty="0">
              <a:latin typeface="Times New Roman" panose="02020603050405020304" pitchFamily="18" charset="0"/>
              <a:ea typeface="楷体_GB2312" pitchFamily="49" charset="-122"/>
            </a:endParaRPr>
          </a:p>
          <a:p>
            <a:pPr indent="720725">
              <a:lnSpc>
                <a:spcPct val="150000"/>
              </a:lnSpc>
              <a:buSzPct val="85000"/>
            </a:pPr>
            <a:r>
              <a:rPr lang="en-US" altLang="zh-CN" b="1" dirty="0">
                <a:latin typeface="Arial" panose="020B0604020202020204" pitchFamily="34" charset="0"/>
                <a:ea typeface="宋体" panose="02010600030101010101" pitchFamily="2" charset="-122"/>
              </a:rPr>
              <a:t>				</a:t>
            </a:r>
          </a:p>
        </p:txBody>
      </p:sp>
      <p:sp>
        <p:nvSpPr>
          <p:cNvPr id="37904" name="Rectangle 15"/>
          <p:cNvSpPr/>
          <p:nvPr/>
        </p:nvSpPr>
        <p:spPr>
          <a:xfrm>
            <a:off x="539750" y="2060575"/>
            <a:ext cx="8208963" cy="1871663"/>
          </a:xfrm>
          <a:prstGeom prst="rect">
            <a:avLst/>
          </a:prstGeom>
          <a:noFill/>
          <a:ln w="9525">
            <a:noFill/>
          </a:ln>
        </p:spPr>
        <p:txBody>
          <a:bodyPr anchor="t"/>
          <a:lstStyle/>
          <a:p>
            <a:pPr indent="720725">
              <a:lnSpc>
                <a:spcPct val="150000"/>
              </a:lnSpc>
              <a:spcBef>
                <a:spcPct val="20000"/>
              </a:spcBef>
              <a:buSzPct val="85000"/>
              <a:buFontTx/>
              <a:buBlip>
                <a:blip r:embed="rId5"/>
              </a:buBlip>
            </a:pPr>
            <a:r>
              <a:rPr lang="zh-CN" altLang="en-US" dirty="0">
                <a:latin typeface="黑体" panose="02010609060101010101" pitchFamily="2" charset="-122"/>
                <a:ea typeface="黑体" panose="02010609060101010101" pitchFamily="2" charset="-122"/>
              </a:rPr>
              <a:t>稳态工作条件下的输出</a:t>
            </a:r>
            <a:r>
              <a:rPr lang="en-US" altLang="zh-CN" dirty="0">
                <a:latin typeface="黑体" panose="02010609060101010101" pitchFamily="2" charset="-122"/>
                <a:ea typeface="黑体" panose="02010609060101010101" pitchFamily="2" charset="-122"/>
              </a:rPr>
              <a:t>—</a:t>
            </a:r>
            <a:r>
              <a:rPr lang="zh-CN" altLang="en-US" dirty="0">
                <a:latin typeface="黑体" panose="02010609060101010101" pitchFamily="2" charset="-122"/>
                <a:ea typeface="黑体" panose="02010609060101010101" pitchFamily="2" charset="-122"/>
              </a:rPr>
              <a:t>输入关系。</a:t>
            </a:r>
          </a:p>
          <a:p>
            <a:pPr indent="720725">
              <a:lnSpc>
                <a:spcPct val="150000"/>
              </a:lnSpc>
              <a:spcBef>
                <a:spcPct val="20000"/>
              </a:spcBef>
              <a:buSzPct val="85000"/>
            </a:pPr>
            <a:r>
              <a:rPr lang="zh-CN" altLang="en-US" sz="2000" dirty="0">
                <a:latin typeface="黑体" panose="02010609060101010101" pitchFamily="2" charset="-122"/>
                <a:ea typeface="黑体" panose="02010609060101010101" pitchFamily="2" charset="-122"/>
              </a:rPr>
              <a:t>稳态工作状态是指传感器的</a:t>
            </a:r>
            <a:r>
              <a:rPr lang="zh-CN" altLang="en-US" sz="2000" dirty="0">
                <a:solidFill>
                  <a:srgbClr val="1552D1"/>
                </a:solidFill>
                <a:latin typeface="黑体" panose="02010609060101010101" pitchFamily="2" charset="-122"/>
                <a:ea typeface="黑体" panose="02010609060101010101" pitchFamily="2" charset="-122"/>
              </a:rPr>
              <a:t>输入量恒定或缓慢变化</a:t>
            </a:r>
            <a:r>
              <a:rPr lang="zh-CN" altLang="en-US" sz="2000" dirty="0">
                <a:latin typeface="黑体" panose="02010609060101010101" pitchFamily="2" charset="-122"/>
                <a:ea typeface="黑体" panose="02010609060101010101" pitchFamily="2" charset="-122"/>
              </a:rPr>
              <a:t>而输出量也达到相应的</a:t>
            </a:r>
            <a:r>
              <a:rPr lang="zh-CN" altLang="en-US" sz="2000" dirty="0">
                <a:solidFill>
                  <a:srgbClr val="1552D1"/>
                </a:solidFill>
                <a:latin typeface="黑体" panose="02010609060101010101" pitchFamily="2" charset="-122"/>
                <a:ea typeface="黑体" panose="02010609060101010101" pitchFamily="2" charset="-122"/>
              </a:rPr>
              <a:t>稳定时</a:t>
            </a:r>
            <a:r>
              <a:rPr lang="zh-CN" altLang="en-US" sz="2000" dirty="0">
                <a:latin typeface="黑体" panose="02010609060101010101" pitchFamily="2" charset="-122"/>
                <a:ea typeface="黑体" panose="02010609060101010101" pitchFamily="2" charset="-122"/>
              </a:rPr>
              <a:t>的工作状态。</a:t>
            </a:r>
            <a:r>
              <a:rPr lang="zh-CN" altLang="en-US" dirty="0">
                <a:latin typeface="黑体" panose="02010609060101010101" pitchFamily="2" charset="-122"/>
                <a:ea typeface="黑体" panose="02010609060101010101" pitchFamily="2" charset="-122"/>
              </a:rPr>
              <a:t>	</a:t>
            </a:r>
          </a:p>
        </p:txBody>
      </p:sp>
      <p:sp>
        <p:nvSpPr>
          <p:cNvPr id="21" name="矩形 20"/>
          <p:cNvSpPr/>
          <p:nvPr/>
        </p:nvSpPr>
        <p:spPr>
          <a:xfrm>
            <a:off x="142875" y="1000125"/>
            <a:ext cx="8286750" cy="46038"/>
          </a:xfrm>
          <a:prstGeom prst="rect">
            <a:avLst/>
          </a:prstGeom>
          <a:gradFill flip="none" rotWithShape="1">
            <a:gsLst>
              <a:gs pos="0">
                <a:srgbClr val="5E9EFF"/>
              </a:gs>
              <a:gs pos="39999">
                <a:srgbClr val="85C2FF"/>
              </a:gs>
              <a:gs pos="70000">
                <a:srgbClr val="C4D6EB"/>
              </a:gs>
              <a:gs pos="100000">
                <a:srgbClr val="FFEBFA"/>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50000"/>
              </a:lnSpc>
              <a:spcBef>
                <a:spcPts val="0"/>
              </a:spcBef>
              <a:spcAft>
                <a:spcPts val="0"/>
              </a:spcAft>
              <a:buClrTx/>
              <a:buSzPct val="85000"/>
              <a:buFontTx/>
              <a:buChar char="•"/>
              <a:defRPr/>
            </a:pPr>
            <a:endParaRPr kumimoji="1" lang="zh-CN" altLang="en-US" sz="2400" b="0" i="0" u="none" strike="noStrike" kern="1200" cap="none" spc="0" normalizeH="0" baseline="0" noProof="0">
              <a:ln>
                <a:noFill/>
              </a:ln>
              <a:solidFill>
                <a:schemeClr val="lt1"/>
              </a:solidFill>
              <a:effectLst/>
              <a:uLnTx/>
              <a:uFillTx/>
              <a:latin typeface="+mn-lt"/>
              <a:ea typeface="+mn-ea"/>
              <a:cs typeface="+mn-cs"/>
            </a:endParaRPr>
          </a:p>
        </p:txBody>
      </p:sp>
      <p:sp>
        <p:nvSpPr>
          <p:cNvPr id="22" name="页脚占位符 6"/>
          <p:cNvSpPr txBox="1">
            <a:spLocks noGrp="1"/>
          </p:cNvSpPr>
          <p:nvPr>
            <p:ph type="ftr" sz="quarter" idx="11"/>
          </p:nvPr>
        </p:nvSpPr>
        <p:spPr>
          <a:xfrm>
            <a:off x="2843213" y="6411913"/>
            <a:ext cx="2895600" cy="365125"/>
          </a:xfrm>
          <a:noFill/>
        </p:spPr>
        <p:txBody>
          <a:bodyPr vert="horz" lIns="91440" tIns="45720" rIns="91440" bIns="45720" rtlCol="0" anchor="ctr"/>
          <a:lstStyle/>
          <a:p>
            <a:pPr marL="0" marR="0" lvl="0" indent="0" algn="ctr" defTabSz="914400" rtl="0" eaLnBrk="1" fontAlgn="base" latinLnBrk="0" hangingPunct="1">
              <a:lnSpc>
                <a:spcPct val="150000"/>
              </a:lnSpc>
              <a:spcBef>
                <a:spcPct val="20000"/>
              </a:spcBef>
              <a:spcAft>
                <a:spcPct val="0"/>
              </a:spcAft>
              <a:buClrTx/>
              <a:buSzPct val="85000"/>
              <a:buFontTx/>
              <a:buChar char="•"/>
              <a:defRPr/>
            </a:pPr>
            <a:r>
              <a:rPr kumimoji="1" lang="zh-CN" altLang="en-US" sz="1200" b="0" i="0" u="none" strike="noStrike" kern="1200" cap="none" spc="0" normalizeH="0" baseline="0" noProof="0" dirty="0">
                <a:ln>
                  <a:noFill/>
                </a:ln>
                <a:solidFill>
                  <a:schemeClr val="tx1">
                    <a:tint val="75000"/>
                  </a:schemeClr>
                </a:solidFill>
                <a:effectLst/>
                <a:uLnTx/>
                <a:uFillTx/>
                <a:latin typeface="Times New Roman" panose="02020603050405020304" pitchFamily="18" charset="0"/>
                <a:ea typeface="楷体_GB2312" pitchFamily="49" charset="-122"/>
                <a:cs typeface="+mn-cs"/>
              </a:rPr>
              <a:t>测量科学与仪器系</a:t>
            </a:r>
            <a:endParaRPr kumimoji="1" lang="en-US" altLang="zh-CN" sz="1200" b="0" i="0" u="none" strike="noStrike" kern="1200" cap="none" spc="0" normalizeH="0" baseline="0" noProof="0" dirty="0">
              <a:ln>
                <a:noFill/>
              </a:ln>
              <a:solidFill>
                <a:schemeClr val="tx1">
                  <a:tint val="75000"/>
                </a:schemeClr>
              </a:solidFill>
              <a:effectLst/>
              <a:uLnTx/>
              <a:uFillTx/>
              <a:latin typeface="Times New Roman" panose="02020603050405020304" pitchFamily="18" charset="0"/>
              <a:ea typeface="楷体_GB2312" pitchFamily="49" charset="-122"/>
              <a:cs typeface="+mn-cs"/>
            </a:endParaRPr>
          </a:p>
        </p:txBody>
      </p:sp>
      <p:sp>
        <p:nvSpPr>
          <p:cNvPr id="37907" name="Rectangle 13"/>
          <p:cNvSpPr/>
          <p:nvPr/>
        </p:nvSpPr>
        <p:spPr>
          <a:xfrm>
            <a:off x="576263" y="1303338"/>
            <a:ext cx="4427537" cy="628650"/>
          </a:xfrm>
          <a:prstGeom prst="rect">
            <a:avLst/>
          </a:prstGeom>
          <a:noFill/>
          <a:ln w="9525">
            <a:noFill/>
          </a:ln>
        </p:spPr>
        <p:txBody>
          <a:bodyPr anchor="ctr">
            <a:spAutoFit/>
          </a:bodyPr>
          <a:lstStyle/>
          <a:p>
            <a:pPr>
              <a:lnSpc>
                <a:spcPct val="125000"/>
              </a:lnSpc>
              <a:spcBef>
                <a:spcPct val="50000"/>
              </a:spcBef>
              <a:buSzPct val="85000"/>
            </a:pPr>
            <a:r>
              <a:rPr lang="en-US" altLang="zh-CN" sz="2800" b="1" dirty="0">
                <a:solidFill>
                  <a:schemeClr val="tx2"/>
                </a:solidFill>
                <a:latin typeface="黑体" panose="02010609060101010101" pitchFamily="2" charset="-122"/>
                <a:ea typeface="黑体" panose="02010609060101010101" pitchFamily="2" charset="-122"/>
              </a:rPr>
              <a:t>4.1 </a:t>
            </a:r>
            <a:r>
              <a:rPr lang="zh-CN" altLang="en-US" sz="2800" b="1" dirty="0">
                <a:solidFill>
                  <a:schemeClr val="tx2"/>
                </a:solidFill>
                <a:latin typeface="黑体" panose="02010609060101010101" pitchFamily="2" charset="-122"/>
                <a:ea typeface="黑体" panose="02010609060101010101" pitchFamily="2" charset="-122"/>
              </a:rPr>
              <a:t>传感器的静态特性</a:t>
            </a:r>
            <a:endParaRPr lang="zh-CN" altLang="en-US" sz="2800" b="1" dirty="0">
              <a:latin typeface="黑体" panose="02010609060101010101" pitchFamily="2" charset="-122"/>
              <a:ea typeface="黑体" panose="02010609060101010101" pitchFamily="2" charset="-122"/>
            </a:endParaRPr>
          </a:p>
        </p:txBody>
      </p:sp>
      <p:sp>
        <p:nvSpPr>
          <p:cNvPr id="2" name="矩形 1">
            <a:extLst>
              <a:ext uri="{FF2B5EF4-FFF2-40B4-BE49-F238E27FC236}">
                <a16:creationId xmlns:a16="http://schemas.microsoft.com/office/drawing/2014/main" id="{35F1E70C-5B1A-4CA7-A782-CD383EC1FEEE}"/>
              </a:ext>
            </a:extLst>
          </p:cNvPr>
          <p:cNvSpPr/>
          <p:nvPr/>
        </p:nvSpPr>
        <p:spPr>
          <a:xfrm>
            <a:off x="2790031" y="6044823"/>
            <a:ext cx="2898550" cy="400110"/>
          </a:xfrm>
          <a:prstGeom prst="rect">
            <a:avLst/>
          </a:prstGeom>
        </p:spPr>
        <p:txBody>
          <a:bodyPr wrap="none">
            <a:spAutoFit/>
          </a:bodyPr>
          <a:lstStyle/>
          <a:p>
            <a:r>
              <a:rPr lang="zh-CN" altLang="en-US" sz="2000" b="1" dirty="0">
                <a:solidFill>
                  <a:srgbClr val="A73719"/>
                </a:solidFill>
                <a:latin typeface="黑体" panose="02010609060101010101" pitchFamily="2" charset="-122"/>
                <a:ea typeface="黑体" panose="02010609060101010101" pitchFamily="2" charset="-122"/>
              </a:rPr>
              <a:t>静态特性 </a:t>
            </a:r>
            <a:r>
              <a:rPr lang="en-US" altLang="zh-CN" sz="2000" b="1" dirty="0">
                <a:solidFill>
                  <a:srgbClr val="A73719"/>
                </a:solidFill>
                <a:latin typeface="黑体" panose="02010609060101010101" pitchFamily="2" charset="-122"/>
                <a:ea typeface="黑体" panose="02010609060101010101" pitchFamily="2" charset="-122"/>
              </a:rPr>
              <a:t>vs  </a:t>
            </a:r>
            <a:r>
              <a:rPr lang="zh-CN" altLang="en-US" sz="2000" b="1" dirty="0">
                <a:solidFill>
                  <a:srgbClr val="A73719"/>
                </a:solidFill>
                <a:latin typeface="黑体" panose="02010609060101010101" pitchFamily="2" charset="-122"/>
                <a:ea typeface="黑体" panose="02010609060101010101" pitchFamily="2" charset="-122"/>
              </a:rPr>
              <a:t>动态特性</a:t>
            </a:r>
            <a:endParaRPr lang="zh-CN" altLang="en-US" sz="2000" dirty="0">
              <a:solidFill>
                <a:srgbClr val="A73719"/>
              </a:solidFill>
            </a:endParaRPr>
          </a:p>
        </p:txBody>
      </p:sp>
      <p:grpSp>
        <p:nvGrpSpPr>
          <p:cNvPr id="3" name="组合 2">
            <a:extLst>
              <a:ext uri="{FF2B5EF4-FFF2-40B4-BE49-F238E27FC236}">
                <a16:creationId xmlns:a16="http://schemas.microsoft.com/office/drawing/2014/main" id="{9704FA98-F7F5-4573-81DD-44619133C7F1}"/>
              </a:ext>
            </a:extLst>
          </p:cNvPr>
          <p:cNvGrpSpPr/>
          <p:nvPr/>
        </p:nvGrpSpPr>
        <p:grpSpPr>
          <a:xfrm>
            <a:off x="1403985" y="4867663"/>
            <a:ext cx="5143994" cy="936650"/>
            <a:chOff x="814952" y="5229200"/>
            <a:chExt cx="5143994" cy="936650"/>
          </a:xfrm>
        </p:grpSpPr>
        <p:sp>
          <p:nvSpPr>
            <p:cNvPr id="26" name="AutoShape 4">
              <a:extLst>
                <a:ext uri="{FF2B5EF4-FFF2-40B4-BE49-F238E27FC236}">
                  <a16:creationId xmlns:a16="http://schemas.microsoft.com/office/drawing/2014/main" id="{919DEE38-8BBE-4C2B-BA3D-503028A72487}"/>
                </a:ext>
              </a:extLst>
            </p:cNvPr>
            <p:cNvSpPr/>
            <p:nvPr/>
          </p:nvSpPr>
          <p:spPr>
            <a:xfrm>
              <a:off x="1907704" y="5440184"/>
              <a:ext cx="845751" cy="405890"/>
            </a:xfrm>
            <a:prstGeom prst="rightArrow">
              <a:avLst>
                <a:gd name="adj1" fmla="val 50000"/>
                <a:gd name="adj2" fmla="val 105416"/>
              </a:avLst>
            </a:prstGeom>
            <a:gradFill rotWithShape="0">
              <a:gsLst>
                <a:gs pos="0">
                  <a:srgbClr val="475E00"/>
                </a:gs>
                <a:gs pos="100000">
                  <a:srgbClr val="99CC00"/>
                </a:gs>
              </a:gsLst>
              <a:lin ang="0" scaled="1"/>
              <a:tileRect/>
            </a:gradFill>
            <a:ln w="9525"/>
            <a:scene3d>
              <a:camera prst="legacyObliqueTopRight">
                <a:rot lat="0" lon="0" rev="0"/>
              </a:camera>
              <a:lightRig rig="legacyFlat3" dir="b"/>
            </a:scene3d>
            <a:sp3d extrusionH="184150" prstMaterial="legacyMatte">
              <a:bevelT w="13500" h="13500" prst="angle"/>
              <a:bevelB w="13500" h="13500" prst="angle"/>
              <a:extrusionClr>
                <a:srgbClr val="99CC00"/>
              </a:extrusionClr>
            </a:sp3d>
          </p:spPr>
          <p:txBody>
            <a:bodyPr wrap="none" anchor="ctr">
              <a:flatTx/>
            </a:bodyPr>
            <a:lstStyle/>
            <a:p>
              <a:pPr algn="ctr">
                <a:lnSpc>
                  <a:spcPct val="150000"/>
                </a:lnSpc>
                <a:spcBef>
                  <a:spcPct val="20000"/>
                </a:spcBef>
                <a:buSzPct val="85000"/>
                <a:buFontTx/>
                <a:buChar char="•"/>
              </a:pPr>
              <a:endParaRPr lang="en-US" altLang="zh-CN" sz="1400" b="1" dirty="0">
                <a:solidFill>
                  <a:srgbClr val="000000"/>
                </a:solidFill>
                <a:latin typeface="Times New Roman" panose="02020603050405020304" pitchFamily="18" charset="0"/>
                <a:ea typeface="楷体_GB2312" pitchFamily="49" charset="-122"/>
              </a:endParaRPr>
            </a:p>
          </p:txBody>
        </p:sp>
        <p:sp>
          <p:nvSpPr>
            <p:cNvPr id="27" name="Rectangle 5">
              <a:extLst>
                <a:ext uri="{FF2B5EF4-FFF2-40B4-BE49-F238E27FC236}">
                  <a16:creationId xmlns:a16="http://schemas.microsoft.com/office/drawing/2014/main" id="{81FD69DD-27BE-4EAB-9B29-63A51E75811B}"/>
                </a:ext>
              </a:extLst>
            </p:cNvPr>
            <p:cNvSpPr/>
            <p:nvPr/>
          </p:nvSpPr>
          <p:spPr>
            <a:xfrm>
              <a:off x="2699974" y="5300663"/>
              <a:ext cx="1275135" cy="865187"/>
            </a:xfrm>
            <a:prstGeom prst="rect">
              <a:avLst/>
            </a:prstGeom>
            <a:gradFill rotWithShape="0">
              <a:gsLst>
                <a:gs pos="0">
                  <a:schemeClr val="accent1"/>
                </a:gs>
                <a:gs pos="100000">
                  <a:srgbClr val="00FFFF"/>
                </a:gs>
              </a:gsLst>
              <a:path path="shape">
                <a:fillToRect l="50000" t="50000" r="50000" b="50000"/>
              </a:path>
              <a:tileRect/>
            </a:gradFill>
            <a:ln w="9525"/>
            <a:scene3d>
              <a:camera prst="legacyObliqueTopRight">
                <a:rot lat="0" lon="0" rev="0"/>
              </a:camera>
              <a:lightRig rig="legacyFlat3" dir="b"/>
            </a:scene3d>
            <a:sp3d extrusionH="430200" prstMaterial="legacyMatte">
              <a:bevelT w="13500" h="13500" prst="angle"/>
              <a:bevelB w="13500" h="13500" prst="angle"/>
              <a:extrusionClr>
                <a:srgbClr val="00FFFF"/>
              </a:extrusionClr>
            </a:sp3d>
          </p:spPr>
          <p:txBody>
            <a:bodyPr wrap="none" anchor="ctr">
              <a:flatTx/>
            </a:bodyPr>
            <a:lstStyle/>
            <a:p>
              <a:pPr algn="ctr">
                <a:lnSpc>
                  <a:spcPct val="150000"/>
                </a:lnSpc>
                <a:spcBef>
                  <a:spcPct val="20000"/>
                </a:spcBef>
                <a:buSzPct val="85000"/>
              </a:pPr>
              <a:r>
                <a:rPr lang="zh-CN" altLang="en-US" b="1" dirty="0">
                  <a:solidFill>
                    <a:srgbClr val="000000"/>
                  </a:solidFill>
                  <a:latin typeface="Times New Roman" panose="02020603050405020304" pitchFamily="18" charset="0"/>
                  <a:ea typeface="楷体_GB2312" pitchFamily="49" charset="-122"/>
                </a:rPr>
                <a:t>传感器</a:t>
              </a:r>
            </a:p>
          </p:txBody>
        </p:sp>
        <p:sp>
          <p:nvSpPr>
            <p:cNvPr id="28" name="AutoShape 6">
              <a:extLst>
                <a:ext uri="{FF2B5EF4-FFF2-40B4-BE49-F238E27FC236}">
                  <a16:creationId xmlns:a16="http://schemas.microsoft.com/office/drawing/2014/main" id="{7EB54736-18EB-4E69-A2F3-B66A5AA8A45D}"/>
                </a:ext>
              </a:extLst>
            </p:cNvPr>
            <p:cNvSpPr/>
            <p:nvPr/>
          </p:nvSpPr>
          <p:spPr>
            <a:xfrm>
              <a:off x="4018248" y="5462437"/>
              <a:ext cx="802612" cy="361385"/>
            </a:xfrm>
            <a:prstGeom prst="rightArrow">
              <a:avLst>
                <a:gd name="adj1" fmla="val 50000"/>
                <a:gd name="adj2" fmla="val 111636"/>
              </a:avLst>
            </a:prstGeom>
            <a:gradFill rotWithShape="0">
              <a:gsLst>
                <a:gs pos="0">
                  <a:srgbClr val="475E00"/>
                </a:gs>
                <a:gs pos="100000">
                  <a:srgbClr val="99CC00"/>
                </a:gs>
              </a:gsLst>
              <a:lin ang="0" scaled="1"/>
              <a:tileRect/>
            </a:gradFill>
            <a:ln w="9525"/>
            <a:scene3d>
              <a:camera prst="legacyObliqueTopRight">
                <a:rot lat="0" lon="0" rev="0"/>
              </a:camera>
              <a:lightRig rig="legacyFlat3" dir="b"/>
            </a:scene3d>
            <a:sp3d extrusionH="184150" prstMaterial="legacyMatte">
              <a:bevelT w="13500" h="13500" prst="angle"/>
              <a:bevelB w="13500" h="13500" prst="angle"/>
              <a:extrusionClr>
                <a:srgbClr val="99CC00"/>
              </a:extrusionClr>
            </a:sp3d>
          </p:spPr>
          <p:txBody>
            <a:bodyPr wrap="none" anchor="ctr">
              <a:flatTx/>
            </a:bodyPr>
            <a:lstStyle/>
            <a:p>
              <a:pPr algn="ctr">
                <a:lnSpc>
                  <a:spcPct val="150000"/>
                </a:lnSpc>
                <a:spcBef>
                  <a:spcPct val="20000"/>
                </a:spcBef>
                <a:buSzPct val="85000"/>
                <a:buFontTx/>
                <a:buChar char="•"/>
              </a:pPr>
              <a:endParaRPr lang="en-US" altLang="zh-CN" sz="1400" b="1" dirty="0">
                <a:solidFill>
                  <a:srgbClr val="000000"/>
                </a:solidFill>
                <a:latin typeface="Times New Roman" panose="02020603050405020304" pitchFamily="18" charset="0"/>
                <a:ea typeface="楷体_GB2312" pitchFamily="49" charset="-122"/>
              </a:endParaRPr>
            </a:p>
          </p:txBody>
        </p:sp>
        <p:sp>
          <p:nvSpPr>
            <p:cNvPr id="29" name="矩形 28">
              <a:extLst>
                <a:ext uri="{FF2B5EF4-FFF2-40B4-BE49-F238E27FC236}">
                  <a16:creationId xmlns:a16="http://schemas.microsoft.com/office/drawing/2014/main" id="{18E097E3-B2A0-4C5F-BC87-68710FCDA43F}"/>
                </a:ext>
              </a:extLst>
            </p:cNvPr>
            <p:cNvSpPr/>
            <p:nvPr/>
          </p:nvSpPr>
          <p:spPr>
            <a:xfrm>
              <a:off x="814952" y="5296407"/>
              <a:ext cx="1023036" cy="580865"/>
            </a:xfrm>
            <a:prstGeom prst="rect">
              <a:avLst/>
            </a:prstGeom>
          </p:spPr>
          <p:txBody>
            <a:bodyPr wrap="none">
              <a:spAutoFit/>
            </a:bodyPr>
            <a:lstStyle/>
            <a:p>
              <a:pPr algn="ctr">
                <a:lnSpc>
                  <a:spcPct val="150000"/>
                </a:lnSpc>
                <a:spcBef>
                  <a:spcPct val="20000"/>
                </a:spcBef>
                <a:buSzPct val="85000"/>
              </a:pPr>
              <a:r>
                <a:rPr lang="zh-CN" altLang="en-US" b="1" dirty="0">
                  <a:solidFill>
                    <a:srgbClr val="000000"/>
                  </a:solidFill>
                </a:rPr>
                <a:t>输入</a:t>
              </a:r>
              <a:r>
                <a:rPr lang="en-US" altLang="zh-CN" b="1" dirty="0">
                  <a:solidFill>
                    <a:srgbClr val="000000"/>
                  </a:solidFill>
                </a:rPr>
                <a:t>X</a:t>
              </a:r>
            </a:p>
          </p:txBody>
        </p:sp>
        <p:sp>
          <p:nvSpPr>
            <p:cNvPr id="30" name="矩形 29">
              <a:extLst>
                <a:ext uri="{FF2B5EF4-FFF2-40B4-BE49-F238E27FC236}">
                  <a16:creationId xmlns:a16="http://schemas.microsoft.com/office/drawing/2014/main" id="{675CBD1D-A9E3-4CC1-B8FD-777B629549D8}"/>
                </a:ext>
              </a:extLst>
            </p:cNvPr>
            <p:cNvSpPr/>
            <p:nvPr/>
          </p:nvSpPr>
          <p:spPr>
            <a:xfrm>
              <a:off x="4935910" y="5229200"/>
              <a:ext cx="1023036" cy="580865"/>
            </a:xfrm>
            <a:prstGeom prst="rect">
              <a:avLst/>
            </a:prstGeom>
          </p:spPr>
          <p:txBody>
            <a:bodyPr wrap="none">
              <a:spAutoFit/>
            </a:bodyPr>
            <a:lstStyle/>
            <a:p>
              <a:pPr algn="ctr">
                <a:lnSpc>
                  <a:spcPct val="150000"/>
                </a:lnSpc>
                <a:spcBef>
                  <a:spcPct val="20000"/>
                </a:spcBef>
                <a:buSzPct val="85000"/>
              </a:pPr>
              <a:r>
                <a:rPr lang="zh-CN" altLang="en-US" b="1" dirty="0">
                  <a:solidFill>
                    <a:srgbClr val="000000"/>
                  </a:solidFill>
                </a:rPr>
                <a:t>输出</a:t>
              </a:r>
              <a:r>
                <a:rPr lang="en-US" altLang="zh-CN" b="1" dirty="0">
                  <a:solidFill>
                    <a:srgbClr val="000000"/>
                  </a:solidFill>
                </a:rPr>
                <a:t>Y</a:t>
              </a:r>
            </a:p>
          </p:txBody>
        </p:sp>
      </p:grpSp>
    </p:spTree>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8913" name="Object 20"/>
          <p:cNvGraphicFramePr>
            <a:graphicFrameLocks noGrp="1" noChangeAspect="1"/>
          </p:cNvGraphicFramePr>
          <p:nvPr>
            <p:ph/>
          </p:nvPr>
        </p:nvGraphicFramePr>
        <p:xfrm>
          <a:off x="1871663" y="1484313"/>
          <a:ext cx="5184775" cy="684212"/>
        </p:xfrm>
        <a:graphic>
          <a:graphicData uri="http://schemas.openxmlformats.org/presentationml/2006/ole">
            <mc:AlternateContent xmlns:mc="http://schemas.openxmlformats.org/markup-compatibility/2006">
              <mc:Choice xmlns:v="urn:schemas-microsoft-com:vml" Requires="v">
                <p:oleObj spid="_x0000_s5159" r:id="rId3" imgW="1828800" imgH="241300" progId="Equation.3">
                  <p:embed/>
                </p:oleObj>
              </mc:Choice>
              <mc:Fallback>
                <p:oleObj r:id="rId3" imgW="1828800" imgH="241300" progId="Equation.3">
                  <p:embed/>
                  <p:pic>
                    <p:nvPicPr>
                      <p:cNvPr id="0" name="图片 3079"/>
                      <p:cNvPicPr/>
                      <p:nvPr/>
                    </p:nvPicPr>
                    <p:blipFill>
                      <a:blip r:embed="rId4"/>
                      <a:stretch>
                        <a:fillRect/>
                      </a:stretch>
                    </p:blipFill>
                    <p:spPr>
                      <a:xfrm>
                        <a:off x="1871663" y="1484313"/>
                        <a:ext cx="5184775" cy="684212"/>
                      </a:xfrm>
                      <a:prstGeom prst="rect">
                        <a:avLst/>
                      </a:prstGeom>
                      <a:noFill/>
                      <a:ln w="38100">
                        <a:miter/>
                      </a:ln>
                    </p:spPr>
                  </p:pic>
                </p:oleObj>
              </mc:Fallback>
            </mc:AlternateContent>
          </a:graphicData>
        </a:graphic>
      </p:graphicFrame>
      <p:sp>
        <p:nvSpPr>
          <p:cNvPr id="38914" name="灯片编号占位符 4"/>
          <p:cNvSpPr>
            <a:spLocks noGrp="1"/>
          </p:cNvSpPr>
          <p:nvPr>
            <p:ph type="sldNum" sz="quarter" idx="12"/>
          </p:nvPr>
        </p:nvSpPr>
        <p:spPr>
          <a:noFill/>
          <a:ln>
            <a:noFill/>
          </a:ln>
        </p:spPr>
        <p:txBody>
          <a:bodyPr wrap="square" lIns="91440" tIns="45720" rIns="91440" bIns="45720" anchor="ctr"/>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r">
              <a:lnSpc>
                <a:spcPct val="150000"/>
              </a:lnSpc>
              <a:spcBef>
                <a:spcPct val="20000"/>
              </a:spcBef>
              <a:buSzPct val="85000"/>
              <a:buFontTx/>
              <a:buChar char="•"/>
            </a:pPr>
            <a:fld id="{9A0DB2DC-4C9A-4742-B13C-FB6460FD3503}" type="slidenum">
              <a:rPr lang="en-US" altLang="zh-CN" sz="1200" dirty="0">
                <a:solidFill>
                  <a:srgbClr val="898989"/>
                </a:solidFill>
              </a:rPr>
              <a:t>24</a:t>
            </a:fld>
            <a:endParaRPr lang="en-US" altLang="zh-CN" sz="1200" dirty="0">
              <a:solidFill>
                <a:srgbClr val="898989"/>
              </a:solidFill>
            </a:endParaRPr>
          </a:p>
        </p:txBody>
      </p:sp>
      <p:sp>
        <p:nvSpPr>
          <p:cNvPr id="38915" name="Rectangle 2"/>
          <p:cNvSpPr/>
          <p:nvPr/>
        </p:nvSpPr>
        <p:spPr>
          <a:xfrm>
            <a:off x="423863" y="3268663"/>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38916" name="Rectangle 3"/>
          <p:cNvSpPr/>
          <p:nvPr/>
        </p:nvSpPr>
        <p:spPr>
          <a:xfrm>
            <a:off x="423863" y="3254375"/>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38917" name="Rectangle 4"/>
          <p:cNvSpPr/>
          <p:nvPr/>
        </p:nvSpPr>
        <p:spPr>
          <a:xfrm>
            <a:off x="423863" y="3192463"/>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38918" name="Rectangle 5"/>
          <p:cNvSpPr/>
          <p:nvPr/>
        </p:nvSpPr>
        <p:spPr>
          <a:xfrm>
            <a:off x="423863" y="3254375"/>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38919" name="Rectangle 6"/>
          <p:cNvSpPr/>
          <p:nvPr/>
        </p:nvSpPr>
        <p:spPr>
          <a:xfrm>
            <a:off x="423863" y="2782888"/>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38920" name="Rectangle 7"/>
          <p:cNvSpPr/>
          <p:nvPr/>
        </p:nvSpPr>
        <p:spPr>
          <a:xfrm>
            <a:off x="423863" y="3254375"/>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38921" name="Rectangle 8"/>
          <p:cNvSpPr/>
          <p:nvPr/>
        </p:nvSpPr>
        <p:spPr>
          <a:xfrm>
            <a:off x="423863" y="3240088"/>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38922" name="Rectangle 9"/>
          <p:cNvSpPr/>
          <p:nvPr/>
        </p:nvSpPr>
        <p:spPr>
          <a:xfrm>
            <a:off x="423863" y="2720975"/>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38923" name="Rectangle 10"/>
          <p:cNvSpPr/>
          <p:nvPr/>
        </p:nvSpPr>
        <p:spPr>
          <a:xfrm>
            <a:off x="423863" y="53975"/>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38924" name="Rectangle 11"/>
          <p:cNvSpPr/>
          <p:nvPr/>
        </p:nvSpPr>
        <p:spPr>
          <a:xfrm>
            <a:off x="423863" y="2811463"/>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38925" name="Rectangle 12"/>
          <p:cNvSpPr/>
          <p:nvPr/>
        </p:nvSpPr>
        <p:spPr>
          <a:xfrm>
            <a:off x="423863" y="53975"/>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3091" name="Text Box 22"/>
          <p:cNvSpPr txBox="1">
            <a:spLocks noChangeArrowheads="1"/>
          </p:cNvSpPr>
          <p:nvPr/>
        </p:nvSpPr>
        <p:spPr bwMode="auto">
          <a:xfrm>
            <a:off x="719138" y="2673350"/>
            <a:ext cx="7777163" cy="1944763"/>
          </a:xfrm>
          <a:prstGeom prst="rect">
            <a:avLst/>
          </a:prstGeom>
          <a:noFill/>
          <a:ln w="9525" algn="ctr">
            <a:noFill/>
            <a:miter lim="800000"/>
          </a:ln>
        </p:spPr>
        <p:txBody>
          <a:bodyPr>
            <a:spAutoFit/>
          </a:bodyPr>
          <a:lstStyle/>
          <a:p>
            <a:pPr marR="0" defTabSz="914400">
              <a:lnSpc>
                <a:spcPct val="150000"/>
              </a:lnSpc>
              <a:spcBef>
                <a:spcPct val="50000"/>
              </a:spcBef>
              <a:buClrTx/>
              <a:buSzPct val="85000"/>
              <a:buFontTx/>
              <a:defRPr/>
            </a:pPr>
            <a:r>
              <a:rPr kumimoji="1" lang="zh-CN" altLang="en-US" sz="2800" b="1" kern="1200" cap="none" spc="0" normalizeH="0" baseline="0" noProof="0" dirty="0">
                <a:solidFill>
                  <a:srgbClr val="FF0000"/>
                </a:solidFill>
                <a:latin typeface="黑体" panose="02010609060101010101" pitchFamily="2" charset="-122"/>
                <a:ea typeface="黑体" panose="02010609060101010101" pitchFamily="2" charset="-122"/>
                <a:cs typeface="黑体" panose="02010609060101010101" pitchFamily="2" charset="-122"/>
              </a:rPr>
              <a:t>主要</a:t>
            </a:r>
            <a:r>
              <a:rPr kumimoji="1" lang="zh-CN" altLang="en-US" sz="2800" b="1" kern="1200" cap="none" spc="0" normalizeH="0" baseline="0" noProof="0" dirty="0">
                <a:solidFill>
                  <a:srgbClr val="1552D1"/>
                </a:solidFill>
                <a:latin typeface="黑体" panose="02010609060101010101" pitchFamily="2" charset="-122"/>
                <a:ea typeface="黑体" panose="02010609060101010101" pitchFamily="2" charset="-122"/>
                <a:cs typeface="黑体" panose="02010609060101010101" pitchFamily="2" charset="-122"/>
              </a:rPr>
              <a:t>静态特性</a:t>
            </a:r>
            <a:r>
              <a:rPr kumimoji="1" lang="zh-CN" altLang="en-US" sz="2800" b="1" kern="1200" cap="none" spc="0" normalizeH="0" baseline="0" noProof="0" dirty="0">
                <a:solidFill>
                  <a:srgbClr val="FF0000"/>
                </a:solidFill>
                <a:latin typeface="黑体" panose="02010609060101010101" pitchFamily="2" charset="-122"/>
                <a:ea typeface="黑体" panose="02010609060101010101" pitchFamily="2" charset="-122"/>
                <a:cs typeface="黑体" panose="02010609060101010101" pitchFamily="2" charset="-122"/>
              </a:rPr>
              <a:t>指标</a:t>
            </a:r>
            <a:r>
              <a:rPr kumimoji="1" lang="zh-CN" altLang="en-US" sz="2800" kern="1200" cap="none" spc="0" normalizeH="0" baseline="0" noProof="0" dirty="0">
                <a:solidFill>
                  <a:srgbClr val="FF0000"/>
                </a:solidFill>
                <a:latin typeface="黑体" panose="02010609060101010101" pitchFamily="2" charset="-122"/>
                <a:ea typeface="黑体" panose="02010609060101010101" pitchFamily="2" charset="-122"/>
                <a:cs typeface="黑体" panose="02010609060101010101" pitchFamily="2" charset="-122"/>
              </a:rPr>
              <a:t>：</a:t>
            </a:r>
          </a:p>
          <a:p>
            <a:pPr marR="0" indent="744855" defTabSz="914400">
              <a:lnSpc>
                <a:spcPct val="150000"/>
              </a:lnSpc>
              <a:spcBef>
                <a:spcPct val="50000"/>
              </a:spcBef>
              <a:buClrTx/>
              <a:buSzPct val="85000"/>
              <a:buFontTx/>
              <a:defRPr/>
            </a:pPr>
            <a:r>
              <a:rPr kumimoji="1" lang="zh-CN" altLang="en-US" kern="1200" cap="none" spc="0" normalizeH="0" baseline="0" noProof="0" dirty="0">
                <a:solidFill>
                  <a:srgbClr val="C00000"/>
                </a:solidFill>
                <a:latin typeface="黑体" panose="02010609060101010101" pitchFamily="2" charset="-122"/>
                <a:ea typeface="黑体" panose="02010609060101010101" pitchFamily="2" charset="-122"/>
                <a:cs typeface="黑体" panose="02010609060101010101" pitchFamily="2" charset="-122"/>
              </a:rPr>
              <a:t>准确度（精度）</a:t>
            </a:r>
            <a:r>
              <a:rPr kumimoji="1" lang="zh-CN" altLang="en-US" kern="1200" cap="none" spc="0" normalizeH="0" baseline="0" noProof="0" dirty="0">
                <a:latin typeface="黑体" panose="02010609060101010101" pitchFamily="2" charset="-122"/>
                <a:ea typeface="黑体" panose="02010609060101010101" pitchFamily="2" charset="-122"/>
                <a:cs typeface="黑体" panose="02010609060101010101" pitchFamily="2" charset="-122"/>
              </a:rPr>
              <a:t>、灵敏度、 线性度、 迟滞、死区、重复性、 噪声电平 、 </a:t>
            </a:r>
            <a:r>
              <a:rPr kumimoji="1" lang="zh-CN" altLang="en-US" kern="1200" cap="none" spc="0" normalizeH="0" baseline="0" noProof="0" dirty="0">
                <a:solidFill>
                  <a:srgbClr val="C00000"/>
                </a:solidFill>
                <a:latin typeface="黑体" panose="02010609060101010101" pitchFamily="2" charset="-122"/>
                <a:ea typeface="黑体" panose="02010609060101010101" pitchFamily="2" charset="-122"/>
                <a:cs typeface="黑体" panose="02010609060101010101" pitchFamily="2" charset="-122"/>
              </a:rPr>
              <a:t>分辨率（力）、测量范围</a:t>
            </a:r>
            <a:r>
              <a:rPr kumimoji="1" lang="zh-CN" altLang="en-US" kern="1200" cap="none" spc="0" normalizeH="0" baseline="0" noProof="0" dirty="0">
                <a:latin typeface="黑体" panose="02010609060101010101" pitchFamily="2" charset="-122"/>
                <a:ea typeface="黑体" panose="02010609060101010101" pitchFamily="2" charset="-122"/>
                <a:cs typeface="黑体" panose="02010609060101010101" pitchFamily="2" charset="-122"/>
              </a:rPr>
              <a:t>和量程</a:t>
            </a:r>
          </a:p>
        </p:txBody>
      </p:sp>
      <p:sp>
        <p:nvSpPr>
          <p:cNvPr id="21" name="矩形 20"/>
          <p:cNvSpPr/>
          <p:nvPr/>
        </p:nvSpPr>
        <p:spPr>
          <a:xfrm>
            <a:off x="142875" y="1000125"/>
            <a:ext cx="8286750" cy="46038"/>
          </a:xfrm>
          <a:prstGeom prst="rect">
            <a:avLst/>
          </a:prstGeom>
          <a:gradFill flip="none" rotWithShape="1">
            <a:gsLst>
              <a:gs pos="0">
                <a:srgbClr val="5E9EFF"/>
              </a:gs>
              <a:gs pos="39999">
                <a:srgbClr val="85C2FF"/>
              </a:gs>
              <a:gs pos="70000">
                <a:srgbClr val="C4D6EB"/>
              </a:gs>
              <a:gs pos="100000">
                <a:srgbClr val="FFEBFA"/>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50000"/>
              </a:lnSpc>
              <a:spcBef>
                <a:spcPts val="0"/>
              </a:spcBef>
              <a:spcAft>
                <a:spcPts val="0"/>
              </a:spcAft>
              <a:buClrTx/>
              <a:buSzPct val="85000"/>
              <a:buFontTx/>
              <a:buChar char="•"/>
              <a:defRPr/>
            </a:pPr>
            <a:endParaRPr kumimoji="1" lang="zh-CN" altLang="en-US" sz="2400" b="0" i="0" u="none" strike="noStrike" kern="1200" cap="none" spc="0" normalizeH="0" baseline="0" noProof="0">
              <a:ln>
                <a:noFill/>
              </a:ln>
              <a:solidFill>
                <a:schemeClr val="lt1"/>
              </a:solidFill>
              <a:effectLst/>
              <a:uLnTx/>
              <a:uFillTx/>
              <a:latin typeface="+mn-lt"/>
              <a:ea typeface="+mn-ea"/>
              <a:cs typeface="+mn-cs"/>
            </a:endParaRPr>
          </a:p>
        </p:txBody>
      </p:sp>
      <p:sp>
        <p:nvSpPr>
          <p:cNvPr id="22" name="页脚占位符 6"/>
          <p:cNvSpPr txBox="1">
            <a:spLocks noGrp="1"/>
          </p:cNvSpPr>
          <p:nvPr>
            <p:ph type="ftr" sz="quarter" idx="11"/>
          </p:nvPr>
        </p:nvSpPr>
        <p:spPr>
          <a:xfrm>
            <a:off x="2843213" y="6411913"/>
            <a:ext cx="2895600" cy="365125"/>
          </a:xfrm>
          <a:noFill/>
        </p:spPr>
        <p:txBody>
          <a:bodyPr vert="horz" lIns="91440" tIns="45720" rIns="91440" bIns="45720" rtlCol="0" anchor="ctr"/>
          <a:lstStyle/>
          <a:p>
            <a:pPr marL="0" marR="0" lvl="0" indent="0" algn="ctr" defTabSz="914400" rtl="0" eaLnBrk="1" fontAlgn="base" latinLnBrk="0" hangingPunct="1">
              <a:lnSpc>
                <a:spcPct val="150000"/>
              </a:lnSpc>
              <a:spcBef>
                <a:spcPct val="20000"/>
              </a:spcBef>
              <a:spcAft>
                <a:spcPct val="0"/>
              </a:spcAft>
              <a:buClrTx/>
              <a:buSzPct val="85000"/>
              <a:buFontTx/>
              <a:buChar char="•"/>
              <a:defRPr/>
            </a:pPr>
            <a:r>
              <a:rPr kumimoji="1" lang="zh-CN" altLang="en-US" sz="1200" b="0" i="0" u="none" strike="noStrike" kern="1200" cap="none" spc="0" normalizeH="0" baseline="0" noProof="0" dirty="0">
                <a:ln>
                  <a:noFill/>
                </a:ln>
                <a:solidFill>
                  <a:schemeClr val="tx1">
                    <a:tint val="75000"/>
                  </a:schemeClr>
                </a:solidFill>
                <a:effectLst/>
                <a:uLnTx/>
                <a:uFillTx/>
                <a:latin typeface="Times New Roman" panose="02020603050405020304" pitchFamily="18" charset="0"/>
                <a:ea typeface="楷体_GB2312" pitchFamily="49" charset="-122"/>
                <a:cs typeface="+mn-cs"/>
              </a:rPr>
              <a:t>测量科学与仪器系</a:t>
            </a:r>
            <a:endParaRPr kumimoji="1" lang="en-US" altLang="zh-CN" sz="1200" b="0" i="0" u="none" strike="noStrike" kern="1200" cap="none" spc="0" normalizeH="0" baseline="0" noProof="0" dirty="0">
              <a:ln>
                <a:noFill/>
              </a:ln>
              <a:solidFill>
                <a:schemeClr val="tx1">
                  <a:tint val="75000"/>
                </a:schemeClr>
              </a:solidFill>
              <a:effectLst/>
              <a:uLnTx/>
              <a:uFillTx/>
              <a:latin typeface="Times New Roman" panose="02020603050405020304" pitchFamily="18" charset="0"/>
              <a:ea typeface="楷体_GB2312" pitchFamily="49" charset="-122"/>
              <a:cs typeface="+mn-cs"/>
            </a:endParaRPr>
          </a:p>
        </p:txBody>
      </p:sp>
      <p:sp>
        <p:nvSpPr>
          <p:cNvPr id="38929" name="Rectangle 13"/>
          <p:cNvSpPr/>
          <p:nvPr/>
        </p:nvSpPr>
        <p:spPr>
          <a:xfrm>
            <a:off x="468313" y="225425"/>
            <a:ext cx="4427537" cy="630238"/>
          </a:xfrm>
          <a:prstGeom prst="rect">
            <a:avLst/>
          </a:prstGeom>
          <a:noFill/>
          <a:ln w="9525">
            <a:noFill/>
          </a:ln>
        </p:spPr>
        <p:txBody>
          <a:bodyPr anchor="ctr">
            <a:spAutoFit/>
          </a:bodyPr>
          <a:lstStyle/>
          <a:p>
            <a:pPr>
              <a:lnSpc>
                <a:spcPct val="125000"/>
              </a:lnSpc>
              <a:spcBef>
                <a:spcPct val="50000"/>
              </a:spcBef>
              <a:buSzPct val="85000"/>
            </a:pPr>
            <a:r>
              <a:rPr lang="en-US" altLang="zh-CN" sz="2800" b="1" dirty="0">
                <a:solidFill>
                  <a:schemeClr val="tx2"/>
                </a:solidFill>
                <a:latin typeface="黑体" panose="02010609060101010101" pitchFamily="2" charset="-122"/>
                <a:ea typeface="黑体" panose="02010609060101010101" pitchFamily="2" charset="-122"/>
              </a:rPr>
              <a:t>4.1 </a:t>
            </a:r>
            <a:r>
              <a:rPr lang="zh-CN" altLang="en-US" sz="2800" b="1" dirty="0">
                <a:solidFill>
                  <a:schemeClr val="tx2"/>
                </a:solidFill>
                <a:latin typeface="黑体" panose="02010609060101010101" pitchFamily="2" charset="-122"/>
                <a:ea typeface="黑体" panose="02010609060101010101" pitchFamily="2" charset="-122"/>
              </a:rPr>
              <a:t>传感器的静态特性</a:t>
            </a:r>
            <a:endParaRPr lang="zh-CN" altLang="en-US" sz="2800" b="1" dirty="0">
              <a:latin typeface="黑体" panose="02010609060101010101" pitchFamily="2" charset="-122"/>
              <a:ea typeface="黑体" panose="02010609060101010101" pitchFamily="2" charset="-122"/>
            </a:endParaRPr>
          </a:p>
        </p:txBody>
      </p:sp>
    </p:spTree>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7" name="灯片编号占位符 4"/>
          <p:cNvSpPr>
            <a:spLocks noGrp="1"/>
          </p:cNvSpPr>
          <p:nvPr>
            <p:ph type="sldNum" sz="quarter" idx="12"/>
          </p:nvPr>
        </p:nvSpPr>
        <p:spPr>
          <a:noFill/>
          <a:ln>
            <a:noFill/>
          </a:ln>
        </p:spPr>
        <p:txBody>
          <a:bodyPr wrap="square" lIns="91440" tIns="45720" rIns="91440" bIns="45720" anchor="ctr"/>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r">
              <a:lnSpc>
                <a:spcPct val="150000"/>
              </a:lnSpc>
              <a:spcBef>
                <a:spcPct val="20000"/>
              </a:spcBef>
              <a:buSzPct val="85000"/>
              <a:buFontTx/>
              <a:buChar char="•"/>
            </a:pPr>
            <a:fld id="{9A0DB2DC-4C9A-4742-B13C-FB6460FD3503}" type="slidenum">
              <a:rPr lang="en-US" altLang="zh-CN" sz="1200" dirty="0">
                <a:solidFill>
                  <a:srgbClr val="898989"/>
                </a:solidFill>
              </a:rPr>
              <a:t>25</a:t>
            </a:fld>
            <a:endParaRPr lang="en-US" altLang="zh-CN" sz="1200" dirty="0">
              <a:solidFill>
                <a:srgbClr val="898989"/>
              </a:solidFill>
            </a:endParaRPr>
          </a:p>
        </p:txBody>
      </p:sp>
      <p:sp>
        <p:nvSpPr>
          <p:cNvPr id="39938" name="Rectangle 2"/>
          <p:cNvSpPr/>
          <p:nvPr/>
        </p:nvSpPr>
        <p:spPr>
          <a:xfrm>
            <a:off x="423863" y="3268663"/>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39939" name="Rectangle 3"/>
          <p:cNvSpPr/>
          <p:nvPr/>
        </p:nvSpPr>
        <p:spPr>
          <a:xfrm>
            <a:off x="423863" y="3254375"/>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39940" name="Rectangle 4"/>
          <p:cNvSpPr/>
          <p:nvPr/>
        </p:nvSpPr>
        <p:spPr>
          <a:xfrm>
            <a:off x="423863" y="3192463"/>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39941" name="Rectangle 5"/>
          <p:cNvSpPr/>
          <p:nvPr/>
        </p:nvSpPr>
        <p:spPr>
          <a:xfrm>
            <a:off x="423863" y="3254375"/>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39942" name="Rectangle 6"/>
          <p:cNvSpPr/>
          <p:nvPr/>
        </p:nvSpPr>
        <p:spPr>
          <a:xfrm>
            <a:off x="423863" y="2782888"/>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39943" name="Rectangle 7"/>
          <p:cNvSpPr/>
          <p:nvPr/>
        </p:nvSpPr>
        <p:spPr>
          <a:xfrm>
            <a:off x="423863" y="3254375"/>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39944" name="Rectangle 8"/>
          <p:cNvSpPr/>
          <p:nvPr/>
        </p:nvSpPr>
        <p:spPr>
          <a:xfrm>
            <a:off x="423863" y="3240088"/>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39945" name="Rectangle 9"/>
          <p:cNvSpPr/>
          <p:nvPr/>
        </p:nvSpPr>
        <p:spPr>
          <a:xfrm>
            <a:off x="423863" y="2720975"/>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39946" name="Rectangle 10"/>
          <p:cNvSpPr/>
          <p:nvPr/>
        </p:nvSpPr>
        <p:spPr>
          <a:xfrm>
            <a:off x="423863" y="53975"/>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39947" name="Rectangle 11"/>
          <p:cNvSpPr/>
          <p:nvPr/>
        </p:nvSpPr>
        <p:spPr>
          <a:xfrm>
            <a:off x="423863" y="2811463"/>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39948" name="Rectangle 12"/>
          <p:cNvSpPr/>
          <p:nvPr/>
        </p:nvSpPr>
        <p:spPr>
          <a:xfrm>
            <a:off x="423863" y="53975"/>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39949" name="Rectangle 13"/>
          <p:cNvSpPr/>
          <p:nvPr/>
        </p:nvSpPr>
        <p:spPr>
          <a:xfrm>
            <a:off x="395288" y="225425"/>
            <a:ext cx="4645025" cy="630238"/>
          </a:xfrm>
          <a:prstGeom prst="rect">
            <a:avLst/>
          </a:prstGeom>
          <a:noFill/>
          <a:ln w="9525">
            <a:noFill/>
          </a:ln>
        </p:spPr>
        <p:txBody>
          <a:bodyPr anchor="ctr">
            <a:spAutoFit/>
          </a:bodyPr>
          <a:lstStyle/>
          <a:p>
            <a:pPr>
              <a:lnSpc>
                <a:spcPct val="125000"/>
              </a:lnSpc>
              <a:spcBef>
                <a:spcPct val="50000"/>
              </a:spcBef>
              <a:buSzPct val="85000"/>
            </a:pPr>
            <a:r>
              <a:rPr lang="zh-CN" altLang="en-US" sz="2800" b="1" dirty="0">
                <a:solidFill>
                  <a:srgbClr val="C00000"/>
                </a:solidFill>
                <a:latin typeface="黑体" panose="02010609060101010101" pitchFamily="2" charset="-122"/>
                <a:ea typeface="黑体" panose="02010609060101010101" pitchFamily="2" charset="-122"/>
              </a:rPr>
              <a:t>（</a:t>
            </a:r>
            <a:r>
              <a:rPr lang="en-US" altLang="zh-CN" sz="2800" b="1" dirty="0">
                <a:solidFill>
                  <a:srgbClr val="C00000"/>
                </a:solidFill>
                <a:latin typeface="黑体" panose="02010609060101010101" pitchFamily="2" charset="-122"/>
                <a:ea typeface="黑体" panose="02010609060101010101" pitchFamily="2" charset="-122"/>
              </a:rPr>
              <a:t>1</a:t>
            </a:r>
            <a:r>
              <a:rPr lang="zh-CN" altLang="en-US" sz="2800" b="1" dirty="0">
                <a:solidFill>
                  <a:srgbClr val="C00000"/>
                </a:solidFill>
                <a:latin typeface="黑体" panose="02010609060101010101" pitchFamily="2" charset="-122"/>
                <a:ea typeface="黑体" panose="02010609060101010101" pitchFamily="2" charset="-122"/>
              </a:rPr>
              <a:t>）测量范围与量程</a:t>
            </a:r>
          </a:p>
        </p:txBody>
      </p:sp>
      <p:sp>
        <p:nvSpPr>
          <p:cNvPr id="22" name="页脚占位符 6"/>
          <p:cNvSpPr txBox="1">
            <a:spLocks noGrp="1"/>
          </p:cNvSpPr>
          <p:nvPr>
            <p:ph type="ftr" sz="quarter" idx="11"/>
          </p:nvPr>
        </p:nvSpPr>
        <p:spPr>
          <a:xfrm>
            <a:off x="2843213" y="6411913"/>
            <a:ext cx="2895600" cy="365125"/>
          </a:xfrm>
          <a:noFill/>
        </p:spPr>
        <p:txBody>
          <a:bodyPr vert="horz" lIns="91440" tIns="45720" rIns="91440" bIns="45720" rtlCol="0" anchor="ctr"/>
          <a:lstStyle/>
          <a:p>
            <a:pPr marL="0" marR="0" lvl="0" indent="0" algn="ctr" defTabSz="914400" rtl="0" eaLnBrk="1" fontAlgn="base" latinLnBrk="0" hangingPunct="1">
              <a:lnSpc>
                <a:spcPct val="150000"/>
              </a:lnSpc>
              <a:spcBef>
                <a:spcPct val="20000"/>
              </a:spcBef>
              <a:spcAft>
                <a:spcPct val="0"/>
              </a:spcAft>
              <a:buClrTx/>
              <a:buSzPct val="85000"/>
              <a:buFontTx/>
              <a:buChar char="•"/>
              <a:defRPr/>
            </a:pPr>
            <a:r>
              <a:rPr kumimoji="1" lang="zh-CN" altLang="en-US" sz="1200" b="0" i="0" u="none" strike="noStrike" kern="1200" cap="none" spc="0" normalizeH="0" baseline="0" noProof="0" dirty="0">
                <a:ln>
                  <a:noFill/>
                </a:ln>
                <a:solidFill>
                  <a:schemeClr val="tx1">
                    <a:tint val="75000"/>
                  </a:schemeClr>
                </a:solidFill>
                <a:effectLst/>
                <a:uLnTx/>
                <a:uFillTx/>
                <a:latin typeface="Times New Roman" panose="02020603050405020304" pitchFamily="18" charset="0"/>
                <a:ea typeface="楷体_GB2312" pitchFamily="49" charset="-122"/>
                <a:cs typeface="+mn-cs"/>
              </a:rPr>
              <a:t>测量科学与仪器系</a:t>
            </a:r>
            <a:endParaRPr kumimoji="1" lang="en-US" altLang="zh-CN" sz="1200" b="0" i="0" u="none" strike="noStrike" kern="1200" cap="none" spc="0" normalizeH="0" baseline="0" noProof="0" dirty="0">
              <a:ln>
                <a:noFill/>
              </a:ln>
              <a:solidFill>
                <a:schemeClr val="tx1">
                  <a:tint val="75000"/>
                </a:schemeClr>
              </a:solidFill>
              <a:effectLst/>
              <a:uLnTx/>
              <a:uFillTx/>
              <a:latin typeface="Times New Roman" panose="02020603050405020304" pitchFamily="18" charset="0"/>
              <a:ea typeface="楷体_GB2312" pitchFamily="49" charset="-122"/>
              <a:cs typeface="+mn-cs"/>
            </a:endParaRPr>
          </a:p>
        </p:txBody>
      </p:sp>
      <p:sp>
        <p:nvSpPr>
          <p:cNvPr id="39951" name="Text Box 3"/>
          <p:cNvSpPr txBox="1"/>
          <p:nvPr/>
        </p:nvSpPr>
        <p:spPr>
          <a:xfrm>
            <a:off x="179388" y="908050"/>
            <a:ext cx="7921625" cy="3600450"/>
          </a:xfrm>
          <a:prstGeom prst="rect">
            <a:avLst/>
          </a:prstGeom>
          <a:noFill/>
          <a:ln w="9525">
            <a:noFill/>
          </a:ln>
        </p:spPr>
        <p:txBody>
          <a:bodyPr anchor="t">
            <a:spAutoFit/>
          </a:bodyPr>
          <a:lstStyle/>
          <a:p>
            <a:pPr>
              <a:lnSpc>
                <a:spcPct val="150000"/>
              </a:lnSpc>
              <a:spcBef>
                <a:spcPct val="50000"/>
              </a:spcBef>
              <a:buClr>
                <a:srgbClr val="D60093"/>
              </a:buClr>
              <a:buSzPct val="80000"/>
              <a:buFont typeface="Wingdings" panose="05000000000000000000" pitchFamily="2" charset="2"/>
              <a:buChar char="v"/>
            </a:pPr>
            <a:r>
              <a:rPr lang="zh-CN" altLang="en-US" dirty="0">
                <a:solidFill>
                  <a:srgbClr val="000000"/>
                </a:solidFill>
                <a:latin typeface="Times New Roman" panose="02020603050405020304" pitchFamily="18" charset="0"/>
                <a:ea typeface="楷体_GB2312" pitchFamily="49" charset="-122"/>
              </a:rPr>
              <a:t>测量上限：传感器所能测量的最大被测量的数值</a:t>
            </a:r>
            <a:r>
              <a:rPr lang="zh-CN" altLang="en-US" dirty="0">
                <a:solidFill>
                  <a:srgbClr val="000000"/>
                </a:solidFill>
                <a:latin typeface="Times New Roman" panose="02020603050405020304" pitchFamily="18" charset="0"/>
                <a:ea typeface="隶书" panose="02010509060101010101" pitchFamily="49" charset="-122"/>
              </a:rPr>
              <a:t>（</a:t>
            </a:r>
            <a:r>
              <a:rPr lang="en-US" altLang="zh-CN" dirty="0">
                <a:solidFill>
                  <a:srgbClr val="000000"/>
                </a:solidFill>
                <a:latin typeface="Times New Roman" panose="02020603050405020304" pitchFamily="18" charset="0"/>
                <a:ea typeface="隶书" panose="02010509060101010101" pitchFamily="49" charset="-122"/>
              </a:rPr>
              <a:t>x</a:t>
            </a:r>
            <a:r>
              <a:rPr lang="en-US" altLang="zh-CN" baseline="-25000" dirty="0">
                <a:solidFill>
                  <a:srgbClr val="000000"/>
                </a:solidFill>
                <a:latin typeface="Times New Roman" panose="02020603050405020304" pitchFamily="18" charset="0"/>
                <a:ea typeface="隶书" panose="02010509060101010101" pitchFamily="49" charset="-122"/>
              </a:rPr>
              <a:t>max</a:t>
            </a:r>
            <a:r>
              <a:rPr lang="en-US" altLang="zh-CN" dirty="0">
                <a:solidFill>
                  <a:srgbClr val="000000"/>
                </a:solidFill>
                <a:latin typeface="Times New Roman" panose="02020603050405020304" pitchFamily="18" charset="0"/>
                <a:ea typeface="隶书" panose="02010509060101010101" pitchFamily="49" charset="-122"/>
              </a:rPr>
              <a:t>) </a:t>
            </a:r>
            <a:r>
              <a:rPr lang="zh-CN" altLang="en-US" dirty="0">
                <a:solidFill>
                  <a:srgbClr val="000000"/>
                </a:solidFill>
                <a:latin typeface="Times New Roman" panose="02020603050405020304" pitchFamily="18" charset="0"/>
                <a:ea typeface="楷体_GB2312" pitchFamily="49" charset="-122"/>
              </a:rPr>
              <a:t>。</a:t>
            </a:r>
            <a:endParaRPr lang="zh-CN" altLang="en-US" dirty="0">
              <a:solidFill>
                <a:srgbClr val="000000"/>
              </a:solidFill>
              <a:latin typeface="Times New Roman" panose="02020603050405020304" pitchFamily="18" charset="0"/>
              <a:ea typeface="隶书" panose="02010509060101010101" pitchFamily="49" charset="-122"/>
            </a:endParaRPr>
          </a:p>
          <a:p>
            <a:pPr>
              <a:lnSpc>
                <a:spcPct val="150000"/>
              </a:lnSpc>
              <a:spcBef>
                <a:spcPct val="50000"/>
              </a:spcBef>
              <a:buClr>
                <a:srgbClr val="D60093"/>
              </a:buClr>
              <a:buSzPct val="80000"/>
              <a:buFont typeface="Wingdings" panose="05000000000000000000" pitchFamily="2" charset="2"/>
              <a:buChar char="v"/>
            </a:pPr>
            <a:r>
              <a:rPr lang="zh-CN" altLang="en-US" dirty="0">
                <a:solidFill>
                  <a:srgbClr val="000000"/>
                </a:solidFill>
                <a:latin typeface="Times New Roman" panose="02020603050405020304" pitchFamily="18" charset="0"/>
                <a:ea typeface="楷体_GB2312" pitchFamily="49" charset="-122"/>
              </a:rPr>
              <a:t>测量下限：传感器所能测量的最小被测量的数值</a:t>
            </a:r>
            <a:r>
              <a:rPr lang="zh-CN" altLang="en-US" dirty="0">
                <a:solidFill>
                  <a:srgbClr val="000000"/>
                </a:solidFill>
                <a:latin typeface="Times New Roman" panose="02020603050405020304" pitchFamily="18" charset="0"/>
                <a:ea typeface="隶书" panose="02010509060101010101" pitchFamily="49" charset="-122"/>
              </a:rPr>
              <a:t> </a:t>
            </a:r>
            <a:r>
              <a:rPr lang="en-US" altLang="zh-CN" dirty="0">
                <a:solidFill>
                  <a:srgbClr val="000000"/>
                </a:solidFill>
                <a:latin typeface="Times New Roman" panose="02020603050405020304" pitchFamily="18" charset="0"/>
                <a:ea typeface="隶书" panose="02010509060101010101" pitchFamily="49" charset="-122"/>
              </a:rPr>
              <a:t>(x</a:t>
            </a:r>
            <a:r>
              <a:rPr lang="en-US" altLang="zh-CN" baseline="-25000" dirty="0">
                <a:solidFill>
                  <a:srgbClr val="000000"/>
                </a:solidFill>
                <a:latin typeface="Times New Roman" panose="02020603050405020304" pitchFamily="18" charset="0"/>
                <a:ea typeface="隶书" panose="02010509060101010101" pitchFamily="49" charset="-122"/>
              </a:rPr>
              <a:t>min</a:t>
            </a:r>
            <a:r>
              <a:rPr lang="en-US" altLang="zh-CN" dirty="0">
                <a:solidFill>
                  <a:srgbClr val="000000"/>
                </a:solidFill>
                <a:latin typeface="Times New Roman" panose="02020603050405020304" pitchFamily="18" charset="0"/>
                <a:ea typeface="隶书" panose="02010509060101010101" pitchFamily="49" charset="-122"/>
              </a:rPr>
              <a:t>) </a:t>
            </a:r>
            <a:r>
              <a:rPr lang="zh-CN" altLang="en-US" dirty="0">
                <a:solidFill>
                  <a:srgbClr val="000000"/>
                </a:solidFill>
                <a:latin typeface="Times New Roman" panose="02020603050405020304" pitchFamily="18" charset="0"/>
                <a:ea typeface="楷体_GB2312" pitchFamily="49" charset="-122"/>
              </a:rPr>
              <a:t>。</a:t>
            </a:r>
            <a:r>
              <a:rPr lang="zh-CN" altLang="en-US" dirty="0">
                <a:solidFill>
                  <a:srgbClr val="000000"/>
                </a:solidFill>
                <a:latin typeface="Times New Roman" panose="02020603050405020304" pitchFamily="18" charset="0"/>
                <a:ea typeface="隶书" panose="02010509060101010101" pitchFamily="49" charset="-122"/>
              </a:rPr>
              <a:t> </a:t>
            </a:r>
          </a:p>
          <a:p>
            <a:pPr>
              <a:lnSpc>
                <a:spcPct val="150000"/>
              </a:lnSpc>
              <a:spcBef>
                <a:spcPct val="50000"/>
              </a:spcBef>
              <a:buClr>
                <a:srgbClr val="D60093"/>
              </a:buClr>
              <a:buSzPct val="80000"/>
              <a:buFont typeface="Wingdings" panose="05000000000000000000" pitchFamily="2" charset="2"/>
              <a:buChar char="v"/>
            </a:pPr>
            <a:r>
              <a:rPr lang="zh-CN" altLang="en-US" dirty="0">
                <a:solidFill>
                  <a:srgbClr val="000000"/>
                </a:solidFill>
                <a:latin typeface="Times New Roman" panose="02020603050405020304" pitchFamily="18" charset="0"/>
                <a:ea typeface="楷体_GB2312" pitchFamily="49" charset="-122"/>
              </a:rPr>
              <a:t>测量范围：</a:t>
            </a:r>
            <a:r>
              <a:rPr lang="en-US" altLang="zh-CN" dirty="0">
                <a:solidFill>
                  <a:srgbClr val="000000"/>
                </a:solidFill>
                <a:latin typeface="Times New Roman" panose="02020603050405020304" pitchFamily="18" charset="0"/>
                <a:ea typeface="隶书" panose="02010509060101010101" pitchFamily="49" charset="-122"/>
              </a:rPr>
              <a:t>-50</a:t>
            </a:r>
            <a:r>
              <a:rPr lang="en-US" altLang="zh-CN" dirty="0">
                <a:solidFill>
                  <a:srgbClr val="000000"/>
                </a:solidFill>
                <a:latin typeface="Times New Roman" panose="02020603050405020304" pitchFamily="18" charset="0"/>
                <a:ea typeface="楷体_GB2312" pitchFamily="49" charset="-122"/>
              </a:rPr>
              <a:t>~</a:t>
            </a:r>
            <a:r>
              <a:rPr lang="en-US" altLang="zh-CN" dirty="0">
                <a:solidFill>
                  <a:srgbClr val="000000"/>
                </a:solidFill>
                <a:latin typeface="Times New Roman" panose="02020603050405020304" pitchFamily="18" charset="0"/>
                <a:ea typeface="隶书" panose="02010509060101010101" pitchFamily="49" charset="-122"/>
              </a:rPr>
              <a:t>150</a:t>
            </a:r>
            <a:r>
              <a:rPr lang="zh-CN" altLang="en-US" dirty="0">
                <a:solidFill>
                  <a:srgbClr val="000000"/>
                </a:solidFill>
                <a:latin typeface="Times New Roman" panose="02020603050405020304" pitchFamily="18" charset="0"/>
                <a:ea typeface="隶书" panose="02010509060101010101" pitchFamily="49" charset="-122"/>
              </a:rPr>
              <a:t>、 </a:t>
            </a:r>
            <a:r>
              <a:rPr lang="en-US" altLang="zh-CN" dirty="0">
                <a:solidFill>
                  <a:srgbClr val="000000"/>
                </a:solidFill>
                <a:latin typeface="Times New Roman" panose="02020603050405020304" pitchFamily="18" charset="0"/>
                <a:ea typeface="隶书" panose="02010509060101010101" pitchFamily="49" charset="-122"/>
              </a:rPr>
              <a:t>0 </a:t>
            </a:r>
            <a:r>
              <a:rPr lang="en-US" altLang="zh-CN" dirty="0">
                <a:solidFill>
                  <a:srgbClr val="000000"/>
                </a:solidFill>
                <a:latin typeface="Times New Roman" panose="02020603050405020304" pitchFamily="18" charset="0"/>
                <a:ea typeface="楷体_GB2312" pitchFamily="49" charset="-122"/>
              </a:rPr>
              <a:t>~</a:t>
            </a:r>
            <a:r>
              <a:rPr lang="en-US" altLang="zh-CN" dirty="0">
                <a:solidFill>
                  <a:srgbClr val="000000"/>
                </a:solidFill>
                <a:latin typeface="Times New Roman" panose="02020603050405020304" pitchFamily="18" charset="0"/>
                <a:ea typeface="隶书" panose="02010509060101010101" pitchFamily="49" charset="-122"/>
              </a:rPr>
              <a:t> 50</a:t>
            </a:r>
            <a:r>
              <a:rPr lang="zh-CN" altLang="en-US" dirty="0">
                <a:solidFill>
                  <a:srgbClr val="000000"/>
                </a:solidFill>
                <a:latin typeface="Times New Roman" panose="02020603050405020304" pitchFamily="18" charset="0"/>
                <a:ea typeface="隶书" panose="02010509060101010101" pitchFamily="49" charset="-122"/>
              </a:rPr>
              <a:t>、</a:t>
            </a:r>
            <a:r>
              <a:rPr lang="en-US" altLang="zh-CN" dirty="0">
                <a:solidFill>
                  <a:srgbClr val="000000"/>
                </a:solidFill>
                <a:latin typeface="Times New Roman" panose="02020603050405020304" pitchFamily="18" charset="0"/>
                <a:ea typeface="隶书" panose="02010509060101010101" pitchFamily="49" charset="-122"/>
              </a:rPr>
              <a:t>-50</a:t>
            </a:r>
            <a:r>
              <a:rPr lang="en-US" altLang="zh-CN" dirty="0">
                <a:solidFill>
                  <a:srgbClr val="000000"/>
                </a:solidFill>
                <a:latin typeface="Times New Roman" panose="02020603050405020304" pitchFamily="18" charset="0"/>
                <a:ea typeface="楷体_GB2312" pitchFamily="49" charset="-122"/>
              </a:rPr>
              <a:t> ~</a:t>
            </a:r>
            <a:r>
              <a:rPr lang="en-US" altLang="zh-CN" dirty="0">
                <a:solidFill>
                  <a:srgbClr val="000000"/>
                </a:solidFill>
                <a:latin typeface="Times New Roman" panose="02020603050405020304" pitchFamily="18" charset="0"/>
                <a:ea typeface="隶书" panose="02010509060101010101" pitchFamily="49" charset="-122"/>
              </a:rPr>
              <a:t> +50</a:t>
            </a:r>
            <a:r>
              <a:rPr lang="zh-CN" altLang="en-US" dirty="0">
                <a:solidFill>
                  <a:srgbClr val="000000"/>
                </a:solidFill>
                <a:latin typeface="Times New Roman" panose="02020603050405020304" pitchFamily="18" charset="0"/>
                <a:ea typeface="隶书" panose="02010509060101010101" pitchFamily="49" charset="-122"/>
              </a:rPr>
              <a:t>、 </a:t>
            </a:r>
            <a:r>
              <a:rPr lang="en-US" altLang="zh-CN" dirty="0">
                <a:solidFill>
                  <a:srgbClr val="000000"/>
                </a:solidFill>
                <a:latin typeface="Times New Roman" panose="02020603050405020304" pitchFamily="18" charset="0"/>
                <a:ea typeface="隶书" panose="02010509060101010101" pitchFamily="49" charset="-122"/>
              </a:rPr>
              <a:t>20 </a:t>
            </a:r>
            <a:r>
              <a:rPr lang="en-US" altLang="zh-CN" dirty="0">
                <a:solidFill>
                  <a:srgbClr val="000000"/>
                </a:solidFill>
                <a:latin typeface="Times New Roman" panose="02020603050405020304" pitchFamily="18" charset="0"/>
                <a:ea typeface="楷体_GB2312" pitchFamily="49" charset="-122"/>
              </a:rPr>
              <a:t>~</a:t>
            </a:r>
            <a:r>
              <a:rPr lang="en-US" altLang="zh-CN" dirty="0">
                <a:solidFill>
                  <a:srgbClr val="000000"/>
                </a:solidFill>
                <a:latin typeface="Times New Roman" panose="02020603050405020304" pitchFamily="18" charset="0"/>
                <a:ea typeface="隶书" panose="02010509060101010101" pitchFamily="49" charset="-122"/>
              </a:rPr>
              <a:t> 100</a:t>
            </a:r>
          </a:p>
          <a:p>
            <a:pPr>
              <a:lnSpc>
                <a:spcPct val="150000"/>
              </a:lnSpc>
              <a:spcBef>
                <a:spcPct val="50000"/>
              </a:spcBef>
              <a:buClr>
                <a:srgbClr val="D60093"/>
              </a:buClr>
              <a:buSzPct val="80000"/>
              <a:buFont typeface="Wingdings" panose="05000000000000000000" pitchFamily="2" charset="2"/>
              <a:buChar char="v"/>
            </a:pPr>
            <a:r>
              <a:rPr lang="zh-CN" altLang="en-US" dirty="0">
                <a:solidFill>
                  <a:srgbClr val="000000"/>
                </a:solidFill>
                <a:latin typeface="Times New Roman" panose="02020603050405020304" pitchFamily="18" charset="0"/>
                <a:ea typeface="楷体_GB2312" pitchFamily="49" charset="-122"/>
              </a:rPr>
              <a:t>量程：测量上限和测量下限的代数差。</a:t>
            </a:r>
          </a:p>
          <a:p>
            <a:pPr>
              <a:lnSpc>
                <a:spcPct val="150000"/>
              </a:lnSpc>
              <a:spcBef>
                <a:spcPct val="50000"/>
              </a:spcBef>
              <a:buSzPct val="85000"/>
            </a:pPr>
            <a:r>
              <a:rPr lang="zh-CN" altLang="en-US" dirty="0">
                <a:solidFill>
                  <a:srgbClr val="000000"/>
                </a:solidFill>
                <a:latin typeface="Times New Roman" panose="02020603050405020304" pitchFamily="18" charset="0"/>
                <a:ea typeface="隶书" panose="02010509060101010101" pitchFamily="49" charset="-122"/>
              </a:rPr>
              <a:t>                      </a:t>
            </a:r>
            <a:r>
              <a:rPr lang="zh-CN" altLang="en-US" dirty="0">
                <a:solidFill>
                  <a:srgbClr val="000000"/>
                </a:solidFill>
                <a:latin typeface="Times New Roman" panose="02020603050405020304" pitchFamily="18" charset="0"/>
                <a:ea typeface="楷体_GB2312" pitchFamily="49" charset="-122"/>
              </a:rPr>
              <a:t>量程</a:t>
            </a:r>
            <a:r>
              <a:rPr lang="en-US" altLang="zh-CN" dirty="0">
                <a:solidFill>
                  <a:srgbClr val="000000"/>
                </a:solidFill>
                <a:latin typeface="Times New Roman" panose="02020603050405020304" pitchFamily="18" charset="0"/>
                <a:ea typeface="隶书" panose="02010509060101010101" pitchFamily="49" charset="-122"/>
              </a:rPr>
              <a:t>= x</a:t>
            </a:r>
            <a:r>
              <a:rPr lang="en-US" altLang="zh-CN" baseline="-25000" dirty="0">
                <a:solidFill>
                  <a:srgbClr val="000000"/>
                </a:solidFill>
                <a:latin typeface="Times New Roman" panose="02020603050405020304" pitchFamily="18" charset="0"/>
                <a:ea typeface="隶书" panose="02010509060101010101" pitchFamily="49" charset="-122"/>
              </a:rPr>
              <a:t>max</a:t>
            </a:r>
            <a:r>
              <a:rPr lang="en-US" altLang="zh-CN" dirty="0">
                <a:solidFill>
                  <a:srgbClr val="000000"/>
                </a:solidFill>
                <a:latin typeface="Times New Roman" panose="02020603050405020304" pitchFamily="18" charset="0"/>
                <a:ea typeface="隶书" panose="02010509060101010101" pitchFamily="49" charset="-122"/>
              </a:rPr>
              <a:t>- x</a:t>
            </a:r>
            <a:r>
              <a:rPr lang="en-US" altLang="zh-CN" baseline="-25000" dirty="0">
                <a:solidFill>
                  <a:srgbClr val="000000"/>
                </a:solidFill>
                <a:latin typeface="Times New Roman" panose="02020603050405020304" pitchFamily="18" charset="0"/>
                <a:ea typeface="隶书" panose="02010509060101010101" pitchFamily="49" charset="-122"/>
              </a:rPr>
              <a:t>min</a:t>
            </a:r>
          </a:p>
        </p:txBody>
      </p:sp>
      <p:sp>
        <p:nvSpPr>
          <p:cNvPr id="39952" name="Text Box 12"/>
          <p:cNvSpPr txBox="1"/>
          <p:nvPr/>
        </p:nvSpPr>
        <p:spPr>
          <a:xfrm>
            <a:off x="2447925" y="4868863"/>
            <a:ext cx="4038600" cy="576262"/>
          </a:xfrm>
          <a:prstGeom prst="rect">
            <a:avLst/>
          </a:prstGeom>
          <a:noFill/>
          <a:ln w="9525">
            <a:noFill/>
          </a:ln>
        </p:spPr>
        <p:txBody>
          <a:bodyPr anchor="t">
            <a:spAutoFit/>
          </a:bodyPr>
          <a:lstStyle/>
          <a:p>
            <a:pPr algn="ctr">
              <a:lnSpc>
                <a:spcPct val="150000"/>
              </a:lnSpc>
              <a:spcBef>
                <a:spcPct val="50000"/>
              </a:spcBef>
              <a:buSzPct val="85000"/>
            </a:pPr>
            <a:r>
              <a:rPr lang="zh-CN" altLang="en-US" b="1" dirty="0">
                <a:solidFill>
                  <a:srgbClr val="000000"/>
                </a:solidFill>
                <a:latin typeface="Times New Roman" panose="02020603050405020304" pitchFamily="18" charset="0"/>
                <a:ea typeface="楷体_GB2312" pitchFamily="49" charset="-122"/>
              </a:rPr>
              <a:t>如：量程</a:t>
            </a:r>
            <a:r>
              <a:rPr lang="en-US" altLang="zh-CN" b="1" dirty="0">
                <a:solidFill>
                  <a:srgbClr val="000000"/>
                </a:solidFill>
                <a:latin typeface="Times New Roman" panose="02020603050405020304" pitchFamily="18" charset="0"/>
                <a:ea typeface="楷体_GB2312" pitchFamily="49" charset="-122"/>
              </a:rPr>
              <a:t>=150-</a:t>
            </a:r>
            <a:r>
              <a:rPr lang="zh-CN" altLang="en-US" b="1" dirty="0">
                <a:solidFill>
                  <a:srgbClr val="000000"/>
                </a:solidFill>
                <a:latin typeface="Times New Roman" panose="02020603050405020304" pitchFamily="18" charset="0"/>
                <a:ea typeface="楷体_GB2312" pitchFamily="49" charset="-122"/>
              </a:rPr>
              <a:t>（</a:t>
            </a:r>
            <a:r>
              <a:rPr lang="en-US" altLang="zh-CN" b="1" dirty="0">
                <a:solidFill>
                  <a:srgbClr val="000000"/>
                </a:solidFill>
                <a:latin typeface="Times New Roman" panose="02020603050405020304" pitchFamily="18" charset="0"/>
                <a:ea typeface="楷体_GB2312" pitchFamily="49" charset="-122"/>
              </a:rPr>
              <a:t>-50</a:t>
            </a:r>
            <a:r>
              <a:rPr lang="zh-CN" altLang="en-US" b="1" dirty="0">
                <a:solidFill>
                  <a:srgbClr val="000000"/>
                </a:solidFill>
                <a:latin typeface="Times New Roman" panose="02020603050405020304" pitchFamily="18" charset="0"/>
                <a:ea typeface="楷体_GB2312" pitchFamily="49" charset="-122"/>
              </a:rPr>
              <a:t>）</a:t>
            </a:r>
            <a:r>
              <a:rPr lang="en-US" altLang="zh-CN" b="1" dirty="0">
                <a:solidFill>
                  <a:srgbClr val="000000"/>
                </a:solidFill>
                <a:latin typeface="Times New Roman" panose="02020603050405020304" pitchFamily="18" charset="0"/>
                <a:ea typeface="楷体_GB2312" pitchFamily="49" charset="-122"/>
              </a:rPr>
              <a:t>=200</a:t>
            </a:r>
          </a:p>
        </p:txBody>
      </p:sp>
      <p:grpSp>
        <p:nvGrpSpPr>
          <p:cNvPr id="39953" name="组合 33"/>
          <p:cNvGrpSpPr/>
          <p:nvPr/>
        </p:nvGrpSpPr>
        <p:grpSpPr>
          <a:xfrm>
            <a:off x="6624638" y="3116263"/>
            <a:ext cx="1974850" cy="3484562"/>
            <a:chOff x="6624228" y="3115964"/>
            <a:chExt cx="1975284" cy="3485291"/>
          </a:xfrm>
        </p:grpSpPr>
        <p:sp>
          <p:nvSpPr>
            <p:cNvPr id="39954" name="AutoShape 4"/>
            <p:cNvSpPr/>
            <p:nvPr/>
          </p:nvSpPr>
          <p:spPr>
            <a:xfrm>
              <a:off x="7128284" y="3115964"/>
              <a:ext cx="353604" cy="3352800"/>
            </a:xfrm>
            <a:prstGeom prst="can">
              <a:avLst>
                <a:gd name="adj" fmla="val 40602"/>
              </a:avLst>
            </a:prstGeom>
            <a:solidFill>
              <a:schemeClr val="accent1"/>
            </a:solidFill>
            <a:ln w="9525" cap="flat" cmpd="sng">
              <a:solidFill>
                <a:schemeClr val="tx1"/>
              </a:solidFill>
              <a:prstDash val="solid"/>
              <a:miter/>
              <a:headEnd type="none" w="med" len="med"/>
              <a:tailEnd type="none" w="med" len="med"/>
            </a:ln>
          </p:spPr>
          <p:txBody>
            <a:bodyPr wrap="none" anchor="ct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39955" name="Rectangle 8"/>
            <p:cNvSpPr/>
            <p:nvPr/>
          </p:nvSpPr>
          <p:spPr>
            <a:xfrm>
              <a:off x="7128284" y="3908127"/>
              <a:ext cx="353604" cy="2590800"/>
            </a:xfrm>
            <a:prstGeom prst="rect">
              <a:avLst/>
            </a:prstGeom>
            <a:solidFill>
              <a:srgbClr val="E20832"/>
            </a:solidFill>
            <a:ln w="9525" cap="flat" cmpd="sng">
              <a:solidFill>
                <a:schemeClr val="tx1"/>
              </a:solidFill>
              <a:prstDash val="solid"/>
              <a:miter/>
              <a:headEnd type="none" w="med" len="med"/>
              <a:tailEnd type="none" w="med" len="med"/>
            </a:ln>
          </p:spPr>
          <p:txBody>
            <a:bodyPr wrap="none" anchor="ct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39956" name="Text Box 9"/>
            <p:cNvSpPr txBox="1"/>
            <p:nvPr/>
          </p:nvSpPr>
          <p:spPr>
            <a:xfrm>
              <a:off x="7344308" y="6021288"/>
              <a:ext cx="1143000" cy="579967"/>
            </a:xfrm>
            <a:prstGeom prst="rect">
              <a:avLst/>
            </a:prstGeom>
            <a:noFill/>
            <a:ln w="9525">
              <a:noFill/>
            </a:ln>
          </p:spPr>
          <p:txBody>
            <a:bodyPr anchor="t">
              <a:spAutoFit/>
            </a:bodyPr>
            <a:lstStyle/>
            <a:p>
              <a:pPr algn="ctr">
                <a:lnSpc>
                  <a:spcPct val="150000"/>
                </a:lnSpc>
                <a:spcBef>
                  <a:spcPct val="50000"/>
                </a:spcBef>
                <a:buSzPct val="85000"/>
              </a:pPr>
              <a:r>
                <a:rPr lang="en-US" altLang="zh-CN" dirty="0">
                  <a:solidFill>
                    <a:srgbClr val="000000"/>
                  </a:solidFill>
                  <a:latin typeface="Times New Roman" panose="02020603050405020304" pitchFamily="18" charset="0"/>
                  <a:ea typeface="楷体_GB2312" pitchFamily="49" charset="-122"/>
                </a:rPr>
                <a:t>-50</a:t>
              </a:r>
              <a:r>
                <a:rPr lang="en-US" altLang="zh-CN" baseline="30000" dirty="0">
                  <a:solidFill>
                    <a:srgbClr val="000000"/>
                  </a:solidFill>
                  <a:latin typeface="Times New Roman" panose="02020603050405020304" pitchFamily="18" charset="0"/>
                  <a:ea typeface="楷体_GB2312" pitchFamily="49" charset="-122"/>
                </a:rPr>
                <a:t>0</a:t>
              </a:r>
              <a:r>
                <a:rPr lang="en-US" altLang="zh-CN" dirty="0">
                  <a:solidFill>
                    <a:srgbClr val="000000"/>
                  </a:solidFill>
                  <a:latin typeface="Times New Roman" panose="02020603050405020304" pitchFamily="18" charset="0"/>
                  <a:ea typeface="楷体_GB2312" pitchFamily="49" charset="-122"/>
                </a:rPr>
                <a:t>c</a:t>
              </a:r>
            </a:p>
          </p:txBody>
        </p:sp>
        <p:sp>
          <p:nvSpPr>
            <p:cNvPr id="39957" name="Text Box 10"/>
            <p:cNvSpPr txBox="1"/>
            <p:nvPr/>
          </p:nvSpPr>
          <p:spPr>
            <a:xfrm>
              <a:off x="7380312" y="3609020"/>
              <a:ext cx="1219200" cy="579967"/>
            </a:xfrm>
            <a:prstGeom prst="rect">
              <a:avLst/>
            </a:prstGeom>
            <a:noFill/>
            <a:ln w="9525">
              <a:noFill/>
            </a:ln>
          </p:spPr>
          <p:txBody>
            <a:bodyPr anchor="t">
              <a:spAutoFit/>
            </a:bodyPr>
            <a:lstStyle/>
            <a:p>
              <a:pPr algn="ctr">
                <a:lnSpc>
                  <a:spcPct val="150000"/>
                </a:lnSpc>
                <a:spcBef>
                  <a:spcPct val="50000"/>
                </a:spcBef>
                <a:buSzPct val="85000"/>
              </a:pPr>
              <a:r>
                <a:rPr lang="en-US" altLang="zh-CN" dirty="0">
                  <a:solidFill>
                    <a:srgbClr val="000000"/>
                  </a:solidFill>
                  <a:latin typeface="Times New Roman" panose="02020603050405020304" pitchFamily="18" charset="0"/>
                  <a:ea typeface="楷体_GB2312" pitchFamily="49" charset="-122"/>
                </a:rPr>
                <a:t>+150</a:t>
              </a:r>
              <a:r>
                <a:rPr lang="en-US" altLang="zh-CN" baseline="30000" dirty="0">
                  <a:solidFill>
                    <a:srgbClr val="000000"/>
                  </a:solidFill>
                  <a:latin typeface="Times New Roman" panose="02020603050405020304" pitchFamily="18" charset="0"/>
                  <a:ea typeface="楷体_GB2312" pitchFamily="49" charset="-122"/>
                </a:rPr>
                <a:t>0</a:t>
              </a:r>
              <a:r>
                <a:rPr lang="en-US" altLang="zh-CN" dirty="0">
                  <a:solidFill>
                    <a:srgbClr val="000000"/>
                  </a:solidFill>
                  <a:latin typeface="Times New Roman" panose="02020603050405020304" pitchFamily="18" charset="0"/>
                  <a:ea typeface="楷体_GB2312" pitchFamily="49" charset="-122"/>
                </a:rPr>
                <a:t>c</a:t>
              </a:r>
            </a:p>
          </p:txBody>
        </p:sp>
        <p:sp>
          <p:nvSpPr>
            <p:cNvPr id="39958" name="AutoShape 11"/>
            <p:cNvSpPr/>
            <p:nvPr/>
          </p:nvSpPr>
          <p:spPr>
            <a:xfrm>
              <a:off x="6624228" y="3933056"/>
              <a:ext cx="410617" cy="2489671"/>
            </a:xfrm>
            <a:prstGeom prst="leftBrace">
              <a:avLst>
                <a:gd name="adj1" fmla="val 32730"/>
                <a:gd name="adj2" fmla="val 51199"/>
              </a:avLst>
            </a:prstGeom>
            <a:noFill/>
            <a:ln w="28575" cap="flat" cmpd="sng">
              <a:solidFill>
                <a:schemeClr val="tx1"/>
              </a:solidFill>
              <a:prstDash val="solid"/>
              <a:miter/>
              <a:headEnd type="none" w="med" len="med"/>
              <a:tailEnd type="none" w="med" len="med"/>
            </a:ln>
          </p:spPr>
          <p:txBody>
            <a:bodyPr wrap="none" anchor="ct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grpSp>
      <p:sp>
        <p:nvSpPr>
          <p:cNvPr id="24" name="矩形 23">
            <a:extLst>
              <a:ext uri="{FF2B5EF4-FFF2-40B4-BE49-F238E27FC236}">
                <a16:creationId xmlns:a16="http://schemas.microsoft.com/office/drawing/2014/main" id="{A4644604-21B6-44CB-AB8C-9F0388289FC6}"/>
              </a:ext>
            </a:extLst>
          </p:cNvPr>
          <p:cNvSpPr/>
          <p:nvPr/>
        </p:nvSpPr>
        <p:spPr>
          <a:xfrm>
            <a:off x="1371339" y="5855668"/>
            <a:ext cx="2345514" cy="461665"/>
          </a:xfrm>
          <a:prstGeom prst="rect">
            <a:avLst/>
          </a:prstGeom>
        </p:spPr>
        <p:txBody>
          <a:bodyPr wrap="none">
            <a:spAutoFit/>
          </a:bodyPr>
          <a:lstStyle/>
          <a:p>
            <a:r>
              <a:rPr lang="zh-CN" altLang="en-US" dirty="0">
                <a:solidFill>
                  <a:srgbClr val="1552D1"/>
                </a:solidFill>
              </a:rPr>
              <a:t>量程：</a:t>
            </a:r>
            <a:r>
              <a:rPr lang="en-US" altLang="zh-CN" dirty="0">
                <a:solidFill>
                  <a:srgbClr val="1552D1"/>
                </a:solidFill>
              </a:rPr>
              <a:t>Full Scale</a:t>
            </a:r>
            <a:endParaRPr lang="zh-CN" altLang="en-US" dirty="0">
              <a:solidFill>
                <a:srgbClr val="1552D1"/>
              </a:solidFill>
            </a:endParaRPr>
          </a:p>
        </p:txBody>
      </p:sp>
    </p:spTree>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1" name="灯片编号占位符 4"/>
          <p:cNvSpPr>
            <a:spLocks noGrp="1"/>
          </p:cNvSpPr>
          <p:nvPr>
            <p:ph type="sldNum" sz="quarter" idx="12"/>
          </p:nvPr>
        </p:nvSpPr>
        <p:spPr>
          <a:noFill/>
          <a:ln>
            <a:noFill/>
          </a:ln>
        </p:spPr>
        <p:txBody>
          <a:bodyPr wrap="square" lIns="91440" tIns="45720" rIns="91440" bIns="45720" anchor="ctr"/>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r">
              <a:lnSpc>
                <a:spcPct val="150000"/>
              </a:lnSpc>
              <a:spcBef>
                <a:spcPct val="20000"/>
              </a:spcBef>
              <a:buSzPct val="85000"/>
              <a:buFontTx/>
              <a:buChar char="•"/>
            </a:pPr>
            <a:fld id="{9A0DB2DC-4C9A-4742-B13C-FB6460FD3503}" type="slidenum">
              <a:rPr lang="en-US" altLang="zh-CN" sz="1200" dirty="0">
                <a:solidFill>
                  <a:srgbClr val="898989"/>
                </a:solidFill>
              </a:rPr>
              <a:t>26</a:t>
            </a:fld>
            <a:endParaRPr lang="en-US" altLang="zh-CN" sz="1200" dirty="0">
              <a:solidFill>
                <a:srgbClr val="898989"/>
              </a:solidFill>
            </a:endParaRPr>
          </a:p>
        </p:txBody>
      </p:sp>
      <p:sp>
        <p:nvSpPr>
          <p:cNvPr id="40962" name="Rectangle 2"/>
          <p:cNvSpPr/>
          <p:nvPr/>
        </p:nvSpPr>
        <p:spPr>
          <a:xfrm>
            <a:off x="423863" y="3268663"/>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40963" name="Rectangle 3"/>
          <p:cNvSpPr/>
          <p:nvPr/>
        </p:nvSpPr>
        <p:spPr>
          <a:xfrm>
            <a:off x="423863" y="3254375"/>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40964" name="Rectangle 4"/>
          <p:cNvSpPr/>
          <p:nvPr/>
        </p:nvSpPr>
        <p:spPr>
          <a:xfrm>
            <a:off x="423863" y="3192463"/>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40965" name="Rectangle 5"/>
          <p:cNvSpPr/>
          <p:nvPr/>
        </p:nvSpPr>
        <p:spPr>
          <a:xfrm>
            <a:off x="423863" y="3254375"/>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40966" name="Rectangle 6"/>
          <p:cNvSpPr/>
          <p:nvPr/>
        </p:nvSpPr>
        <p:spPr>
          <a:xfrm>
            <a:off x="423863" y="2782888"/>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40967" name="Rectangle 7"/>
          <p:cNvSpPr/>
          <p:nvPr/>
        </p:nvSpPr>
        <p:spPr>
          <a:xfrm>
            <a:off x="423863" y="3254375"/>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40968" name="Rectangle 8"/>
          <p:cNvSpPr/>
          <p:nvPr/>
        </p:nvSpPr>
        <p:spPr>
          <a:xfrm>
            <a:off x="423863" y="3240088"/>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40969" name="Rectangle 9"/>
          <p:cNvSpPr/>
          <p:nvPr/>
        </p:nvSpPr>
        <p:spPr>
          <a:xfrm>
            <a:off x="423863" y="2720975"/>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40970" name="Rectangle 10"/>
          <p:cNvSpPr/>
          <p:nvPr/>
        </p:nvSpPr>
        <p:spPr>
          <a:xfrm>
            <a:off x="423863" y="53975"/>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40971" name="Rectangle 11"/>
          <p:cNvSpPr/>
          <p:nvPr/>
        </p:nvSpPr>
        <p:spPr>
          <a:xfrm>
            <a:off x="423863" y="2811463"/>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40972" name="Rectangle 12"/>
          <p:cNvSpPr/>
          <p:nvPr/>
        </p:nvSpPr>
        <p:spPr>
          <a:xfrm>
            <a:off x="423863" y="53975"/>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40973" name="Rectangle 13"/>
          <p:cNvSpPr/>
          <p:nvPr/>
        </p:nvSpPr>
        <p:spPr>
          <a:xfrm>
            <a:off x="395288" y="225425"/>
            <a:ext cx="2266950" cy="630238"/>
          </a:xfrm>
          <a:prstGeom prst="rect">
            <a:avLst/>
          </a:prstGeom>
          <a:noFill/>
          <a:ln w="9525">
            <a:noFill/>
          </a:ln>
        </p:spPr>
        <p:txBody>
          <a:bodyPr anchor="ctr">
            <a:spAutoFit/>
          </a:bodyPr>
          <a:lstStyle/>
          <a:p>
            <a:pPr>
              <a:lnSpc>
                <a:spcPct val="125000"/>
              </a:lnSpc>
              <a:spcBef>
                <a:spcPct val="50000"/>
              </a:spcBef>
              <a:buSzPct val="85000"/>
            </a:pPr>
            <a:r>
              <a:rPr lang="zh-CN" altLang="en-US" sz="2800" b="1" dirty="0">
                <a:solidFill>
                  <a:srgbClr val="C00000"/>
                </a:solidFill>
                <a:latin typeface="黑体" panose="02010609060101010101" pitchFamily="2" charset="-122"/>
                <a:ea typeface="黑体" panose="02010609060101010101" pitchFamily="2" charset="-122"/>
              </a:rPr>
              <a:t>（</a:t>
            </a:r>
            <a:r>
              <a:rPr lang="en-US" altLang="zh-CN" sz="2800" b="1" dirty="0">
                <a:solidFill>
                  <a:srgbClr val="C00000"/>
                </a:solidFill>
                <a:latin typeface="黑体" panose="02010609060101010101" pitchFamily="2" charset="-122"/>
                <a:ea typeface="黑体" panose="02010609060101010101" pitchFamily="2" charset="-122"/>
              </a:rPr>
              <a:t>2</a:t>
            </a:r>
            <a:r>
              <a:rPr lang="zh-CN" altLang="en-US" sz="2800" b="1" dirty="0">
                <a:solidFill>
                  <a:srgbClr val="C00000"/>
                </a:solidFill>
                <a:latin typeface="黑体" panose="02010609060101010101" pitchFamily="2" charset="-122"/>
                <a:ea typeface="黑体" panose="02010609060101010101" pitchFamily="2" charset="-122"/>
              </a:rPr>
              <a:t>）线性度</a:t>
            </a:r>
          </a:p>
        </p:txBody>
      </p:sp>
      <p:sp>
        <p:nvSpPr>
          <p:cNvPr id="40974" name="Rectangle 14"/>
          <p:cNvSpPr/>
          <p:nvPr/>
        </p:nvSpPr>
        <p:spPr>
          <a:xfrm>
            <a:off x="647700" y="908050"/>
            <a:ext cx="8208963" cy="1765300"/>
          </a:xfrm>
          <a:prstGeom prst="rect">
            <a:avLst/>
          </a:prstGeom>
          <a:noFill/>
          <a:ln w="9525">
            <a:noFill/>
          </a:ln>
        </p:spPr>
        <p:txBody>
          <a:bodyPr anchor="t"/>
          <a:lstStyle/>
          <a:p>
            <a:pPr indent="576580">
              <a:lnSpc>
                <a:spcPct val="150000"/>
              </a:lnSpc>
              <a:spcBef>
                <a:spcPct val="20000"/>
              </a:spcBef>
              <a:buSzPct val="85000"/>
            </a:pPr>
            <a:r>
              <a:rPr lang="zh-CN" altLang="en-US" dirty="0">
                <a:latin typeface="Times New Roman" panose="02020603050405020304" pitchFamily="18" charset="0"/>
                <a:ea typeface="楷体_GB2312" pitchFamily="49" charset="-122"/>
              </a:rPr>
              <a:t>线性度（非线性误差）用来说明静特性曲线偏离</a:t>
            </a:r>
            <a:r>
              <a:rPr lang="zh-CN" altLang="en-US" dirty="0">
                <a:solidFill>
                  <a:srgbClr val="FF0000"/>
                </a:solidFill>
                <a:latin typeface="Times New Roman" panose="02020603050405020304" pitchFamily="18" charset="0"/>
                <a:ea typeface="楷体_GB2312" pitchFamily="49" charset="-122"/>
              </a:rPr>
              <a:t>某种拟合直线</a:t>
            </a:r>
            <a:r>
              <a:rPr lang="zh-CN" altLang="en-US" dirty="0">
                <a:latin typeface="Times New Roman" panose="02020603050405020304" pitchFamily="18" charset="0"/>
                <a:ea typeface="楷体_GB2312" pitchFamily="49" charset="-122"/>
              </a:rPr>
              <a:t>的程度，通常以其最大偏差△</a:t>
            </a:r>
            <a:r>
              <a:rPr lang="en-US" altLang="zh-CN" i="1" dirty="0">
                <a:latin typeface="Times New Roman" panose="02020603050405020304" pitchFamily="18" charset="0"/>
                <a:ea typeface="宋体" panose="02010600030101010101" pitchFamily="2" charset="-122"/>
              </a:rPr>
              <a:t>y</a:t>
            </a:r>
            <a:r>
              <a:rPr lang="en-US" altLang="zh-CN" baseline="-25000" dirty="0">
                <a:latin typeface="Times New Roman" panose="02020603050405020304" pitchFamily="18" charset="0"/>
                <a:ea typeface="宋体" panose="02010600030101010101" pitchFamily="2" charset="-122"/>
              </a:rPr>
              <a:t>m</a:t>
            </a:r>
            <a:r>
              <a:rPr lang="zh-CN" altLang="en-US" dirty="0">
                <a:latin typeface="Times New Roman" panose="02020603050405020304" pitchFamily="18" charset="0"/>
                <a:ea typeface="楷体_GB2312" pitchFamily="49" charset="-122"/>
              </a:rPr>
              <a:t>与满刻度输出值</a:t>
            </a:r>
            <a:r>
              <a:rPr lang="en-US" altLang="zh-CN" i="1" dirty="0">
                <a:latin typeface="Times New Roman" panose="02020603050405020304" pitchFamily="18" charset="0"/>
                <a:ea typeface="宋体" panose="02010600030101010101" pitchFamily="2" charset="-122"/>
              </a:rPr>
              <a:t>y</a:t>
            </a:r>
            <a:r>
              <a:rPr lang="en-US" altLang="zh-CN" baseline="-25000" dirty="0">
                <a:latin typeface="Times New Roman" panose="02020603050405020304" pitchFamily="18" charset="0"/>
                <a:ea typeface="宋体" panose="02010600030101010101" pitchFamily="2" charset="-122"/>
              </a:rPr>
              <a:t>FS</a:t>
            </a:r>
            <a:r>
              <a:rPr lang="zh-CN" altLang="en-US" dirty="0">
                <a:latin typeface="Times New Roman" panose="02020603050405020304" pitchFamily="18" charset="0"/>
                <a:ea typeface="楷体_GB2312" pitchFamily="49" charset="-122"/>
              </a:rPr>
              <a:t>的比值来表示：</a:t>
            </a:r>
          </a:p>
        </p:txBody>
      </p:sp>
      <p:sp>
        <p:nvSpPr>
          <p:cNvPr id="40975" name="Text Box 6"/>
          <p:cNvSpPr txBox="1"/>
          <p:nvPr/>
        </p:nvSpPr>
        <p:spPr>
          <a:xfrm>
            <a:off x="719138" y="4257675"/>
            <a:ext cx="4608512" cy="979488"/>
          </a:xfrm>
          <a:prstGeom prst="rect">
            <a:avLst/>
          </a:prstGeom>
          <a:noFill/>
          <a:ln w="9525">
            <a:noFill/>
          </a:ln>
        </p:spPr>
        <p:txBody>
          <a:bodyPr anchor="t">
            <a:spAutoFit/>
          </a:bodyPr>
          <a:lstStyle/>
          <a:p>
            <a:pPr>
              <a:lnSpc>
                <a:spcPct val="150000"/>
              </a:lnSpc>
              <a:spcBef>
                <a:spcPct val="20000"/>
              </a:spcBef>
              <a:buSzPct val="85000"/>
              <a:buFontTx/>
              <a:buChar char="•"/>
            </a:pPr>
            <a:r>
              <a:rPr lang="en-US" altLang="zh-CN" sz="1800" dirty="0">
                <a:latin typeface="Times New Roman" panose="02020603050405020304" pitchFamily="18" charset="0"/>
                <a:ea typeface="宋体" panose="02010600030101010101" pitchFamily="2" charset="-122"/>
              </a:rPr>
              <a:t>Δ</a:t>
            </a:r>
            <a:r>
              <a:rPr lang="en-US" altLang="zh-CN" sz="1800" i="1" dirty="0">
                <a:latin typeface="Times New Roman" panose="02020603050405020304" pitchFamily="18" charset="0"/>
                <a:ea typeface="宋体" panose="02010600030101010101" pitchFamily="2" charset="-122"/>
              </a:rPr>
              <a:t>y</a:t>
            </a:r>
            <a:r>
              <a:rPr lang="en-US" altLang="zh-CN" sz="1800" baseline="-25000" dirty="0">
                <a:latin typeface="Times New Roman" panose="02020603050405020304" pitchFamily="18" charset="0"/>
                <a:ea typeface="宋体" panose="02010600030101010101" pitchFamily="2" charset="-122"/>
              </a:rPr>
              <a:t>m</a:t>
            </a:r>
            <a:r>
              <a:rPr lang="en-US" altLang="zh-CN" sz="1800" dirty="0">
                <a:latin typeface="Courier New" panose="02070309020205020404" pitchFamily="49" charset="0"/>
                <a:ea typeface="宋体" panose="02010600030101010101" pitchFamily="2" charset="-122"/>
              </a:rPr>
              <a:t>——</a:t>
            </a:r>
            <a:r>
              <a:rPr lang="zh-CN" altLang="en-US" sz="1800" dirty="0">
                <a:latin typeface="Times New Roman" panose="02020603050405020304" pitchFamily="18" charset="0"/>
                <a:ea typeface="宋体" panose="02010600030101010101" pitchFamily="2" charset="-122"/>
              </a:rPr>
              <a:t>校准曲线与拟合直线间的最大偏差  </a:t>
            </a:r>
          </a:p>
          <a:p>
            <a:pPr>
              <a:lnSpc>
                <a:spcPct val="150000"/>
              </a:lnSpc>
              <a:spcBef>
                <a:spcPct val="20000"/>
              </a:spcBef>
              <a:buSzPct val="85000"/>
              <a:buFontTx/>
              <a:buChar char="•"/>
            </a:pPr>
            <a:r>
              <a:rPr lang="en-US" altLang="zh-CN" sz="1800" i="1" dirty="0">
                <a:latin typeface="Times New Roman" panose="02020603050405020304" pitchFamily="18" charset="0"/>
                <a:ea typeface="宋体" panose="02010600030101010101" pitchFamily="2" charset="-122"/>
              </a:rPr>
              <a:t>y</a:t>
            </a:r>
            <a:r>
              <a:rPr lang="en-US" altLang="zh-CN" sz="1800" baseline="-25000" dirty="0">
                <a:latin typeface="Times New Roman" panose="02020603050405020304" pitchFamily="18" charset="0"/>
                <a:ea typeface="宋体" panose="02010600030101010101" pitchFamily="2" charset="-122"/>
              </a:rPr>
              <a:t>FS</a:t>
            </a:r>
            <a:r>
              <a:rPr lang="en-US" altLang="zh-CN" sz="1800" dirty="0">
                <a:latin typeface="Times New Roman" panose="02020603050405020304" pitchFamily="18" charset="0"/>
                <a:ea typeface="宋体" panose="02010600030101010101" pitchFamily="2" charset="-122"/>
              </a:rPr>
              <a:t>——</a:t>
            </a:r>
            <a:r>
              <a:rPr lang="zh-CN" altLang="en-US" sz="1800" dirty="0">
                <a:latin typeface="Times New Roman" panose="02020603050405020304" pitchFamily="18" charset="0"/>
                <a:ea typeface="宋体" panose="02010600030101010101" pitchFamily="2" charset="-122"/>
              </a:rPr>
              <a:t>传感器满刻度输出。</a:t>
            </a:r>
            <a:endParaRPr lang="en-US" altLang="zh-CN" sz="1800" baseline="-25000" dirty="0">
              <a:latin typeface="Times New Roman" panose="02020603050405020304" pitchFamily="18" charset="0"/>
              <a:ea typeface="宋体" panose="02010600030101010101" pitchFamily="2" charset="-122"/>
            </a:endParaRPr>
          </a:p>
        </p:txBody>
      </p:sp>
      <p:graphicFrame>
        <p:nvGraphicFramePr>
          <p:cNvPr id="40976" name="Object 18"/>
          <p:cNvGraphicFramePr>
            <a:graphicFrameLocks noChangeAspect="1"/>
          </p:cNvGraphicFramePr>
          <p:nvPr/>
        </p:nvGraphicFramePr>
        <p:xfrm>
          <a:off x="1008063" y="2889250"/>
          <a:ext cx="3289300" cy="1223963"/>
        </p:xfrm>
        <a:graphic>
          <a:graphicData uri="http://schemas.openxmlformats.org/presentationml/2006/ole">
            <mc:AlternateContent xmlns:mc="http://schemas.openxmlformats.org/markup-compatibility/2006">
              <mc:Choice xmlns:v="urn:schemas-microsoft-com:vml" Requires="v">
                <p:oleObj spid="_x0000_s6182" r:id="rId3" imgW="1167765" imgH="431800" progId="Equation.DSMT4">
                  <p:embed/>
                </p:oleObj>
              </mc:Choice>
              <mc:Fallback>
                <p:oleObj r:id="rId3" imgW="1167765" imgH="431800" progId="Equation.DSMT4">
                  <p:embed/>
                  <p:pic>
                    <p:nvPicPr>
                      <p:cNvPr id="0" name="图片 3080"/>
                      <p:cNvPicPr/>
                      <p:nvPr/>
                    </p:nvPicPr>
                    <p:blipFill>
                      <a:blip r:embed="rId4"/>
                      <a:stretch>
                        <a:fillRect/>
                      </a:stretch>
                    </p:blipFill>
                    <p:spPr>
                      <a:xfrm>
                        <a:off x="1008063" y="2889250"/>
                        <a:ext cx="3289300" cy="1223963"/>
                      </a:xfrm>
                      <a:prstGeom prst="rect">
                        <a:avLst/>
                      </a:prstGeom>
                      <a:noFill/>
                      <a:ln w="38100">
                        <a:noFill/>
                        <a:miter/>
                      </a:ln>
                    </p:spPr>
                  </p:pic>
                </p:oleObj>
              </mc:Fallback>
            </mc:AlternateContent>
          </a:graphicData>
        </a:graphic>
      </p:graphicFrame>
      <p:sp>
        <p:nvSpPr>
          <p:cNvPr id="22" name="页脚占位符 6"/>
          <p:cNvSpPr txBox="1">
            <a:spLocks noGrp="1"/>
          </p:cNvSpPr>
          <p:nvPr>
            <p:ph type="ftr" sz="quarter" idx="11"/>
          </p:nvPr>
        </p:nvSpPr>
        <p:spPr>
          <a:xfrm>
            <a:off x="2843213" y="6411913"/>
            <a:ext cx="2895600" cy="365125"/>
          </a:xfrm>
          <a:noFill/>
        </p:spPr>
        <p:txBody>
          <a:bodyPr vert="horz" lIns="91440" tIns="45720" rIns="91440" bIns="45720" rtlCol="0" anchor="ctr"/>
          <a:lstStyle/>
          <a:p>
            <a:pPr marL="0" marR="0" lvl="0" indent="0" algn="ctr" defTabSz="914400" rtl="0" eaLnBrk="1" fontAlgn="base" latinLnBrk="0" hangingPunct="1">
              <a:lnSpc>
                <a:spcPct val="150000"/>
              </a:lnSpc>
              <a:spcBef>
                <a:spcPct val="20000"/>
              </a:spcBef>
              <a:spcAft>
                <a:spcPct val="0"/>
              </a:spcAft>
              <a:buClrTx/>
              <a:buSzPct val="85000"/>
              <a:buFontTx/>
              <a:buChar char="•"/>
              <a:defRPr/>
            </a:pPr>
            <a:r>
              <a:rPr kumimoji="1" lang="zh-CN" altLang="en-US" sz="1200" b="0" i="0" u="none" strike="noStrike" kern="1200" cap="none" spc="0" normalizeH="0" baseline="0" noProof="0" dirty="0">
                <a:ln>
                  <a:noFill/>
                </a:ln>
                <a:solidFill>
                  <a:schemeClr val="tx1">
                    <a:tint val="75000"/>
                  </a:schemeClr>
                </a:solidFill>
                <a:effectLst/>
                <a:uLnTx/>
                <a:uFillTx/>
                <a:latin typeface="Times New Roman" panose="02020603050405020304" pitchFamily="18" charset="0"/>
                <a:ea typeface="楷体_GB2312" pitchFamily="49" charset="-122"/>
                <a:cs typeface="+mn-cs"/>
              </a:rPr>
              <a:t>测量科学与仪器系</a:t>
            </a:r>
            <a:endParaRPr kumimoji="1" lang="en-US" altLang="zh-CN" sz="1200" b="0" i="0" u="none" strike="noStrike" kern="1200" cap="none" spc="0" normalizeH="0" baseline="0" noProof="0" dirty="0">
              <a:ln>
                <a:noFill/>
              </a:ln>
              <a:solidFill>
                <a:schemeClr val="tx1">
                  <a:tint val="75000"/>
                </a:schemeClr>
              </a:solidFill>
              <a:effectLst/>
              <a:uLnTx/>
              <a:uFillTx/>
              <a:latin typeface="Times New Roman" panose="02020603050405020304" pitchFamily="18" charset="0"/>
              <a:ea typeface="楷体_GB2312" pitchFamily="49" charset="-122"/>
              <a:cs typeface="+mn-cs"/>
            </a:endParaRPr>
          </a:p>
        </p:txBody>
      </p:sp>
      <p:pic>
        <p:nvPicPr>
          <p:cNvPr id="40978" name="Picture 20" descr="C:\Documents and Settings\Administrator\桌面\q1.png"/>
          <p:cNvPicPr>
            <a:picLocks noChangeAspect="1"/>
          </p:cNvPicPr>
          <p:nvPr/>
        </p:nvPicPr>
        <p:blipFill>
          <a:blip r:embed="rId5"/>
          <a:stretch>
            <a:fillRect/>
          </a:stretch>
        </p:blipFill>
        <p:spPr>
          <a:xfrm>
            <a:off x="5146675" y="2332038"/>
            <a:ext cx="3709988" cy="3030537"/>
          </a:xfrm>
          <a:prstGeom prst="rect">
            <a:avLst/>
          </a:prstGeom>
          <a:noFill/>
          <a:ln w="9525">
            <a:noFill/>
          </a:ln>
        </p:spPr>
      </p:pic>
      <p:sp>
        <p:nvSpPr>
          <p:cNvPr id="21" name="矩形 20">
            <a:extLst>
              <a:ext uri="{FF2B5EF4-FFF2-40B4-BE49-F238E27FC236}">
                <a16:creationId xmlns:a16="http://schemas.microsoft.com/office/drawing/2014/main" id="{2D534DAA-977C-4E18-8A82-9EE1F5BCAD37}"/>
              </a:ext>
            </a:extLst>
          </p:cNvPr>
          <p:cNvSpPr/>
          <p:nvPr/>
        </p:nvSpPr>
        <p:spPr>
          <a:xfrm>
            <a:off x="1371339" y="5855668"/>
            <a:ext cx="2345514" cy="461665"/>
          </a:xfrm>
          <a:prstGeom prst="rect">
            <a:avLst/>
          </a:prstGeom>
        </p:spPr>
        <p:txBody>
          <a:bodyPr wrap="none">
            <a:spAutoFit/>
          </a:bodyPr>
          <a:lstStyle/>
          <a:p>
            <a:r>
              <a:rPr lang="zh-CN" altLang="en-US" dirty="0">
                <a:solidFill>
                  <a:srgbClr val="1552D1"/>
                </a:solidFill>
              </a:rPr>
              <a:t>量程：</a:t>
            </a:r>
            <a:r>
              <a:rPr lang="en-US" altLang="zh-CN" dirty="0">
                <a:solidFill>
                  <a:srgbClr val="1552D1"/>
                </a:solidFill>
              </a:rPr>
              <a:t>Full Scale</a:t>
            </a:r>
            <a:endParaRPr lang="zh-CN" altLang="en-US" dirty="0">
              <a:solidFill>
                <a:srgbClr val="1552D1"/>
              </a:solidFill>
            </a:endParaRPr>
          </a:p>
        </p:txBody>
      </p:sp>
    </p:spTree>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5" name="灯片编号占位符 3"/>
          <p:cNvSpPr>
            <a:spLocks noGrp="1"/>
          </p:cNvSpPr>
          <p:nvPr>
            <p:ph type="sldNum" sz="quarter" idx="12"/>
          </p:nvPr>
        </p:nvSpPr>
        <p:spPr>
          <a:noFill/>
          <a:ln>
            <a:noFill/>
          </a:ln>
        </p:spPr>
        <p:txBody>
          <a:bodyPr wrap="square" lIns="91440" tIns="45720" rIns="91440" bIns="45720" anchor="ctr"/>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r">
              <a:lnSpc>
                <a:spcPct val="150000"/>
              </a:lnSpc>
              <a:spcBef>
                <a:spcPct val="20000"/>
              </a:spcBef>
              <a:buSzPct val="85000"/>
              <a:buFontTx/>
              <a:buChar char="•"/>
            </a:pPr>
            <a:fld id="{9A0DB2DC-4C9A-4742-B13C-FB6460FD3503}" type="slidenum">
              <a:rPr lang="en-US" altLang="zh-CN" sz="1200" dirty="0">
                <a:solidFill>
                  <a:srgbClr val="898989"/>
                </a:solidFill>
              </a:rPr>
              <a:t>27</a:t>
            </a:fld>
            <a:endParaRPr lang="en-US" altLang="zh-CN" sz="1200" dirty="0">
              <a:solidFill>
                <a:srgbClr val="898989"/>
              </a:solidFill>
            </a:endParaRPr>
          </a:p>
        </p:txBody>
      </p:sp>
      <p:sp>
        <p:nvSpPr>
          <p:cNvPr id="41986" name="Text Box 4"/>
          <p:cNvSpPr txBox="1"/>
          <p:nvPr/>
        </p:nvSpPr>
        <p:spPr>
          <a:xfrm>
            <a:off x="863600" y="836613"/>
            <a:ext cx="6624638" cy="1200150"/>
          </a:xfrm>
          <a:prstGeom prst="rect">
            <a:avLst/>
          </a:prstGeom>
          <a:noFill/>
          <a:ln w="9525">
            <a:noFill/>
          </a:ln>
        </p:spPr>
        <p:txBody>
          <a:bodyPr anchor="t">
            <a:spAutoFit/>
          </a:bodyPr>
          <a:lstStyle/>
          <a:p>
            <a:pPr marL="519430" indent="-462280">
              <a:spcBef>
                <a:spcPct val="50000"/>
              </a:spcBef>
              <a:buClr>
                <a:srgbClr val="FF0000"/>
              </a:buClr>
              <a:buSzPct val="85000"/>
              <a:buFont typeface="Wingdings" panose="05000000000000000000" pitchFamily="2" charset="2"/>
              <a:buChar char="n"/>
            </a:pPr>
            <a:r>
              <a:rPr lang="zh-CN" altLang="en-US" dirty="0">
                <a:latin typeface="Arial" panose="020B0604020202020204" pitchFamily="34" charset="0"/>
                <a:ea typeface="楷体_GB2312" pitchFamily="49" charset="-122"/>
              </a:rPr>
              <a:t>线性度是以一定的拟合直线或理想直线为基准直线算出来的</a:t>
            </a:r>
            <a:r>
              <a:rPr lang="en-US" altLang="zh-CN" dirty="0">
                <a:latin typeface="Arial" panose="020B0604020202020204" pitchFamily="34" charset="0"/>
                <a:ea typeface="楷体_GB2312" pitchFamily="49" charset="-122"/>
              </a:rPr>
              <a:t>,</a:t>
            </a:r>
            <a:r>
              <a:rPr lang="zh-CN" altLang="en-US" dirty="0">
                <a:latin typeface="Arial" panose="020B0604020202020204" pitchFamily="34" charset="0"/>
                <a:ea typeface="楷体_GB2312" pitchFamily="49" charset="-122"/>
              </a:rPr>
              <a:t> 基准直线（拟合直线）不同，线性度不同。</a:t>
            </a:r>
          </a:p>
        </p:txBody>
      </p:sp>
      <p:sp>
        <p:nvSpPr>
          <p:cNvPr id="41987" name="Rectangle 7"/>
          <p:cNvSpPr/>
          <p:nvPr/>
        </p:nvSpPr>
        <p:spPr>
          <a:xfrm>
            <a:off x="1943100" y="2889250"/>
            <a:ext cx="5437212" cy="2678810"/>
          </a:xfrm>
          <a:prstGeom prst="rect">
            <a:avLst/>
          </a:prstGeom>
          <a:noFill/>
          <a:ln w="9525">
            <a:noFill/>
          </a:ln>
        </p:spPr>
        <p:txBody>
          <a:bodyPr wrap="square" anchor="t">
            <a:spAutoFit/>
          </a:bodyPr>
          <a:lstStyle/>
          <a:p>
            <a:pPr>
              <a:lnSpc>
                <a:spcPct val="150000"/>
              </a:lnSpc>
              <a:spcBef>
                <a:spcPct val="50000"/>
              </a:spcBef>
              <a:buClr>
                <a:srgbClr val="FF0000"/>
              </a:buClr>
              <a:buSzPct val="85000"/>
              <a:buFont typeface="Wingdings" panose="05000000000000000000" pitchFamily="2" charset="2"/>
              <a:buChar char="n"/>
            </a:pPr>
            <a:r>
              <a:rPr lang="zh-CN" altLang="en-US" dirty="0">
                <a:latin typeface="Arial" panose="020B0604020202020204" pitchFamily="34" charset="0"/>
                <a:ea typeface="楷体_GB2312" pitchFamily="49" charset="-122"/>
              </a:rPr>
              <a:t>选择拟合直线的主要出发点：</a:t>
            </a:r>
          </a:p>
          <a:p>
            <a:pPr lvl="1" indent="0" rtl="0" eaLnBrk="1" fontAlgn="base" hangingPunct="1">
              <a:lnSpc>
                <a:spcPct val="150000"/>
              </a:lnSpc>
              <a:spcBef>
                <a:spcPct val="50000"/>
              </a:spcBef>
              <a:spcAft>
                <a:spcPct val="0"/>
              </a:spcAft>
              <a:buSzPct val="85000"/>
            </a:pPr>
            <a:r>
              <a:rPr lang="zh-CN" altLang="en-US" dirty="0">
                <a:solidFill>
                  <a:schemeClr val="tx1"/>
                </a:solidFill>
                <a:latin typeface="Arial" panose="020B0604020202020204" pitchFamily="34" charset="0"/>
                <a:ea typeface="楷体_GB2312" pitchFamily="49" charset="-122"/>
              </a:rPr>
              <a:t>      </a:t>
            </a:r>
            <a:r>
              <a:rPr lang="zh-CN" altLang="en-US" sz="2200" dirty="0">
                <a:solidFill>
                  <a:schemeClr val="tx1"/>
                </a:solidFill>
                <a:latin typeface="Arial" panose="020B0604020202020204" pitchFamily="34" charset="0"/>
                <a:ea typeface="楷体_GB2312" pitchFamily="49" charset="-122"/>
              </a:rPr>
              <a:t>获得最小的非线性误差</a:t>
            </a:r>
            <a:endParaRPr lang="en-US" altLang="zh-CN" sz="2200" dirty="0">
              <a:latin typeface="Arial" panose="020B0604020202020204" pitchFamily="34" charset="0"/>
            </a:endParaRPr>
          </a:p>
          <a:p>
            <a:pPr lvl="1" indent="0" rtl="0" eaLnBrk="1" fontAlgn="base" hangingPunct="1">
              <a:lnSpc>
                <a:spcPct val="150000"/>
              </a:lnSpc>
              <a:spcBef>
                <a:spcPct val="50000"/>
              </a:spcBef>
              <a:spcAft>
                <a:spcPct val="0"/>
              </a:spcAft>
              <a:buSzPct val="85000"/>
            </a:pPr>
            <a:r>
              <a:rPr lang="zh-CN" altLang="en-US" sz="2200" dirty="0">
                <a:solidFill>
                  <a:schemeClr val="tx1"/>
                </a:solidFill>
                <a:latin typeface="Arial" panose="020B0604020202020204" pitchFamily="34" charset="0"/>
                <a:ea typeface="楷体_GB2312" pitchFamily="49" charset="-122"/>
              </a:rPr>
              <a:t>      计算简便，使用方便</a:t>
            </a:r>
            <a:endParaRPr lang="en-US" altLang="zh-CN" sz="2200" dirty="0">
              <a:solidFill>
                <a:schemeClr val="tx1"/>
              </a:solidFill>
              <a:latin typeface="Arial" panose="020B0604020202020204" pitchFamily="34" charset="0"/>
              <a:ea typeface="楷体_GB2312" pitchFamily="49" charset="-122"/>
            </a:endParaRPr>
          </a:p>
          <a:p>
            <a:pPr lvl="1" indent="0" rtl="0" eaLnBrk="1" fontAlgn="base" hangingPunct="1">
              <a:lnSpc>
                <a:spcPct val="150000"/>
              </a:lnSpc>
              <a:spcBef>
                <a:spcPct val="50000"/>
              </a:spcBef>
              <a:spcAft>
                <a:spcPct val="0"/>
              </a:spcAft>
              <a:buSzPct val="85000"/>
            </a:pPr>
            <a:r>
              <a:rPr lang="en-US" altLang="zh-CN" sz="2200" dirty="0">
                <a:latin typeface="Arial" panose="020B0604020202020204" pitchFamily="34" charset="0"/>
              </a:rPr>
              <a:t>      </a:t>
            </a:r>
            <a:r>
              <a:rPr lang="zh-CN" altLang="en-US" sz="2200" dirty="0">
                <a:latin typeface="Arial" panose="020B0604020202020204" pitchFamily="34" charset="0"/>
              </a:rPr>
              <a:t>具体传感器特点</a:t>
            </a:r>
            <a:r>
              <a:rPr lang="en-US" altLang="zh-CN" sz="2200" dirty="0">
                <a:latin typeface="Arial" panose="020B0604020202020204" pitchFamily="34" charset="0"/>
              </a:rPr>
              <a:t>——</a:t>
            </a:r>
            <a:r>
              <a:rPr lang="zh-CN" altLang="en-US" sz="2200" dirty="0">
                <a:latin typeface="Arial" panose="020B0604020202020204" pitchFamily="34" charset="0"/>
              </a:rPr>
              <a:t>标准化</a:t>
            </a:r>
            <a:endParaRPr lang="en-US" altLang="zh-CN" sz="2200" dirty="0">
              <a:solidFill>
                <a:schemeClr val="tx1"/>
              </a:solidFill>
              <a:latin typeface="Arial" panose="020B0604020202020204" pitchFamily="34" charset="0"/>
              <a:ea typeface="楷体_GB2312" pitchFamily="49" charset="-122"/>
            </a:endParaRPr>
          </a:p>
        </p:txBody>
      </p:sp>
      <p:sp>
        <p:nvSpPr>
          <p:cNvPr id="9" name="页脚占位符 6"/>
          <p:cNvSpPr txBox="1">
            <a:spLocks noGrp="1"/>
          </p:cNvSpPr>
          <p:nvPr>
            <p:ph type="ftr" sz="quarter" idx="11"/>
          </p:nvPr>
        </p:nvSpPr>
        <p:spPr>
          <a:xfrm>
            <a:off x="2843213" y="6411913"/>
            <a:ext cx="2895600" cy="365125"/>
          </a:xfrm>
          <a:noFill/>
        </p:spPr>
        <p:txBody>
          <a:bodyPr vert="horz" lIns="91440" tIns="45720" rIns="91440" bIns="45720" rtlCol="0" anchor="ctr"/>
          <a:lstStyle/>
          <a:p>
            <a:pPr marL="0" marR="0" lvl="0" indent="0" algn="ctr" defTabSz="914400" rtl="0" eaLnBrk="1" fontAlgn="base" latinLnBrk="0" hangingPunct="1">
              <a:lnSpc>
                <a:spcPct val="150000"/>
              </a:lnSpc>
              <a:spcBef>
                <a:spcPct val="20000"/>
              </a:spcBef>
              <a:spcAft>
                <a:spcPct val="0"/>
              </a:spcAft>
              <a:buClrTx/>
              <a:buSzPct val="85000"/>
              <a:buFontTx/>
              <a:buChar char="•"/>
              <a:defRPr/>
            </a:pPr>
            <a:r>
              <a:rPr kumimoji="1" lang="zh-CN" altLang="en-US" sz="1200" b="0" i="0" u="none" strike="noStrike" kern="1200" cap="none" spc="0" normalizeH="0" baseline="0" noProof="0" dirty="0">
                <a:ln>
                  <a:noFill/>
                </a:ln>
                <a:solidFill>
                  <a:schemeClr val="tx1">
                    <a:tint val="75000"/>
                  </a:schemeClr>
                </a:solidFill>
                <a:effectLst/>
                <a:uLnTx/>
                <a:uFillTx/>
                <a:latin typeface="Times New Roman" panose="02020603050405020304" pitchFamily="18" charset="0"/>
                <a:ea typeface="楷体_GB2312" pitchFamily="49" charset="-122"/>
                <a:cs typeface="+mn-cs"/>
              </a:rPr>
              <a:t>自动化学院测量科学与仪器系</a:t>
            </a:r>
            <a:endParaRPr kumimoji="1" lang="en-US" altLang="zh-CN" sz="1200" b="0" i="0" u="none" strike="noStrike" kern="1200" cap="none" spc="0" normalizeH="0" baseline="0" noProof="0" dirty="0">
              <a:ln>
                <a:noFill/>
              </a:ln>
              <a:solidFill>
                <a:schemeClr val="tx1">
                  <a:tint val="75000"/>
                </a:schemeClr>
              </a:solidFill>
              <a:effectLst/>
              <a:uLnTx/>
              <a:uFillTx/>
              <a:latin typeface="Times New Roman" panose="02020603050405020304" pitchFamily="18" charset="0"/>
              <a:ea typeface="楷体_GB2312" pitchFamily="49" charset="-122"/>
              <a:cs typeface="+mn-cs"/>
            </a:endParaRPr>
          </a:p>
        </p:txBody>
      </p:sp>
    </p:spTree>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9" name="灯片编号占位符 4"/>
          <p:cNvSpPr>
            <a:spLocks noGrp="1"/>
          </p:cNvSpPr>
          <p:nvPr>
            <p:ph type="sldNum" sz="quarter" idx="12"/>
          </p:nvPr>
        </p:nvSpPr>
        <p:spPr>
          <a:noFill/>
          <a:ln>
            <a:noFill/>
          </a:ln>
        </p:spPr>
        <p:txBody>
          <a:bodyPr wrap="square" lIns="91440" tIns="45720" rIns="91440" bIns="45720" anchor="ctr"/>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r">
              <a:lnSpc>
                <a:spcPct val="150000"/>
              </a:lnSpc>
              <a:spcBef>
                <a:spcPct val="20000"/>
              </a:spcBef>
              <a:buSzPct val="85000"/>
              <a:buFontTx/>
              <a:buChar char="•"/>
            </a:pPr>
            <a:fld id="{9A0DB2DC-4C9A-4742-B13C-FB6460FD3503}" type="slidenum">
              <a:rPr lang="en-US" altLang="zh-CN" sz="1200" dirty="0">
                <a:solidFill>
                  <a:srgbClr val="898989"/>
                </a:solidFill>
              </a:rPr>
              <a:t>28</a:t>
            </a:fld>
            <a:endParaRPr lang="en-US" altLang="zh-CN" sz="1200" dirty="0">
              <a:solidFill>
                <a:srgbClr val="898989"/>
              </a:solidFill>
            </a:endParaRPr>
          </a:p>
        </p:txBody>
      </p:sp>
      <p:sp>
        <p:nvSpPr>
          <p:cNvPr id="43010" name="Rectangle 2"/>
          <p:cNvSpPr/>
          <p:nvPr/>
        </p:nvSpPr>
        <p:spPr>
          <a:xfrm>
            <a:off x="423863" y="3268663"/>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43011" name="Rectangle 3"/>
          <p:cNvSpPr/>
          <p:nvPr/>
        </p:nvSpPr>
        <p:spPr>
          <a:xfrm>
            <a:off x="423863" y="3254375"/>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43012" name="Rectangle 4"/>
          <p:cNvSpPr/>
          <p:nvPr/>
        </p:nvSpPr>
        <p:spPr>
          <a:xfrm>
            <a:off x="423863" y="3192463"/>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43013" name="Rectangle 5"/>
          <p:cNvSpPr/>
          <p:nvPr/>
        </p:nvSpPr>
        <p:spPr>
          <a:xfrm>
            <a:off x="423863" y="3254375"/>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43014" name="Rectangle 6"/>
          <p:cNvSpPr/>
          <p:nvPr/>
        </p:nvSpPr>
        <p:spPr>
          <a:xfrm>
            <a:off x="423863" y="2782888"/>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43015" name="Rectangle 7"/>
          <p:cNvSpPr/>
          <p:nvPr/>
        </p:nvSpPr>
        <p:spPr>
          <a:xfrm>
            <a:off x="423863" y="3254375"/>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43016" name="Rectangle 8"/>
          <p:cNvSpPr/>
          <p:nvPr/>
        </p:nvSpPr>
        <p:spPr>
          <a:xfrm>
            <a:off x="423863" y="3240088"/>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43017" name="Rectangle 9"/>
          <p:cNvSpPr/>
          <p:nvPr/>
        </p:nvSpPr>
        <p:spPr>
          <a:xfrm>
            <a:off x="423863" y="2720975"/>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43018" name="Rectangle 10"/>
          <p:cNvSpPr/>
          <p:nvPr/>
        </p:nvSpPr>
        <p:spPr>
          <a:xfrm>
            <a:off x="423863" y="53975"/>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43019" name="Rectangle 11"/>
          <p:cNvSpPr/>
          <p:nvPr/>
        </p:nvSpPr>
        <p:spPr>
          <a:xfrm>
            <a:off x="423863" y="2811463"/>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43020" name="Rectangle 12"/>
          <p:cNvSpPr/>
          <p:nvPr/>
        </p:nvSpPr>
        <p:spPr>
          <a:xfrm>
            <a:off x="423863" y="53975"/>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pic>
        <p:nvPicPr>
          <p:cNvPr id="43021" name="Picture 13" descr="2-2"/>
          <p:cNvPicPr>
            <a:picLocks noChangeAspect="1"/>
          </p:cNvPicPr>
          <p:nvPr/>
        </p:nvPicPr>
        <p:blipFill>
          <a:blip r:embed="rId2"/>
          <a:stretch>
            <a:fillRect/>
          </a:stretch>
        </p:blipFill>
        <p:spPr>
          <a:xfrm>
            <a:off x="3959225" y="225425"/>
            <a:ext cx="4716463" cy="4672013"/>
          </a:xfrm>
          <a:prstGeom prst="rect">
            <a:avLst/>
          </a:prstGeom>
          <a:noFill/>
          <a:ln w="9525">
            <a:noFill/>
          </a:ln>
        </p:spPr>
      </p:pic>
      <p:sp>
        <p:nvSpPr>
          <p:cNvPr id="43022" name="Rectangle 14"/>
          <p:cNvSpPr/>
          <p:nvPr/>
        </p:nvSpPr>
        <p:spPr>
          <a:xfrm>
            <a:off x="4284663" y="4976813"/>
            <a:ext cx="4265612" cy="1447800"/>
          </a:xfrm>
          <a:prstGeom prst="rect">
            <a:avLst/>
          </a:prstGeom>
          <a:noFill/>
          <a:ln w="9525">
            <a:noFill/>
          </a:ln>
        </p:spPr>
        <p:txBody>
          <a:bodyPr wrap="none" anchor="t">
            <a:spAutoFit/>
          </a:bodyPr>
          <a:lstStyle/>
          <a:p>
            <a:pPr indent="360680" algn="ctr">
              <a:lnSpc>
                <a:spcPct val="150000"/>
              </a:lnSpc>
              <a:spcBef>
                <a:spcPct val="20000"/>
              </a:spcBef>
              <a:buSzPct val="85000"/>
            </a:pPr>
            <a:r>
              <a:rPr lang="zh-CN" altLang="en-US" sz="1800" dirty="0">
                <a:solidFill>
                  <a:schemeClr val="tx2"/>
                </a:solidFill>
                <a:latin typeface="Times New Roman" panose="02020603050405020304" pitchFamily="18" charset="0"/>
                <a:ea typeface="楷体_GB2312" pitchFamily="49" charset="-122"/>
              </a:rPr>
              <a:t>几种直线拟合方法示意图</a:t>
            </a:r>
          </a:p>
          <a:p>
            <a:pPr indent="360680" algn="ctr">
              <a:lnSpc>
                <a:spcPct val="150000"/>
              </a:lnSpc>
              <a:spcBef>
                <a:spcPct val="20000"/>
              </a:spcBef>
              <a:buSzPct val="85000"/>
            </a:pPr>
            <a:r>
              <a:rPr lang="en-US" altLang="zh-CN" sz="1800" dirty="0">
                <a:solidFill>
                  <a:schemeClr val="tx2"/>
                </a:solidFill>
                <a:latin typeface="Times New Roman" panose="02020603050405020304" pitchFamily="18" charset="0"/>
                <a:ea typeface="楷体_GB2312" pitchFamily="49" charset="-122"/>
              </a:rPr>
              <a:t>(a) </a:t>
            </a:r>
            <a:r>
              <a:rPr lang="zh-CN" altLang="en-US" sz="1800" dirty="0">
                <a:solidFill>
                  <a:schemeClr val="tx2"/>
                </a:solidFill>
                <a:latin typeface="Times New Roman" panose="02020603050405020304" pitchFamily="18" charset="0"/>
                <a:ea typeface="楷体_GB2312" pitchFamily="49" charset="-122"/>
              </a:rPr>
              <a:t>理论拟合； </a:t>
            </a:r>
            <a:r>
              <a:rPr lang="en-US" altLang="zh-CN" sz="1800" dirty="0">
                <a:solidFill>
                  <a:schemeClr val="tx2"/>
                </a:solidFill>
                <a:latin typeface="Times New Roman" panose="02020603050405020304" pitchFamily="18" charset="0"/>
                <a:ea typeface="楷体_GB2312" pitchFamily="49" charset="-122"/>
              </a:rPr>
              <a:t>(b) </a:t>
            </a:r>
            <a:r>
              <a:rPr lang="zh-CN" altLang="en-US" sz="1800" dirty="0">
                <a:solidFill>
                  <a:schemeClr val="tx2"/>
                </a:solidFill>
                <a:latin typeface="Times New Roman" panose="02020603050405020304" pitchFamily="18" charset="0"/>
                <a:ea typeface="楷体_GB2312" pitchFamily="49" charset="-122"/>
              </a:rPr>
              <a:t>过零旋转拟合；</a:t>
            </a:r>
          </a:p>
          <a:p>
            <a:pPr indent="360680" algn="ctr">
              <a:lnSpc>
                <a:spcPct val="150000"/>
              </a:lnSpc>
              <a:spcBef>
                <a:spcPct val="20000"/>
              </a:spcBef>
              <a:buSzPct val="85000"/>
            </a:pPr>
            <a:r>
              <a:rPr lang="zh-CN" altLang="en-US" sz="1800" dirty="0">
                <a:solidFill>
                  <a:schemeClr val="tx2"/>
                </a:solidFill>
                <a:latin typeface="Times New Roman" panose="02020603050405020304" pitchFamily="18" charset="0"/>
                <a:ea typeface="楷体_GB2312" pitchFamily="49" charset="-122"/>
              </a:rPr>
              <a:t> </a:t>
            </a:r>
            <a:r>
              <a:rPr lang="en-US" altLang="zh-CN" sz="1800" dirty="0">
                <a:solidFill>
                  <a:schemeClr val="tx2"/>
                </a:solidFill>
                <a:latin typeface="Times New Roman" panose="02020603050405020304" pitchFamily="18" charset="0"/>
                <a:ea typeface="楷体_GB2312" pitchFamily="49" charset="-122"/>
              </a:rPr>
              <a:t>(c) </a:t>
            </a:r>
            <a:r>
              <a:rPr lang="zh-CN" altLang="en-US" sz="1800" dirty="0">
                <a:solidFill>
                  <a:schemeClr val="tx2"/>
                </a:solidFill>
                <a:latin typeface="Times New Roman" panose="02020603050405020304" pitchFamily="18" charset="0"/>
                <a:ea typeface="楷体_GB2312" pitchFamily="49" charset="-122"/>
              </a:rPr>
              <a:t>端点连线拟合； </a:t>
            </a:r>
            <a:r>
              <a:rPr lang="en-US" altLang="zh-CN" sz="1800" dirty="0">
                <a:solidFill>
                  <a:schemeClr val="tx2"/>
                </a:solidFill>
                <a:latin typeface="Times New Roman" panose="02020603050405020304" pitchFamily="18" charset="0"/>
                <a:ea typeface="楷体_GB2312" pitchFamily="49" charset="-122"/>
              </a:rPr>
              <a:t>(d) </a:t>
            </a:r>
            <a:r>
              <a:rPr lang="zh-CN" altLang="en-US" sz="1800" dirty="0">
                <a:solidFill>
                  <a:schemeClr val="tx2"/>
                </a:solidFill>
                <a:latin typeface="Times New Roman" panose="02020603050405020304" pitchFamily="18" charset="0"/>
                <a:ea typeface="楷体_GB2312" pitchFamily="49" charset="-122"/>
              </a:rPr>
              <a:t>端点平移拟合</a:t>
            </a:r>
          </a:p>
        </p:txBody>
      </p:sp>
      <p:sp>
        <p:nvSpPr>
          <p:cNvPr id="44049" name="Rectangle 15"/>
          <p:cNvSpPr>
            <a:spLocks noChangeArrowheads="1"/>
          </p:cNvSpPr>
          <p:nvPr/>
        </p:nvSpPr>
        <p:spPr bwMode="auto">
          <a:xfrm>
            <a:off x="179705" y="549275"/>
            <a:ext cx="4095115" cy="4500880"/>
          </a:xfrm>
          <a:prstGeom prst="rect">
            <a:avLst/>
          </a:prstGeom>
          <a:noFill/>
          <a:ln w="9525" algn="ctr">
            <a:noFill/>
            <a:miter lim="800000"/>
          </a:ln>
        </p:spPr>
        <p:txBody>
          <a:bodyPr wrap="square">
            <a:spAutoFit/>
          </a:bodyPr>
          <a:lstStyle/>
          <a:p>
            <a:pPr marL="338455" marR="0" lvl="0" indent="-338455" algn="l" defTabSz="914400" rtl="0" eaLnBrk="1" fontAlgn="base" latinLnBrk="0" hangingPunct="1">
              <a:lnSpc>
                <a:spcPct val="150000"/>
              </a:lnSpc>
              <a:spcBef>
                <a:spcPts val="0"/>
              </a:spcBef>
              <a:spcAft>
                <a:spcPts val="1200"/>
              </a:spcAft>
              <a:buClrTx/>
              <a:buSzPct val="85000"/>
              <a:buFontTx/>
              <a:buNone/>
              <a:defRPr/>
            </a:pPr>
            <a:r>
              <a:rPr kumimoji="1" lang="zh-CN" altLang="en-US" sz="2800" b="1" i="0" u="none" strike="noStrike" kern="1200" cap="none" spc="0" normalizeH="0" baseline="0" noProof="0" dirty="0">
                <a:ln>
                  <a:noFill/>
                </a:ln>
                <a:solidFill>
                  <a:schemeClr val="tx2"/>
                </a:solidFill>
                <a:effectLst/>
                <a:uLnTx/>
                <a:uFillTx/>
                <a:latin typeface="黑体" panose="02010609060101010101" pitchFamily="2" charset="-122"/>
                <a:ea typeface="黑体" panose="02010609060101010101" pitchFamily="2" charset="-122"/>
                <a:cs typeface="+mn-cs"/>
              </a:rPr>
              <a:t>几种常用直线拟合方法：</a:t>
            </a:r>
            <a:r>
              <a:rPr kumimoji="1" lang="zh-CN" altLang="en-US" sz="2800" b="1" i="0" u="none" strike="noStrike" kern="1200" cap="none" spc="0" normalizeH="0" baseline="0" noProof="0" dirty="0">
                <a:ln>
                  <a:noFill/>
                </a:ln>
                <a:solidFill>
                  <a:schemeClr val="tx2"/>
                </a:solidFill>
                <a:effectLst/>
                <a:uLnTx/>
                <a:uFillTx/>
                <a:latin typeface="Times New Roman" panose="02020603050405020304" pitchFamily="18" charset="0"/>
                <a:ea typeface="楷体_GB2312" pitchFamily="49" charset="-122"/>
                <a:cs typeface="+mn-cs"/>
              </a:rPr>
              <a:t>       </a:t>
            </a:r>
            <a:endParaRPr kumimoji="1" lang="en-US" altLang="zh-CN" sz="2800" b="1" i="0" u="none" strike="noStrike" kern="1200" cap="none" spc="0" normalizeH="0" baseline="0" noProof="0" dirty="0">
              <a:ln>
                <a:noFill/>
              </a:ln>
              <a:solidFill>
                <a:schemeClr val="tx2"/>
              </a:solidFill>
              <a:effectLst/>
              <a:uLnTx/>
              <a:uFillTx/>
              <a:latin typeface="Times New Roman" panose="02020603050405020304" pitchFamily="18" charset="0"/>
              <a:ea typeface="楷体_GB2312" pitchFamily="49" charset="-122"/>
              <a:cs typeface="+mn-cs"/>
            </a:endParaRPr>
          </a:p>
          <a:p>
            <a:pPr marL="0" marR="0" lvl="0" indent="282575" algn="l" defTabSz="914400" rtl="0" eaLnBrk="1" fontAlgn="base" latinLnBrk="0" hangingPunct="1">
              <a:lnSpc>
                <a:spcPct val="150000"/>
              </a:lnSpc>
              <a:spcBef>
                <a:spcPct val="20000"/>
              </a:spcBef>
              <a:spcAft>
                <a:spcPct val="0"/>
              </a:spcAft>
              <a:buClrTx/>
              <a:buSzPct val="85000"/>
              <a:buFontTx/>
              <a:buNone/>
              <a:defRPr/>
            </a:pPr>
            <a:r>
              <a:rPr kumimoji="1" lang="zh-CN" altLang="en-US" sz="2400" b="0" i="0" u="none" strike="noStrike" kern="1200" cap="none" spc="0" normalizeH="0" baseline="0" noProof="0" dirty="0">
                <a:ln>
                  <a:noFill/>
                </a:ln>
                <a:solidFill>
                  <a:schemeClr val="tx1"/>
                </a:solidFill>
                <a:effectLst/>
                <a:uLnTx/>
                <a:uFillTx/>
                <a:latin typeface="Times New Roman" panose="02020603050405020304" pitchFamily="18" charset="0"/>
                <a:ea typeface="楷体_GB2312" pitchFamily="49" charset="-122"/>
                <a:cs typeface="+mn-cs"/>
              </a:rPr>
              <a:t> </a:t>
            </a:r>
            <a:r>
              <a:rPr kumimoji="1" lang="en-US" altLang="zh-CN" sz="2400" b="0" i="0" u="none" strike="noStrike" kern="1200" cap="none" spc="0" normalizeH="0" baseline="0" noProof="0" dirty="0">
                <a:ln>
                  <a:noFill/>
                </a:ln>
                <a:solidFill>
                  <a:schemeClr val="tx1"/>
                </a:solidFill>
                <a:effectLst/>
                <a:uLnTx/>
                <a:uFillTx/>
                <a:latin typeface="Times New Roman" panose="02020603050405020304" pitchFamily="18" charset="0"/>
                <a:ea typeface="楷体_GB2312" pitchFamily="49" charset="-122"/>
                <a:cs typeface="+mn-cs"/>
              </a:rPr>
              <a:t> (a) </a:t>
            </a:r>
            <a:r>
              <a:rPr kumimoji="1" lang="zh-CN" altLang="en-US" sz="2400" b="0" i="0" u="none" strike="noStrike" kern="1200" cap="none" spc="0" normalizeH="0" baseline="0" noProof="0" dirty="0">
                <a:ln>
                  <a:noFill/>
                </a:ln>
                <a:solidFill>
                  <a:schemeClr val="tx1"/>
                </a:solidFill>
                <a:effectLst/>
                <a:uLnTx/>
                <a:uFillTx/>
                <a:latin typeface="Times New Roman" panose="02020603050405020304" pitchFamily="18" charset="0"/>
                <a:ea typeface="楷体_GB2312" pitchFamily="49" charset="-122"/>
                <a:cs typeface="+mn-cs"/>
              </a:rPr>
              <a:t>理论拟合</a:t>
            </a:r>
          </a:p>
          <a:p>
            <a:pPr marL="0" marR="0" lvl="0" indent="282575" algn="l" defTabSz="914400" rtl="0" eaLnBrk="1" fontAlgn="base" latinLnBrk="0" hangingPunct="1">
              <a:lnSpc>
                <a:spcPct val="150000"/>
              </a:lnSpc>
              <a:spcBef>
                <a:spcPct val="20000"/>
              </a:spcBef>
              <a:spcAft>
                <a:spcPct val="0"/>
              </a:spcAft>
              <a:buClrTx/>
              <a:buSzPct val="85000"/>
              <a:buFontTx/>
              <a:buNone/>
              <a:defRPr/>
            </a:pPr>
            <a:r>
              <a:rPr kumimoji="1" lang="zh-CN" altLang="en-US" sz="2400" b="0" i="0" u="none" strike="noStrike" kern="1200" cap="none" spc="0" normalizeH="0" baseline="0" noProof="0" dirty="0">
                <a:ln>
                  <a:noFill/>
                </a:ln>
                <a:solidFill>
                  <a:schemeClr val="tx1"/>
                </a:solidFill>
                <a:effectLst/>
                <a:uLnTx/>
                <a:uFillTx/>
                <a:latin typeface="Times New Roman" panose="02020603050405020304" pitchFamily="18" charset="0"/>
                <a:ea typeface="楷体_GB2312" pitchFamily="49" charset="-122"/>
                <a:cs typeface="+mn-cs"/>
              </a:rPr>
              <a:t> </a:t>
            </a:r>
            <a:r>
              <a:rPr kumimoji="1" lang="en-US" altLang="zh-CN" sz="2400" b="0" i="0" u="none" strike="noStrike" kern="1200" cap="none" spc="0" normalizeH="0" baseline="0" noProof="0" dirty="0">
                <a:ln>
                  <a:noFill/>
                </a:ln>
                <a:solidFill>
                  <a:schemeClr val="tx1"/>
                </a:solidFill>
                <a:effectLst/>
                <a:uLnTx/>
                <a:uFillTx/>
                <a:latin typeface="Times New Roman" panose="02020603050405020304" pitchFamily="18" charset="0"/>
                <a:ea typeface="楷体_GB2312" pitchFamily="49" charset="-122"/>
                <a:cs typeface="+mn-cs"/>
              </a:rPr>
              <a:t> (b) </a:t>
            </a:r>
            <a:r>
              <a:rPr kumimoji="1" lang="zh-CN" altLang="en-US" sz="2400" b="0" i="0" u="none" strike="noStrike" kern="1200" cap="none" spc="0" normalizeH="0" baseline="0" noProof="0" dirty="0">
                <a:ln>
                  <a:noFill/>
                </a:ln>
                <a:solidFill>
                  <a:schemeClr val="tx1"/>
                </a:solidFill>
                <a:effectLst/>
                <a:uLnTx/>
                <a:uFillTx/>
                <a:latin typeface="Times New Roman" panose="02020603050405020304" pitchFamily="18" charset="0"/>
                <a:ea typeface="楷体_GB2312" pitchFamily="49" charset="-122"/>
                <a:cs typeface="+mn-cs"/>
              </a:rPr>
              <a:t>过零旋转拟合</a:t>
            </a:r>
          </a:p>
          <a:p>
            <a:pPr marL="0" marR="0" lvl="0" indent="282575" algn="l" defTabSz="914400" rtl="0" eaLnBrk="1" fontAlgn="base" latinLnBrk="0" hangingPunct="1">
              <a:lnSpc>
                <a:spcPct val="150000"/>
              </a:lnSpc>
              <a:spcBef>
                <a:spcPct val="20000"/>
              </a:spcBef>
              <a:spcAft>
                <a:spcPct val="0"/>
              </a:spcAft>
              <a:buClrTx/>
              <a:buSzPct val="85000"/>
              <a:buFontTx/>
              <a:buNone/>
              <a:defRPr/>
            </a:pPr>
            <a:r>
              <a:rPr kumimoji="1" lang="en-US" altLang="zh-CN" sz="2400" b="0" i="0" u="none" strike="noStrike" kern="1200" cap="none" spc="0" normalizeH="0" baseline="0" noProof="0" dirty="0">
                <a:ln>
                  <a:noFill/>
                </a:ln>
                <a:solidFill>
                  <a:schemeClr val="tx1"/>
                </a:solidFill>
                <a:effectLst/>
                <a:uLnTx/>
                <a:uFillTx/>
                <a:latin typeface="Times New Roman" panose="02020603050405020304" pitchFamily="18" charset="0"/>
                <a:ea typeface="楷体_GB2312" pitchFamily="49" charset="-122"/>
                <a:cs typeface="+mn-cs"/>
              </a:rPr>
              <a:t> (c) </a:t>
            </a:r>
            <a:r>
              <a:rPr kumimoji="1" lang="zh-CN" altLang="en-US" sz="2400" b="0" i="0" u="none" strike="noStrike" kern="1200" cap="none" spc="0" normalizeH="0" baseline="0" noProof="0" dirty="0">
                <a:ln>
                  <a:noFill/>
                </a:ln>
                <a:solidFill>
                  <a:schemeClr val="tx1"/>
                </a:solidFill>
                <a:effectLst/>
                <a:uLnTx/>
                <a:uFillTx/>
                <a:latin typeface="Times New Roman" panose="02020603050405020304" pitchFamily="18" charset="0"/>
                <a:ea typeface="楷体_GB2312" pitchFamily="49" charset="-122"/>
                <a:cs typeface="+mn-cs"/>
              </a:rPr>
              <a:t>端点连线拟合（</a:t>
            </a:r>
            <a:r>
              <a:rPr kumimoji="1" lang="zh-CN" altLang="en-US" sz="2400" b="0" i="0" u="none" strike="noStrike" kern="1200" cap="none" spc="0" normalizeH="0" baseline="0" noProof="0" dirty="0">
                <a:ln>
                  <a:noFill/>
                </a:ln>
                <a:solidFill>
                  <a:srgbClr val="FF0000"/>
                </a:solidFill>
                <a:effectLst/>
                <a:uLnTx/>
                <a:uFillTx/>
                <a:latin typeface="Times New Roman" panose="02020603050405020304" pitchFamily="18" charset="0"/>
                <a:ea typeface="楷体_GB2312" pitchFamily="49" charset="-122"/>
                <a:cs typeface="+mn-cs"/>
              </a:rPr>
              <a:t>端基法</a:t>
            </a:r>
            <a:r>
              <a:rPr kumimoji="1" lang="zh-CN" altLang="en-US" sz="2400" b="0" i="0" u="none" strike="noStrike" kern="1200" cap="none" spc="0" normalizeH="0" baseline="0" noProof="0" dirty="0">
                <a:ln>
                  <a:noFill/>
                </a:ln>
                <a:solidFill>
                  <a:schemeClr val="tx1"/>
                </a:solidFill>
                <a:effectLst/>
                <a:uLnTx/>
                <a:uFillTx/>
                <a:latin typeface="Times New Roman" panose="02020603050405020304" pitchFamily="18" charset="0"/>
                <a:ea typeface="楷体_GB2312" pitchFamily="49" charset="-122"/>
                <a:cs typeface="+mn-cs"/>
              </a:rPr>
              <a:t>） </a:t>
            </a:r>
          </a:p>
          <a:p>
            <a:pPr marL="0" marR="0" lvl="0" indent="282575" algn="l" defTabSz="914400" rtl="0" eaLnBrk="1" fontAlgn="base" latinLnBrk="0" hangingPunct="1">
              <a:lnSpc>
                <a:spcPct val="150000"/>
              </a:lnSpc>
              <a:spcBef>
                <a:spcPct val="20000"/>
              </a:spcBef>
              <a:spcAft>
                <a:spcPct val="0"/>
              </a:spcAft>
              <a:buClrTx/>
              <a:buSzPct val="85000"/>
              <a:buFontTx/>
              <a:buNone/>
              <a:defRPr/>
            </a:pPr>
            <a:r>
              <a:rPr kumimoji="1" lang="zh-CN" altLang="en-US" sz="2400" b="0" i="0" u="none" strike="noStrike" kern="1200" cap="none" spc="0" normalizeH="0" baseline="0" noProof="0" dirty="0">
                <a:ln>
                  <a:noFill/>
                </a:ln>
                <a:solidFill>
                  <a:schemeClr val="tx1"/>
                </a:solidFill>
                <a:effectLst/>
                <a:uLnTx/>
                <a:uFillTx/>
                <a:latin typeface="Times New Roman" panose="02020603050405020304" pitchFamily="18" charset="0"/>
                <a:ea typeface="楷体_GB2312" pitchFamily="49" charset="-122"/>
                <a:cs typeface="+mn-cs"/>
              </a:rPr>
              <a:t> </a:t>
            </a:r>
            <a:r>
              <a:rPr kumimoji="1" lang="en-US" altLang="zh-CN" sz="2400" b="0" i="0" u="none" strike="noStrike" kern="1200" cap="none" spc="0" normalizeH="0" baseline="0" noProof="0" dirty="0">
                <a:ln>
                  <a:noFill/>
                </a:ln>
                <a:solidFill>
                  <a:schemeClr val="tx1"/>
                </a:solidFill>
                <a:effectLst/>
                <a:uLnTx/>
                <a:uFillTx/>
                <a:latin typeface="Times New Roman" panose="02020603050405020304" pitchFamily="18" charset="0"/>
                <a:ea typeface="楷体_GB2312" pitchFamily="49" charset="-122"/>
                <a:cs typeface="+mn-cs"/>
              </a:rPr>
              <a:t> (d) </a:t>
            </a:r>
            <a:r>
              <a:rPr kumimoji="1" lang="zh-CN" altLang="en-US" sz="2400" b="0" i="0" u="none" strike="noStrike" kern="1200" cap="none" spc="0" normalizeH="0" baseline="0" noProof="0" dirty="0">
                <a:ln>
                  <a:noFill/>
                </a:ln>
                <a:solidFill>
                  <a:schemeClr val="tx1"/>
                </a:solidFill>
                <a:effectLst/>
                <a:uLnTx/>
                <a:uFillTx/>
                <a:latin typeface="Times New Roman" panose="02020603050405020304" pitchFamily="18" charset="0"/>
                <a:ea typeface="楷体_GB2312" pitchFamily="49" charset="-122"/>
                <a:cs typeface="+mn-cs"/>
              </a:rPr>
              <a:t>端点平移拟合</a:t>
            </a:r>
          </a:p>
          <a:p>
            <a:pPr marL="0" marR="0" lvl="0" indent="282575" algn="l" defTabSz="914400" rtl="0" eaLnBrk="1" fontAlgn="base" latinLnBrk="0" hangingPunct="1">
              <a:lnSpc>
                <a:spcPct val="150000"/>
              </a:lnSpc>
              <a:spcBef>
                <a:spcPct val="20000"/>
              </a:spcBef>
              <a:spcAft>
                <a:spcPct val="0"/>
              </a:spcAft>
              <a:buClrTx/>
              <a:buSzPct val="85000"/>
              <a:buFontTx/>
              <a:buNone/>
              <a:defRPr/>
            </a:pPr>
            <a:r>
              <a:rPr kumimoji="1" lang="zh-CN" altLang="en-US" sz="2400" b="0" i="0" u="none" strike="noStrike" kern="1200" cap="none" spc="0" normalizeH="0" baseline="0" noProof="0" dirty="0">
                <a:ln>
                  <a:noFill/>
                </a:ln>
                <a:solidFill>
                  <a:schemeClr val="tx1"/>
                </a:solidFill>
                <a:effectLst/>
                <a:uLnTx/>
                <a:uFillTx/>
                <a:latin typeface="Times New Roman" panose="02020603050405020304" pitchFamily="18" charset="0"/>
                <a:ea typeface="楷体_GB2312" pitchFamily="49" charset="-122"/>
                <a:cs typeface="+mn-cs"/>
              </a:rPr>
              <a:t> </a:t>
            </a:r>
            <a:r>
              <a:rPr kumimoji="1" lang="en-US" altLang="zh-CN" sz="2400" b="0" i="0" u="none" strike="noStrike" kern="1200" cap="none" spc="0" normalizeH="0" baseline="0" noProof="0" dirty="0">
                <a:ln>
                  <a:noFill/>
                </a:ln>
                <a:solidFill>
                  <a:schemeClr val="tx1"/>
                </a:solidFill>
                <a:effectLst/>
                <a:uLnTx/>
                <a:uFillTx/>
                <a:latin typeface="Times New Roman" panose="02020603050405020304" pitchFamily="18" charset="0"/>
                <a:ea typeface="楷体_GB2312" pitchFamily="49" charset="-122"/>
                <a:cs typeface="+mn-cs"/>
              </a:rPr>
              <a:t> (e) </a:t>
            </a:r>
            <a:r>
              <a:rPr kumimoji="1" lang="zh-CN" altLang="en-US" sz="2400" b="1" i="0" u="none" strike="noStrike" kern="1200" cap="none" spc="0" normalizeH="0" baseline="0" noProof="0" dirty="0">
                <a:ln>
                  <a:noFill/>
                </a:ln>
                <a:solidFill>
                  <a:srgbClr val="FF0000"/>
                </a:solidFill>
                <a:effectLst/>
                <a:uLnTx/>
                <a:uFillTx/>
                <a:latin typeface="Times New Roman" panose="02020603050405020304" pitchFamily="18" charset="0"/>
                <a:ea typeface="楷体_GB2312" pitchFamily="49" charset="-122"/>
                <a:cs typeface="+mn-cs"/>
              </a:rPr>
              <a:t>最小二乘法</a:t>
            </a:r>
          </a:p>
          <a:p>
            <a:pPr marL="0" marR="0" lvl="0" indent="0" algn="l" defTabSz="914400" rtl="0" eaLnBrk="1" fontAlgn="base" latinLnBrk="0" hangingPunct="1">
              <a:lnSpc>
                <a:spcPct val="150000"/>
              </a:lnSpc>
              <a:spcBef>
                <a:spcPct val="20000"/>
              </a:spcBef>
              <a:spcAft>
                <a:spcPct val="0"/>
              </a:spcAft>
              <a:buClrTx/>
              <a:buSzPct val="85000"/>
              <a:buFontTx/>
              <a:buNone/>
              <a:defRPr/>
            </a:pPr>
            <a:endParaRPr kumimoji="1" lang="en-US" altLang="zh-CN" sz="1800" b="0" i="0" u="none" strike="noStrike" kern="1200" cap="none" spc="0" normalizeH="0" baseline="0" noProof="0" dirty="0">
              <a:ln>
                <a:noFill/>
              </a:ln>
              <a:solidFill>
                <a:schemeClr val="tx1"/>
              </a:solidFill>
              <a:effectLst/>
              <a:uLnTx/>
              <a:uFillTx/>
              <a:latin typeface="Times New Roman" panose="02020603050405020304" pitchFamily="18" charset="0"/>
              <a:ea typeface="楷体_GB2312" pitchFamily="49" charset="-122"/>
              <a:cs typeface="+mn-cs"/>
            </a:endParaRPr>
          </a:p>
        </p:txBody>
      </p:sp>
      <p:sp>
        <p:nvSpPr>
          <p:cNvPr id="20" name="页脚占位符 6"/>
          <p:cNvSpPr txBox="1">
            <a:spLocks noGrp="1"/>
          </p:cNvSpPr>
          <p:nvPr>
            <p:ph type="ftr" sz="quarter" idx="11"/>
          </p:nvPr>
        </p:nvSpPr>
        <p:spPr>
          <a:xfrm>
            <a:off x="2843213" y="6411913"/>
            <a:ext cx="2895600" cy="365125"/>
          </a:xfrm>
          <a:noFill/>
        </p:spPr>
        <p:txBody>
          <a:bodyPr vert="horz" lIns="91440" tIns="45720" rIns="91440" bIns="45720" rtlCol="0" anchor="ctr"/>
          <a:lstStyle/>
          <a:p>
            <a:pPr marL="0" marR="0" lvl="0" indent="0" algn="ctr" defTabSz="914400" rtl="0" eaLnBrk="1" fontAlgn="base" latinLnBrk="0" hangingPunct="1">
              <a:lnSpc>
                <a:spcPct val="150000"/>
              </a:lnSpc>
              <a:spcBef>
                <a:spcPct val="20000"/>
              </a:spcBef>
              <a:spcAft>
                <a:spcPct val="0"/>
              </a:spcAft>
              <a:buClrTx/>
              <a:buSzPct val="85000"/>
              <a:buFontTx/>
              <a:buChar char="•"/>
              <a:defRPr/>
            </a:pPr>
            <a:r>
              <a:rPr kumimoji="1" lang="zh-CN" altLang="en-US" sz="1200" b="0" i="0" u="none" strike="noStrike" kern="1200" cap="none" spc="0" normalizeH="0" baseline="0" noProof="0" dirty="0">
                <a:ln>
                  <a:noFill/>
                </a:ln>
                <a:solidFill>
                  <a:schemeClr val="tx1">
                    <a:tint val="75000"/>
                  </a:schemeClr>
                </a:solidFill>
                <a:effectLst/>
                <a:uLnTx/>
                <a:uFillTx/>
                <a:latin typeface="Times New Roman" panose="02020603050405020304" pitchFamily="18" charset="0"/>
                <a:ea typeface="楷体_GB2312" pitchFamily="49" charset="-122"/>
                <a:cs typeface="+mn-cs"/>
              </a:rPr>
              <a:t>测量科学与仪器系</a:t>
            </a:r>
            <a:endParaRPr kumimoji="1" lang="en-US" altLang="zh-CN" sz="1200" b="0" i="0" u="none" strike="noStrike" kern="1200" cap="none" spc="0" normalizeH="0" baseline="0" noProof="0" dirty="0">
              <a:ln>
                <a:noFill/>
              </a:ln>
              <a:solidFill>
                <a:schemeClr val="tx1">
                  <a:tint val="75000"/>
                </a:schemeClr>
              </a:solidFill>
              <a:effectLst/>
              <a:uLnTx/>
              <a:uFillTx/>
              <a:latin typeface="Times New Roman" panose="02020603050405020304" pitchFamily="18" charset="0"/>
              <a:ea typeface="楷体_GB2312" pitchFamily="49" charset="-122"/>
              <a:cs typeface="+mn-cs"/>
            </a:endParaRPr>
          </a:p>
        </p:txBody>
      </p:sp>
      <p:sp>
        <p:nvSpPr>
          <p:cNvPr id="2" name="矩形 1">
            <a:extLst>
              <a:ext uri="{FF2B5EF4-FFF2-40B4-BE49-F238E27FC236}">
                <a16:creationId xmlns:a16="http://schemas.microsoft.com/office/drawing/2014/main" id="{5ED967A8-6AE7-4F4A-B7FA-A2EFCBB2CBE7}"/>
              </a:ext>
            </a:extLst>
          </p:cNvPr>
          <p:cNvSpPr/>
          <p:nvPr/>
        </p:nvSpPr>
        <p:spPr>
          <a:xfrm>
            <a:off x="423863" y="5172871"/>
            <a:ext cx="3932487" cy="1022652"/>
          </a:xfrm>
          <a:prstGeom prst="rect">
            <a:avLst/>
          </a:prstGeom>
        </p:spPr>
        <p:txBody>
          <a:bodyPr wrap="none">
            <a:spAutoFit/>
          </a:bodyPr>
          <a:lstStyle/>
          <a:p>
            <a:pPr lvl="0" indent="282575">
              <a:lnSpc>
                <a:spcPct val="150000"/>
              </a:lnSpc>
              <a:spcBef>
                <a:spcPct val="20000"/>
              </a:spcBef>
              <a:buSzPct val="85000"/>
              <a:defRPr/>
            </a:pPr>
            <a:r>
              <a:rPr kumimoji="1" lang="en-US" altLang="zh-CN" sz="2000" b="1" dirty="0">
                <a:solidFill>
                  <a:srgbClr val="1552D1"/>
                </a:solidFill>
              </a:rPr>
              <a:t>*</a:t>
            </a:r>
            <a:r>
              <a:rPr kumimoji="1" lang="zh-CN" altLang="en-US" sz="2000" b="1" dirty="0">
                <a:solidFill>
                  <a:srgbClr val="1552D1"/>
                </a:solidFill>
              </a:rPr>
              <a:t>注：这部分可能考计算题</a:t>
            </a:r>
            <a:endParaRPr kumimoji="1" lang="en-US" altLang="zh-CN" sz="2000" b="1" dirty="0">
              <a:solidFill>
                <a:srgbClr val="1552D1"/>
              </a:solidFill>
            </a:endParaRPr>
          </a:p>
          <a:p>
            <a:pPr lvl="0" indent="282575">
              <a:lnSpc>
                <a:spcPct val="150000"/>
              </a:lnSpc>
              <a:spcBef>
                <a:spcPct val="20000"/>
              </a:spcBef>
              <a:buSzPct val="85000"/>
              <a:defRPr/>
            </a:pPr>
            <a:r>
              <a:rPr kumimoji="1" lang="en-US" altLang="zh-CN" sz="2000" b="1" dirty="0">
                <a:solidFill>
                  <a:srgbClr val="1552D1"/>
                </a:solidFill>
              </a:rPr>
              <a:t>          </a:t>
            </a:r>
            <a:r>
              <a:rPr kumimoji="1" lang="zh-CN" altLang="en-US" sz="2000" b="1" dirty="0">
                <a:solidFill>
                  <a:srgbClr val="1552D1"/>
                </a:solidFill>
              </a:rPr>
              <a:t>参见以后的数据处理部分</a:t>
            </a:r>
          </a:p>
        </p:txBody>
      </p:sp>
    </p:spTree>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3" name="灯片编号占位符 4"/>
          <p:cNvSpPr>
            <a:spLocks noGrp="1"/>
          </p:cNvSpPr>
          <p:nvPr>
            <p:ph type="sldNum" sz="quarter" idx="12"/>
          </p:nvPr>
        </p:nvSpPr>
        <p:spPr>
          <a:noFill/>
          <a:ln>
            <a:noFill/>
          </a:ln>
        </p:spPr>
        <p:txBody>
          <a:bodyPr wrap="square" lIns="91440" tIns="45720" rIns="91440" bIns="45720" anchor="ctr"/>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r">
              <a:lnSpc>
                <a:spcPct val="150000"/>
              </a:lnSpc>
              <a:spcBef>
                <a:spcPct val="20000"/>
              </a:spcBef>
              <a:buSzPct val="85000"/>
              <a:buFontTx/>
              <a:buChar char="•"/>
            </a:pPr>
            <a:fld id="{9A0DB2DC-4C9A-4742-B13C-FB6460FD3503}" type="slidenum">
              <a:rPr lang="en-US" altLang="zh-CN" sz="1200" dirty="0">
                <a:solidFill>
                  <a:srgbClr val="898989"/>
                </a:solidFill>
              </a:rPr>
              <a:t>29</a:t>
            </a:fld>
            <a:endParaRPr lang="en-US" altLang="zh-CN" sz="1200" dirty="0">
              <a:solidFill>
                <a:srgbClr val="898989"/>
              </a:solidFill>
            </a:endParaRPr>
          </a:p>
        </p:txBody>
      </p:sp>
      <p:sp>
        <p:nvSpPr>
          <p:cNvPr id="44034" name="Rectangle 2"/>
          <p:cNvSpPr/>
          <p:nvPr/>
        </p:nvSpPr>
        <p:spPr>
          <a:xfrm>
            <a:off x="423863" y="3268663"/>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44035" name="Rectangle 3"/>
          <p:cNvSpPr/>
          <p:nvPr/>
        </p:nvSpPr>
        <p:spPr>
          <a:xfrm>
            <a:off x="423863" y="3254375"/>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44036" name="Rectangle 4"/>
          <p:cNvSpPr/>
          <p:nvPr/>
        </p:nvSpPr>
        <p:spPr>
          <a:xfrm>
            <a:off x="423863" y="3192463"/>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44037" name="Rectangle 5"/>
          <p:cNvSpPr/>
          <p:nvPr/>
        </p:nvSpPr>
        <p:spPr>
          <a:xfrm>
            <a:off x="423863" y="3254375"/>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44038" name="Rectangle 6"/>
          <p:cNvSpPr/>
          <p:nvPr/>
        </p:nvSpPr>
        <p:spPr>
          <a:xfrm>
            <a:off x="423863" y="2782888"/>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44039" name="Rectangle 7"/>
          <p:cNvSpPr/>
          <p:nvPr/>
        </p:nvSpPr>
        <p:spPr>
          <a:xfrm>
            <a:off x="423863" y="3254375"/>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44040" name="Rectangle 8"/>
          <p:cNvSpPr/>
          <p:nvPr/>
        </p:nvSpPr>
        <p:spPr>
          <a:xfrm>
            <a:off x="423863" y="3240088"/>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44041" name="Rectangle 9"/>
          <p:cNvSpPr/>
          <p:nvPr/>
        </p:nvSpPr>
        <p:spPr>
          <a:xfrm>
            <a:off x="423863" y="2720975"/>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44042" name="Rectangle 10"/>
          <p:cNvSpPr/>
          <p:nvPr/>
        </p:nvSpPr>
        <p:spPr>
          <a:xfrm>
            <a:off x="423863" y="53975"/>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44043" name="Rectangle 11"/>
          <p:cNvSpPr/>
          <p:nvPr/>
        </p:nvSpPr>
        <p:spPr>
          <a:xfrm>
            <a:off x="423863" y="2811463"/>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44044" name="Rectangle 12"/>
          <p:cNvSpPr/>
          <p:nvPr/>
        </p:nvSpPr>
        <p:spPr>
          <a:xfrm>
            <a:off x="423863" y="53975"/>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44045" name="Rectangle 13"/>
          <p:cNvSpPr/>
          <p:nvPr/>
        </p:nvSpPr>
        <p:spPr>
          <a:xfrm>
            <a:off x="485775" y="492125"/>
            <a:ext cx="7772400" cy="630238"/>
          </a:xfrm>
          <a:prstGeom prst="rect">
            <a:avLst/>
          </a:prstGeom>
          <a:noFill/>
          <a:ln w="9525">
            <a:noFill/>
          </a:ln>
        </p:spPr>
        <p:txBody>
          <a:bodyPr anchor="ctr">
            <a:spAutoFit/>
          </a:bodyPr>
          <a:lstStyle/>
          <a:p>
            <a:pPr>
              <a:lnSpc>
                <a:spcPct val="125000"/>
              </a:lnSpc>
              <a:spcBef>
                <a:spcPct val="50000"/>
              </a:spcBef>
              <a:buSzPct val="85000"/>
            </a:pPr>
            <a:r>
              <a:rPr lang="zh-CN" altLang="en-US" sz="2800" b="1" dirty="0">
                <a:solidFill>
                  <a:srgbClr val="C00000"/>
                </a:solidFill>
                <a:latin typeface="黑体" panose="02010609060101010101" pitchFamily="2" charset="-122"/>
                <a:ea typeface="黑体" panose="02010609060101010101" pitchFamily="2" charset="-122"/>
              </a:rPr>
              <a:t>（</a:t>
            </a:r>
            <a:r>
              <a:rPr lang="en-US" altLang="zh-CN" sz="2800" b="1" dirty="0">
                <a:solidFill>
                  <a:srgbClr val="C00000"/>
                </a:solidFill>
                <a:latin typeface="黑体" panose="02010609060101010101" pitchFamily="2" charset="-122"/>
                <a:ea typeface="黑体" panose="02010609060101010101" pitchFamily="2" charset="-122"/>
              </a:rPr>
              <a:t>3</a:t>
            </a:r>
            <a:r>
              <a:rPr lang="zh-CN" altLang="en-US" sz="2800" b="1" dirty="0">
                <a:solidFill>
                  <a:srgbClr val="C00000"/>
                </a:solidFill>
                <a:latin typeface="黑体" panose="02010609060101010101" pitchFamily="2" charset="-122"/>
                <a:ea typeface="黑体" panose="02010609060101010101" pitchFamily="2" charset="-122"/>
              </a:rPr>
              <a:t>）灵敏度</a:t>
            </a:r>
          </a:p>
        </p:txBody>
      </p:sp>
      <p:sp>
        <p:nvSpPr>
          <p:cNvPr id="44046" name="Rectangle 15"/>
          <p:cNvSpPr/>
          <p:nvPr/>
        </p:nvSpPr>
        <p:spPr>
          <a:xfrm>
            <a:off x="736600" y="1287463"/>
            <a:ext cx="7777163" cy="1296987"/>
          </a:xfrm>
          <a:prstGeom prst="rect">
            <a:avLst/>
          </a:prstGeom>
          <a:noFill/>
          <a:ln w="9525">
            <a:noFill/>
          </a:ln>
        </p:spPr>
        <p:txBody>
          <a:bodyPr anchor="t"/>
          <a:lstStyle/>
          <a:p>
            <a:pPr>
              <a:lnSpc>
                <a:spcPct val="150000"/>
              </a:lnSpc>
              <a:buSzPct val="85000"/>
            </a:pPr>
            <a:r>
              <a:rPr lang="en-US" altLang="zh-CN" b="1" dirty="0">
                <a:latin typeface="Arial" panose="020B0604020202020204" pitchFamily="34" charset="0"/>
                <a:ea typeface="宋体" panose="02010600030101010101" pitchFamily="2" charset="-122"/>
              </a:rPr>
              <a:t>     </a:t>
            </a:r>
            <a:r>
              <a:rPr lang="zh-CN" altLang="en-US" b="1" dirty="0">
                <a:solidFill>
                  <a:schemeClr val="hlink"/>
                </a:solidFill>
                <a:latin typeface="Times New Roman" panose="02020603050405020304" pitchFamily="18" charset="0"/>
                <a:ea typeface="楷体_GB2312" pitchFamily="49" charset="-122"/>
              </a:rPr>
              <a:t>灵敏度</a:t>
            </a:r>
            <a:r>
              <a:rPr lang="zh-CN" altLang="en-US" dirty="0">
                <a:latin typeface="Times New Roman" panose="02020603050405020304" pitchFamily="18" charset="0"/>
                <a:ea typeface="楷体_GB2312" pitchFamily="49" charset="-122"/>
              </a:rPr>
              <a:t>定义为输出量的微小增量与相应的输入量微小增量的比值。 </a:t>
            </a:r>
          </a:p>
        </p:txBody>
      </p:sp>
      <p:pic>
        <p:nvPicPr>
          <p:cNvPr id="44047" name="Picture 16"/>
          <p:cNvPicPr>
            <a:picLocks noChangeAspect="1"/>
          </p:cNvPicPr>
          <p:nvPr/>
        </p:nvPicPr>
        <p:blipFill>
          <a:blip r:embed="rId2"/>
          <a:stretch>
            <a:fillRect/>
          </a:stretch>
        </p:blipFill>
        <p:spPr>
          <a:xfrm>
            <a:off x="1925638" y="2979738"/>
            <a:ext cx="5200650" cy="2705100"/>
          </a:xfrm>
          <a:prstGeom prst="rect">
            <a:avLst/>
          </a:prstGeom>
          <a:noFill/>
          <a:ln w="9525">
            <a:noFill/>
          </a:ln>
        </p:spPr>
      </p:pic>
      <p:sp>
        <p:nvSpPr>
          <p:cNvPr id="19" name="页脚占位符 6"/>
          <p:cNvSpPr txBox="1">
            <a:spLocks noGrp="1"/>
          </p:cNvSpPr>
          <p:nvPr>
            <p:ph type="ftr" sz="quarter" idx="11"/>
          </p:nvPr>
        </p:nvSpPr>
        <p:spPr>
          <a:xfrm>
            <a:off x="2843213" y="6411913"/>
            <a:ext cx="2895600" cy="365125"/>
          </a:xfrm>
          <a:noFill/>
        </p:spPr>
        <p:txBody>
          <a:bodyPr vert="horz" lIns="91440" tIns="45720" rIns="91440" bIns="45720" rtlCol="0" anchor="ctr"/>
          <a:lstStyle/>
          <a:p>
            <a:pPr marL="0" marR="0" lvl="0" indent="0" algn="ctr" defTabSz="914400" rtl="0" eaLnBrk="1" fontAlgn="base" latinLnBrk="0" hangingPunct="1">
              <a:lnSpc>
                <a:spcPct val="150000"/>
              </a:lnSpc>
              <a:spcBef>
                <a:spcPct val="20000"/>
              </a:spcBef>
              <a:spcAft>
                <a:spcPct val="0"/>
              </a:spcAft>
              <a:buClrTx/>
              <a:buSzPct val="85000"/>
              <a:buFontTx/>
              <a:buChar char="•"/>
              <a:defRPr/>
            </a:pPr>
            <a:r>
              <a:rPr kumimoji="1" lang="zh-CN" altLang="en-US" sz="1200" b="0" i="0" u="none" strike="noStrike" kern="1200" cap="none" spc="0" normalizeH="0" baseline="0" noProof="0" dirty="0">
                <a:ln>
                  <a:noFill/>
                </a:ln>
                <a:solidFill>
                  <a:schemeClr val="tx1">
                    <a:tint val="75000"/>
                  </a:schemeClr>
                </a:solidFill>
                <a:effectLst/>
                <a:uLnTx/>
                <a:uFillTx/>
                <a:latin typeface="Times New Roman" panose="02020603050405020304" pitchFamily="18" charset="0"/>
                <a:ea typeface="楷体_GB2312" pitchFamily="49" charset="-122"/>
                <a:cs typeface="+mn-cs"/>
              </a:rPr>
              <a:t>测量科学与仪器系</a:t>
            </a:r>
            <a:endParaRPr kumimoji="1" lang="en-US" altLang="zh-CN" sz="1200" b="0" i="0" u="none" strike="noStrike" kern="1200" cap="none" spc="0" normalizeH="0" baseline="0" noProof="0" dirty="0">
              <a:ln>
                <a:noFill/>
              </a:ln>
              <a:solidFill>
                <a:schemeClr val="tx1">
                  <a:tint val="75000"/>
                </a:schemeClr>
              </a:solidFill>
              <a:effectLst/>
              <a:uLnTx/>
              <a:uFillTx/>
              <a:latin typeface="Times New Roman" panose="02020603050405020304" pitchFamily="18" charset="0"/>
              <a:ea typeface="楷体_GB2312" pitchFamily="49" charset="-122"/>
              <a:cs typeface="+mn-cs"/>
            </a:endParaRPr>
          </a:p>
        </p:txBody>
      </p:sp>
    </p:spTree>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7" name="灯片编号占位符 4"/>
          <p:cNvSpPr>
            <a:spLocks noGrp="1"/>
          </p:cNvSpPr>
          <p:nvPr>
            <p:ph type="sldNum" sz="quarter" idx="12"/>
          </p:nvPr>
        </p:nvSpPr>
        <p:spPr>
          <a:noFill/>
          <a:ln>
            <a:noFill/>
          </a:ln>
        </p:spPr>
        <p:txBody>
          <a:bodyPr wrap="square" lIns="91440" tIns="45720" rIns="91440" bIns="45720" anchor="ctr"/>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r">
              <a:lnSpc>
                <a:spcPct val="150000"/>
              </a:lnSpc>
              <a:spcBef>
                <a:spcPct val="20000"/>
              </a:spcBef>
              <a:buSzPct val="85000"/>
              <a:buFontTx/>
              <a:buChar char="•"/>
            </a:pPr>
            <a:fld id="{9A0DB2DC-4C9A-4742-B13C-FB6460FD3503}" type="slidenum">
              <a:rPr lang="en-US" altLang="zh-CN" sz="1200" dirty="0">
                <a:solidFill>
                  <a:srgbClr val="898989"/>
                </a:solidFill>
              </a:rPr>
              <a:t>30</a:t>
            </a:fld>
            <a:endParaRPr lang="en-US" altLang="zh-CN" sz="1200" dirty="0">
              <a:solidFill>
                <a:srgbClr val="898989"/>
              </a:solidFill>
            </a:endParaRPr>
          </a:p>
        </p:txBody>
      </p:sp>
      <p:sp>
        <p:nvSpPr>
          <p:cNvPr id="45058" name="Rectangle 2"/>
          <p:cNvSpPr/>
          <p:nvPr/>
        </p:nvSpPr>
        <p:spPr>
          <a:xfrm>
            <a:off x="423863" y="3268663"/>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45059" name="Rectangle 3"/>
          <p:cNvSpPr/>
          <p:nvPr/>
        </p:nvSpPr>
        <p:spPr>
          <a:xfrm>
            <a:off x="423863" y="3254375"/>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45060" name="Rectangle 4"/>
          <p:cNvSpPr/>
          <p:nvPr/>
        </p:nvSpPr>
        <p:spPr>
          <a:xfrm>
            <a:off x="423863" y="3192463"/>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45061" name="Rectangle 5"/>
          <p:cNvSpPr/>
          <p:nvPr/>
        </p:nvSpPr>
        <p:spPr>
          <a:xfrm>
            <a:off x="423863" y="3254375"/>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45062" name="Rectangle 6"/>
          <p:cNvSpPr/>
          <p:nvPr/>
        </p:nvSpPr>
        <p:spPr>
          <a:xfrm>
            <a:off x="423863" y="2782888"/>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45063" name="Rectangle 7"/>
          <p:cNvSpPr/>
          <p:nvPr/>
        </p:nvSpPr>
        <p:spPr>
          <a:xfrm>
            <a:off x="423863" y="3254375"/>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45064" name="Rectangle 8"/>
          <p:cNvSpPr/>
          <p:nvPr/>
        </p:nvSpPr>
        <p:spPr>
          <a:xfrm>
            <a:off x="423863" y="3240088"/>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45065" name="Rectangle 9"/>
          <p:cNvSpPr/>
          <p:nvPr/>
        </p:nvSpPr>
        <p:spPr>
          <a:xfrm>
            <a:off x="423863" y="2720975"/>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45066" name="Rectangle 10"/>
          <p:cNvSpPr/>
          <p:nvPr/>
        </p:nvSpPr>
        <p:spPr>
          <a:xfrm>
            <a:off x="423863" y="53975"/>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45067" name="Rectangle 11"/>
          <p:cNvSpPr/>
          <p:nvPr/>
        </p:nvSpPr>
        <p:spPr>
          <a:xfrm>
            <a:off x="423863" y="2811463"/>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45068" name="Rectangle 12"/>
          <p:cNvSpPr/>
          <p:nvPr/>
        </p:nvSpPr>
        <p:spPr>
          <a:xfrm>
            <a:off x="423863" y="53975"/>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45069" name="Rectangle 14"/>
          <p:cNvSpPr/>
          <p:nvPr/>
        </p:nvSpPr>
        <p:spPr>
          <a:xfrm>
            <a:off x="972185" y="1988820"/>
            <a:ext cx="7867650" cy="3421063"/>
          </a:xfrm>
          <a:prstGeom prst="rect">
            <a:avLst/>
          </a:prstGeom>
          <a:noFill/>
          <a:ln w="9525">
            <a:noFill/>
          </a:ln>
        </p:spPr>
        <p:txBody>
          <a:bodyPr anchor="t"/>
          <a:lstStyle/>
          <a:p>
            <a:pPr marL="363855" indent="-363855">
              <a:lnSpc>
                <a:spcPct val="150000"/>
              </a:lnSpc>
              <a:buSzPct val="85000"/>
            </a:pPr>
            <a:r>
              <a:rPr lang="en-US" altLang="zh-CN" dirty="0">
                <a:latin typeface="Times New Roman" panose="02020603050405020304" pitchFamily="18" charset="0"/>
                <a:ea typeface="楷体_GB2312" pitchFamily="49" charset="-122"/>
              </a:rPr>
              <a:t>①</a:t>
            </a:r>
            <a:r>
              <a:rPr lang="zh-CN" altLang="en-US" dirty="0">
                <a:latin typeface="Times New Roman" panose="02020603050405020304" pitchFamily="18" charset="0"/>
                <a:ea typeface="楷体_GB2312" pitchFamily="49" charset="-122"/>
              </a:rPr>
              <a:t>灵敏度的高低是选择和设计传感器的重要依据之一；</a:t>
            </a:r>
          </a:p>
          <a:p>
            <a:pPr marL="363855" indent="-363855">
              <a:lnSpc>
                <a:spcPct val="150000"/>
              </a:lnSpc>
              <a:buSzPct val="85000"/>
            </a:pPr>
            <a:r>
              <a:rPr lang="zh-CN" altLang="en-US" dirty="0">
                <a:latin typeface="Times New Roman" panose="02020603050405020304" pitchFamily="18" charset="0"/>
                <a:ea typeface="楷体_GB2312" pitchFamily="49" charset="-122"/>
              </a:rPr>
              <a:t>②当传感器输出是几种因素作用的结果时，可以分别对各个因素确定其灵敏度；</a:t>
            </a:r>
          </a:p>
          <a:p>
            <a:pPr marL="363855" indent="-363855">
              <a:lnSpc>
                <a:spcPct val="150000"/>
              </a:lnSpc>
              <a:buSzPct val="85000"/>
            </a:pPr>
            <a:r>
              <a:rPr lang="zh-CN" altLang="en-US" dirty="0">
                <a:latin typeface="Times New Roman" panose="02020603050405020304" pitchFamily="18" charset="0"/>
                <a:ea typeface="楷体_GB2312" pitchFamily="49" charset="-122"/>
              </a:rPr>
              <a:t>③构成系统时，灵敏度与电路的放大倍数类同，即环节串联时灵敏度相乘，并联时灵敏度相加。 </a:t>
            </a:r>
          </a:p>
        </p:txBody>
      </p:sp>
      <p:sp>
        <p:nvSpPr>
          <p:cNvPr id="17" name="页脚占位符 6"/>
          <p:cNvSpPr txBox="1">
            <a:spLocks noGrp="1"/>
          </p:cNvSpPr>
          <p:nvPr>
            <p:ph type="ftr" sz="quarter" idx="11"/>
          </p:nvPr>
        </p:nvSpPr>
        <p:spPr>
          <a:xfrm>
            <a:off x="2843213" y="6411913"/>
            <a:ext cx="2895600" cy="365125"/>
          </a:xfrm>
          <a:noFill/>
        </p:spPr>
        <p:txBody>
          <a:bodyPr vert="horz" lIns="91440" tIns="45720" rIns="91440" bIns="45720" rtlCol="0" anchor="ctr"/>
          <a:lstStyle/>
          <a:p>
            <a:pPr marL="0" marR="0" lvl="0" indent="0" algn="ctr" defTabSz="914400" rtl="0" eaLnBrk="1" fontAlgn="base" latinLnBrk="0" hangingPunct="1">
              <a:lnSpc>
                <a:spcPct val="150000"/>
              </a:lnSpc>
              <a:spcBef>
                <a:spcPct val="20000"/>
              </a:spcBef>
              <a:spcAft>
                <a:spcPct val="0"/>
              </a:spcAft>
              <a:buClrTx/>
              <a:buSzPct val="85000"/>
              <a:buFontTx/>
              <a:buChar char="•"/>
              <a:defRPr/>
            </a:pPr>
            <a:r>
              <a:rPr kumimoji="1" lang="zh-CN" altLang="en-US" sz="1200" b="0" i="0" u="none" strike="noStrike" kern="1200" cap="none" spc="0" normalizeH="0" baseline="0" noProof="0" dirty="0">
                <a:ln>
                  <a:noFill/>
                </a:ln>
                <a:solidFill>
                  <a:schemeClr val="tx1">
                    <a:tint val="75000"/>
                  </a:schemeClr>
                </a:solidFill>
                <a:effectLst/>
                <a:uLnTx/>
                <a:uFillTx/>
                <a:latin typeface="Times New Roman" panose="02020603050405020304" pitchFamily="18" charset="0"/>
                <a:ea typeface="楷体_GB2312" pitchFamily="49" charset="-122"/>
                <a:cs typeface="+mn-cs"/>
              </a:rPr>
              <a:t>自动化学院测量科学与仪器系</a:t>
            </a:r>
            <a:endParaRPr kumimoji="1" lang="en-US" altLang="zh-CN" sz="1200" b="0" i="0" u="none" strike="noStrike" kern="1200" cap="none" spc="0" normalizeH="0" baseline="0" noProof="0" dirty="0">
              <a:ln>
                <a:noFill/>
              </a:ln>
              <a:solidFill>
                <a:schemeClr val="tx1">
                  <a:tint val="75000"/>
                </a:schemeClr>
              </a:solidFill>
              <a:effectLst/>
              <a:uLnTx/>
              <a:uFillTx/>
              <a:latin typeface="Times New Roman" panose="02020603050405020304" pitchFamily="18" charset="0"/>
              <a:ea typeface="楷体_GB2312" pitchFamily="49" charset="-122"/>
              <a:cs typeface="+mn-cs"/>
            </a:endParaRPr>
          </a:p>
        </p:txBody>
      </p:sp>
      <p:sp>
        <p:nvSpPr>
          <p:cNvPr id="44045" name="Rectangle 13"/>
          <p:cNvSpPr/>
          <p:nvPr/>
        </p:nvSpPr>
        <p:spPr>
          <a:xfrm>
            <a:off x="485775" y="492125"/>
            <a:ext cx="7772400" cy="630238"/>
          </a:xfrm>
          <a:prstGeom prst="rect">
            <a:avLst/>
          </a:prstGeom>
          <a:noFill/>
          <a:ln w="9525">
            <a:noFill/>
          </a:ln>
        </p:spPr>
        <p:txBody>
          <a:bodyPr anchor="ctr">
            <a:spAutoFit/>
          </a:bodyPr>
          <a:lstStyle/>
          <a:p>
            <a:pPr>
              <a:lnSpc>
                <a:spcPct val="125000"/>
              </a:lnSpc>
              <a:spcBef>
                <a:spcPct val="50000"/>
              </a:spcBef>
              <a:buSzPct val="85000"/>
            </a:pPr>
            <a:r>
              <a:rPr lang="zh-CN" altLang="en-US" sz="2800" b="1" dirty="0">
                <a:solidFill>
                  <a:srgbClr val="C00000"/>
                </a:solidFill>
                <a:latin typeface="黑体" panose="02010609060101010101" pitchFamily="2" charset="-122"/>
                <a:ea typeface="黑体" panose="02010609060101010101" pitchFamily="2" charset="-122"/>
              </a:rPr>
              <a:t>（</a:t>
            </a:r>
            <a:r>
              <a:rPr lang="en-US" altLang="zh-CN" sz="2800" b="1" dirty="0">
                <a:solidFill>
                  <a:srgbClr val="C00000"/>
                </a:solidFill>
                <a:latin typeface="黑体" panose="02010609060101010101" pitchFamily="2" charset="-122"/>
                <a:ea typeface="黑体" panose="02010609060101010101" pitchFamily="2" charset="-122"/>
              </a:rPr>
              <a:t>3</a:t>
            </a:r>
            <a:r>
              <a:rPr lang="zh-CN" altLang="en-US" sz="2800" b="1" dirty="0">
                <a:solidFill>
                  <a:srgbClr val="C00000"/>
                </a:solidFill>
                <a:latin typeface="黑体" panose="02010609060101010101" pitchFamily="2" charset="-122"/>
                <a:ea typeface="黑体" panose="02010609060101010101" pitchFamily="2" charset="-122"/>
              </a:rPr>
              <a:t>）灵敏度</a:t>
            </a:r>
          </a:p>
        </p:txBody>
      </p:sp>
      <p:sp>
        <p:nvSpPr>
          <p:cNvPr id="44046" name="Rectangle 15"/>
          <p:cNvSpPr/>
          <p:nvPr/>
        </p:nvSpPr>
        <p:spPr>
          <a:xfrm>
            <a:off x="736600" y="1287463"/>
            <a:ext cx="7777163" cy="1296987"/>
          </a:xfrm>
          <a:prstGeom prst="rect">
            <a:avLst/>
          </a:prstGeom>
          <a:noFill/>
          <a:ln w="9525">
            <a:noFill/>
          </a:ln>
        </p:spPr>
        <p:txBody>
          <a:bodyPr anchor="t"/>
          <a:lstStyle/>
          <a:p>
            <a:pPr>
              <a:lnSpc>
                <a:spcPct val="150000"/>
              </a:lnSpc>
              <a:buSzPct val="85000"/>
            </a:pPr>
            <a:r>
              <a:rPr lang="en-US" altLang="zh-CN" b="1" dirty="0">
                <a:latin typeface="Arial" panose="020B0604020202020204" pitchFamily="34" charset="0"/>
                <a:ea typeface="宋体" panose="02010600030101010101" pitchFamily="2" charset="-122"/>
              </a:rPr>
              <a:t>     </a:t>
            </a:r>
            <a:r>
              <a:rPr lang="zh-CN" altLang="en-US" b="1" dirty="0">
                <a:solidFill>
                  <a:schemeClr val="hlink"/>
                </a:solidFill>
                <a:latin typeface="Times New Roman" panose="02020603050405020304" pitchFamily="18" charset="0"/>
                <a:ea typeface="楷体_GB2312" pitchFamily="49" charset="-122"/>
              </a:rPr>
              <a:t>灵敏度</a:t>
            </a:r>
            <a:r>
              <a:rPr lang="zh-CN" altLang="en-US" dirty="0">
                <a:latin typeface="Times New Roman" panose="02020603050405020304" pitchFamily="18" charset="0"/>
                <a:ea typeface="楷体_GB2312" pitchFamily="49" charset="-122"/>
              </a:rPr>
              <a:t>的特性：</a:t>
            </a:r>
          </a:p>
        </p:txBody>
      </p:sp>
    </p:spTree>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6081" name="Object 62"/>
          <p:cNvGraphicFramePr>
            <a:graphicFrameLocks noGrp="1" noChangeAspect="1"/>
          </p:cNvGraphicFramePr>
          <p:nvPr>
            <p:ph sz="half" idx="1"/>
          </p:nvPr>
        </p:nvGraphicFramePr>
        <p:xfrm>
          <a:off x="1760538" y="3789363"/>
          <a:ext cx="2498725" cy="803275"/>
        </p:xfrm>
        <a:graphic>
          <a:graphicData uri="http://schemas.openxmlformats.org/presentationml/2006/ole">
            <mc:AlternateContent xmlns:mc="http://schemas.openxmlformats.org/markup-compatibility/2006">
              <mc:Choice xmlns:v="urn:schemas-microsoft-com:vml" Requires="v">
                <p:oleObj spid="_x0000_s7247" r:id="rId3" imgW="1422400" imgH="457200" progId="Equation.DSMT4">
                  <p:embed/>
                </p:oleObj>
              </mc:Choice>
              <mc:Fallback>
                <p:oleObj r:id="rId3" imgW="1422400" imgH="457200" progId="Equation.DSMT4">
                  <p:embed/>
                  <p:pic>
                    <p:nvPicPr>
                      <p:cNvPr id="0" name="图片 3081"/>
                      <p:cNvPicPr/>
                      <p:nvPr/>
                    </p:nvPicPr>
                    <p:blipFill>
                      <a:blip r:embed="rId4"/>
                      <a:stretch>
                        <a:fillRect/>
                      </a:stretch>
                    </p:blipFill>
                    <p:spPr>
                      <a:xfrm>
                        <a:off x="1760538" y="3789363"/>
                        <a:ext cx="2498725" cy="803275"/>
                      </a:xfrm>
                      <a:prstGeom prst="rect">
                        <a:avLst/>
                      </a:prstGeom>
                      <a:noFill/>
                      <a:ln w="38100">
                        <a:miter/>
                      </a:ln>
                    </p:spPr>
                  </p:pic>
                </p:oleObj>
              </mc:Fallback>
            </mc:AlternateContent>
          </a:graphicData>
        </a:graphic>
      </p:graphicFrame>
      <p:graphicFrame>
        <p:nvGraphicFramePr>
          <p:cNvPr id="46082" name="Object 57"/>
          <p:cNvGraphicFramePr>
            <a:graphicFrameLocks noGrp="1" noChangeAspect="1"/>
          </p:cNvGraphicFramePr>
          <p:nvPr>
            <p:ph sz="half" idx="2"/>
          </p:nvPr>
        </p:nvGraphicFramePr>
        <p:xfrm>
          <a:off x="1727200" y="2349500"/>
          <a:ext cx="2389188" cy="935038"/>
        </p:xfrm>
        <a:graphic>
          <a:graphicData uri="http://schemas.openxmlformats.org/presentationml/2006/ole">
            <mc:AlternateContent xmlns:mc="http://schemas.openxmlformats.org/markup-compatibility/2006">
              <mc:Choice xmlns:v="urn:schemas-microsoft-com:vml" Requires="v">
                <p:oleObj spid="_x0000_s7248" r:id="rId5" imgW="1168400" imgH="457200" progId="Equation.DSMT4">
                  <p:embed/>
                </p:oleObj>
              </mc:Choice>
              <mc:Fallback>
                <p:oleObj r:id="rId5" imgW="1168400" imgH="457200" progId="Equation.DSMT4">
                  <p:embed/>
                  <p:pic>
                    <p:nvPicPr>
                      <p:cNvPr id="0" name="图片 3082"/>
                      <p:cNvPicPr/>
                      <p:nvPr/>
                    </p:nvPicPr>
                    <p:blipFill>
                      <a:blip r:embed="rId6"/>
                      <a:stretch>
                        <a:fillRect/>
                      </a:stretch>
                    </p:blipFill>
                    <p:spPr>
                      <a:xfrm>
                        <a:off x="1727200" y="2349500"/>
                        <a:ext cx="2389188" cy="935038"/>
                      </a:xfrm>
                      <a:prstGeom prst="rect">
                        <a:avLst/>
                      </a:prstGeom>
                      <a:noFill/>
                      <a:ln w="38100">
                        <a:miter/>
                      </a:ln>
                    </p:spPr>
                  </p:pic>
                </p:oleObj>
              </mc:Fallback>
            </mc:AlternateContent>
          </a:graphicData>
        </a:graphic>
      </p:graphicFrame>
      <p:sp>
        <p:nvSpPr>
          <p:cNvPr id="46083" name="灯片编号占位符 6"/>
          <p:cNvSpPr>
            <a:spLocks noGrp="1"/>
          </p:cNvSpPr>
          <p:nvPr>
            <p:ph type="sldNum" sz="quarter" idx="12"/>
          </p:nvPr>
        </p:nvSpPr>
        <p:spPr>
          <a:noFill/>
          <a:ln>
            <a:noFill/>
          </a:ln>
        </p:spPr>
        <p:txBody>
          <a:bodyPr wrap="square" lIns="91440" tIns="45720" rIns="91440" bIns="45720" anchor="ctr"/>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r">
              <a:lnSpc>
                <a:spcPct val="150000"/>
              </a:lnSpc>
              <a:spcBef>
                <a:spcPct val="20000"/>
              </a:spcBef>
              <a:buSzPct val="85000"/>
              <a:buFontTx/>
              <a:buChar char="•"/>
            </a:pPr>
            <a:fld id="{9A0DB2DC-4C9A-4742-B13C-FB6460FD3503}" type="slidenum">
              <a:rPr lang="en-US" altLang="zh-CN" sz="1200" dirty="0">
                <a:solidFill>
                  <a:srgbClr val="898989"/>
                </a:solidFill>
              </a:rPr>
              <a:t>31</a:t>
            </a:fld>
            <a:endParaRPr lang="en-US" altLang="zh-CN" sz="1200" dirty="0">
              <a:solidFill>
                <a:srgbClr val="898989"/>
              </a:solidFill>
            </a:endParaRPr>
          </a:p>
        </p:txBody>
      </p:sp>
      <p:sp>
        <p:nvSpPr>
          <p:cNvPr id="46084" name="Rectangle 2"/>
          <p:cNvSpPr/>
          <p:nvPr/>
        </p:nvSpPr>
        <p:spPr>
          <a:xfrm>
            <a:off x="423863" y="3268663"/>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46085" name="Rectangle 3"/>
          <p:cNvSpPr/>
          <p:nvPr/>
        </p:nvSpPr>
        <p:spPr>
          <a:xfrm>
            <a:off x="423863" y="3254375"/>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46086" name="Rectangle 4"/>
          <p:cNvSpPr/>
          <p:nvPr/>
        </p:nvSpPr>
        <p:spPr>
          <a:xfrm>
            <a:off x="423863" y="3192463"/>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46087" name="Rectangle 5"/>
          <p:cNvSpPr/>
          <p:nvPr/>
        </p:nvSpPr>
        <p:spPr>
          <a:xfrm>
            <a:off x="423863" y="3254375"/>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46088" name="Rectangle 6"/>
          <p:cNvSpPr/>
          <p:nvPr/>
        </p:nvSpPr>
        <p:spPr>
          <a:xfrm>
            <a:off x="423863" y="2782888"/>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46089" name="Rectangle 9"/>
          <p:cNvSpPr/>
          <p:nvPr/>
        </p:nvSpPr>
        <p:spPr>
          <a:xfrm>
            <a:off x="423863" y="2720975"/>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46090" name="Rectangle 10"/>
          <p:cNvSpPr/>
          <p:nvPr/>
        </p:nvSpPr>
        <p:spPr>
          <a:xfrm>
            <a:off x="423863" y="53975"/>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46091" name="Rectangle 11"/>
          <p:cNvSpPr/>
          <p:nvPr/>
        </p:nvSpPr>
        <p:spPr>
          <a:xfrm>
            <a:off x="423863" y="2811463"/>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46092" name="Rectangle 12"/>
          <p:cNvSpPr/>
          <p:nvPr/>
        </p:nvSpPr>
        <p:spPr>
          <a:xfrm>
            <a:off x="423863" y="53975"/>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46093" name="Rectangle 14"/>
          <p:cNvSpPr/>
          <p:nvPr/>
        </p:nvSpPr>
        <p:spPr>
          <a:xfrm>
            <a:off x="431800" y="1160463"/>
            <a:ext cx="8208963" cy="647700"/>
          </a:xfrm>
          <a:prstGeom prst="rect">
            <a:avLst/>
          </a:prstGeom>
          <a:noFill/>
          <a:ln w="9525">
            <a:noFill/>
          </a:ln>
        </p:spPr>
        <p:txBody>
          <a:bodyPr anchor="t"/>
          <a:lstStyle/>
          <a:p>
            <a:pPr>
              <a:lnSpc>
                <a:spcPct val="150000"/>
              </a:lnSpc>
              <a:spcBef>
                <a:spcPct val="20000"/>
              </a:spcBef>
              <a:buSzPct val="85000"/>
            </a:pPr>
            <a:r>
              <a:rPr lang="zh-CN" altLang="en-US" b="1" dirty="0">
                <a:solidFill>
                  <a:schemeClr val="hlink"/>
                </a:solidFill>
                <a:sym typeface="+mn-ea"/>
              </a:rPr>
              <a:t>迟滞</a:t>
            </a:r>
            <a:r>
              <a:rPr lang="zh-CN" altLang="en-US" dirty="0">
                <a:latin typeface="Times New Roman" panose="02020603050405020304" pitchFamily="18" charset="0"/>
                <a:ea typeface="楷体_GB2312" pitchFamily="49" charset="-122"/>
              </a:rPr>
              <a:t>表示传感器在正、反行程期间输出</a:t>
            </a:r>
            <a:r>
              <a:rPr lang="en-US" altLang="zh-CN" dirty="0">
                <a:latin typeface="Times New Roman" panose="02020603050405020304" pitchFamily="18" charset="0"/>
                <a:ea typeface="楷体_GB2312" pitchFamily="49" charset="-122"/>
              </a:rPr>
              <a:t>—</a:t>
            </a:r>
            <a:r>
              <a:rPr lang="zh-CN" altLang="en-US" dirty="0">
                <a:latin typeface="Times New Roman" panose="02020603050405020304" pitchFamily="18" charset="0"/>
                <a:ea typeface="楷体_GB2312" pitchFamily="49" charset="-122"/>
              </a:rPr>
              <a:t>输入曲线的不重合程度。</a:t>
            </a:r>
          </a:p>
          <a:p>
            <a:pPr>
              <a:spcBef>
                <a:spcPct val="20000"/>
              </a:spcBef>
              <a:buSzPct val="85000"/>
            </a:pPr>
            <a:endParaRPr lang="en-US" altLang="zh-CN" sz="2000" dirty="0">
              <a:latin typeface="Times New Roman" panose="02020603050405020304" pitchFamily="18" charset="0"/>
              <a:ea typeface="楷体_GB2312" pitchFamily="49" charset="-122"/>
            </a:endParaRPr>
          </a:p>
        </p:txBody>
      </p:sp>
      <p:sp>
        <p:nvSpPr>
          <p:cNvPr id="46094" name="Rectangle 49"/>
          <p:cNvSpPr/>
          <p:nvPr/>
        </p:nvSpPr>
        <p:spPr>
          <a:xfrm>
            <a:off x="287337" y="306552"/>
            <a:ext cx="5332529" cy="556884"/>
          </a:xfrm>
          <a:prstGeom prst="rect">
            <a:avLst/>
          </a:prstGeom>
          <a:noFill/>
          <a:ln w="9525">
            <a:noFill/>
          </a:ln>
        </p:spPr>
        <p:txBody>
          <a:bodyPr wrap="square" anchor="ctr">
            <a:spAutoFit/>
          </a:bodyPr>
          <a:lstStyle/>
          <a:p>
            <a:pPr>
              <a:lnSpc>
                <a:spcPct val="125000"/>
              </a:lnSpc>
              <a:spcBef>
                <a:spcPct val="50000"/>
              </a:spcBef>
              <a:buSzPct val="85000"/>
            </a:pPr>
            <a:r>
              <a:rPr lang="zh-CN" altLang="en-US" sz="2800" b="1" dirty="0">
                <a:solidFill>
                  <a:srgbClr val="C00000"/>
                </a:solidFill>
                <a:latin typeface="黑体" panose="02010609060101010101" pitchFamily="2" charset="-122"/>
                <a:ea typeface="黑体" panose="02010609060101010101" pitchFamily="2" charset="-122"/>
              </a:rPr>
              <a:t>（</a:t>
            </a:r>
            <a:r>
              <a:rPr lang="en-US" altLang="zh-CN" sz="2800" b="1" dirty="0">
                <a:solidFill>
                  <a:srgbClr val="C00000"/>
                </a:solidFill>
                <a:latin typeface="黑体" panose="02010609060101010101" pitchFamily="2" charset="-122"/>
                <a:ea typeface="黑体" panose="02010609060101010101" pitchFamily="2" charset="-122"/>
              </a:rPr>
              <a:t>4</a:t>
            </a:r>
            <a:r>
              <a:rPr lang="zh-CN" altLang="en-US" sz="2800" b="1" dirty="0">
                <a:solidFill>
                  <a:srgbClr val="C00000"/>
                </a:solidFill>
                <a:latin typeface="黑体" panose="02010609060101010101" pitchFamily="2" charset="-122"/>
                <a:ea typeface="黑体" panose="02010609060101010101" pitchFamily="2" charset="-122"/>
              </a:rPr>
              <a:t>）迟滞（变差、滞环）</a:t>
            </a:r>
          </a:p>
        </p:txBody>
      </p:sp>
      <p:grpSp>
        <p:nvGrpSpPr>
          <p:cNvPr id="46095" name="Group 52"/>
          <p:cNvGrpSpPr/>
          <p:nvPr/>
        </p:nvGrpSpPr>
        <p:grpSpPr>
          <a:xfrm>
            <a:off x="5580063" y="1989138"/>
            <a:ext cx="2952750" cy="2906712"/>
            <a:chOff x="3516" y="1389"/>
            <a:chExt cx="1632" cy="1695"/>
          </a:xfrm>
        </p:grpSpPr>
        <p:grpSp>
          <p:nvGrpSpPr>
            <p:cNvPr id="46096" name="Group 48"/>
            <p:cNvGrpSpPr/>
            <p:nvPr/>
          </p:nvGrpSpPr>
          <p:grpSpPr>
            <a:xfrm>
              <a:off x="3538" y="1570"/>
              <a:ext cx="1315" cy="1361"/>
              <a:chOff x="2654" y="2001"/>
              <a:chExt cx="1315" cy="1361"/>
            </a:xfrm>
          </p:grpSpPr>
          <p:sp>
            <p:nvSpPr>
              <p:cNvPr id="46097" name="Line 27"/>
              <p:cNvSpPr/>
              <p:nvPr/>
            </p:nvSpPr>
            <p:spPr>
              <a:xfrm>
                <a:off x="2654" y="3362"/>
                <a:ext cx="1315" cy="0"/>
              </a:xfrm>
              <a:prstGeom prst="line">
                <a:avLst/>
              </a:prstGeom>
              <a:ln w="9525" cap="flat" cmpd="sng">
                <a:solidFill>
                  <a:schemeClr val="tx1"/>
                </a:solidFill>
                <a:prstDash val="solid"/>
                <a:round/>
                <a:headEnd type="none" w="med" len="med"/>
                <a:tailEnd type="triangle" w="med" len="med"/>
              </a:ln>
            </p:spPr>
          </p:sp>
          <p:sp>
            <p:nvSpPr>
              <p:cNvPr id="46098" name="Line 28"/>
              <p:cNvSpPr/>
              <p:nvPr/>
            </p:nvSpPr>
            <p:spPr>
              <a:xfrm flipH="1" flipV="1">
                <a:off x="2676" y="2001"/>
                <a:ext cx="1" cy="1361"/>
              </a:xfrm>
              <a:prstGeom prst="line">
                <a:avLst/>
              </a:prstGeom>
              <a:ln w="9525" cap="flat" cmpd="sng">
                <a:solidFill>
                  <a:schemeClr val="tx1"/>
                </a:solidFill>
                <a:prstDash val="solid"/>
                <a:round/>
                <a:headEnd type="none" w="med" len="med"/>
                <a:tailEnd type="triangle" w="med" len="med"/>
              </a:ln>
            </p:spPr>
          </p:sp>
          <p:sp>
            <p:nvSpPr>
              <p:cNvPr id="46099" name="Freeform 32"/>
              <p:cNvSpPr/>
              <p:nvPr/>
            </p:nvSpPr>
            <p:spPr>
              <a:xfrm>
                <a:off x="2676" y="2387"/>
                <a:ext cx="1043" cy="816"/>
              </a:xfrm>
              <a:custGeom>
                <a:avLst/>
                <a:gdLst/>
                <a:ahLst/>
                <a:cxnLst>
                  <a:cxn ang="0">
                    <a:pos x="0" y="816"/>
                  </a:cxn>
                  <a:cxn ang="0">
                    <a:pos x="159" y="567"/>
                  </a:cxn>
                  <a:cxn ang="0">
                    <a:pos x="453" y="249"/>
                  </a:cxn>
                  <a:cxn ang="0">
                    <a:pos x="907" y="45"/>
                  </a:cxn>
                  <a:cxn ang="0">
                    <a:pos x="1043" y="0"/>
                  </a:cxn>
                </a:cxnLst>
                <a:rect l="0" t="0" r="0" b="0"/>
                <a:pathLst>
                  <a:path w="1043" h="816">
                    <a:moveTo>
                      <a:pt x="0" y="816"/>
                    </a:moveTo>
                    <a:cubicBezTo>
                      <a:pt x="42" y="738"/>
                      <a:pt x="84" y="661"/>
                      <a:pt x="159" y="567"/>
                    </a:cubicBezTo>
                    <a:cubicBezTo>
                      <a:pt x="234" y="473"/>
                      <a:pt x="328" y="336"/>
                      <a:pt x="453" y="249"/>
                    </a:cubicBezTo>
                    <a:cubicBezTo>
                      <a:pt x="578" y="162"/>
                      <a:pt x="809" y="87"/>
                      <a:pt x="907" y="45"/>
                    </a:cubicBezTo>
                    <a:cubicBezTo>
                      <a:pt x="1005" y="3"/>
                      <a:pt x="1024" y="1"/>
                      <a:pt x="1043" y="0"/>
                    </a:cubicBezTo>
                  </a:path>
                </a:pathLst>
              </a:custGeom>
              <a:noFill/>
              <a:ln w="9525" cap="flat" cmpd="sng">
                <a:solidFill>
                  <a:schemeClr val="tx1"/>
                </a:solidFill>
                <a:prstDash val="solid"/>
                <a:round/>
                <a:headEnd type="none" w="med" len="med"/>
                <a:tailEnd type="triangle" w="med" len="med"/>
              </a:ln>
            </p:spPr>
            <p:txBody>
              <a:bodyPr/>
              <a:lstStyle/>
              <a:p>
                <a:endParaRPr lang="zh-CN" altLang="en-US"/>
              </a:p>
            </p:txBody>
          </p:sp>
          <p:sp>
            <p:nvSpPr>
              <p:cNvPr id="46100" name="Freeform 33"/>
              <p:cNvSpPr/>
              <p:nvPr/>
            </p:nvSpPr>
            <p:spPr>
              <a:xfrm rot="10800000">
                <a:off x="2677" y="2408"/>
                <a:ext cx="1030" cy="886"/>
              </a:xfrm>
              <a:custGeom>
                <a:avLst/>
                <a:gdLst/>
                <a:ahLst/>
                <a:cxnLst>
                  <a:cxn ang="0">
                    <a:pos x="0" y="6940"/>
                  </a:cxn>
                  <a:cxn ang="0">
                    <a:pos x="113" y="4820"/>
                  </a:cxn>
                  <a:cxn ang="0">
                    <a:pos x="329" y="2114"/>
                  </a:cxn>
                  <a:cxn ang="0">
                    <a:pos x="656" y="382"/>
                  </a:cxn>
                  <a:cxn ang="0">
                    <a:pos x="753" y="0"/>
                  </a:cxn>
                </a:cxnLst>
                <a:rect l="0" t="0" r="0" b="0"/>
                <a:pathLst>
                  <a:path w="1043" h="816">
                    <a:moveTo>
                      <a:pt x="0" y="816"/>
                    </a:moveTo>
                    <a:cubicBezTo>
                      <a:pt x="42" y="738"/>
                      <a:pt x="84" y="661"/>
                      <a:pt x="159" y="567"/>
                    </a:cubicBezTo>
                    <a:cubicBezTo>
                      <a:pt x="234" y="473"/>
                      <a:pt x="328" y="336"/>
                      <a:pt x="453" y="249"/>
                    </a:cubicBezTo>
                    <a:cubicBezTo>
                      <a:pt x="578" y="162"/>
                      <a:pt x="809" y="87"/>
                      <a:pt x="907" y="45"/>
                    </a:cubicBezTo>
                    <a:cubicBezTo>
                      <a:pt x="1005" y="3"/>
                      <a:pt x="1024" y="1"/>
                      <a:pt x="1043" y="0"/>
                    </a:cubicBezTo>
                  </a:path>
                </a:pathLst>
              </a:custGeom>
              <a:noFill/>
              <a:ln w="9525" cap="flat" cmpd="sng">
                <a:solidFill>
                  <a:schemeClr val="tx1"/>
                </a:solidFill>
                <a:prstDash val="solid"/>
                <a:round/>
                <a:headEnd type="none" w="med" len="med"/>
                <a:tailEnd type="triangle" w="med" len="med"/>
              </a:ln>
            </p:spPr>
            <p:txBody>
              <a:bodyPr/>
              <a:lstStyle/>
              <a:p>
                <a:endParaRPr lang="zh-CN" altLang="en-US"/>
              </a:p>
            </p:txBody>
          </p:sp>
          <p:sp>
            <p:nvSpPr>
              <p:cNvPr id="46101" name="Line 34"/>
              <p:cNvSpPr/>
              <p:nvPr/>
            </p:nvSpPr>
            <p:spPr>
              <a:xfrm>
                <a:off x="3243" y="2296"/>
                <a:ext cx="6" cy="259"/>
              </a:xfrm>
              <a:prstGeom prst="line">
                <a:avLst/>
              </a:prstGeom>
              <a:ln w="9525" cap="flat" cmpd="sng">
                <a:solidFill>
                  <a:schemeClr val="tx1"/>
                </a:solidFill>
                <a:prstDash val="solid"/>
                <a:round/>
                <a:headEnd type="none" w="med" len="med"/>
                <a:tailEnd type="triangle" w="med" len="med"/>
              </a:ln>
            </p:spPr>
          </p:sp>
          <p:sp>
            <p:nvSpPr>
              <p:cNvPr id="46102" name="Line 35"/>
              <p:cNvSpPr/>
              <p:nvPr/>
            </p:nvSpPr>
            <p:spPr>
              <a:xfrm flipV="1">
                <a:off x="3244" y="3044"/>
                <a:ext cx="0" cy="181"/>
              </a:xfrm>
              <a:prstGeom prst="line">
                <a:avLst/>
              </a:prstGeom>
              <a:ln w="9525" cap="flat" cmpd="sng">
                <a:solidFill>
                  <a:schemeClr val="tx1"/>
                </a:solidFill>
                <a:prstDash val="solid"/>
                <a:round/>
                <a:headEnd type="none" w="med" len="med"/>
                <a:tailEnd type="triangle" w="med" len="med"/>
              </a:ln>
            </p:spPr>
          </p:sp>
          <p:sp>
            <p:nvSpPr>
              <p:cNvPr id="46103" name="Text Box 47"/>
              <p:cNvSpPr txBox="1"/>
              <p:nvPr/>
            </p:nvSpPr>
            <p:spPr>
              <a:xfrm>
                <a:off x="2891" y="2597"/>
                <a:ext cx="613" cy="403"/>
              </a:xfrm>
              <a:prstGeom prst="rect">
                <a:avLst/>
              </a:prstGeom>
              <a:noFill/>
              <a:ln w="9525">
                <a:noFill/>
              </a:ln>
            </p:spPr>
            <p:txBody>
              <a:bodyPr anchor="t">
                <a:spAutoFit/>
              </a:bodyPr>
              <a:lstStyle/>
              <a:p>
                <a:pPr marL="342900" indent="-342900" algn="ctr">
                  <a:lnSpc>
                    <a:spcPct val="150000"/>
                  </a:lnSpc>
                  <a:spcBef>
                    <a:spcPct val="50000"/>
                  </a:spcBef>
                  <a:buSzPct val="85000"/>
                </a:pPr>
                <a:r>
                  <a:rPr lang="en-US" altLang="zh-CN" sz="2000" dirty="0">
                    <a:latin typeface="宋体" panose="02010600030101010101" pitchFamily="2" charset="-122"/>
                    <a:ea typeface="宋体" panose="02010600030101010101" pitchFamily="2" charset="-122"/>
                  </a:rPr>
                  <a:t>△</a:t>
                </a:r>
                <a:r>
                  <a:rPr lang="en-US" altLang="zh-CN" dirty="0">
                    <a:latin typeface="Times New Roman" panose="02020603050405020304" pitchFamily="18" charset="0"/>
                    <a:ea typeface="楷体_GB2312" pitchFamily="49" charset="-122"/>
                  </a:rPr>
                  <a:t>y</a:t>
                </a:r>
                <a:r>
                  <a:rPr lang="en-US" altLang="zh-CN" sz="2000" baseline="-25000" dirty="0">
                    <a:latin typeface="Times New Roman" panose="02020603050405020304" pitchFamily="18" charset="0"/>
                    <a:ea typeface="楷体_GB2312" pitchFamily="49" charset="-122"/>
                  </a:rPr>
                  <a:t>m</a:t>
                </a:r>
              </a:p>
            </p:txBody>
          </p:sp>
        </p:grpSp>
        <p:sp>
          <p:nvSpPr>
            <p:cNvPr id="46104" name="Text Box 50"/>
            <p:cNvSpPr txBox="1"/>
            <p:nvPr/>
          </p:nvSpPr>
          <p:spPr>
            <a:xfrm>
              <a:off x="3516" y="1389"/>
              <a:ext cx="385" cy="403"/>
            </a:xfrm>
            <a:prstGeom prst="rect">
              <a:avLst/>
            </a:prstGeom>
            <a:noFill/>
            <a:ln w="9525">
              <a:noFill/>
            </a:ln>
          </p:spPr>
          <p:txBody>
            <a:bodyPr anchor="t">
              <a:spAutoFit/>
            </a:bodyPr>
            <a:lstStyle/>
            <a:p>
              <a:pPr marL="342900" indent="-342900" algn="ctr">
                <a:lnSpc>
                  <a:spcPct val="150000"/>
                </a:lnSpc>
                <a:spcBef>
                  <a:spcPct val="50000"/>
                </a:spcBef>
                <a:buSzPct val="85000"/>
              </a:pPr>
              <a:r>
                <a:rPr lang="en-US" altLang="zh-CN" dirty="0">
                  <a:latin typeface="Times New Roman" panose="02020603050405020304" pitchFamily="18" charset="0"/>
                  <a:ea typeface="楷体_GB2312" pitchFamily="49" charset="-122"/>
                </a:rPr>
                <a:t>y</a:t>
              </a:r>
            </a:p>
          </p:txBody>
        </p:sp>
        <p:sp>
          <p:nvSpPr>
            <p:cNvPr id="46105" name="Text Box 51"/>
            <p:cNvSpPr txBox="1"/>
            <p:nvPr/>
          </p:nvSpPr>
          <p:spPr>
            <a:xfrm>
              <a:off x="4763" y="2681"/>
              <a:ext cx="385" cy="403"/>
            </a:xfrm>
            <a:prstGeom prst="rect">
              <a:avLst/>
            </a:prstGeom>
            <a:noFill/>
            <a:ln w="9525">
              <a:noFill/>
            </a:ln>
          </p:spPr>
          <p:txBody>
            <a:bodyPr anchor="t">
              <a:spAutoFit/>
            </a:bodyPr>
            <a:lstStyle/>
            <a:p>
              <a:pPr marL="342900" indent="-342900" algn="ctr">
                <a:lnSpc>
                  <a:spcPct val="150000"/>
                </a:lnSpc>
                <a:spcBef>
                  <a:spcPct val="50000"/>
                </a:spcBef>
                <a:buSzPct val="85000"/>
              </a:pPr>
              <a:r>
                <a:rPr lang="en-US" altLang="zh-CN" dirty="0">
                  <a:latin typeface="Times New Roman" panose="02020603050405020304" pitchFamily="18" charset="0"/>
                  <a:ea typeface="楷体_GB2312" pitchFamily="49" charset="-122"/>
                </a:rPr>
                <a:t>x</a:t>
              </a:r>
            </a:p>
          </p:txBody>
        </p:sp>
      </p:grpSp>
      <p:sp>
        <p:nvSpPr>
          <p:cNvPr id="29" name="页脚占位符 6"/>
          <p:cNvSpPr txBox="1">
            <a:spLocks noGrp="1"/>
          </p:cNvSpPr>
          <p:nvPr>
            <p:ph type="ftr" sz="quarter" idx="11"/>
          </p:nvPr>
        </p:nvSpPr>
        <p:spPr>
          <a:xfrm>
            <a:off x="2843213" y="6411913"/>
            <a:ext cx="2895600" cy="365125"/>
          </a:xfrm>
          <a:noFill/>
        </p:spPr>
        <p:txBody>
          <a:bodyPr vert="horz" lIns="91440" tIns="45720" rIns="91440" bIns="45720" rtlCol="0" anchor="ctr"/>
          <a:lstStyle/>
          <a:p>
            <a:pPr marL="0" marR="0" lvl="0" indent="0" algn="ctr" defTabSz="914400" rtl="0" eaLnBrk="1" fontAlgn="base" latinLnBrk="0" hangingPunct="1">
              <a:lnSpc>
                <a:spcPct val="150000"/>
              </a:lnSpc>
              <a:spcBef>
                <a:spcPct val="20000"/>
              </a:spcBef>
              <a:spcAft>
                <a:spcPct val="0"/>
              </a:spcAft>
              <a:buClrTx/>
              <a:buSzPct val="85000"/>
              <a:buFontTx/>
              <a:buChar char="•"/>
              <a:defRPr/>
            </a:pPr>
            <a:r>
              <a:rPr kumimoji="1" lang="zh-CN" altLang="en-US" sz="1200" b="0" i="0" u="none" strike="noStrike" kern="1200" cap="none" spc="0" normalizeH="0" baseline="0" noProof="0" dirty="0">
                <a:ln>
                  <a:noFill/>
                </a:ln>
                <a:solidFill>
                  <a:schemeClr val="tx1">
                    <a:tint val="75000"/>
                  </a:schemeClr>
                </a:solidFill>
                <a:effectLst/>
                <a:uLnTx/>
                <a:uFillTx/>
                <a:latin typeface="Times New Roman" panose="02020603050405020304" pitchFamily="18" charset="0"/>
                <a:ea typeface="楷体_GB2312" pitchFamily="49" charset="-122"/>
                <a:cs typeface="+mn-cs"/>
              </a:rPr>
              <a:t>测量科学与仪器系</a:t>
            </a:r>
            <a:endParaRPr kumimoji="1" lang="en-US" altLang="zh-CN" sz="1200" b="0" i="0" u="none" strike="noStrike" kern="1200" cap="none" spc="0" normalizeH="0" baseline="0" noProof="0" dirty="0">
              <a:ln>
                <a:noFill/>
              </a:ln>
              <a:solidFill>
                <a:schemeClr val="tx1">
                  <a:tint val="75000"/>
                </a:schemeClr>
              </a:solidFill>
              <a:effectLst/>
              <a:uLnTx/>
              <a:uFillTx/>
              <a:latin typeface="Times New Roman" panose="02020603050405020304" pitchFamily="18" charset="0"/>
              <a:ea typeface="楷体_GB2312" pitchFamily="49" charset="-122"/>
              <a:cs typeface="+mn-cs"/>
            </a:endParaRPr>
          </a:p>
        </p:txBody>
      </p:sp>
      <p:sp>
        <p:nvSpPr>
          <p:cNvPr id="28" name="Rectangle 14">
            <a:extLst>
              <a:ext uri="{FF2B5EF4-FFF2-40B4-BE49-F238E27FC236}">
                <a16:creationId xmlns:a16="http://schemas.microsoft.com/office/drawing/2014/main" id="{396061A9-9F09-4DE8-96A0-332E52019374}"/>
              </a:ext>
            </a:extLst>
          </p:cNvPr>
          <p:cNvSpPr/>
          <p:nvPr/>
        </p:nvSpPr>
        <p:spPr>
          <a:xfrm>
            <a:off x="1914882" y="4905603"/>
            <a:ext cx="6545550" cy="647700"/>
          </a:xfrm>
          <a:prstGeom prst="rect">
            <a:avLst/>
          </a:prstGeom>
          <a:noFill/>
          <a:ln w="9525">
            <a:noFill/>
          </a:ln>
        </p:spPr>
        <p:txBody>
          <a:bodyPr anchor="t"/>
          <a:lstStyle/>
          <a:p>
            <a:pPr>
              <a:lnSpc>
                <a:spcPct val="150000"/>
              </a:lnSpc>
              <a:spcBef>
                <a:spcPct val="20000"/>
              </a:spcBef>
              <a:buSzPct val="85000"/>
            </a:pPr>
            <a:r>
              <a:rPr lang="zh-CN" altLang="en-US" b="1" dirty="0">
                <a:solidFill>
                  <a:schemeClr val="accent6">
                    <a:lumMod val="75000"/>
                  </a:schemeClr>
                </a:solidFill>
                <a:sym typeface="+mn-ea"/>
              </a:rPr>
              <a:t>原因</a:t>
            </a:r>
            <a:r>
              <a:rPr lang="zh-CN" altLang="en-US" b="1" dirty="0">
                <a:solidFill>
                  <a:srgbClr val="1552D1"/>
                </a:solidFill>
                <a:sym typeface="+mn-ea"/>
              </a:rPr>
              <a:t>：磁特性，机械特性</a:t>
            </a:r>
            <a:endParaRPr lang="en-US" altLang="zh-CN" b="1" dirty="0">
              <a:solidFill>
                <a:srgbClr val="1552D1"/>
              </a:solidFill>
              <a:sym typeface="+mn-ea"/>
            </a:endParaRPr>
          </a:p>
          <a:p>
            <a:pPr>
              <a:lnSpc>
                <a:spcPct val="150000"/>
              </a:lnSpc>
              <a:spcBef>
                <a:spcPct val="20000"/>
              </a:spcBef>
              <a:buSzPct val="85000"/>
            </a:pPr>
            <a:r>
              <a:rPr lang="zh-CN" altLang="en-US" sz="2200" dirty="0">
                <a:solidFill>
                  <a:srgbClr val="1552D1"/>
                </a:solidFill>
              </a:rPr>
              <a:t>* 和传感器原理有关：比如磁传感，具有弹性元件的传感器通常具有迟滞特性</a:t>
            </a:r>
          </a:p>
          <a:p>
            <a:pPr>
              <a:spcBef>
                <a:spcPct val="20000"/>
              </a:spcBef>
              <a:buSzPct val="85000"/>
            </a:pPr>
            <a:endParaRPr lang="en-US" altLang="zh-CN" sz="2000" dirty="0">
              <a:solidFill>
                <a:srgbClr val="1552D1"/>
              </a:solidFill>
              <a:latin typeface="Times New Roman" panose="02020603050405020304" pitchFamily="18" charset="0"/>
              <a:ea typeface="楷体_GB2312" pitchFamily="49" charset="-122"/>
            </a:endParaRPr>
          </a:p>
        </p:txBody>
      </p:sp>
    </p:spTree>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7105" name="Object 19"/>
          <p:cNvGraphicFramePr>
            <a:graphicFrameLocks noGrp="1" noChangeAspect="1"/>
          </p:cNvGraphicFramePr>
          <p:nvPr>
            <p:ph sz="half" idx="1"/>
          </p:nvPr>
        </p:nvGraphicFramePr>
        <p:xfrm>
          <a:off x="1541463" y="2625725"/>
          <a:ext cx="2555875" cy="887413"/>
        </p:xfrm>
        <a:graphic>
          <a:graphicData uri="http://schemas.openxmlformats.org/presentationml/2006/ole">
            <mc:AlternateContent xmlns:mc="http://schemas.openxmlformats.org/markup-compatibility/2006">
              <mc:Choice xmlns:v="urn:schemas-microsoft-com:vml" Requires="v">
                <p:oleObj spid="_x0000_s8378" r:id="rId3" imgW="1244600" imgH="431800" progId="Equation.DSMT4">
                  <p:embed/>
                </p:oleObj>
              </mc:Choice>
              <mc:Fallback>
                <p:oleObj r:id="rId3" imgW="1244600" imgH="431800" progId="Equation.DSMT4">
                  <p:embed/>
                  <p:pic>
                    <p:nvPicPr>
                      <p:cNvPr id="0" name="图片 3095"/>
                      <p:cNvPicPr/>
                      <p:nvPr/>
                    </p:nvPicPr>
                    <p:blipFill>
                      <a:blip r:embed="rId4"/>
                      <a:stretch>
                        <a:fillRect/>
                      </a:stretch>
                    </p:blipFill>
                    <p:spPr>
                      <a:xfrm>
                        <a:off x="1541463" y="2625725"/>
                        <a:ext cx="2555875" cy="887413"/>
                      </a:xfrm>
                      <a:prstGeom prst="rect">
                        <a:avLst/>
                      </a:prstGeom>
                      <a:noFill/>
                      <a:ln w="38100">
                        <a:miter/>
                      </a:ln>
                    </p:spPr>
                  </p:pic>
                </p:oleObj>
              </mc:Fallback>
            </mc:AlternateContent>
          </a:graphicData>
        </a:graphic>
      </p:graphicFrame>
      <p:graphicFrame>
        <p:nvGraphicFramePr>
          <p:cNvPr id="47106" name="Object 21"/>
          <p:cNvGraphicFramePr>
            <a:graphicFrameLocks noGrp="1" noChangeAspect="1"/>
          </p:cNvGraphicFramePr>
          <p:nvPr>
            <p:ph sz="half" idx="2"/>
          </p:nvPr>
        </p:nvGraphicFramePr>
        <p:xfrm>
          <a:off x="665163" y="3867150"/>
          <a:ext cx="468312" cy="350838"/>
        </p:xfrm>
        <a:graphic>
          <a:graphicData uri="http://schemas.openxmlformats.org/presentationml/2006/ole">
            <mc:AlternateContent xmlns:mc="http://schemas.openxmlformats.org/markup-compatibility/2006">
              <mc:Choice xmlns:v="urn:schemas-microsoft-com:vml" Requires="v">
                <p:oleObj spid="_x0000_s8379" r:id="rId5" imgW="304800" imgH="228600" progId="Equation.3">
                  <p:embed/>
                </p:oleObj>
              </mc:Choice>
              <mc:Fallback>
                <p:oleObj r:id="rId5" imgW="304800" imgH="228600" progId="Equation.3">
                  <p:embed/>
                  <p:pic>
                    <p:nvPicPr>
                      <p:cNvPr id="0" name="图片 3097"/>
                      <p:cNvPicPr/>
                      <p:nvPr/>
                    </p:nvPicPr>
                    <p:blipFill>
                      <a:blip r:embed="rId6"/>
                      <a:stretch>
                        <a:fillRect/>
                      </a:stretch>
                    </p:blipFill>
                    <p:spPr>
                      <a:xfrm>
                        <a:off x="665163" y="3867150"/>
                        <a:ext cx="468312" cy="350838"/>
                      </a:xfrm>
                      <a:prstGeom prst="rect">
                        <a:avLst/>
                      </a:prstGeom>
                      <a:noFill/>
                      <a:ln w="38100">
                        <a:miter/>
                      </a:ln>
                    </p:spPr>
                  </p:pic>
                </p:oleObj>
              </mc:Fallback>
            </mc:AlternateContent>
          </a:graphicData>
        </a:graphic>
      </p:graphicFrame>
      <p:sp>
        <p:nvSpPr>
          <p:cNvPr id="47107" name="灯片编号占位符 6"/>
          <p:cNvSpPr>
            <a:spLocks noGrp="1"/>
          </p:cNvSpPr>
          <p:nvPr>
            <p:ph type="sldNum" sz="quarter" idx="12"/>
          </p:nvPr>
        </p:nvSpPr>
        <p:spPr>
          <a:noFill/>
          <a:ln>
            <a:noFill/>
          </a:ln>
        </p:spPr>
        <p:txBody>
          <a:bodyPr wrap="square" lIns="91440" tIns="45720" rIns="91440" bIns="45720" anchor="ctr"/>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r">
              <a:lnSpc>
                <a:spcPct val="150000"/>
              </a:lnSpc>
              <a:spcBef>
                <a:spcPct val="20000"/>
              </a:spcBef>
              <a:buSzPct val="85000"/>
              <a:buFontTx/>
              <a:buChar char="•"/>
            </a:pPr>
            <a:fld id="{9A0DB2DC-4C9A-4742-B13C-FB6460FD3503}" type="slidenum">
              <a:rPr lang="en-US" altLang="zh-CN" sz="1200" dirty="0">
                <a:solidFill>
                  <a:srgbClr val="898989"/>
                </a:solidFill>
              </a:rPr>
              <a:t>32</a:t>
            </a:fld>
            <a:endParaRPr lang="en-US" altLang="zh-CN" sz="1200" dirty="0">
              <a:solidFill>
                <a:srgbClr val="898989"/>
              </a:solidFill>
            </a:endParaRPr>
          </a:p>
        </p:txBody>
      </p:sp>
      <p:sp>
        <p:nvSpPr>
          <p:cNvPr id="47108" name="Rectangle 3"/>
          <p:cNvSpPr/>
          <p:nvPr/>
        </p:nvSpPr>
        <p:spPr>
          <a:xfrm>
            <a:off x="423863" y="3254375"/>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47109" name="Rectangle 4"/>
          <p:cNvSpPr/>
          <p:nvPr/>
        </p:nvSpPr>
        <p:spPr>
          <a:xfrm>
            <a:off x="423863" y="3192463"/>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47110" name="Rectangle 5"/>
          <p:cNvSpPr/>
          <p:nvPr/>
        </p:nvSpPr>
        <p:spPr>
          <a:xfrm>
            <a:off x="423863" y="3254375"/>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47111" name="Rectangle 6"/>
          <p:cNvSpPr/>
          <p:nvPr/>
        </p:nvSpPr>
        <p:spPr>
          <a:xfrm>
            <a:off x="423863" y="2782888"/>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47112" name="Rectangle 7"/>
          <p:cNvSpPr/>
          <p:nvPr/>
        </p:nvSpPr>
        <p:spPr>
          <a:xfrm>
            <a:off x="423863" y="3254375"/>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47113" name="Rectangle 8"/>
          <p:cNvSpPr/>
          <p:nvPr/>
        </p:nvSpPr>
        <p:spPr>
          <a:xfrm>
            <a:off x="423863" y="3240088"/>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47114" name="Rectangle 9"/>
          <p:cNvSpPr/>
          <p:nvPr/>
        </p:nvSpPr>
        <p:spPr>
          <a:xfrm>
            <a:off x="423863" y="2720975"/>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47115" name="Rectangle 10"/>
          <p:cNvSpPr/>
          <p:nvPr/>
        </p:nvSpPr>
        <p:spPr>
          <a:xfrm>
            <a:off x="423863" y="53975"/>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47116" name="Rectangle 11"/>
          <p:cNvSpPr/>
          <p:nvPr/>
        </p:nvSpPr>
        <p:spPr>
          <a:xfrm>
            <a:off x="423863" y="2811463"/>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47117" name="Rectangle 12"/>
          <p:cNvSpPr/>
          <p:nvPr/>
        </p:nvSpPr>
        <p:spPr>
          <a:xfrm>
            <a:off x="423863" y="53975"/>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47118" name="Rectangle 13"/>
          <p:cNvSpPr/>
          <p:nvPr/>
        </p:nvSpPr>
        <p:spPr>
          <a:xfrm>
            <a:off x="0" y="115888"/>
            <a:ext cx="7772400" cy="630237"/>
          </a:xfrm>
          <a:prstGeom prst="rect">
            <a:avLst/>
          </a:prstGeom>
          <a:noFill/>
          <a:ln w="9525">
            <a:noFill/>
          </a:ln>
        </p:spPr>
        <p:txBody>
          <a:bodyPr anchor="ctr">
            <a:spAutoFit/>
          </a:bodyPr>
          <a:lstStyle/>
          <a:p>
            <a:pPr>
              <a:lnSpc>
                <a:spcPct val="125000"/>
              </a:lnSpc>
              <a:spcBef>
                <a:spcPct val="50000"/>
              </a:spcBef>
              <a:buSzPct val="85000"/>
            </a:pPr>
            <a:r>
              <a:rPr lang="zh-CN" altLang="en-US" sz="2800" b="1" dirty="0">
                <a:solidFill>
                  <a:srgbClr val="C00000"/>
                </a:solidFill>
                <a:latin typeface="黑体" panose="02010609060101010101" pitchFamily="2" charset="-122"/>
                <a:ea typeface="黑体" panose="02010609060101010101" pitchFamily="2" charset="-122"/>
              </a:rPr>
              <a:t>（</a:t>
            </a:r>
            <a:r>
              <a:rPr lang="en-US" altLang="zh-CN" sz="2800" b="1" dirty="0">
                <a:solidFill>
                  <a:srgbClr val="C00000"/>
                </a:solidFill>
                <a:latin typeface="黑体" panose="02010609060101010101" pitchFamily="2" charset="-122"/>
                <a:ea typeface="黑体" panose="02010609060101010101" pitchFamily="2" charset="-122"/>
              </a:rPr>
              <a:t>5</a:t>
            </a:r>
            <a:r>
              <a:rPr lang="zh-CN" altLang="en-US" sz="2800" b="1" dirty="0">
                <a:solidFill>
                  <a:srgbClr val="C00000"/>
                </a:solidFill>
                <a:latin typeface="黑体" panose="02010609060101010101" pitchFamily="2" charset="-122"/>
                <a:ea typeface="黑体" panose="02010609060101010101" pitchFamily="2" charset="-122"/>
              </a:rPr>
              <a:t>）重复性</a:t>
            </a:r>
          </a:p>
        </p:txBody>
      </p:sp>
      <p:sp>
        <p:nvSpPr>
          <p:cNvPr id="47119" name="Text Box 17"/>
          <p:cNvSpPr txBox="1"/>
          <p:nvPr/>
        </p:nvSpPr>
        <p:spPr>
          <a:xfrm>
            <a:off x="1403350" y="1484313"/>
            <a:ext cx="4645025" cy="639762"/>
          </a:xfrm>
          <a:prstGeom prst="rect">
            <a:avLst/>
          </a:prstGeom>
          <a:noFill/>
          <a:ln w="9525">
            <a:noFill/>
          </a:ln>
        </p:spPr>
        <p:txBody>
          <a:bodyPr anchor="t">
            <a:spAutoFit/>
          </a:bodyPr>
          <a:lstStyle/>
          <a:p>
            <a:pPr indent="360680" algn="ctr">
              <a:lnSpc>
                <a:spcPct val="150000"/>
              </a:lnSpc>
              <a:spcBef>
                <a:spcPct val="50000"/>
              </a:spcBef>
              <a:buSzPct val="85000"/>
              <a:buFontTx/>
              <a:buBlip>
                <a:blip r:embed="rId7"/>
              </a:buBlip>
            </a:pPr>
            <a:endParaRPr lang="zh-CN" altLang="zh-CN" dirty="0">
              <a:latin typeface="Times New Roman" panose="02020603050405020304" pitchFamily="18" charset="0"/>
              <a:ea typeface="楷体_GB2312" pitchFamily="49" charset="-122"/>
            </a:endParaRPr>
          </a:p>
        </p:txBody>
      </p:sp>
      <p:sp>
        <p:nvSpPr>
          <p:cNvPr id="47120" name="Text Box 18"/>
          <p:cNvSpPr txBox="1"/>
          <p:nvPr/>
        </p:nvSpPr>
        <p:spPr>
          <a:xfrm>
            <a:off x="665163" y="873125"/>
            <a:ext cx="7667625" cy="1753235"/>
          </a:xfrm>
          <a:prstGeom prst="rect">
            <a:avLst/>
          </a:prstGeom>
          <a:noFill/>
          <a:ln w="9525">
            <a:noFill/>
          </a:ln>
        </p:spPr>
        <p:txBody>
          <a:bodyPr anchor="t">
            <a:spAutoFit/>
          </a:bodyPr>
          <a:lstStyle/>
          <a:p>
            <a:pPr>
              <a:lnSpc>
                <a:spcPct val="150000"/>
              </a:lnSpc>
              <a:spcBef>
                <a:spcPts val="0"/>
              </a:spcBef>
              <a:buSzPct val="85000"/>
            </a:pPr>
            <a:r>
              <a:rPr lang="zh-CN" altLang="en-US" b="1" dirty="0">
                <a:solidFill>
                  <a:schemeClr val="hlink"/>
                </a:solidFill>
                <a:sym typeface="+mn-ea"/>
              </a:rPr>
              <a:t>重复性</a:t>
            </a:r>
            <a:r>
              <a:rPr lang="zh-CN" altLang="en-US" dirty="0">
                <a:latin typeface="Times New Roman" panose="02020603050405020304" pitchFamily="18" charset="0"/>
                <a:ea typeface="楷体_GB2312" pitchFamily="49" charset="-122"/>
              </a:rPr>
              <a:t>表示传感器在同一工作条件下，输入按同一方向作全量程、连续多次重复测量时所得特性曲线的一致程度。</a:t>
            </a:r>
          </a:p>
        </p:txBody>
      </p:sp>
      <p:sp>
        <p:nvSpPr>
          <p:cNvPr id="47121" name="Text Box 25"/>
          <p:cNvSpPr txBox="1"/>
          <p:nvPr/>
        </p:nvSpPr>
        <p:spPr>
          <a:xfrm>
            <a:off x="1066800" y="3721100"/>
            <a:ext cx="3519488" cy="554038"/>
          </a:xfrm>
          <a:prstGeom prst="rect">
            <a:avLst/>
          </a:prstGeom>
          <a:noFill/>
          <a:ln w="9525">
            <a:noFill/>
          </a:ln>
        </p:spPr>
        <p:txBody>
          <a:bodyPr wrap="none" anchor="t">
            <a:spAutoFit/>
          </a:bodyPr>
          <a:lstStyle/>
          <a:p>
            <a:pPr algn="ctr">
              <a:lnSpc>
                <a:spcPct val="150000"/>
              </a:lnSpc>
              <a:spcBef>
                <a:spcPct val="20000"/>
              </a:spcBef>
              <a:buSzPct val="85000"/>
            </a:pPr>
            <a:r>
              <a:rPr lang="zh-CN" altLang="en-US" sz="2000" dirty="0">
                <a:latin typeface="Times New Roman" panose="02020603050405020304" pitchFamily="18" charset="0"/>
                <a:ea typeface="楷体_GB2312" pitchFamily="49" charset="-122"/>
              </a:rPr>
              <a:t>：正反行程标准偏差最大值；</a:t>
            </a:r>
          </a:p>
        </p:txBody>
      </p:sp>
      <p:sp>
        <p:nvSpPr>
          <p:cNvPr id="22" name="页脚占位符 6"/>
          <p:cNvSpPr txBox="1">
            <a:spLocks noGrp="1"/>
          </p:cNvSpPr>
          <p:nvPr>
            <p:ph type="ftr" sz="quarter" idx="11"/>
          </p:nvPr>
        </p:nvSpPr>
        <p:spPr>
          <a:xfrm>
            <a:off x="2843213" y="6411913"/>
            <a:ext cx="2895600" cy="365125"/>
          </a:xfrm>
          <a:noFill/>
        </p:spPr>
        <p:txBody>
          <a:bodyPr vert="horz" lIns="91440" tIns="45720" rIns="91440" bIns="45720" rtlCol="0" anchor="ctr"/>
          <a:lstStyle/>
          <a:p>
            <a:pPr marL="0" marR="0" lvl="0" indent="0" algn="ctr" defTabSz="914400" rtl="0" eaLnBrk="1" fontAlgn="base" latinLnBrk="0" hangingPunct="1">
              <a:lnSpc>
                <a:spcPct val="150000"/>
              </a:lnSpc>
              <a:spcBef>
                <a:spcPct val="20000"/>
              </a:spcBef>
              <a:spcAft>
                <a:spcPct val="0"/>
              </a:spcAft>
              <a:buClrTx/>
              <a:buSzPct val="85000"/>
              <a:buFontTx/>
              <a:buChar char="•"/>
              <a:defRPr/>
            </a:pPr>
            <a:r>
              <a:rPr kumimoji="1" lang="zh-CN" altLang="en-US" sz="1200" b="0" i="0" u="none" strike="noStrike" kern="1200" cap="none" spc="0" normalizeH="0" baseline="0" noProof="0" dirty="0">
                <a:ln>
                  <a:noFill/>
                </a:ln>
                <a:solidFill>
                  <a:schemeClr val="tx1">
                    <a:tint val="75000"/>
                  </a:schemeClr>
                </a:solidFill>
                <a:effectLst/>
                <a:uLnTx/>
                <a:uFillTx/>
                <a:latin typeface="Times New Roman" panose="02020603050405020304" pitchFamily="18" charset="0"/>
                <a:ea typeface="楷体_GB2312" pitchFamily="49" charset="-122"/>
                <a:cs typeface="+mn-cs"/>
              </a:rPr>
              <a:t>测量科学与仪器系</a:t>
            </a:r>
            <a:endParaRPr kumimoji="1" lang="en-US" altLang="zh-CN" sz="1200" b="0" i="0" u="none" strike="noStrike" kern="1200" cap="none" spc="0" normalizeH="0" baseline="0" noProof="0" dirty="0">
              <a:ln>
                <a:noFill/>
              </a:ln>
              <a:solidFill>
                <a:schemeClr val="tx1">
                  <a:tint val="75000"/>
                </a:schemeClr>
              </a:solidFill>
              <a:effectLst/>
              <a:uLnTx/>
              <a:uFillTx/>
              <a:latin typeface="Times New Roman" panose="02020603050405020304" pitchFamily="18" charset="0"/>
              <a:ea typeface="楷体_GB2312" pitchFamily="49" charset="-122"/>
              <a:cs typeface="+mn-cs"/>
            </a:endParaRPr>
          </a:p>
        </p:txBody>
      </p:sp>
      <p:graphicFrame>
        <p:nvGraphicFramePr>
          <p:cNvPr id="47123" name="Object 23"/>
          <p:cNvGraphicFramePr>
            <a:graphicFrameLocks noChangeAspect="1"/>
          </p:cNvGraphicFramePr>
          <p:nvPr/>
        </p:nvGraphicFramePr>
        <p:xfrm>
          <a:off x="3284538" y="5473700"/>
          <a:ext cx="374650" cy="417513"/>
        </p:xfrm>
        <a:graphic>
          <a:graphicData uri="http://schemas.openxmlformats.org/presentationml/2006/ole">
            <mc:AlternateContent xmlns:mc="http://schemas.openxmlformats.org/markup-compatibility/2006">
              <mc:Choice xmlns:v="urn:schemas-microsoft-com:vml" Requires="v">
                <p:oleObj spid="_x0000_s8380" r:id="rId8" imgW="215900" imgH="241300" progId="Equation.DSMT4">
                  <p:embed/>
                </p:oleObj>
              </mc:Choice>
              <mc:Fallback>
                <p:oleObj r:id="rId8" imgW="215900" imgH="241300" progId="Equation.DSMT4">
                  <p:embed/>
                  <p:pic>
                    <p:nvPicPr>
                      <p:cNvPr id="0" name="图片 3094"/>
                      <p:cNvPicPr/>
                      <p:nvPr/>
                    </p:nvPicPr>
                    <p:blipFill>
                      <a:blip r:embed="rId9"/>
                      <a:stretch>
                        <a:fillRect/>
                      </a:stretch>
                    </p:blipFill>
                    <p:spPr>
                      <a:xfrm>
                        <a:off x="3284538" y="5473700"/>
                        <a:ext cx="374650" cy="417513"/>
                      </a:xfrm>
                      <a:prstGeom prst="rect">
                        <a:avLst/>
                      </a:prstGeom>
                      <a:noFill/>
                      <a:ln w="38100">
                        <a:noFill/>
                        <a:miter/>
                      </a:ln>
                    </p:spPr>
                  </p:pic>
                </p:oleObj>
              </mc:Fallback>
            </mc:AlternateContent>
          </a:graphicData>
        </a:graphic>
      </p:graphicFrame>
      <p:graphicFrame>
        <p:nvGraphicFramePr>
          <p:cNvPr id="47124" name="Object 24"/>
          <p:cNvGraphicFramePr>
            <a:graphicFrameLocks noChangeAspect="1"/>
          </p:cNvGraphicFramePr>
          <p:nvPr/>
        </p:nvGraphicFramePr>
        <p:xfrm>
          <a:off x="3294063" y="5984875"/>
          <a:ext cx="352425" cy="395288"/>
        </p:xfrm>
        <a:graphic>
          <a:graphicData uri="http://schemas.openxmlformats.org/presentationml/2006/ole">
            <mc:AlternateContent xmlns:mc="http://schemas.openxmlformats.org/markup-compatibility/2006">
              <mc:Choice xmlns:v="urn:schemas-microsoft-com:vml" Requires="v">
                <p:oleObj spid="_x0000_s8381" r:id="rId10" imgW="203200" imgH="228600" progId="Equation.DSMT4">
                  <p:embed/>
                </p:oleObj>
              </mc:Choice>
              <mc:Fallback>
                <p:oleObj r:id="rId10" imgW="203200" imgH="228600" progId="Equation.DSMT4">
                  <p:embed/>
                  <p:pic>
                    <p:nvPicPr>
                      <p:cNvPr id="0" name="图片 3096"/>
                      <p:cNvPicPr/>
                      <p:nvPr/>
                    </p:nvPicPr>
                    <p:blipFill>
                      <a:blip r:embed="rId11"/>
                      <a:stretch>
                        <a:fillRect/>
                      </a:stretch>
                    </p:blipFill>
                    <p:spPr>
                      <a:xfrm>
                        <a:off x="3294063" y="5984875"/>
                        <a:ext cx="352425" cy="395288"/>
                      </a:xfrm>
                      <a:prstGeom prst="rect">
                        <a:avLst/>
                      </a:prstGeom>
                      <a:noFill/>
                      <a:ln w="38100">
                        <a:noFill/>
                        <a:miter/>
                      </a:ln>
                    </p:spPr>
                  </p:pic>
                </p:oleObj>
              </mc:Fallback>
            </mc:AlternateContent>
          </a:graphicData>
        </a:graphic>
      </p:graphicFrame>
      <p:sp>
        <p:nvSpPr>
          <p:cNvPr id="47125" name="Text Box 25"/>
          <p:cNvSpPr txBox="1"/>
          <p:nvPr/>
        </p:nvSpPr>
        <p:spPr>
          <a:xfrm>
            <a:off x="1103313" y="4305300"/>
            <a:ext cx="2632075" cy="554038"/>
          </a:xfrm>
          <a:prstGeom prst="rect">
            <a:avLst/>
          </a:prstGeom>
          <a:noFill/>
          <a:ln w="9525">
            <a:noFill/>
          </a:ln>
        </p:spPr>
        <p:txBody>
          <a:bodyPr wrap="none" anchor="t">
            <a:spAutoFit/>
          </a:bodyPr>
          <a:lstStyle/>
          <a:p>
            <a:pPr algn="ctr">
              <a:lnSpc>
                <a:spcPct val="150000"/>
              </a:lnSpc>
              <a:spcBef>
                <a:spcPct val="20000"/>
              </a:spcBef>
              <a:buSzPct val="85000"/>
            </a:pPr>
            <a:r>
              <a:rPr lang="zh-CN" altLang="en-US" sz="2000" dirty="0">
                <a:latin typeface="Times New Roman" panose="02020603050405020304" pitchFamily="18" charset="0"/>
                <a:ea typeface="楷体_GB2312" pitchFamily="49" charset="-122"/>
              </a:rPr>
              <a:t>：系数，通常取</a:t>
            </a:r>
            <a:r>
              <a:rPr lang="en-US" altLang="zh-CN" sz="2000" dirty="0">
                <a:latin typeface="Times New Roman" panose="02020603050405020304" pitchFamily="18" charset="0"/>
                <a:ea typeface="楷体_GB2312" pitchFamily="49" charset="-122"/>
              </a:rPr>
              <a:t>2~3</a:t>
            </a:r>
            <a:r>
              <a:rPr lang="zh-CN" altLang="en-US" sz="2000" dirty="0">
                <a:latin typeface="Times New Roman" panose="02020603050405020304" pitchFamily="18" charset="0"/>
                <a:ea typeface="楷体_GB2312" pitchFamily="49" charset="-122"/>
              </a:rPr>
              <a:t>。</a:t>
            </a:r>
          </a:p>
        </p:txBody>
      </p:sp>
      <p:sp>
        <p:nvSpPr>
          <p:cNvPr id="47126" name="Text Box 25"/>
          <p:cNvSpPr txBox="1"/>
          <p:nvPr/>
        </p:nvSpPr>
        <p:spPr>
          <a:xfrm>
            <a:off x="3586163" y="5400675"/>
            <a:ext cx="3695700" cy="495300"/>
          </a:xfrm>
          <a:prstGeom prst="rect">
            <a:avLst/>
          </a:prstGeom>
          <a:noFill/>
          <a:ln w="9525">
            <a:noFill/>
          </a:ln>
        </p:spPr>
        <p:txBody>
          <a:bodyPr wrap="none" anchor="t">
            <a:spAutoFit/>
          </a:bodyPr>
          <a:lstStyle/>
          <a:p>
            <a:pPr algn="ctr">
              <a:lnSpc>
                <a:spcPct val="150000"/>
              </a:lnSpc>
              <a:spcBef>
                <a:spcPct val="20000"/>
              </a:spcBef>
              <a:buSzPct val="85000"/>
            </a:pPr>
            <a:r>
              <a:rPr lang="zh-CN" altLang="en-US" sz="2000" dirty="0">
                <a:latin typeface="Times New Roman" panose="02020603050405020304" pitchFamily="18" charset="0"/>
                <a:ea typeface="楷体_GB2312" pitchFamily="49" charset="-122"/>
              </a:rPr>
              <a:t>：正行程输入为</a:t>
            </a:r>
            <a:r>
              <a:rPr lang="en-US" altLang="zh-CN" sz="2000" dirty="0">
                <a:latin typeface="Times New Roman" panose="02020603050405020304" pitchFamily="18" charset="0"/>
                <a:ea typeface="楷体_GB2312" pitchFamily="49" charset="-122"/>
              </a:rPr>
              <a:t>x</a:t>
            </a:r>
            <a:r>
              <a:rPr lang="en-US" altLang="zh-CN" sz="2000" baseline="-25000" dirty="0">
                <a:latin typeface="Times New Roman" panose="02020603050405020304" pitchFamily="18" charset="0"/>
                <a:ea typeface="楷体_GB2312" pitchFamily="49" charset="-122"/>
              </a:rPr>
              <a:t>i</a:t>
            </a:r>
            <a:r>
              <a:rPr lang="zh-CN" altLang="en-US" sz="2000" dirty="0">
                <a:latin typeface="Times New Roman" panose="02020603050405020304" pitchFamily="18" charset="0"/>
                <a:ea typeface="楷体_GB2312" pitchFamily="49" charset="-122"/>
              </a:rPr>
              <a:t>点的标准偏差</a:t>
            </a:r>
          </a:p>
        </p:txBody>
      </p:sp>
      <p:sp>
        <p:nvSpPr>
          <p:cNvPr id="47127" name="Text Box 25"/>
          <p:cNvSpPr txBox="1"/>
          <p:nvPr/>
        </p:nvSpPr>
        <p:spPr>
          <a:xfrm>
            <a:off x="3586163" y="5875338"/>
            <a:ext cx="3695700" cy="495300"/>
          </a:xfrm>
          <a:prstGeom prst="rect">
            <a:avLst/>
          </a:prstGeom>
          <a:noFill/>
          <a:ln w="9525">
            <a:noFill/>
          </a:ln>
        </p:spPr>
        <p:txBody>
          <a:bodyPr wrap="none" anchor="t">
            <a:spAutoFit/>
          </a:bodyPr>
          <a:lstStyle/>
          <a:p>
            <a:pPr algn="ctr">
              <a:lnSpc>
                <a:spcPct val="150000"/>
              </a:lnSpc>
              <a:spcBef>
                <a:spcPct val="20000"/>
              </a:spcBef>
              <a:buSzPct val="85000"/>
            </a:pPr>
            <a:r>
              <a:rPr lang="zh-CN" altLang="en-US" sz="2000" dirty="0">
                <a:latin typeface="Times New Roman" panose="02020603050405020304" pitchFamily="18" charset="0"/>
                <a:ea typeface="楷体_GB2312" pitchFamily="49" charset="-122"/>
              </a:rPr>
              <a:t>：反行程输入为</a:t>
            </a:r>
            <a:r>
              <a:rPr lang="en-US" altLang="zh-CN" sz="2000" dirty="0">
                <a:latin typeface="Times New Roman" panose="02020603050405020304" pitchFamily="18" charset="0"/>
                <a:ea typeface="楷体_GB2312" pitchFamily="49" charset="-122"/>
              </a:rPr>
              <a:t>x</a:t>
            </a:r>
            <a:r>
              <a:rPr lang="en-US" altLang="zh-CN" sz="2000" baseline="-25000" dirty="0">
                <a:latin typeface="Times New Roman" panose="02020603050405020304" pitchFamily="18" charset="0"/>
                <a:ea typeface="楷体_GB2312" pitchFamily="49" charset="-122"/>
              </a:rPr>
              <a:t>i</a:t>
            </a:r>
            <a:r>
              <a:rPr lang="zh-CN" altLang="en-US" sz="2000" dirty="0">
                <a:latin typeface="Times New Roman" panose="02020603050405020304" pitchFamily="18" charset="0"/>
                <a:ea typeface="楷体_GB2312" pitchFamily="49" charset="-122"/>
              </a:rPr>
              <a:t>点的标准偏差</a:t>
            </a:r>
          </a:p>
        </p:txBody>
      </p:sp>
      <p:graphicFrame>
        <p:nvGraphicFramePr>
          <p:cNvPr id="47128" name="Object 6"/>
          <p:cNvGraphicFramePr>
            <a:graphicFrameLocks noChangeAspect="1"/>
          </p:cNvGraphicFramePr>
          <p:nvPr/>
        </p:nvGraphicFramePr>
        <p:xfrm>
          <a:off x="792163" y="4452938"/>
          <a:ext cx="214312" cy="273050"/>
        </p:xfrm>
        <a:graphic>
          <a:graphicData uri="http://schemas.openxmlformats.org/presentationml/2006/ole">
            <mc:AlternateContent xmlns:mc="http://schemas.openxmlformats.org/markup-compatibility/2006">
              <mc:Choice xmlns:v="urn:schemas-microsoft-com:vml" Requires="v">
                <p:oleObj spid="_x0000_s8382" r:id="rId12" imgW="139700" imgH="177800" progId="Equation.DSMT4">
                  <p:embed/>
                </p:oleObj>
              </mc:Choice>
              <mc:Fallback>
                <p:oleObj r:id="rId12" imgW="139700" imgH="177800" progId="Equation.DSMT4">
                  <p:embed/>
                  <p:pic>
                    <p:nvPicPr>
                      <p:cNvPr id="0" name="图片 3099"/>
                      <p:cNvPicPr/>
                      <p:nvPr/>
                    </p:nvPicPr>
                    <p:blipFill>
                      <a:blip r:embed="rId13"/>
                      <a:stretch>
                        <a:fillRect/>
                      </a:stretch>
                    </p:blipFill>
                    <p:spPr>
                      <a:xfrm>
                        <a:off x="792163" y="4452938"/>
                        <a:ext cx="214312" cy="273050"/>
                      </a:xfrm>
                      <a:prstGeom prst="rect">
                        <a:avLst/>
                      </a:prstGeom>
                      <a:noFill/>
                      <a:ln w="38100">
                        <a:noFill/>
                        <a:miter/>
                      </a:ln>
                    </p:spPr>
                  </p:pic>
                </p:oleObj>
              </mc:Fallback>
            </mc:AlternateContent>
          </a:graphicData>
        </a:graphic>
      </p:graphicFrame>
      <p:pic>
        <p:nvPicPr>
          <p:cNvPr id="47129" name="Picture 27" descr="C:\Documents and Settings\Administrator\桌面\q1.png"/>
          <p:cNvPicPr>
            <a:picLocks noChangeAspect="1"/>
          </p:cNvPicPr>
          <p:nvPr/>
        </p:nvPicPr>
        <p:blipFill>
          <a:blip r:embed="rId14"/>
          <a:stretch>
            <a:fillRect/>
          </a:stretch>
        </p:blipFill>
        <p:spPr>
          <a:xfrm>
            <a:off x="4645025" y="2187575"/>
            <a:ext cx="3578225" cy="3154363"/>
          </a:xfrm>
          <a:prstGeom prst="rect">
            <a:avLst/>
          </a:prstGeom>
          <a:noFill/>
          <a:ln w="9525">
            <a:noFill/>
          </a:ln>
        </p:spPr>
      </p:pic>
    </p:spTree>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29" name="灯片编号占位符 4"/>
          <p:cNvSpPr>
            <a:spLocks noGrp="1"/>
          </p:cNvSpPr>
          <p:nvPr>
            <p:ph type="sldNum" sz="quarter" idx="12"/>
          </p:nvPr>
        </p:nvSpPr>
        <p:spPr>
          <a:noFill/>
          <a:ln>
            <a:noFill/>
          </a:ln>
        </p:spPr>
        <p:txBody>
          <a:bodyPr wrap="square" lIns="91440" tIns="45720" rIns="91440" bIns="45720" anchor="ctr"/>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r">
              <a:lnSpc>
                <a:spcPct val="150000"/>
              </a:lnSpc>
              <a:spcBef>
                <a:spcPct val="20000"/>
              </a:spcBef>
              <a:buSzPct val="85000"/>
              <a:buFontTx/>
              <a:buChar char="•"/>
            </a:pPr>
            <a:fld id="{9A0DB2DC-4C9A-4742-B13C-FB6460FD3503}" type="slidenum">
              <a:rPr lang="en-US" altLang="zh-CN" sz="1200" dirty="0">
                <a:solidFill>
                  <a:srgbClr val="898989"/>
                </a:solidFill>
              </a:rPr>
              <a:t>33</a:t>
            </a:fld>
            <a:endParaRPr lang="en-US" altLang="zh-CN" sz="1200" dirty="0">
              <a:solidFill>
                <a:srgbClr val="898989"/>
              </a:solidFill>
            </a:endParaRPr>
          </a:p>
        </p:txBody>
      </p:sp>
      <p:sp>
        <p:nvSpPr>
          <p:cNvPr id="48130" name="Rectangle 2"/>
          <p:cNvSpPr/>
          <p:nvPr/>
        </p:nvSpPr>
        <p:spPr>
          <a:xfrm>
            <a:off x="423863" y="3268663"/>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48131" name="Rectangle 3"/>
          <p:cNvSpPr/>
          <p:nvPr/>
        </p:nvSpPr>
        <p:spPr>
          <a:xfrm>
            <a:off x="423863" y="3254375"/>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48132" name="Rectangle 4"/>
          <p:cNvSpPr/>
          <p:nvPr/>
        </p:nvSpPr>
        <p:spPr>
          <a:xfrm>
            <a:off x="423863" y="3192463"/>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48133" name="Rectangle 5"/>
          <p:cNvSpPr/>
          <p:nvPr/>
        </p:nvSpPr>
        <p:spPr>
          <a:xfrm>
            <a:off x="423863" y="3254375"/>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48134" name="Rectangle 6"/>
          <p:cNvSpPr/>
          <p:nvPr/>
        </p:nvSpPr>
        <p:spPr>
          <a:xfrm>
            <a:off x="423863" y="2782888"/>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48135" name="Rectangle 7"/>
          <p:cNvSpPr/>
          <p:nvPr/>
        </p:nvSpPr>
        <p:spPr>
          <a:xfrm>
            <a:off x="423863" y="3254375"/>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48136" name="Rectangle 8"/>
          <p:cNvSpPr/>
          <p:nvPr/>
        </p:nvSpPr>
        <p:spPr>
          <a:xfrm>
            <a:off x="423863" y="3240088"/>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48137" name="Rectangle 9"/>
          <p:cNvSpPr/>
          <p:nvPr/>
        </p:nvSpPr>
        <p:spPr>
          <a:xfrm>
            <a:off x="423863" y="2720975"/>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48138" name="Rectangle 10"/>
          <p:cNvSpPr/>
          <p:nvPr/>
        </p:nvSpPr>
        <p:spPr>
          <a:xfrm>
            <a:off x="423863" y="53975"/>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48139" name="Rectangle 11"/>
          <p:cNvSpPr/>
          <p:nvPr/>
        </p:nvSpPr>
        <p:spPr>
          <a:xfrm>
            <a:off x="423863" y="2811463"/>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48140" name="Rectangle 12"/>
          <p:cNvSpPr/>
          <p:nvPr/>
        </p:nvSpPr>
        <p:spPr>
          <a:xfrm>
            <a:off x="423863" y="53975"/>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48141" name="Rectangle 14"/>
          <p:cNvSpPr/>
          <p:nvPr/>
        </p:nvSpPr>
        <p:spPr>
          <a:xfrm>
            <a:off x="431800" y="296863"/>
            <a:ext cx="4687888" cy="2401887"/>
          </a:xfrm>
          <a:prstGeom prst="rect">
            <a:avLst/>
          </a:prstGeom>
          <a:noFill/>
          <a:ln w="9525">
            <a:noFill/>
          </a:ln>
        </p:spPr>
        <p:txBody>
          <a:bodyPr anchor="t"/>
          <a:lstStyle/>
          <a:p>
            <a:pPr>
              <a:lnSpc>
                <a:spcPct val="150000"/>
              </a:lnSpc>
              <a:spcBef>
                <a:spcPct val="20000"/>
              </a:spcBef>
              <a:buSzPct val="85000"/>
            </a:pPr>
            <a:r>
              <a:rPr lang="en-US" altLang="zh-CN" sz="2800" b="1" dirty="0">
                <a:solidFill>
                  <a:srgbClr val="C00000"/>
                </a:solidFill>
                <a:latin typeface="黑体" panose="02010609060101010101" pitchFamily="2" charset="-122"/>
                <a:ea typeface="黑体" panose="02010609060101010101" pitchFamily="2" charset="-122"/>
              </a:rPr>
              <a:t>(6) </a:t>
            </a:r>
            <a:r>
              <a:rPr lang="zh-CN" altLang="en-US" sz="2800" b="1" dirty="0">
                <a:solidFill>
                  <a:srgbClr val="C00000"/>
                </a:solidFill>
                <a:latin typeface="黑体" panose="02010609060101010101" pitchFamily="2" charset="-122"/>
                <a:ea typeface="黑体" panose="02010609060101010101" pitchFamily="2" charset="-122"/>
              </a:rPr>
              <a:t>死区</a:t>
            </a:r>
          </a:p>
          <a:p>
            <a:pPr>
              <a:lnSpc>
                <a:spcPct val="150000"/>
              </a:lnSpc>
              <a:spcBef>
                <a:spcPct val="20000"/>
              </a:spcBef>
              <a:buSzPct val="85000"/>
            </a:pPr>
            <a:r>
              <a:rPr lang="zh-CN" altLang="en-US" dirty="0">
                <a:latin typeface="Times New Roman" panose="02020603050405020304" pitchFamily="18" charset="0"/>
                <a:ea typeface="楷体_GB2312" pitchFamily="49" charset="-122"/>
              </a:rPr>
              <a:t>          指输入信号变化而输出信号没有相应变化的范围。</a:t>
            </a:r>
          </a:p>
        </p:txBody>
      </p:sp>
      <p:sp>
        <p:nvSpPr>
          <p:cNvPr id="47123" name="Rectangle 27"/>
          <p:cNvSpPr>
            <a:spLocks noChangeArrowheads="1"/>
          </p:cNvSpPr>
          <p:nvPr/>
        </p:nvSpPr>
        <p:spPr bwMode="auto">
          <a:xfrm>
            <a:off x="482600" y="2662238"/>
            <a:ext cx="8281988" cy="1763713"/>
          </a:xfrm>
          <a:prstGeom prst="rect">
            <a:avLst/>
          </a:prstGeom>
          <a:noFill/>
          <a:ln w="9525">
            <a:noFill/>
            <a:miter lim="800000"/>
          </a:ln>
        </p:spPr>
        <p:txBody>
          <a:bodyPr/>
          <a:lstStyle/>
          <a:p>
            <a:pPr marL="0" marR="0" lvl="0" indent="0" algn="l" defTabSz="914400" rtl="0" eaLnBrk="1" fontAlgn="base" latinLnBrk="0" hangingPunct="1">
              <a:lnSpc>
                <a:spcPct val="150000"/>
              </a:lnSpc>
              <a:spcBef>
                <a:spcPct val="20000"/>
              </a:spcBef>
              <a:spcAft>
                <a:spcPct val="0"/>
              </a:spcAft>
              <a:buClrTx/>
              <a:buSzPct val="85000"/>
              <a:buFontTx/>
              <a:buNone/>
              <a:defRPr/>
            </a:pPr>
            <a:r>
              <a:rPr kumimoji="1" lang="en-US" altLang="zh-CN" sz="2800" b="1" i="0" u="none" strike="noStrike" kern="1200" cap="none" spc="0" normalizeH="0" baseline="0" noProof="0" dirty="0">
                <a:ln>
                  <a:noFill/>
                </a:ln>
                <a:solidFill>
                  <a:srgbClr val="C00000"/>
                </a:solidFill>
                <a:effectLst/>
                <a:uLnTx/>
                <a:uFillTx/>
                <a:latin typeface="黑体" panose="02010609060101010101" pitchFamily="2" charset="-122"/>
                <a:ea typeface="黑体" panose="02010609060101010101" pitchFamily="2" charset="-122"/>
                <a:cs typeface="黑体" panose="02010609060101010101" pitchFamily="2" charset="-122"/>
              </a:rPr>
              <a:t>(7) </a:t>
            </a:r>
            <a:r>
              <a:rPr kumimoji="1" lang="zh-CN" altLang="en-US" sz="2800" b="1" i="0" u="none" strike="noStrike" kern="1200" cap="none" spc="0" normalizeH="0" baseline="0" noProof="0" dirty="0">
                <a:ln>
                  <a:noFill/>
                </a:ln>
                <a:solidFill>
                  <a:srgbClr val="C00000"/>
                </a:solidFill>
                <a:effectLst/>
                <a:uLnTx/>
                <a:uFillTx/>
                <a:latin typeface="黑体" panose="02010609060101010101" pitchFamily="2" charset="-122"/>
                <a:ea typeface="黑体" panose="02010609060101010101" pitchFamily="2" charset="-122"/>
                <a:cs typeface="黑体" panose="02010609060101010101" pitchFamily="2" charset="-122"/>
              </a:rPr>
              <a:t>回差</a:t>
            </a:r>
          </a:p>
          <a:p>
            <a:pPr marL="0" marR="0" lvl="0" indent="688975" algn="l" defTabSz="914400" rtl="0" eaLnBrk="1" fontAlgn="base" latinLnBrk="0" hangingPunct="1">
              <a:lnSpc>
                <a:spcPct val="150000"/>
              </a:lnSpc>
              <a:spcBef>
                <a:spcPct val="20000"/>
              </a:spcBef>
              <a:spcAft>
                <a:spcPct val="0"/>
              </a:spcAft>
              <a:buClrTx/>
              <a:buSzPct val="85000"/>
              <a:buFontTx/>
              <a:buNone/>
              <a:defRPr/>
            </a:pPr>
            <a:r>
              <a:rPr kumimoji="1" lang="zh-CN" altLang="en-US" sz="2400" b="0" i="0" u="none" strike="noStrike" kern="1200" cap="none" spc="0" normalizeH="0" baseline="0" noProof="0" dirty="0">
                <a:ln>
                  <a:noFill/>
                </a:ln>
                <a:solidFill>
                  <a:schemeClr val="tx1"/>
                </a:solidFill>
                <a:effectLst/>
                <a:uLnTx/>
                <a:uFillTx/>
                <a:latin typeface="Times New Roman" panose="02020603050405020304" pitchFamily="18" charset="0"/>
                <a:ea typeface="楷体_GB2312" pitchFamily="49" charset="-122"/>
                <a:cs typeface="+mn-cs"/>
              </a:rPr>
              <a:t>当传感器同时具有</a:t>
            </a:r>
            <a:r>
              <a:rPr kumimoji="1" lang="zh-CN" altLang="en-US" sz="2400" b="0" i="0" u="none" strike="noStrike" kern="1200" cap="none" spc="0" normalizeH="0" baseline="0" noProof="0" dirty="0">
                <a:ln>
                  <a:noFill/>
                </a:ln>
                <a:solidFill>
                  <a:schemeClr val="tx1"/>
                </a:solidFill>
                <a:effectLst/>
                <a:highlight>
                  <a:srgbClr val="FFFF00"/>
                </a:highlight>
                <a:uLnTx/>
                <a:uFillTx/>
                <a:latin typeface="Times New Roman" panose="02020603050405020304" pitchFamily="18" charset="0"/>
                <a:ea typeface="楷体_GB2312" pitchFamily="49" charset="-122"/>
                <a:cs typeface="+mn-cs"/>
              </a:rPr>
              <a:t>死区和滞环两种</a:t>
            </a:r>
            <a:r>
              <a:rPr kumimoji="1" lang="zh-CN" altLang="en-US" sz="2400" b="0" i="0" u="none" strike="noStrike" kern="1200" cap="none" spc="0" normalizeH="0" baseline="0" noProof="0" dirty="0">
                <a:ln>
                  <a:noFill/>
                </a:ln>
                <a:solidFill>
                  <a:schemeClr val="tx1"/>
                </a:solidFill>
                <a:effectLst/>
                <a:uLnTx/>
                <a:uFillTx/>
                <a:latin typeface="Times New Roman" panose="02020603050405020304" pitchFamily="18" charset="0"/>
                <a:ea typeface="楷体_GB2312" pitchFamily="49" charset="-122"/>
                <a:cs typeface="+mn-cs"/>
              </a:rPr>
              <a:t>非线性因素时，其综合影响是复杂的，通常称为回差。</a:t>
            </a:r>
          </a:p>
        </p:txBody>
      </p:sp>
      <p:sp>
        <p:nvSpPr>
          <p:cNvPr id="29" name="页脚占位符 6"/>
          <p:cNvSpPr txBox="1">
            <a:spLocks noGrp="1"/>
          </p:cNvSpPr>
          <p:nvPr>
            <p:ph type="ftr" sz="quarter" idx="11"/>
          </p:nvPr>
        </p:nvSpPr>
        <p:spPr>
          <a:xfrm>
            <a:off x="2843213" y="6411913"/>
            <a:ext cx="2895600" cy="365125"/>
          </a:xfrm>
          <a:noFill/>
        </p:spPr>
        <p:txBody>
          <a:bodyPr vert="horz" lIns="91440" tIns="45720" rIns="91440" bIns="45720" rtlCol="0" anchor="ctr"/>
          <a:lstStyle/>
          <a:p>
            <a:pPr marL="0" marR="0" lvl="0" indent="0" algn="ctr" defTabSz="914400" rtl="0" eaLnBrk="1" fontAlgn="base" latinLnBrk="0" hangingPunct="1">
              <a:lnSpc>
                <a:spcPct val="150000"/>
              </a:lnSpc>
              <a:spcBef>
                <a:spcPct val="20000"/>
              </a:spcBef>
              <a:spcAft>
                <a:spcPct val="0"/>
              </a:spcAft>
              <a:buClrTx/>
              <a:buSzPct val="85000"/>
              <a:buFontTx/>
              <a:buChar char="•"/>
              <a:defRPr/>
            </a:pPr>
            <a:r>
              <a:rPr kumimoji="1" lang="zh-CN" altLang="en-US" sz="1200" b="0" i="0" u="none" strike="noStrike" kern="1200" cap="none" spc="0" normalizeH="0" baseline="0" noProof="0" dirty="0">
                <a:ln>
                  <a:noFill/>
                </a:ln>
                <a:solidFill>
                  <a:schemeClr val="tx1">
                    <a:tint val="75000"/>
                  </a:schemeClr>
                </a:solidFill>
                <a:effectLst/>
                <a:uLnTx/>
                <a:uFillTx/>
                <a:latin typeface="Times New Roman" panose="02020603050405020304" pitchFamily="18" charset="0"/>
                <a:ea typeface="楷体_GB2312" pitchFamily="49" charset="-122"/>
                <a:cs typeface="+mn-cs"/>
              </a:rPr>
              <a:t>自动化学院测量科学与仪器系</a:t>
            </a:r>
            <a:endParaRPr kumimoji="1" lang="en-US" altLang="zh-CN" sz="1200" b="0" i="0" u="none" strike="noStrike" kern="1200" cap="none" spc="0" normalizeH="0" baseline="0" noProof="0" dirty="0">
              <a:ln>
                <a:noFill/>
              </a:ln>
              <a:solidFill>
                <a:schemeClr val="tx1">
                  <a:tint val="75000"/>
                </a:schemeClr>
              </a:solidFill>
              <a:effectLst/>
              <a:uLnTx/>
              <a:uFillTx/>
              <a:latin typeface="Times New Roman" panose="02020603050405020304" pitchFamily="18" charset="0"/>
              <a:ea typeface="楷体_GB2312" pitchFamily="49" charset="-122"/>
              <a:cs typeface="+mn-cs"/>
            </a:endParaRPr>
          </a:p>
        </p:txBody>
      </p:sp>
      <p:grpSp>
        <p:nvGrpSpPr>
          <p:cNvPr id="48144" name="组合 34"/>
          <p:cNvGrpSpPr/>
          <p:nvPr/>
        </p:nvGrpSpPr>
        <p:grpSpPr>
          <a:xfrm>
            <a:off x="5849938" y="252413"/>
            <a:ext cx="2595562" cy="2665412"/>
            <a:chOff x="4960967" y="1822428"/>
            <a:chExt cx="2595566" cy="2665449"/>
          </a:xfrm>
        </p:grpSpPr>
        <p:sp>
          <p:nvSpPr>
            <p:cNvPr id="48145" name="Text Box 15"/>
            <p:cNvSpPr txBox="1"/>
            <p:nvPr/>
          </p:nvSpPr>
          <p:spPr>
            <a:xfrm flipH="1">
              <a:off x="5083182" y="1822428"/>
              <a:ext cx="627041" cy="646331"/>
            </a:xfrm>
            <a:prstGeom prst="rect">
              <a:avLst/>
            </a:prstGeom>
            <a:noFill/>
            <a:ln w="9525">
              <a:noFill/>
            </a:ln>
          </p:spPr>
          <p:txBody>
            <a:bodyPr anchor="t">
              <a:spAutoFit/>
            </a:bodyPr>
            <a:lstStyle/>
            <a:p>
              <a:pPr marL="342900" indent="-342900" algn="ctr">
                <a:lnSpc>
                  <a:spcPct val="150000"/>
                </a:lnSpc>
                <a:spcBef>
                  <a:spcPct val="50000"/>
                </a:spcBef>
                <a:buSzPct val="85000"/>
              </a:pPr>
              <a:r>
                <a:rPr lang="en-US" altLang="zh-CN" dirty="0">
                  <a:latin typeface="Times New Roman" panose="02020603050405020304" pitchFamily="18" charset="0"/>
                  <a:ea typeface="楷体_GB2312" pitchFamily="49" charset="-122"/>
                </a:rPr>
                <a:t>y</a:t>
              </a:r>
            </a:p>
          </p:txBody>
        </p:sp>
        <p:sp>
          <p:nvSpPr>
            <p:cNvPr id="48146" name="Text Box 16"/>
            <p:cNvSpPr txBox="1"/>
            <p:nvPr/>
          </p:nvSpPr>
          <p:spPr>
            <a:xfrm>
              <a:off x="6945345" y="3392487"/>
              <a:ext cx="611188" cy="639763"/>
            </a:xfrm>
            <a:prstGeom prst="rect">
              <a:avLst/>
            </a:prstGeom>
            <a:noFill/>
            <a:ln w="9525">
              <a:noFill/>
            </a:ln>
          </p:spPr>
          <p:txBody>
            <a:bodyPr anchor="t">
              <a:spAutoFit/>
            </a:bodyPr>
            <a:lstStyle/>
            <a:p>
              <a:pPr marL="342900" indent="-342900" algn="ctr">
                <a:lnSpc>
                  <a:spcPct val="150000"/>
                </a:lnSpc>
                <a:spcBef>
                  <a:spcPct val="50000"/>
                </a:spcBef>
                <a:buSzPct val="85000"/>
              </a:pPr>
              <a:r>
                <a:rPr lang="en-US" altLang="zh-CN" dirty="0">
                  <a:latin typeface="Times New Roman" panose="02020603050405020304" pitchFamily="18" charset="0"/>
                  <a:ea typeface="楷体_GB2312" pitchFamily="49" charset="-122"/>
                </a:rPr>
                <a:t>x</a:t>
              </a:r>
            </a:p>
          </p:txBody>
        </p:sp>
        <p:grpSp>
          <p:nvGrpSpPr>
            <p:cNvPr id="48147" name="Group 17"/>
            <p:cNvGrpSpPr/>
            <p:nvPr/>
          </p:nvGrpSpPr>
          <p:grpSpPr>
            <a:xfrm>
              <a:off x="4960967" y="1916113"/>
              <a:ext cx="2520950" cy="2089150"/>
              <a:chOff x="1633" y="2160"/>
              <a:chExt cx="2041" cy="1497"/>
            </a:xfrm>
          </p:grpSpPr>
          <p:sp>
            <p:nvSpPr>
              <p:cNvPr id="48148" name="Line 18"/>
              <p:cNvSpPr/>
              <p:nvPr/>
            </p:nvSpPr>
            <p:spPr>
              <a:xfrm>
                <a:off x="1633" y="3657"/>
                <a:ext cx="2041" cy="0"/>
              </a:xfrm>
              <a:prstGeom prst="line">
                <a:avLst/>
              </a:prstGeom>
              <a:ln w="9525" cap="flat" cmpd="sng">
                <a:solidFill>
                  <a:schemeClr val="tx1"/>
                </a:solidFill>
                <a:prstDash val="solid"/>
                <a:round/>
                <a:headEnd type="none" w="med" len="med"/>
                <a:tailEnd type="triangle" w="med" len="med"/>
              </a:ln>
            </p:spPr>
          </p:sp>
          <p:sp>
            <p:nvSpPr>
              <p:cNvPr id="48149" name="Line 19"/>
              <p:cNvSpPr/>
              <p:nvPr/>
            </p:nvSpPr>
            <p:spPr>
              <a:xfrm flipV="1">
                <a:off x="1656" y="2160"/>
                <a:ext cx="0" cy="1497"/>
              </a:xfrm>
              <a:prstGeom prst="line">
                <a:avLst/>
              </a:prstGeom>
              <a:ln w="9525" cap="flat" cmpd="sng">
                <a:solidFill>
                  <a:schemeClr val="tx1"/>
                </a:solidFill>
                <a:prstDash val="solid"/>
                <a:round/>
                <a:headEnd type="none" w="med" len="med"/>
                <a:tailEnd type="triangle" w="med" len="med"/>
              </a:ln>
            </p:spPr>
          </p:sp>
          <p:sp>
            <p:nvSpPr>
              <p:cNvPr id="48150" name="Line 20"/>
              <p:cNvSpPr/>
              <p:nvPr/>
            </p:nvSpPr>
            <p:spPr>
              <a:xfrm flipV="1">
                <a:off x="1905" y="2432"/>
                <a:ext cx="1225" cy="1225"/>
              </a:xfrm>
              <a:prstGeom prst="line">
                <a:avLst/>
              </a:prstGeom>
              <a:ln w="9525" cap="flat" cmpd="sng">
                <a:solidFill>
                  <a:schemeClr val="tx1"/>
                </a:solidFill>
                <a:prstDash val="solid"/>
                <a:round/>
                <a:headEnd type="none" w="med" len="med"/>
                <a:tailEnd type="none" w="med" len="med"/>
              </a:ln>
            </p:spPr>
          </p:sp>
          <p:sp>
            <p:nvSpPr>
              <p:cNvPr id="48151" name="Line 21"/>
              <p:cNvSpPr/>
              <p:nvPr/>
            </p:nvSpPr>
            <p:spPr>
              <a:xfrm flipV="1">
                <a:off x="1633" y="2432"/>
                <a:ext cx="1225" cy="1225"/>
              </a:xfrm>
              <a:prstGeom prst="line">
                <a:avLst/>
              </a:prstGeom>
              <a:ln w="9525" cap="flat" cmpd="sng">
                <a:solidFill>
                  <a:schemeClr val="tx1"/>
                </a:solidFill>
                <a:prstDash val="solid"/>
                <a:round/>
                <a:headEnd type="none" w="med" len="med"/>
                <a:tailEnd type="none" w="med" len="med"/>
              </a:ln>
            </p:spPr>
          </p:sp>
          <p:sp>
            <p:nvSpPr>
              <p:cNvPr id="48152" name="Line 22"/>
              <p:cNvSpPr/>
              <p:nvPr/>
            </p:nvSpPr>
            <p:spPr>
              <a:xfrm>
                <a:off x="2858" y="2432"/>
                <a:ext cx="272" cy="0"/>
              </a:xfrm>
              <a:prstGeom prst="line">
                <a:avLst/>
              </a:prstGeom>
              <a:ln w="9525" cap="flat" cmpd="sng">
                <a:solidFill>
                  <a:schemeClr val="tx1"/>
                </a:solidFill>
                <a:prstDash val="solid"/>
                <a:round/>
                <a:headEnd type="none" w="med" len="med"/>
                <a:tailEnd type="none" w="med" len="med"/>
              </a:ln>
            </p:spPr>
          </p:sp>
        </p:grpSp>
        <p:sp>
          <p:nvSpPr>
            <p:cNvPr id="48153" name="AutoShape 11"/>
            <p:cNvSpPr/>
            <p:nvPr/>
          </p:nvSpPr>
          <p:spPr>
            <a:xfrm>
              <a:off x="5557852" y="4049721"/>
              <a:ext cx="438155" cy="438156"/>
            </a:xfrm>
            <a:prstGeom prst="borderCallout2">
              <a:avLst>
                <a:gd name="adj1" fmla="val 22019"/>
                <a:gd name="adj2" fmla="val -8333"/>
                <a:gd name="adj3" fmla="val 22019"/>
                <a:gd name="adj4" fmla="val -27259"/>
                <a:gd name="adj5" fmla="val -8403"/>
                <a:gd name="adj6" fmla="val -87190"/>
              </a:avLst>
            </a:prstGeom>
            <a:noFill/>
            <a:ln w="9525" cap="flat" cmpd="sng">
              <a:solidFill>
                <a:srgbClr val="E20832"/>
              </a:solidFill>
              <a:prstDash val="solid"/>
              <a:miter/>
              <a:headEnd type="none" w="med" len="med"/>
              <a:tailEnd type="none" w="med" len="med"/>
            </a:ln>
          </p:spPr>
          <p:txBody>
            <a:bodyPr anchor="t"/>
            <a:lstStyle/>
            <a:p>
              <a:pPr algn="ctr">
                <a:lnSpc>
                  <a:spcPct val="150000"/>
                </a:lnSpc>
                <a:spcBef>
                  <a:spcPct val="20000"/>
                </a:spcBef>
                <a:buSzPct val="85000"/>
              </a:pPr>
              <a:endParaRPr lang="en-US" altLang="zh-CN" b="1" dirty="0">
                <a:solidFill>
                  <a:srgbClr val="000000"/>
                </a:solidFill>
                <a:latin typeface="Times New Roman" panose="02020603050405020304" pitchFamily="18" charset="0"/>
                <a:ea typeface="楷体_GB2312" pitchFamily="49" charset="-122"/>
              </a:endParaRPr>
            </a:p>
          </p:txBody>
        </p:sp>
        <p:graphicFrame>
          <p:nvGraphicFramePr>
            <p:cNvPr id="48154" name="Object 57"/>
            <p:cNvGraphicFramePr>
              <a:graphicFrameLocks noChangeAspect="1"/>
            </p:cNvGraphicFramePr>
            <p:nvPr/>
          </p:nvGraphicFramePr>
          <p:xfrm>
            <a:off x="5632479" y="4114800"/>
            <a:ext cx="285750" cy="338138"/>
          </p:xfrm>
          <a:graphic>
            <a:graphicData uri="http://schemas.openxmlformats.org/presentationml/2006/ole">
              <mc:AlternateContent xmlns:mc="http://schemas.openxmlformats.org/markup-compatibility/2006">
                <mc:Choice xmlns:v="urn:schemas-microsoft-com:vml" Requires="v">
                  <p:oleObj spid="_x0000_s9256" r:id="rId3" imgW="139700" imgH="165100" progId="Equation.DSMT4">
                    <p:embed/>
                  </p:oleObj>
                </mc:Choice>
                <mc:Fallback>
                  <p:oleObj r:id="rId3" imgW="139700" imgH="165100" progId="Equation.DSMT4">
                    <p:embed/>
                    <p:pic>
                      <p:nvPicPr>
                        <p:cNvPr id="0" name="图片 3098"/>
                        <p:cNvPicPr/>
                        <p:nvPr/>
                      </p:nvPicPr>
                      <p:blipFill>
                        <a:blip r:embed="rId4"/>
                        <a:stretch>
                          <a:fillRect/>
                        </a:stretch>
                      </p:blipFill>
                      <p:spPr>
                        <a:xfrm>
                          <a:off x="5632479" y="4114800"/>
                          <a:ext cx="285750" cy="338138"/>
                        </a:xfrm>
                        <a:prstGeom prst="rect">
                          <a:avLst/>
                        </a:prstGeom>
                        <a:noFill/>
                        <a:ln w="38100">
                          <a:noFill/>
                          <a:miter/>
                        </a:ln>
                      </p:spPr>
                    </p:pic>
                  </p:oleObj>
                </mc:Fallback>
              </mc:AlternateContent>
            </a:graphicData>
          </a:graphic>
        </p:graphicFrame>
      </p:grpSp>
      <p:sp>
        <p:nvSpPr>
          <p:cNvPr id="30" name="Rectangle 14">
            <a:extLst>
              <a:ext uri="{FF2B5EF4-FFF2-40B4-BE49-F238E27FC236}">
                <a16:creationId xmlns:a16="http://schemas.microsoft.com/office/drawing/2014/main" id="{177FDD33-D0EE-473A-9D95-E3A5BAA9C2F0}"/>
              </a:ext>
            </a:extLst>
          </p:cNvPr>
          <p:cNvSpPr/>
          <p:nvPr/>
        </p:nvSpPr>
        <p:spPr>
          <a:xfrm>
            <a:off x="1322512" y="2080420"/>
            <a:ext cx="3744789" cy="647700"/>
          </a:xfrm>
          <a:prstGeom prst="rect">
            <a:avLst/>
          </a:prstGeom>
          <a:noFill/>
          <a:ln w="9525">
            <a:noFill/>
          </a:ln>
        </p:spPr>
        <p:txBody>
          <a:bodyPr anchor="t"/>
          <a:lstStyle/>
          <a:p>
            <a:pPr>
              <a:lnSpc>
                <a:spcPct val="150000"/>
              </a:lnSpc>
              <a:spcBef>
                <a:spcPct val="20000"/>
              </a:spcBef>
              <a:buSzPct val="85000"/>
            </a:pPr>
            <a:r>
              <a:rPr lang="zh-CN" altLang="en-US" sz="2200" b="1" dirty="0">
                <a:solidFill>
                  <a:srgbClr val="1552D1"/>
                </a:solidFill>
                <a:sym typeface="+mn-ea"/>
              </a:rPr>
              <a:t>原因：如静摩擦</a:t>
            </a:r>
            <a:endParaRPr lang="zh-CN" altLang="en-US" sz="2200" dirty="0">
              <a:solidFill>
                <a:srgbClr val="1552D1"/>
              </a:solidFill>
            </a:endParaRPr>
          </a:p>
          <a:p>
            <a:pPr>
              <a:spcBef>
                <a:spcPct val="20000"/>
              </a:spcBef>
              <a:buSzPct val="85000"/>
            </a:pPr>
            <a:endParaRPr lang="en-US" altLang="zh-CN" sz="2200" dirty="0">
              <a:solidFill>
                <a:srgbClr val="1552D1"/>
              </a:solidFill>
              <a:latin typeface="Times New Roman" panose="02020603050405020304" pitchFamily="18" charset="0"/>
              <a:ea typeface="楷体_GB2312" pitchFamily="49" charset="-122"/>
            </a:endParaRPr>
          </a:p>
        </p:txBody>
      </p:sp>
    </p:spTree>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3" name="灯片编号占位符 4"/>
          <p:cNvSpPr>
            <a:spLocks noGrp="1"/>
          </p:cNvSpPr>
          <p:nvPr>
            <p:ph type="sldNum" sz="quarter" idx="12"/>
          </p:nvPr>
        </p:nvSpPr>
        <p:spPr>
          <a:noFill/>
          <a:ln>
            <a:noFill/>
          </a:ln>
        </p:spPr>
        <p:txBody>
          <a:bodyPr wrap="square" lIns="91440" tIns="45720" rIns="91440" bIns="45720" anchor="ctr"/>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r">
              <a:lnSpc>
                <a:spcPct val="150000"/>
              </a:lnSpc>
              <a:spcBef>
                <a:spcPct val="20000"/>
              </a:spcBef>
              <a:buSzPct val="85000"/>
              <a:buFontTx/>
              <a:buChar char="•"/>
            </a:pPr>
            <a:fld id="{9A0DB2DC-4C9A-4742-B13C-FB6460FD3503}" type="slidenum">
              <a:rPr lang="en-US" altLang="zh-CN" sz="1200" dirty="0">
                <a:solidFill>
                  <a:srgbClr val="898989"/>
                </a:solidFill>
              </a:rPr>
              <a:t>34</a:t>
            </a:fld>
            <a:endParaRPr lang="en-US" altLang="zh-CN" sz="1200" dirty="0">
              <a:solidFill>
                <a:srgbClr val="898989"/>
              </a:solidFill>
            </a:endParaRPr>
          </a:p>
        </p:txBody>
      </p:sp>
      <p:sp>
        <p:nvSpPr>
          <p:cNvPr id="49154" name="Rectangle 2"/>
          <p:cNvSpPr/>
          <p:nvPr/>
        </p:nvSpPr>
        <p:spPr>
          <a:xfrm>
            <a:off x="423863" y="3268663"/>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49155" name="Rectangle 3"/>
          <p:cNvSpPr/>
          <p:nvPr/>
        </p:nvSpPr>
        <p:spPr>
          <a:xfrm>
            <a:off x="423863" y="3254375"/>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49156" name="Rectangle 4"/>
          <p:cNvSpPr/>
          <p:nvPr/>
        </p:nvSpPr>
        <p:spPr>
          <a:xfrm>
            <a:off x="423863" y="3192463"/>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49157" name="Rectangle 5"/>
          <p:cNvSpPr/>
          <p:nvPr/>
        </p:nvSpPr>
        <p:spPr>
          <a:xfrm>
            <a:off x="423863" y="3254375"/>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49158" name="Rectangle 6"/>
          <p:cNvSpPr/>
          <p:nvPr/>
        </p:nvSpPr>
        <p:spPr>
          <a:xfrm>
            <a:off x="423863" y="2782888"/>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49159" name="Rectangle 7"/>
          <p:cNvSpPr/>
          <p:nvPr/>
        </p:nvSpPr>
        <p:spPr>
          <a:xfrm>
            <a:off x="423863" y="3254375"/>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49160" name="Rectangle 8"/>
          <p:cNvSpPr/>
          <p:nvPr/>
        </p:nvSpPr>
        <p:spPr>
          <a:xfrm>
            <a:off x="423863" y="3240088"/>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49161" name="Rectangle 9"/>
          <p:cNvSpPr/>
          <p:nvPr/>
        </p:nvSpPr>
        <p:spPr>
          <a:xfrm>
            <a:off x="423863" y="2720975"/>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49162" name="Rectangle 10"/>
          <p:cNvSpPr/>
          <p:nvPr/>
        </p:nvSpPr>
        <p:spPr>
          <a:xfrm>
            <a:off x="423863" y="53975"/>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49163" name="Rectangle 11"/>
          <p:cNvSpPr/>
          <p:nvPr/>
        </p:nvSpPr>
        <p:spPr>
          <a:xfrm>
            <a:off x="423863" y="2811463"/>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49164" name="Rectangle 12"/>
          <p:cNvSpPr/>
          <p:nvPr/>
        </p:nvSpPr>
        <p:spPr>
          <a:xfrm>
            <a:off x="423863" y="53975"/>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49165" name="Rectangle 15"/>
          <p:cNvSpPr/>
          <p:nvPr/>
        </p:nvSpPr>
        <p:spPr>
          <a:xfrm>
            <a:off x="446088" y="242888"/>
            <a:ext cx="7772400" cy="630237"/>
          </a:xfrm>
          <a:prstGeom prst="rect">
            <a:avLst/>
          </a:prstGeom>
          <a:noFill/>
          <a:ln w="9525">
            <a:noFill/>
          </a:ln>
        </p:spPr>
        <p:txBody>
          <a:bodyPr anchor="ctr">
            <a:spAutoFit/>
          </a:bodyPr>
          <a:lstStyle/>
          <a:p>
            <a:pPr>
              <a:lnSpc>
                <a:spcPct val="125000"/>
              </a:lnSpc>
              <a:spcBef>
                <a:spcPct val="50000"/>
              </a:spcBef>
              <a:buSzPct val="85000"/>
            </a:pPr>
            <a:r>
              <a:rPr lang="zh-CN" altLang="en-US" sz="2800" b="1" dirty="0">
                <a:solidFill>
                  <a:srgbClr val="C00000"/>
                </a:solidFill>
                <a:latin typeface="黑体" panose="02010609060101010101" pitchFamily="2" charset="-122"/>
                <a:ea typeface="黑体" panose="02010609060101010101" pitchFamily="2" charset="-122"/>
              </a:rPr>
              <a:t>（</a:t>
            </a:r>
            <a:r>
              <a:rPr lang="en-US" altLang="zh-CN" sz="2800" b="1" dirty="0">
                <a:solidFill>
                  <a:srgbClr val="C00000"/>
                </a:solidFill>
                <a:latin typeface="黑体" panose="02010609060101010101" pitchFamily="2" charset="-122"/>
                <a:ea typeface="黑体" panose="02010609060101010101" pitchFamily="2" charset="-122"/>
              </a:rPr>
              <a:t>9</a:t>
            </a:r>
            <a:r>
              <a:rPr lang="zh-CN" altLang="en-US" sz="2800" b="1" dirty="0">
                <a:solidFill>
                  <a:srgbClr val="C00000"/>
                </a:solidFill>
                <a:latin typeface="黑体" panose="02010609060101010101" pitchFamily="2" charset="-122"/>
                <a:ea typeface="黑体" panose="02010609060101010101" pitchFamily="2" charset="-122"/>
              </a:rPr>
              <a:t>）最小检测量和分辨力</a:t>
            </a:r>
          </a:p>
        </p:txBody>
      </p:sp>
      <p:sp>
        <p:nvSpPr>
          <p:cNvPr id="49166" name="Rectangle 16"/>
          <p:cNvSpPr/>
          <p:nvPr/>
        </p:nvSpPr>
        <p:spPr>
          <a:xfrm>
            <a:off x="423863" y="1060450"/>
            <a:ext cx="5316537" cy="1752600"/>
          </a:xfrm>
          <a:prstGeom prst="rect">
            <a:avLst/>
          </a:prstGeom>
          <a:noFill/>
          <a:ln w="9525">
            <a:noFill/>
          </a:ln>
        </p:spPr>
        <p:txBody>
          <a:bodyPr wrap="square" anchor="t">
            <a:spAutoFit/>
          </a:bodyPr>
          <a:lstStyle/>
          <a:p>
            <a:pPr indent="624205">
              <a:lnSpc>
                <a:spcPct val="150000"/>
              </a:lnSpc>
              <a:spcBef>
                <a:spcPct val="20000"/>
              </a:spcBef>
              <a:buSzPct val="85000"/>
            </a:pPr>
            <a:r>
              <a:rPr lang="zh-CN" altLang="en-US" b="1" dirty="0">
                <a:solidFill>
                  <a:srgbClr val="C00000"/>
                </a:solidFill>
                <a:latin typeface="Times New Roman" panose="02020603050405020304" pitchFamily="18" charset="0"/>
                <a:ea typeface="楷体_GB2312" pitchFamily="49" charset="-122"/>
              </a:rPr>
              <a:t>分辨力</a:t>
            </a:r>
            <a:r>
              <a:rPr lang="zh-CN" altLang="en-US" dirty="0">
                <a:latin typeface="Times New Roman" panose="02020603050405020304" pitchFamily="18" charset="0"/>
                <a:ea typeface="楷体_GB2312" pitchFamily="49" charset="-122"/>
              </a:rPr>
              <a:t>是传感器能感测到的被测量的最小变化量。有时用该值相对于满量程之百分数表示，则称为</a:t>
            </a:r>
            <a:r>
              <a:rPr lang="zh-CN" altLang="en-US" dirty="0">
                <a:solidFill>
                  <a:srgbClr val="C00000"/>
                </a:solidFill>
                <a:latin typeface="Times New Roman" panose="02020603050405020304" pitchFamily="18" charset="0"/>
                <a:ea typeface="楷体_GB2312" pitchFamily="49" charset="-122"/>
              </a:rPr>
              <a:t>分辨率</a:t>
            </a:r>
            <a:r>
              <a:rPr lang="zh-CN" altLang="en-US" dirty="0">
                <a:latin typeface="Times New Roman" panose="02020603050405020304" pitchFamily="18" charset="0"/>
                <a:ea typeface="楷体_GB2312" pitchFamily="49" charset="-122"/>
              </a:rPr>
              <a:t>。</a:t>
            </a:r>
          </a:p>
        </p:txBody>
      </p:sp>
      <p:sp>
        <p:nvSpPr>
          <p:cNvPr id="49167" name="Rectangle 21"/>
          <p:cNvSpPr/>
          <p:nvPr/>
        </p:nvSpPr>
        <p:spPr>
          <a:xfrm>
            <a:off x="1317625" y="5073650"/>
            <a:ext cx="7448550" cy="1187450"/>
          </a:xfrm>
          <a:prstGeom prst="rect">
            <a:avLst/>
          </a:prstGeom>
          <a:noFill/>
          <a:ln w="9525">
            <a:noFill/>
          </a:ln>
        </p:spPr>
        <p:txBody>
          <a:bodyPr anchor="t"/>
          <a:lstStyle/>
          <a:p>
            <a:pPr indent="446405">
              <a:lnSpc>
                <a:spcPct val="150000"/>
              </a:lnSpc>
              <a:spcBef>
                <a:spcPct val="20000"/>
              </a:spcBef>
              <a:buSzPct val="85000"/>
            </a:pPr>
            <a:r>
              <a:rPr lang="zh-CN" altLang="en-US" sz="2000" dirty="0">
                <a:latin typeface="Times New Roman" panose="02020603050405020304" pitchFamily="18" charset="0"/>
                <a:ea typeface="楷体_GB2312" pitchFamily="49" charset="-122"/>
              </a:rPr>
              <a:t>其中：</a:t>
            </a:r>
            <a:r>
              <a:rPr lang="en-US" altLang="zh-CN" sz="2000" dirty="0">
                <a:latin typeface="Times New Roman" panose="02020603050405020304" pitchFamily="18" charset="0"/>
                <a:ea typeface="楷体_GB2312" pitchFamily="49" charset="-122"/>
              </a:rPr>
              <a:t>M</a:t>
            </a:r>
            <a:r>
              <a:rPr lang="zh-CN" altLang="en-US" sz="2000" dirty="0">
                <a:latin typeface="Times New Roman" panose="02020603050405020304" pitchFamily="18" charset="0"/>
                <a:ea typeface="楷体_GB2312" pitchFamily="49" charset="-122"/>
              </a:rPr>
              <a:t>为最小检测量，</a:t>
            </a:r>
            <a:r>
              <a:rPr lang="en-US" altLang="zh-CN" sz="2000" dirty="0">
                <a:latin typeface="Times New Roman" panose="02020603050405020304" pitchFamily="18" charset="0"/>
                <a:ea typeface="楷体_GB2312" pitchFamily="49" charset="-122"/>
              </a:rPr>
              <a:t>N</a:t>
            </a:r>
            <a:r>
              <a:rPr lang="zh-CN" altLang="en-US" sz="2000" dirty="0">
                <a:latin typeface="Times New Roman" panose="02020603050405020304" pitchFamily="18" charset="0"/>
                <a:ea typeface="楷体_GB2312" pitchFamily="49" charset="-122"/>
              </a:rPr>
              <a:t>为噪声电平，</a:t>
            </a:r>
            <a:r>
              <a:rPr lang="en-US" altLang="zh-CN" sz="2000" dirty="0">
                <a:latin typeface="Times New Roman" panose="02020603050405020304" pitchFamily="18" charset="0"/>
                <a:ea typeface="楷体_GB2312" pitchFamily="49" charset="-122"/>
              </a:rPr>
              <a:t>K</a:t>
            </a:r>
            <a:r>
              <a:rPr lang="zh-CN" altLang="en-US" sz="2000" dirty="0">
                <a:latin typeface="Times New Roman" panose="02020603050405020304" pitchFamily="18" charset="0"/>
                <a:ea typeface="楷体_GB2312" pitchFamily="49" charset="-122"/>
              </a:rPr>
              <a:t>为传感器的灵敏度，</a:t>
            </a:r>
            <a:r>
              <a:rPr lang="en-US" altLang="zh-CN" sz="2000" dirty="0">
                <a:latin typeface="Times New Roman" panose="02020603050405020304" pitchFamily="18" charset="0"/>
                <a:ea typeface="楷体_GB2312" pitchFamily="49" charset="-122"/>
              </a:rPr>
              <a:t>C</a:t>
            </a:r>
            <a:r>
              <a:rPr lang="zh-CN" altLang="en-US" sz="2000" dirty="0">
                <a:latin typeface="Times New Roman" panose="02020603050405020304" pitchFamily="18" charset="0"/>
                <a:ea typeface="楷体_GB2312" pitchFamily="49" charset="-122"/>
              </a:rPr>
              <a:t>为噪声系数（一般取</a:t>
            </a:r>
            <a:r>
              <a:rPr lang="en-US" altLang="zh-CN" sz="2000" dirty="0">
                <a:latin typeface="Times New Roman" panose="02020603050405020304" pitchFamily="18" charset="0"/>
                <a:ea typeface="楷体_GB2312" pitchFamily="49" charset="-122"/>
              </a:rPr>
              <a:t>1~5</a:t>
            </a:r>
            <a:r>
              <a:rPr lang="zh-CN" altLang="en-US" sz="2000" dirty="0">
                <a:latin typeface="Times New Roman" panose="02020603050405020304" pitchFamily="18" charset="0"/>
                <a:ea typeface="楷体_GB2312" pitchFamily="49" charset="-122"/>
              </a:rPr>
              <a:t>）。</a:t>
            </a:r>
          </a:p>
        </p:txBody>
      </p:sp>
      <p:graphicFrame>
        <p:nvGraphicFramePr>
          <p:cNvPr id="49168" name="Object 19"/>
          <p:cNvGraphicFramePr>
            <a:graphicFrameLocks noChangeAspect="1"/>
          </p:cNvGraphicFramePr>
          <p:nvPr/>
        </p:nvGraphicFramePr>
        <p:xfrm>
          <a:off x="2057400" y="4179888"/>
          <a:ext cx="1368425" cy="901700"/>
        </p:xfrm>
        <a:graphic>
          <a:graphicData uri="http://schemas.openxmlformats.org/presentationml/2006/ole">
            <mc:AlternateContent xmlns:mc="http://schemas.openxmlformats.org/markup-compatibility/2006">
              <mc:Choice xmlns:v="urn:schemas-microsoft-com:vml" Requires="v">
                <p:oleObj spid="_x0000_s10279" r:id="rId3" imgW="541020" imgH="324485" progId="Equation.DSMT4">
                  <p:embed/>
                </p:oleObj>
              </mc:Choice>
              <mc:Fallback>
                <p:oleObj r:id="rId3" imgW="541020" imgH="324485" progId="Equation.DSMT4">
                  <p:embed/>
                  <p:pic>
                    <p:nvPicPr>
                      <p:cNvPr id="0" name="图片 3100"/>
                      <p:cNvPicPr/>
                      <p:nvPr/>
                    </p:nvPicPr>
                    <p:blipFill>
                      <a:blip r:embed="rId4">
                        <a:clrChange>
                          <a:clrFrom>
                            <a:srgbClr val="000000"/>
                          </a:clrFrom>
                          <a:clrTo>
                            <a:srgbClr val="0000FF"/>
                          </a:clrTo>
                        </a:clrChange>
                      </a:blip>
                      <a:stretch>
                        <a:fillRect/>
                      </a:stretch>
                    </p:blipFill>
                    <p:spPr>
                      <a:xfrm>
                        <a:off x="2057400" y="4179888"/>
                        <a:ext cx="1368425" cy="901700"/>
                      </a:xfrm>
                      <a:prstGeom prst="rect">
                        <a:avLst/>
                      </a:prstGeom>
                      <a:noFill/>
                      <a:ln w="38100">
                        <a:noFill/>
                        <a:miter/>
                      </a:ln>
                    </p:spPr>
                  </p:pic>
                </p:oleObj>
              </mc:Fallback>
            </mc:AlternateContent>
          </a:graphicData>
        </a:graphic>
      </p:graphicFrame>
      <p:sp>
        <p:nvSpPr>
          <p:cNvPr id="20" name="页脚占位符 6"/>
          <p:cNvSpPr txBox="1">
            <a:spLocks noGrp="1"/>
          </p:cNvSpPr>
          <p:nvPr>
            <p:ph type="ftr" sz="quarter" idx="11"/>
          </p:nvPr>
        </p:nvSpPr>
        <p:spPr>
          <a:xfrm>
            <a:off x="2843213" y="6411913"/>
            <a:ext cx="2895600" cy="365125"/>
          </a:xfrm>
          <a:noFill/>
        </p:spPr>
        <p:txBody>
          <a:bodyPr vert="horz" lIns="91440" tIns="45720" rIns="91440" bIns="45720" rtlCol="0" anchor="ctr"/>
          <a:lstStyle/>
          <a:p>
            <a:pPr marL="0" marR="0" lvl="0" indent="0" algn="ctr" defTabSz="914400" rtl="0" eaLnBrk="1" fontAlgn="base" latinLnBrk="0" hangingPunct="1">
              <a:lnSpc>
                <a:spcPct val="150000"/>
              </a:lnSpc>
              <a:spcBef>
                <a:spcPct val="20000"/>
              </a:spcBef>
              <a:spcAft>
                <a:spcPct val="0"/>
              </a:spcAft>
              <a:buClrTx/>
              <a:buSzPct val="85000"/>
              <a:buFontTx/>
              <a:buChar char="•"/>
              <a:defRPr/>
            </a:pPr>
            <a:r>
              <a:rPr kumimoji="1" lang="zh-CN" altLang="en-US" sz="1200" b="0" i="0" u="none" strike="noStrike" kern="1200" cap="none" spc="0" normalizeH="0" baseline="0" noProof="0" dirty="0">
                <a:ln>
                  <a:noFill/>
                </a:ln>
                <a:solidFill>
                  <a:schemeClr val="tx1">
                    <a:tint val="75000"/>
                  </a:schemeClr>
                </a:solidFill>
                <a:effectLst/>
                <a:uLnTx/>
                <a:uFillTx/>
                <a:latin typeface="Times New Roman" panose="02020603050405020304" pitchFamily="18" charset="0"/>
                <a:ea typeface="楷体_GB2312" pitchFamily="49" charset="-122"/>
                <a:cs typeface="+mn-cs"/>
              </a:rPr>
              <a:t>测量科学与仪器系</a:t>
            </a:r>
            <a:endParaRPr kumimoji="1" lang="en-US" altLang="zh-CN" sz="1200" b="0" i="0" u="none" strike="noStrike" kern="1200" cap="none" spc="0" normalizeH="0" baseline="0" noProof="0" dirty="0">
              <a:ln>
                <a:noFill/>
              </a:ln>
              <a:solidFill>
                <a:schemeClr val="tx1">
                  <a:tint val="75000"/>
                </a:schemeClr>
              </a:solidFill>
              <a:effectLst/>
              <a:uLnTx/>
              <a:uFillTx/>
              <a:latin typeface="Times New Roman" panose="02020603050405020304" pitchFamily="18" charset="0"/>
              <a:ea typeface="楷体_GB2312" pitchFamily="49" charset="-122"/>
              <a:cs typeface="+mn-cs"/>
            </a:endParaRPr>
          </a:p>
        </p:txBody>
      </p:sp>
      <p:pic>
        <p:nvPicPr>
          <p:cNvPr id="49170" name="Picture 23" descr="C:\Documents and Settings\Administrator\桌面\QQ截图20150727115631.png"/>
          <p:cNvPicPr>
            <a:picLocks noChangeAspect="1"/>
          </p:cNvPicPr>
          <p:nvPr/>
        </p:nvPicPr>
        <p:blipFill>
          <a:blip r:embed="rId5"/>
          <a:stretch>
            <a:fillRect/>
          </a:stretch>
        </p:blipFill>
        <p:spPr>
          <a:xfrm>
            <a:off x="5959475" y="727075"/>
            <a:ext cx="2852738" cy="2917825"/>
          </a:xfrm>
          <a:prstGeom prst="rect">
            <a:avLst/>
          </a:prstGeom>
          <a:noFill/>
          <a:ln w="9525">
            <a:noFill/>
          </a:ln>
        </p:spPr>
      </p:pic>
      <p:sp>
        <p:nvSpPr>
          <p:cNvPr id="49171" name="Rectangle 16"/>
          <p:cNvSpPr/>
          <p:nvPr/>
        </p:nvSpPr>
        <p:spPr>
          <a:xfrm>
            <a:off x="560388" y="2979738"/>
            <a:ext cx="4600575" cy="1200150"/>
          </a:xfrm>
          <a:prstGeom prst="rect">
            <a:avLst/>
          </a:prstGeom>
          <a:noFill/>
          <a:ln w="9525">
            <a:noFill/>
          </a:ln>
        </p:spPr>
        <p:txBody>
          <a:bodyPr anchor="t">
            <a:spAutoFit/>
          </a:bodyPr>
          <a:lstStyle/>
          <a:p>
            <a:pPr indent="539750">
              <a:lnSpc>
                <a:spcPct val="150000"/>
              </a:lnSpc>
              <a:spcBef>
                <a:spcPct val="20000"/>
              </a:spcBef>
              <a:buSzPct val="85000"/>
            </a:pPr>
            <a:r>
              <a:rPr lang="zh-CN" altLang="en-US" b="1" dirty="0">
                <a:solidFill>
                  <a:srgbClr val="C00000"/>
                </a:solidFill>
                <a:latin typeface="Times New Roman" panose="02020603050405020304" pitchFamily="18" charset="0"/>
                <a:ea typeface="楷体_GB2312" pitchFamily="49" charset="-122"/>
              </a:rPr>
              <a:t>最小检测量</a:t>
            </a:r>
            <a:r>
              <a:rPr lang="zh-CN" altLang="en-US" dirty="0">
                <a:latin typeface="Times New Roman" panose="02020603050405020304" pitchFamily="18" charset="0"/>
                <a:ea typeface="楷体_GB2312" pitchFamily="49" charset="-122"/>
              </a:rPr>
              <a:t>是传感器能确切反映被测量的最低极限值。</a:t>
            </a:r>
          </a:p>
        </p:txBody>
      </p:sp>
      <p:sp>
        <p:nvSpPr>
          <p:cNvPr id="21" name="Rectangle 14">
            <a:extLst>
              <a:ext uri="{FF2B5EF4-FFF2-40B4-BE49-F238E27FC236}">
                <a16:creationId xmlns:a16="http://schemas.microsoft.com/office/drawing/2014/main" id="{307D686D-B7BB-49BF-B19B-F6F74582536D}"/>
              </a:ext>
            </a:extLst>
          </p:cNvPr>
          <p:cNvSpPr/>
          <p:nvPr/>
        </p:nvSpPr>
        <p:spPr>
          <a:xfrm>
            <a:off x="827211" y="5967412"/>
            <a:ext cx="3744789" cy="647700"/>
          </a:xfrm>
          <a:prstGeom prst="rect">
            <a:avLst/>
          </a:prstGeom>
          <a:noFill/>
          <a:ln w="9525">
            <a:noFill/>
          </a:ln>
        </p:spPr>
        <p:txBody>
          <a:bodyPr anchor="t"/>
          <a:lstStyle/>
          <a:p>
            <a:pPr>
              <a:lnSpc>
                <a:spcPct val="150000"/>
              </a:lnSpc>
              <a:spcBef>
                <a:spcPct val="20000"/>
              </a:spcBef>
              <a:buSzPct val="85000"/>
            </a:pPr>
            <a:r>
              <a:rPr lang="zh-CN" altLang="en-US" sz="2200" b="1" dirty="0">
                <a:solidFill>
                  <a:srgbClr val="1552D1"/>
                </a:solidFill>
                <a:sym typeface="+mn-ea"/>
              </a:rPr>
              <a:t>两概念有关联，但也有区别</a:t>
            </a:r>
            <a:endParaRPr lang="en-US" altLang="zh-CN" sz="2200" dirty="0">
              <a:solidFill>
                <a:srgbClr val="1552D1"/>
              </a:solidFill>
              <a:latin typeface="Times New Roman" panose="02020603050405020304" pitchFamily="18" charset="0"/>
              <a:ea typeface="楷体_GB2312" pitchFamily="49" charset="-122"/>
            </a:endParaRPr>
          </a:p>
        </p:txBody>
      </p:sp>
    </p:spTree>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7" name="灯片编号占位符 3"/>
          <p:cNvSpPr>
            <a:spLocks noGrp="1"/>
          </p:cNvSpPr>
          <p:nvPr>
            <p:ph type="sldNum" sz="quarter" idx="12"/>
          </p:nvPr>
        </p:nvSpPr>
        <p:spPr>
          <a:noFill/>
          <a:ln>
            <a:noFill/>
          </a:ln>
        </p:spPr>
        <p:txBody>
          <a:bodyPr wrap="square" lIns="91440" tIns="45720" rIns="91440" bIns="45720" anchor="ctr"/>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r">
              <a:lnSpc>
                <a:spcPct val="150000"/>
              </a:lnSpc>
              <a:spcBef>
                <a:spcPct val="20000"/>
              </a:spcBef>
              <a:buSzPct val="85000"/>
              <a:buFontTx/>
              <a:buChar char="•"/>
            </a:pPr>
            <a:fld id="{9A0DB2DC-4C9A-4742-B13C-FB6460FD3503}" type="slidenum">
              <a:rPr lang="en-US" altLang="zh-CN" sz="1200" dirty="0">
                <a:solidFill>
                  <a:srgbClr val="898989"/>
                </a:solidFill>
                <a:latin typeface="Times New Roman" panose="02020603050405020304" pitchFamily="18" charset="0"/>
              </a:rPr>
              <a:t>35</a:t>
            </a:fld>
            <a:endParaRPr lang="en-US" altLang="zh-CN" sz="1200" dirty="0">
              <a:solidFill>
                <a:srgbClr val="898989"/>
              </a:solidFill>
              <a:latin typeface="Times New Roman" panose="02020603050405020304" pitchFamily="18" charset="0"/>
            </a:endParaRPr>
          </a:p>
        </p:txBody>
      </p:sp>
      <p:sp>
        <p:nvSpPr>
          <p:cNvPr id="50178" name="Rectangle 20"/>
          <p:cNvSpPr/>
          <p:nvPr/>
        </p:nvSpPr>
        <p:spPr>
          <a:xfrm>
            <a:off x="263525" y="115888"/>
            <a:ext cx="7772400" cy="630237"/>
          </a:xfrm>
          <a:prstGeom prst="rect">
            <a:avLst/>
          </a:prstGeom>
          <a:noFill/>
          <a:ln w="9525">
            <a:noFill/>
          </a:ln>
        </p:spPr>
        <p:txBody>
          <a:bodyPr anchor="ctr">
            <a:spAutoFit/>
          </a:bodyPr>
          <a:lstStyle/>
          <a:p>
            <a:pPr>
              <a:lnSpc>
                <a:spcPct val="125000"/>
              </a:lnSpc>
              <a:spcBef>
                <a:spcPct val="50000"/>
              </a:spcBef>
              <a:buSzPct val="85000"/>
            </a:pPr>
            <a:r>
              <a:rPr lang="zh-CN" altLang="en-US" sz="2800" b="1" dirty="0">
                <a:solidFill>
                  <a:srgbClr val="C00000"/>
                </a:solidFill>
                <a:latin typeface="Times New Roman" panose="02020603050405020304" pitchFamily="18" charset="0"/>
                <a:ea typeface="楷体_GB2312" pitchFamily="49" charset="-122"/>
              </a:rPr>
              <a:t>（</a:t>
            </a:r>
            <a:r>
              <a:rPr lang="en-US" altLang="zh-CN" sz="2800" b="1" dirty="0">
                <a:solidFill>
                  <a:srgbClr val="C00000"/>
                </a:solidFill>
                <a:latin typeface="Times New Roman" panose="02020603050405020304" pitchFamily="18" charset="0"/>
                <a:ea typeface="楷体_GB2312" pitchFamily="49" charset="-122"/>
              </a:rPr>
              <a:t>10</a:t>
            </a:r>
            <a:r>
              <a:rPr lang="zh-CN" altLang="en-US" sz="2800" b="1" dirty="0">
                <a:solidFill>
                  <a:srgbClr val="C00000"/>
                </a:solidFill>
                <a:latin typeface="Times New Roman" panose="02020603050405020304" pitchFamily="18" charset="0"/>
                <a:ea typeface="楷体_GB2312" pitchFamily="49" charset="-122"/>
              </a:rPr>
              <a:t>）准确度（精确度、精度）</a:t>
            </a:r>
          </a:p>
        </p:txBody>
      </p:sp>
      <p:sp>
        <p:nvSpPr>
          <p:cNvPr id="8" name="页脚占位符 6"/>
          <p:cNvSpPr txBox="1">
            <a:spLocks noGrp="1"/>
          </p:cNvSpPr>
          <p:nvPr>
            <p:ph type="ftr" sz="quarter" idx="11"/>
          </p:nvPr>
        </p:nvSpPr>
        <p:spPr>
          <a:xfrm>
            <a:off x="2843213" y="6411913"/>
            <a:ext cx="2895600" cy="365125"/>
          </a:xfrm>
          <a:noFill/>
        </p:spPr>
        <p:txBody>
          <a:bodyPr vert="horz" lIns="91440" tIns="45720" rIns="91440" bIns="45720" rtlCol="0" anchor="ctr"/>
          <a:lstStyle/>
          <a:p>
            <a:pPr marL="0" marR="0" lvl="0" indent="0" algn="ctr" defTabSz="914400" rtl="0" eaLnBrk="1" fontAlgn="base" latinLnBrk="0" hangingPunct="1">
              <a:lnSpc>
                <a:spcPct val="150000"/>
              </a:lnSpc>
              <a:spcBef>
                <a:spcPct val="20000"/>
              </a:spcBef>
              <a:spcAft>
                <a:spcPct val="0"/>
              </a:spcAft>
              <a:buClrTx/>
              <a:buSzPct val="85000"/>
              <a:buFontTx/>
              <a:buChar char="•"/>
              <a:defRPr/>
            </a:pPr>
            <a:r>
              <a:rPr kumimoji="1" lang="zh-CN" altLang="en-US" sz="1200" b="0" i="0" u="none" strike="noStrike" kern="1200" cap="none" spc="0" normalizeH="0" baseline="0" noProof="0" dirty="0">
                <a:ln>
                  <a:noFill/>
                </a:ln>
                <a:solidFill>
                  <a:schemeClr val="tx1">
                    <a:tint val="75000"/>
                  </a:schemeClr>
                </a:solidFill>
                <a:effectLst/>
                <a:uLnTx/>
                <a:uFillTx/>
                <a:latin typeface="Times New Roman" panose="02020603050405020304" pitchFamily="18" charset="0"/>
                <a:ea typeface="楷体_GB2312" pitchFamily="49" charset="-122"/>
                <a:cs typeface="+mn-cs"/>
              </a:rPr>
              <a:t>测量科学与仪器系</a:t>
            </a:r>
            <a:endParaRPr kumimoji="1" lang="en-US" altLang="zh-CN" sz="1200" b="0" i="0" u="none" strike="noStrike" kern="1200" cap="none" spc="0" normalizeH="0" baseline="0" noProof="0" dirty="0">
              <a:ln>
                <a:noFill/>
              </a:ln>
              <a:solidFill>
                <a:schemeClr val="tx1">
                  <a:tint val="75000"/>
                </a:schemeClr>
              </a:solidFill>
              <a:effectLst/>
              <a:uLnTx/>
              <a:uFillTx/>
              <a:latin typeface="Times New Roman" panose="02020603050405020304" pitchFamily="18" charset="0"/>
              <a:ea typeface="楷体_GB2312" pitchFamily="49" charset="-122"/>
              <a:cs typeface="+mn-cs"/>
            </a:endParaRPr>
          </a:p>
        </p:txBody>
      </p:sp>
      <p:pic>
        <p:nvPicPr>
          <p:cNvPr id="50181" name="Picture 7"/>
          <p:cNvPicPr>
            <a:picLocks noChangeAspect="1"/>
          </p:cNvPicPr>
          <p:nvPr/>
        </p:nvPicPr>
        <p:blipFill>
          <a:blip r:embed="rId2"/>
          <a:stretch>
            <a:fillRect/>
          </a:stretch>
        </p:blipFill>
        <p:spPr>
          <a:xfrm>
            <a:off x="1331595" y="1196975"/>
            <a:ext cx="6296025" cy="1916113"/>
          </a:xfrm>
          <a:prstGeom prst="rect">
            <a:avLst/>
          </a:prstGeom>
          <a:noFill/>
          <a:ln w="9525">
            <a:noFill/>
          </a:ln>
        </p:spPr>
      </p:pic>
      <p:sp>
        <p:nvSpPr>
          <p:cNvPr id="50182" name="Rectangle 8"/>
          <p:cNvSpPr/>
          <p:nvPr/>
        </p:nvSpPr>
        <p:spPr>
          <a:xfrm>
            <a:off x="3491865" y="3428683"/>
            <a:ext cx="2597150" cy="338137"/>
          </a:xfrm>
          <a:prstGeom prst="rect">
            <a:avLst/>
          </a:prstGeom>
          <a:noFill/>
          <a:ln w="9525">
            <a:noFill/>
          </a:ln>
        </p:spPr>
        <p:txBody>
          <a:bodyPr wrap="square" anchor="t">
            <a:spAutoFit/>
          </a:bodyPr>
          <a:lstStyle/>
          <a:p>
            <a:pPr algn="just">
              <a:spcBef>
                <a:spcPct val="20000"/>
              </a:spcBef>
              <a:buSzPct val="85000"/>
            </a:pPr>
            <a:r>
              <a:rPr lang="zh-CN" altLang="en-US" sz="1600" dirty="0">
                <a:latin typeface="黑体" panose="02010609060101010101" pitchFamily="2" charset="-122"/>
                <a:ea typeface="黑体" panose="02010609060101010101" pitchFamily="2" charset="-122"/>
                <a:sym typeface="Calibri" panose="020F0502020204030204" pitchFamily="34" charset="0"/>
              </a:rPr>
              <a:t>（</a:t>
            </a:r>
            <a:r>
              <a:rPr lang="en-US" altLang="zh-CN" sz="1600" dirty="0">
                <a:latin typeface="黑体" panose="02010609060101010101" pitchFamily="2" charset="-122"/>
                <a:ea typeface="黑体" panose="02010609060101010101" pitchFamily="2" charset="-122"/>
                <a:sym typeface="Calibri" panose="020F0502020204030204" pitchFamily="34" charset="0"/>
              </a:rPr>
              <a:t>b</a:t>
            </a:r>
            <a:r>
              <a:rPr lang="zh-CN" altLang="en-US" sz="1600" dirty="0">
                <a:latin typeface="黑体" panose="02010609060101010101" pitchFamily="2" charset="-122"/>
                <a:ea typeface="黑体" panose="02010609060101010101" pitchFamily="2" charset="-122"/>
                <a:sym typeface="Calibri" panose="020F0502020204030204" pitchFamily="34" charset="0"/>
              </a:rPr>
              <a:t>）正确度低而精密度高</a:t>
            </a:r>
          </a:p>
        </p:txBody>
      </p:sp>
      <p:sp>
        <p:nvSpPr>
          <p:cNvPr id="50183" name="Rectangle 8"/>
          <p:cNvSpPr/>
          <p:nvPr/>
        </p:nvSpPr>
        <p:spPr>
          <a:xfrm>
            <a:off x="729615" y="3428683"/>
            <a:ext cx="2659063" cy="338137"/>
          </a:xfrm>
          <a:prstGeom prst="rect">
            <a:avLst/>
          </a:prstGeom>
          <a:noFill/>
          <a:ln w="9525">
            <a:noFill/>
          </a:ln>
        </p:spPr>
        <p:txBody>
          <a:bodyPr wrap="square" anchor="t">
            <a:spAutoFit/>
          </a:bodyPr>
          <a:lstStyle/>
          <a:p>
            <a:pPr algn="just">
              <a:spcBef>
                <a:spcPct val="20000"/>
              </a:spcBef>
              <a:buSzPct val="85000"/>
            </a:pPr>
            <a:r>
              <a:rPr lang="zh-CN" altLang="en-US" sz="1600" dirty="0">
                <a:latin typeface="黑体" panose="02010609060101010101" pitchFamily="2" charset="-122"/>
                <a:ea typeface="黑体" panose="02010609060101010101" pitchFamily="2" charset="-122"/>
                <a:sym typeface="Calibri" panose="020F0502020204030204" pitchFamily="34" charset="0"/>
              </a:rPr>
              <a:t> （</a:t>
            </a:r>
            <a:r>
              <a:rPr lang="en-US" altLang="zh-CN" sz="1600" dirty="0">
                <a:latin typeface="黑体" panose="02010609060101010101" pitchFamily="2" charset="-122"/>
                <a:ea typeface="黑体" panose="02010609060101010101" pitchFamily="2" charset="-122"/>
                <a:sym typeface="Calibri" panose="020F0502020204030204" pitchFamily="34" charset="0"/>
              </a:rPr>
              <a:t>a</a:t>
            </a:r>
            <a:r>
              <a:rPr lang="zh-CN" altLang="en-US" sz="1600" dirty="0">
                <a:latin typeface="黑体" panose="02010609060101010101" pitchFamily="2" charset="-122"/>
                <a:ea typeface="黑体" panose="02010609060101010101" pitchFamily="2" charset="-122"/>
                <a:sym typeface="Calibri" panose="020F0502020204030204" pitchFamily="34" charset="0"/>
              </a:rPr>
              <a:t>）正确度高而精密度低</a:t>
            </a:r>
          </a:p>
        </p:txBody>
      </p:sp>
      <p:sp>
        <p:nvSpPr>
          <p:cNvPr id="50184" name="Rectangle 8"/>
          <p:cNvSpPr/>
          <p:nvPr/>
        </p:nvSpPr>
        <p:spPr>
          <a:xfrm>
            <a:off x="6177915" y="3428683"/>
            <a:ext cx="1862138" cy="338137"/>
          </a:xfrm>
          <a:prstGeom prst="rect">
            <a:avLst/>
          </a:prstGeom>
          <a:noFill/>
          <a:ln w="9525">
            <a:noFill/>
          </a:ln>
        </p:spPr>
        <p:txBody>
          <a:bodyPr wrap="square" anchor="t">
            <a:spAutoFit/>
          </a:bodyPr>
          <a:lstStyle/>
          <a:p>
            <a:pPr algn="just">
              <a:spcBef>
                <a:spcPct val="20000"/>
              </a:spcBef>
              <a:buSzPct val="85000"/>
            </a:pPr>
            <a:r>
              <a:rPr lang="zh-CN" altLang="en-US" sz="1600" dirty="0">
                <a:latin typeface="黑体" panose="02010609060101010101" pitchFamily="2" charset="-122"/>
                <a:ea typeface="黑体" panose="02010609060101010101" pitchFamily="2" charset="-122"/>
                <a:sym typeface="Calibri" panose="020F0502020204030204" pitchFamily="34" charset="0"/>
              </a:rPr>
              <a:t>（</a:t>
            </a:r>
            <a:r>
              <a:rPr lang="en-US" altLang="zh-CN" sz="1600" dirty="0">
                <a:latin typeface="黑体" panose="02010609060101010101" pitchFamily="2" charset="-122"/>
                <a:ea typeface="黑体" panose="02010609060101010101" pitchFamily="2" charset="-122"/>
                <a:sym typeface="Calibri" panose="020F0502020204030204" pitchFamily="34" charset="0"/>
              </a:rPr>
              <a:t>c</a:t>
            </a:r>
            <a:r>
              <a:rPr lang="zh-CN" altLang="en-US" sz="1600" dirty="0">
                <a:latin typeface="黑体" panose="02010609060101010101" pitchFamily="2" charset="-122"/>
                <a:ea typeface="黑体" panose="02010609060101010101" pitchFamily="2" charset="-122"/>
                <a:sym typeface="Calibri" panose="020F0502020204030204" pitchFamily="34" charset="0"/>
              </a:rPr>
              <a:t>）准确度高</a:t>
            </a:r>
          </a:p>
        </p:txBody>
      </p:sp>
      <p:sp>
        <p:nvSpPr>
          <p:cNvPr id="50185" name="文本框 1"/>
          <p:cNvSpPr txBox="1"/>
          <p:nvPr/>
        </p:nvSpPr>
        <p:spPr>
          <a:xfrm>
            <a:off x="899795" y="5085080"/>
            <a:ext cx="7346950" cy="1536511"/>
          </a:xfrm>
          <a:prstGeom prst="rect">
            <a:avLst/>
          </a:prstGeom>
          <a:noFill/>
          <a:ln w="9525">
            <a:noFill/>
          </a:ln>
        </p:spPr>
        <p:txBody>
          <a:bodyPr wrap="square" anchor="t">
            <a:spAutoFit/>
          </a:bodyPr>
          <a:lstStyle/>
          <a:p>
            <a:pPr eaLnBrk="0" hangingPunct="0">
              <a:lnSpc>
                <a:spcPct val="150000"/>
              </a:lnSpc>
            </a:pPr>
            <a:r>
              <a:rPr lang="zh-CN" altLang="en-US" sz="2200" dirty="0">
                <a:solidFill>
                  <a:srgbClr val="1552D1"/>
                </a:solidFill>
                <a:latin typeface="黑体" panose="02010609060101010101" pitchFamily="2" charset="-122"/>
                <a:ea typeface="黑体" panose="02010609060101010101" pitchFamily="2" charset="-122"/>
              </a:rPr>
              <a:t>准确度</a:t>
            </a:r>
            <a:r>
              <a:rPr lang="zh-CN" altLang="en-US" sz="2200" dirty="0">
                <a:solidFill>
                  <a:srgbClr val="C00000"/>
                </a:solidFill>
                <a:latin typeface="黑体" panose="02010609060101010101" pitchFamily="2" charset="-122"/>
                <a:ea typeface="黑体" panose="02010609060101010101" pitchFamily="2" charset="-122"/>
              </a:rPr>
              <a:t>，或称为</a:t>
            </a:r>
            <a:r>
              <a:rPr lang="zh-CN" altLang="en-US" sz="2200" dirty="0">
                <a:solidFill>
                  <a:srgbClr val="1552D1"/>
                </a:solidFill>
                <a:latin typeface="黑体" panose="02010609060101010101" pitchFamily="2" charset="-122"/>
                <a:ea typeface="黑体" panose="02010609060101010101" pitchFamily="2" charset="-122"/>
              </a:rPr>
              <a:t>精确度</a:t>
            </a:r>
            <a:r>
              <a:rPr lang="zh-CN" altLang="en-US" sz="2200" dirty="0">
                <a:solidFill>
                  <a:srgbClr val="C00000"/>
                </a:solidFill>
                <a:latin typeface="黑体" panose="02010609060101010101" pitchFamily="2" charset="-122"/>
                <a:ea typeface="黑体" panose="02010609060101010101" pitchFamily="2" charset="-122"/>
              </a:rPr>
              <a:t>，简称</a:t>
            </a:r>
            <a:r>
              <a:rPr lang="zh-CN" altLang="en-US" sz="2200" dirty="0">
                <a:solidFill>
                  <a:srgbClr val="1552D1"/>
                </a:solidFill>
                <a:latin typeface="黑体" panose="02010609060101010101" pitchFamily="2" charset="-122"/>
                <a:ea typeface="黑体" panose="02010609060101010101" pitchFamily="2" charset="-122"/>
              </a:rPr>
              <a:t>精度</a:t>
            </a:r>
            <a:r>
              <a:rPr lang="zh-CN" altLang="en-US" sz="2200" dirty="0">
                <a:solidFill>
                  <a:srgbClr val="C00000"/>
                </a:solidFill>
                <a:latin typeface="黑体" panose="02010609060101010101" pitchFamily="2" charset="-122"/>
                <a:ea typeface="黑体" panose="02010609060101010101" pitchFamily="2" charset="-122"/>
              </a:rPr>
              <a:t>，是精密度与正确度之和，反映了测量的综合优良程度，是各种指标的综合体现，是测量系统的终极指标。</a:t>
            </a:r>
          </a:p>
        </p:txBody>
      </p:sp>
      <p:sp>
        <p:nvSpPr>
          <p:cNvPr id="50186" name="文本框 1"/>
          <p:cNvSpPr txBox="1"/>
          <p:nvPr/>
        </p:nvSpPr>
        <p:spPr>
          <a:xfrm>
            <a:off x="2269490" y="3766820"/>
            <a:ext cx="4792663" cy="1142620"/>
          </a:xfrm>
          <a:prstGeom prst="rect">
            <a:avLst/>
          </a:prstGeom>
          <a:noFill/>
          <a:ln w="9525">
            <a:noFill/>
          </a:ln>
        </p:spPr>
        <p:txBody>
          <a:bodyPr wrap="square" anchor="t">
            <a:spAutoFit/>
          </a:bodyPr>
          <a:lstStyle/>
          <a:p>
            <a:pPr eaLnBrk="0" hangingPunct="0">
              <a:lnSpc>
                <a:spcPct val="150000"/>
              </a:lnSpc>
            </a:pPr>
            <a:r>
              <a:rPr lang="zh-CN" altLang="en-US" sz="1600" dirty="0">
                <a:latin typeface="黑体" panose="02010609060101010101" pitchFamily="2" charset="-122"/>
                <a:ea typeface="黑体" panose="02010609060101010101" pitchFamily="2" charset="-122"/>
                <a:sym typeface="Calibri" panose="020F0502020204030204" pitchFamily="34" charset="0"/>
              </a:rPr>
              <a:t>测量精密度（</a:t>
            </a:r>
            <a:r>
              <a:rPr lang="en-US" altLang="zh-CN" sz="1600" dirty="0">
                <a:highlight>
                  <a:srgbClr val="FFFF00"/>
                </a:highlight>
                <a:latin typeface="黑体" panose="02010609060101010101" pitchFamily="2" charset="-122"/>
                <a:ea typeface="黑体" panose="02010609060101010101" pitchFamily="2" charset="-122"/>
                <a:sym typeface="Calibri" panose="020F0502020204030204" pitchFamily="34" charset="0"/>
              </a:rPr>
              <a:t>precision</a:t>
            </a:r>
            <a:r>
              <a:rPr lang="en-US" altLang="zh-CN" sz="1600" dirty="0">
                <a:latin typeface="黑体" panose="02010609060101010101" pitchFamily="2" charset="-122"/>
                <a:ea typeface="黑体" panose="02010609060101010101" pitchFamily="2" charset="-122"/>
                <a:sym typeface="Calibri" panose="020F0502020204030204" pitchFamily="34" charset="0"/>
              </a:rPr>
              <a:t> of measurement</a:t>
            </a:r>
            <a:r>
              <a:rPr lang="zh-CN" altLang="en-US" sz="1600" dirty="0">
                <a:latin typeface="黑体" panose="02010609060101010101" pitchFamily="2" charset="-122"/>
                <a:ea typeface="黑体" panose="02010609060101010101" pitchFamily="2" charset="-122"/>
                <a:sym typeface="Calibri" panose="020F0502020204030204" pitchFamily="34" charset="0"/>
              </a:rPr>
              <a:t>）</a:t>
            </a:r>
            <a:endParaRPr lang="en-US" altLang="zh-CN" sz="1600" dirty="0">
              <a:latin typeface="黑体" panose="02010609060101010101" pitchFamily="2" charset="-122"/>
              <a:ea typeface="黑体" panose="02010609060101010101" pitchFamily="2" charset="-122"/>
              <a:sym typeface="Calibri" panose="020F0502020204030204" pitchFamily="34" charset="0"/>
            </a:endParaRPr>
          </a:p>
          <a:p>
            <a:pPr eaLnBrk="0" hangingPunct="0">
              <a:lnSpc>
                <a:spcPct val="150000"/>
              </a:lnSpc>
            </a:pPr>
            <a:r>
              <a:rPr lang="zh-CN" altLang="en-US" sz="1600" dirty="0">
                <a:latin typeface="黑体" panose="02010609060101010101" pitchFamily="2" charset="-122"/>
                <a:ea typeface="黑体" panose="02010609060101010101" pitchFamily="2" charset="-122"/>
                <a:sym typeface="Calibri" panose="020F0502020204030204" pitchFamily="34" charset="0"/>
              </a:rPr>
              <a:t>测量正确度（</a:t>
            </a:r>
            <a:r>
              <a:rPr lang="en-US" altLang="zh-CN" sz="1600" dirty="0">
                <a:highlight>
                  <a:srgbClr val="FFFF00"/>
                </a:highlight>
                <a:latin typeface="黑体" panose="02010609060101010101" pitchFamily="2" charset="-122"/>
                <a:ea typeface="黑体" panose="02010609060101010101" pitchFamily="2" charset="-122"/>
                <a:sym typeface="Calibri" panose="020F0502020204030204" pitchFamily="34" charset="0"/>
              </a:rPr>
              <a:t>correctness</a:t>
            </a:r>
            <a:r>
              <a:rPr lang="en-US" altLang="zh-CN" sz="1600" dirty="0">
                <a:latin typeface="黑体" panose="02010609060101010101" pitchFamily="2" charset="-122"/>
                <a:ea typeface="黑体" panose="02010609060101010101" pitchFamily="2" charset="-122"/>
                <a:sym typeface="Calibri" panose="020F0502020204030204" pitchFamily="34" charset="0"/>
              </a:rPr>
              <a:t> of measurement</a:t>
            </a:r>
            <a:r>
              <a:rPr lang="zh-CN" altLang="en-US" sz="1600" dirty="0">
                <a:latin typeface="黑体" panose="02010609060101010101" pitchFamily="2" charset="-122"/>
                <a:ea typeface="黑体" panose="02010609060101010101" pitchFamily="2" charset="-122"/>
                <a:sym typeface="Calibri" panose="020F0502020204030204" pitchFamily="34" charset="0"/>
              </a:rPr>
              <a:t>）</a:t>
            </a:r>
          </a:p>
          <a:p>
            <a:pPr eaLnBrk="0" hangingPunct="0">
              <a:lnSpc>
                <a:spcPct val="150000"/>
              </a:lnSpc>
            </a:pPr>
            <a:r>
              <a:rPr lang="zh-CN" altLang="en-US" sz="1600" dirty="0">
                <a:solidFill>
                  <a:srgbClr val="C00000"/>
                </a:solidFill>
                <a:latin typeface="黑体" panose="02010609060101010101" pitchFamily="2" charset="-122"/>
                <a:ea typeface="黑体" panose="02010609060101010101" pitchFamily="2" charset="-122"/>
                <a:sym typeface="Calibri" panose="020F0502020204030204" pitchFamily="34" charset="0"/>
              </a:rPr>
              <a:t>测量准确度</a:t>
            </a:r>
            <a:r>
              <a:rPr lang="zh-CN" altLang="en-US" sz="1600" dirty="0">
                <a:latin typeface="黑体" panose="02010609060101010101" pitchFamily="2" charset="-122"/>
                <a:ea typeface="黑体" panose="02010609060101010101" pitchFamily="2" charset="-122"/>
                <a:sym typeface="Calibri" panose="020F0502020204030204" pitchFamily="34" charset="0"/>
              </a:rPr>
              <a:t>（</a:t>
            </a:r>
            <a:r>
              <a:rPr lang="en-US" altLang="zh-CN" sz="1600" dirty="0">
                <a:highlight>
                  <a:srgbClr val="FFFF00"/>
                </a:highlight>
                <a:latin typeface="黑体" panose="02010609060101010101" pitchFamily="2" charset="-122"/>
                <a:ea typeface="黑体" panose="02010609060101010101" pitchFamily="2" charset="-122"/>
                <a:sym typeface="Calibri" panose="020F0502020204030204" pitchFamily="34" charset="0"/>
              </a:rPr>
              <a:t>accuracy</a:t>
            </a:r>
            <a:r>
              <a:rPr lang="en-US" altLang="zh-CN" sz="1600" dirty="0">
                <a:latin typeface="黑体" panose="02010609060101010101" pitchFamily="2" charset="-122"/>
                <a:ea typeface="黑体" panose="02010609060101010101" pitchFamily="2" charset="-122"/>
                <a:sym typeface="Calibri" panose="020F0502020204030204" pitchFamily="34" charset="0"/>
              </a:rPr>
              <a:t> of measurement</a:t>
            </a:r>
            <a:r>
              <a:rPr lang="zh-CN" altLang="en-US" sz="1600" dirty="0">
                <a:latin typeface="黑体" panose="02010609060101010101" pitchFamily="2" charset="-122"/>
                <a:ea typeface="黑体" panose="02010609060101010101" pitchFamily="2" charset="-122"/>
                <a:sym typeface="Calibri" panose="020F0502020204030204" pitchFamily="34" charset="0"/>
              </a:rPr>
              <a:t>）</a:t>
            </a:r>
          </a:p>
        </p:txBody>
      </p:sp>
    </p:spTree>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5" name="灯片编号占位符 4"/>
          <p:cNvSpPr>
            <a:spLocks noGrp="1"/>
          </p:cNvSpPr>
          <p:nvPr>
            <p:ph type="sldNum" sz="quarter" idx="12"/>
          </p:nvPr>
        </p:nvSpPr>
        <p:spPr>
          <a:noFill/>
          <a:ln>
            <a:noFill/>
          </a:ln>
        </p:spPr>
        <p:txBody>
          <a:bodyPr wrap="square" lIns="91440" tIns="45720" rIns="91440" bIns="45720" anchor="ctr"/>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r">
              <a:lnSpc>
                <a:spcPct val="150000"/>
              </a:lnSpc>
              <a:spcBef>
                <a:spcPct val="20000"/>
              </a:spcBef>
              <a:buSzPct val="85000"/>
              <a:buFontTx/>
              <a:buChar char="•"/>
            </a:pPr>
            <a:fld id="{9A0DB2DC-4C9A-4742-B13C-FB6460FD3503}" type="slidenum">
              <a:rPr lang="en-US" altLang="zh-CN" sz="1200" dirty="0">
                <a:solidFill>
                  <a:srgbClr val="898989"/>
                </a:solidFill>
              </a:rPr>
              <a:t>36</a:t>
            </a:fld>
            <a:endParaRPr lang="en-US" altLang="zh-CN" sz="1200" dirty="0">
              <a:solidFill>
                <a:srgbClr val="898989"/>
              </a:solidFill>
            </a:endParaRPr>
          </a:p>
        </p:txBody>
      </p:sp>
      <p:sp>
        <p:nvSpPr>
          <p:cNvPr id="52226" name="Rectangle 2"/>
          <p:cNvSpPr/>
          <p:nvPr/>
        </p:nvSpPr>
        <p:spPr>
          <a:xfrm>
            <a:off x="423863" y="3268663"/>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52227" name="Rectangle 3"/>
          <p:cNvSpPr/>
          <p:nvPr/>
        </p:nvSpPr>
        <p:spPr>
          <a:xfrm>
            <a:off x="423863" y="3254375"/>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52228" name="Rectangle 5"/>
          <p:cNvSpPr/>
          <p:nvPr/>
        </p:nvSpPr>
        <p:spPr>
          <a:xfrm>
            <a:off x="423863" y="3254375"/>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52229" name="Rectangle 6"/>
          <p:cNvSpPr/>
          <p:nvPr/>
        </p:nvSpPr>
        <p:spPr>
          <a:xfrm>
            <a:off x="423863" y="2782888"/>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52230" name="Rectangle 7"/>
          <p:cNvSpPr/>
          <p:nvPr/>
        </p:nvSpPr>
        <p:spPr>
          <a:xfrm>
            <a:off x="423863" y="3254375"/>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52232" name="Rectangle 9"/>
          <p:cNvSpPr/>
          <p:nvPr/>
        </p:nvSpPr>
        <p:spPr>
          <a:xfrm>
            <a:off x="423863" y="2720975"/>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52233" name="Rectangle 10"/>
          <p:cNvSpPr/>
          <p:nvPr/>
        </p:nvSpPr>
        <p:spPr>
          <a:xfrm>
            <a:off x="423863" y="53975"/>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52234" name="Rectangle 11"/>
          <p:cNvSpPr/>
          <p:nvPr/>
        </p:nvSpPr>
        <p:spPr>
          <a:xfrm>
            <a:off x="423863" y="2811463"/>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52235" name="Rectangle 12"/>
          <p:cNvSpPr/>
          <p:nvPr/>
        </p:nvSpPr>
        <p:spPr>
          <a:xfrm>
            <a:off x="423863" y="53975"/>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52236" name="Rectangle 13"/>
          <p:cNvSpPr/>
          <p:nvPr/>
        </p:nvSpPr>
        <p:spPr>
          <a:xfrm>
            <a:off x="358775" y="258763"/>
            <a:ext cx="7772400" cy="630237"/>
          </a:xfrm>
          <a:prstGeom prst="rect">
            <a:avLst/>
          </a:prstGeom>
          <a:noFill/>
          <a:ln w="9525">
            <a:noFill/>
          </a:ln>
        </p:spPr>
        <p:txBody>
          <a:bodyPr anchor="ctr">
            <a:spAutoFit/>
          </a:bodyPr>
          <a:lstStyle/>
          <a:p>
            <a:pPr>
              <a:lnSpc>
                <a:spcPct val="125000"/>
              </a:lnSpc>
              <a:spcBef>
                <a:spcPct val="50000"/>
              </a:spcBef>
              <a:buSzPct val="85000"/>
            </a:pPr>
            <a:r>
              <a:rPr lang="en-US" altLang="zh-CN" sz="2800" b="1" dirty="0">
                <a:solidFill>
                  <a:schemeClr val="tx2"/>
                </a:solidFill>
                <a:latin typeface="黑体" panose="02010609060101010101" pitchFamily="2" charset="-122"/>
                <a:ea typeface="黑体" panose="02010609060101010101" pitchFamily="2" charset="-122"/>
              </a:rPr>
              <a:t>4.2 </a:t>
            </a:r>
            <a:r>
              <a:rPr lang="zh-CN" altLang="en-US" sz="2800" b="1" dirty="0">
                <a:solidFill>
                  <a:schemeClr val="tx2"/>
                </a:solidFill>
                <a:latin typeface="黑体" panose="02010609060101010101" pitchFamily="2" charset="-122"/>
                <a:ea typeface="黑体" panose="02010609060101010101" pitchFamily="2" charset="-122"/>
              </a:rPr>
              <a:t>传感器的动态特性</a:t>
            </a:r>
            <a:endParaRPr lang="zh-CN" altLang="en-US" sz="2800" b="1" dirty="0">
              <a:latin typeface="黑体" panose="02010609060101010101" pitchFamily="2" charset="-122"/>
              <a:ea typeface="黑体" panose="02010609060101010101" pitchFamily="2" charset="-122"/>
            </a:endParaRPr>
          </a:p>
        </p:txBody>
      </p:sp>
      <p:pic>
        <p:nvPicPr>
          <p:cNvPr id="52237" name="Picture 16"/>
          <p:cNvPicPr>
            <a:picLocks noChangeAspect="1"/>
          </p:cNvPicPr>
          <p:nvPr/>
        </p:nvPicPr>
        <p:blipFill>
          <a:blip r:embed="rId2"/>
          <a:stretch>
            <a:fillRect/>
          </a:stretch>
        </p:blipFill>
        <p:spPr>
          <a:xfrm>
            <a:off x="4200525" y="2801938"/>
            <a:ext cx="2927350" cy="2363787"/>
          </a:xfrm>
          <a:prstGeom prst="rect">
            <a:avLst/>
          </a:prstGeom>
          <a:noFill/>
          <a:ln w="9525">
            <a:noFill/>
          </a:ln>
        </p:spPr>
      </p:pic>
      <p:sp>
        <p:nvSpPr>
          <p:cNvPr id="52238" name="Text Box 17"/>
          <p:cNvSpPr txBox="1"/>
          <p:nvPr/>
        </p:nvSpPr>
        <p:spPr>
          <a:xfrm>
            <a:off x="852488" y="1290638"/>
            <a:ext cx="7391920" cy="1134862"/>
          </a:xfrm>
          <a:prstGeom prst="rect">
            <a:avLst/>
          </a:prstGeom>
          <a:noFill/>
          <a:ln w="9525">
            <a:noFill/>
          </a:ln>
        </p:spPr>
        <p:txBody>
          <a:bodyPr wrap="square" anchor="t">
            <a:spAutoFit/>
          </a:bodyPr>
          <a:lstStyle/>
          <a:p>
            <a:pPr>
              <a:lnSpc>
                <a:spcPct val="150000"/>
              </a:lnSpc>
              <a:spcBef>
                <a:spcPct val="50000"/>
              </a:spcBef>
              <a:buSzPct val="85000"/>
            </a:pPr>
            <a:r>
              <a:rPr lang="en-US" altLang="zh-CN" dirty="0">
                <a:latin typeface="Times New Roman" panose="02020603050405020304" pitchFamily="18" charset="0"/>
                <a:ea typeface="楷体_GB2312" pitchFamily="49" charset="-122"/>
              </a:rPr>
              <a:t>        </a:t>
            </a:r>
            <a:r>
              <a:rPr lang="zh-CN" altLang="en-US" dirty="0">
                <a:latin typeface="Times New Roman" panose="02020603050405020304" pitchFamily="18" charset="0"/>
                <a:ea typeface="楷体_GB2312" pitchFamily="49" charset="-122"/>
              </a:rPr>
              <a:t>反映传感器对于随时间变化的输入量的响应特性。温度传感器的热惯性表现出的</a:t>
            </a:r>
            <a:r>
              <a:rPr lang="zh-CN" altLang="en-US" dirty="0">
                <a:solidFill>
                  <a:srgbClr val="1552D1"/>
                </a:solidFill>
                <a:latin typeface="Times New Roman" panose="02020603050405020304" pitchFamily="18" charset="0"/>
                <a:ea typeface="楷体_GB2312" pitchFamily="49" charset="-122"/>
              </a:rPr>
              <a:t>动态误差</a:t>
            </a:r>
            <a:r>
              <a:rPr lang="zh-CN" altLang="en-US" dirty="0">
                <a:latin typeface="Times New Roman" panose="02020603050405020304" pitchFamily="18" charset="0"/>
                <a:ea typeface="楷体_GB2312" pitchFamily="49" charset="-122"/>
              </a:rPr>
              <a:t>。</a:t>
            </a:r>
          </a:p>
        </p:txBody>
      </p:sp>
      <p:pic>
        <p:nvPicPr>
          <p:cNvPr id="52239" name="Picture 18"/>
          <p:cNvPicPr>
            <a:picLocks noChangeAspect="1"/>
          </p:cNvPicPr>
          <p:nvPr/>
        </p:nvPicPr>
        <p:blipFill>
          <a:blip r:embed="rId3"/>
          <a:stretch>
            <a:fillRect/>
          </a:stretch>
        </p:blipFill>
        <p:spPr>
          <a:xfrm>
            <a:off x="2292350" y="2801938"/>
            <a:ext cx="1244600" cy="2479675"/>
          </a:xfrm>
          <a:prstGeom prst="rect">
            <a:avLst/>
          </a:prstGeom>
          <a:noFill/>
          <a:ln w="9525">
            <a:noFill/>
          </a:ln>
        </p:spPr>
      </p:pic>
      <p:sp>
        <p:nvSpPr>
          <p:cNvPr id="18" name="页脚占位符 6"/>
          <p:cNvSpPr txBox="1">
            <a:spLocks noGrp="1"/>
          </p:cNvSpPr>
          <p:nvPr>
            <p:ph type="ftr" sz="quarter" idx="11"/>
          </p:nvPr>
        </p:nvSpPr>
        <p:spPr>
          <a:xfrm>
            <a:off x="2843213" y="6411913"/>
            <a:ext cx="2895600" cy="365125"/>
          </a:xfrm>
          <a:noFill/>
        </p:spPr>
        <p:txBody>
          <a:bodyPr vert="horz" lIns="91440" tIns="45720" rIns="91440" bIns="45720" rtlCol="0" anchor="ctr"/>
          <a:lstStyle/>
          <a:p>
            <a:pPr marL="0" marR="0" lvl="0" indent="0" algn="ctr" defTabSz="914400" rtl="0" eaLnBrk="1" fontAlgn="base" latinLnBrk="0" hangingPunct="1">
              <a:lnSpc>
                <a:spcPct val="150000"/>
              </a:lnSpc>
              <a:spcBef>
                <a:spcPct val="20000"/>
              </a:spcBef>
              <a:spcAft>
                <a:spcPct val="0"/>
              </a:spcAft>
              <a:buClrTx/>
              <a:buSzPct val="85000"/>
              <a:buFontTx/>
              <a:buChar char="•"/>
              <a:defRPr/>
            </a:pPr>
            <a:r>
              <a:rPr kumimoji="1" lang="zh-CN" altLang="en-US" sz="1200" b="0" i="0" u="none" strike="noStrike" kern="1200" cap="none" spc="0" normalizeH="0" baseline="0" noProof="0" dirty="0">
                <a:ln>
                  <a:noFill/>
                </a:ln>
                <a:solidFill>
                  <a:schemeClr val="tx1">
                    <a:tint val="75000"/>
                  </a:schemeClr>
                </a:solidFill>
                <a:effectLst/>
                <a:uLnTx/>
                <a:uFillTx/>
                <a:latin typeface="Times New Roman" panose="02020603050405020304" pitchFamily="18" charset="0"/>
                <a:ea typeface="楷体_GB2312" pitchFamily="49" charset="-122"/>
                <a:cs typeface="+mn-cs"/>
              </a:rPr>
              <a:t>测量科学与仪器系</a:t>
            </a:r>
            <a:endParaRPr kumimoji="1" lang="en-US" altLang="zh-CN" sz="1200" b="0" i="0" u="none" strike="noStrike" kern="1200" cap="none" spc="0" normalizeH="0" baseline="0" noProof="0" dirty="0">
              <a:ln>
                <a:noFill/>
              </a:ln>
              <a:solidFill>
                <a:schemeClr val="tx1">
                  <a:tint val="75000"/>
                </a:schemeClr>
              </a:solidFill>
              <a:effectLst/>
              <a:uLnTx/>
              <a:uFillTx/>
              <a:latin typeface="Times New Roman" panose="02020603050405020304" pitchFamily="18" charset="0"/>
              <a:ea typeface="楷体_GB2312" pitchFamily="49" charset="-122"/>
              <a:cs typeface="+mn-cs"/>
            </a:endParaRPr>
          </a:p>
        </p:txBody>
      </p:sp>
      <p:sp>
        <p:nvSpPr>
          <p:cNvPr id="19" name="矩形 18"/>
          <p:cNvSpPr/>
          <p:nvPr/>
        </p:nvSpPr>
        <p:spPr>
          <a:xfrm>
            <a:off x="142875" y="1000125"/>
            <a:ext cx="8286750" cy="46038"/>
          </a:xfrm>
          <a:prstGeom prst="rect">
            <a:avLst/>
          </a:prstGeom>
          <a:gradFill flip="none" rotWithShape="1">
            <a:gsLst>
              <a:gs pos="0">
                <a:srgbClr val="5E9EFF"/>
              </a:gs>
              <a:gs pos="39999">
                <a:srgbClr val="85C2FF"/>
              </a:gs>
              <a:gs pos="70000">
                <a:srgbClr val="C4D6EB"/>
              </a:gs>
              <a:gs pos="100000">
                <a:srgbClr val="FFEBFA"/>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50000"/>
              </a:lnSpc>
              <a:spcBef>
                <a:spcPts val="0"/>
              </a:spcBef>
              <a:spcAft>
                <a:spcPts val="0"/>
              </a:spcAft>
              <a:buClrTx/>
              <a:buSzPct val="85000"/>
              <a:buFontTx/>
              <a:buChar char="•"/>
              <a:defRPr/>
            </a:pPr>
            <a:endParaRPr kumimoji="1" lang="zh-CN" altLang="en-US" sz="2400" b="0" i="0" u="none" strike="noStrike" kern="1200" cap="none" spc="0" normalizeH="0" baseline="0" noProof="0">
              <a:ln>
                <a:noFill/>
              </a:ln>
              <a:solidFill>
                <a:schemeClr val="lt1"/>
              </a:solidFill>
              <a:effectLst/>
              <a:uLnTx/>
              <a:uFillTx/>
              <a:latin typeface="+mn-lt"/>
              <a:ea typeface="+mn-ea"/>
              <a:cs typeface="+mn-cs"/>
            </a:endParaRPr>
          </a:p>
        </p:txBody>
      </p:sp>
      <p:sp>
        <p:nvSpPr>
          <p:cNvPr id="2" name="矩形 1">
            <a:extLst>
              <a:ext uri="{FF2B5EF4-FFF2-40B4-BE49-F238E27FC236}">
                <a16:creationId xmlns:a16="http://schemas.microsoft.com/office/drawing/2014/main" id="{AF601F7B-C36E-4D25-BEF3-C874311F96B5}"/>
              </a:ext>
            </a:extLst>
          </p:cNvPr>
          <p:cNvSpPr/>
          <p:nvPr/>
        </p:nvSpPr>
        <p:spPr>
          <a:xfrm>
            <a:off x="897375" y="5393163"/>
            <a:ext cx="9033242" cy="830997"/>
          </a:xfrm>
          <a:prstGeom prst="rect">
            <a:avLst/>
          </a:prstGeom>
        </p:spPr>
        <p:txBody>
          <a:bodyPr wrap="none">
            <a:spAutoFit/>
          </a:bodyPr>
          <a:lstStyle/>
          <a:p>
            <a:r>
              <a:rPr lang="zh-CN" altLang="en-US" dirty="0">
                <a:solidFill>
                  <a:srgbClr val="1552D1"/>
                </a:solidFill>
              </a:rPr>
              <a:t>动态误差：</a:t>
            </a:r>
            <a:endParaRPr lang="en-US" altLang="zh-CN" dirty="0">
              <a:solidFill>
                <a:srgbClr val="1552D1"/>
              </a:solidFill>
            </a:endParaRPr>
          </a:p>
          <a:p>
            <a:r>
              <a:rPr lang="en-US" altLang="zh-CN" dirty="0">
                <a:solidFill>
                  <a:srgbClr val="1552D1"/>
                </a:solidFill>
              </a:rPr>
              <a:t>           </a:t>
            </a:r>
            <a:r>
              <a:rPr lang="zh-CN" altLang="en-US" dirty="0">
                <a:solidFill>
                  <a:srgbClr val="1552D1"/>
                </a:solidFill>
              </a:rPr>
              <a:t>反映被测量快速变化时传感器表现出的动态特性之一</a:t>
            </a:r>
            <a:r>
              <a:rPr lang="en-US" altLang="zh-CN" dirty="0">
                <a:solidFill>
                  <a:srgbClr val="1552D1"/>
                </a:solidFill>
              </a:rPr>
              <a:t>           </a:t>
            </a:r>
            <a:endParaRPr lang="zh-CN" altLang="en-US" dirty="0"/>
          </a:p>
        </p:txBody>
      </p:sp>
    </p:spTree>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3249" name="Object 27"/>
          <p:cNvGraphicFramePr>
            <a:graphicFrameLocks noGrp="1" noChangeAspect="1"/>
          </p:cNvGraphicFramePr>
          <p:nvPr>
            <p:ph sz="quarter" idx="1"/>
          </p:nvPr>
        </p:nvGraphicFramePr>
        <p:xfrm>
          <a:off x="4570413" y="3295650"/>
          <a:ext cx="2820987" cy="874713"/>
        </p:xfrm>
        <a:graphic>
          <a:graphicData uri="http://schemas.openxmlformats.org/presentationml/2006/ole">
            <mc:AlternateContent xmlns:mc="http://schemas.openxmlformats.org/markup-compatibility/2006">
              <mc:Choice xmlns:v="urn:schemas-microsoft-com:vml" Requires="v">
                <p:oleObj spid="_x0000_s11413" r:id="rId3" imgW="1473200" imgH="457200" progId="Equation.DSMT4">
                  <p:embed/>
                </p:oleObj>
              </mc:Choice>
              <mc:Fallback>
                <p:oleObj r:id="rId3" imgW="1473200" imgH="457200" progId="Equation.DSMT4">
                  <p:embed/>
                  <p:pic>
                    <p:nvPicPr>
                      <p:cNvPr id="0" name="图片 3085"/>
                      <p:cNvPicPr/>
                      <p:nvPr/>
                    </p:nvPicPr>
                    <p:blipFill>
                      <a:blip r:embed="rId4"/>
                      <a:stretch>
                        <a:fillRect/>
                      </a:stretch>
                    </p:blipFill>
                    <p:spPr>
                      <a:xfrm>
                        <a:off x="4570413" y="3295650"/>
                        <a:ext cx="2820987" cy="874713"/>
                      </a:xfrm>
                      <a:prstGeom prst="rect">
                        <a:avLst/>
                      </a:prstGeom>
                      <a:noFill/>
                      <a:ln w="38100">
                        <a:miter/>
                      </a:ln>
                    </p:spPr>
                  </p:pic>
                </p:oleObj>
              </mc:Fallback>
            </mc:AlternateContent>
          </a:graphicData>
        </a:graphic>
      </p:graphicFrame>
      <p:graphicFrame>
        <p:nvGraphicFramePr>
          <p:cNvPr id="53250" name="Object 37"/>
          <p:cNvGraphicFramePr>
            <a:graphicFrameLocks noGrp="1" noChangeAspect="1"/>
          </p:cNvGraphicFramePr>
          <p:nvPr>
            <p:ph sz="quarter" idx="2"/>
          </p:nvPr>
        </p:nvGraphicFramePr>
        <p:xfrm>
          <a:off x="7442200" y="1984375"/>
          <a:ext cx="114300" cy="215900"/>
        </p:xfrm>
        <a:graphic>
          <a:graphicData uri="http://schemas.openxmlformats.org/presentationml/2006/ole">
            <mc:AlternateContent xmlns:mc="http://schemas.openxmlformats.org/markup-compatibility/2006">
              <mc:Choice xmlns:v="urn:schemas-microsoft-com:vml" Requires="v">
                <p:oleObj spid="_x0000_s11414" r:id="rId5" imgW="114300" imgH="215900" progId="Equation.3">
                  <p:embed/>
                </p:oleObj>
              </mc:Choice>
              <mc:Fallback>
                <p:oleObj r:id="rId5" imgW="114300" imgH="215900" progId="Equation.3">
                  <p:embed/>
                  <p:pic>
                    <p:nvPicPr>
                      <p:cNvPr id="0" name="图片 3083"/>
                      <p:cNvPicPr/>
                      <p:nvPr/>
                    </p:nvPicPr>
                    <p:blipFill>
                      <a:blip r:embed="rId6"/>
                      <a:stretch>
                        <a:fillRect/>
                      </a:stretch>
                    </p:blipFill>
                    <p:spPr>
                      <a:xfrm>
                        <a:off x="7442200" y="1984375"/>
                        <a:ext cx="114300" cy="215900"/>
                      </a:xfrm>
                      <a:prstGeom prst="rect">
                        <a:avLst/>
                      </a:prstGeom>
                      <a:noFill/>
                      <a:ln w="38100">
                        <a:miter/>
                      </a:ln>
                    </p:spPr>
                  </p:pic>
                </p:oleObj>
              </mc:Fallback>
            </mc:AlternateContent>
          </a:graphicData>
        </a:graphic>
      </p:graphicFrame>
      <p:graphicFrame>
        <p:nvGraphicFramePr>
          <p:cNvPr id="53251" name="Object 40"/>
          <p:cNvGraphicFramePr>
            <a:graphicFrameLocks noGrp="1" noChangeAspect="1"/>
          </p:cNvGraphicFramePr>
          <p:nvPr>
            <p:ph sz="quarter" idx="3"/>
          </p:nvPr>
        </p:nvGraphicFramePr>
        <p:xfrm>
          <a:off x="4618038" y="2297113"/>
          <a:ext cx="1439862" cy="709612"/>
        </p:xfrm>
        <a:graphic>
          <a:graphicData uri="http://schemas.openxmlformats.org/presentationml/2006/ole">
            <mc:AlternateContent xmlns:mc="http://schemas.openxmlformats.org/markup-compatibility/2006">
              <mc:Choice xmlns:v="urn:schemas-microsoft-com:vml" Requires="v">
                <p:oleObj spid="_x0000_s11415" r:id="rId7" imgW="876300" imgH="431800" progId="Equation.3">
                  <p:embed/>
                </p:oleObj>
              </mc:Choice>
              <mc:Fallback>
                <p:oleObj r:id="rId7" imgW="876300" imgH="431800" progId="Equation.3">
                  <p:embed/>
                  <p:pic>
                    <p:nvPicPr>
                      <p:cNvPr id="0" name="图片 3084"/>
                      <p:cNvPicPr/>
                      <p:nvPr/>
                    </p:nvPicPr>
                    <p:blipFill>
                      <a:blip r:embed="rId8"/>
                      <a:stretch>
                        <a:fillRect/>
                      </a:stretch>
                    </p:blipFill>
                    <p:spPr>
                      <a:xfrm>
                        <a:off x="4618038" y="2297113"/>
                        <a:ext cx="1439862" cy="709612"/>
                      </a:xfrm>
                      <a:prstGeom prst="rect">
                        <a:avLst/>
                      </a:prstGeom>
                      <a:noFill/>
                      <a:ln w="38100">
                        <a:miter/>
                      </a:ln>
                    </p:spPr>
                  </p:pic>
                </p:oleObj>
              </mc:Fallback>
            </mc:AlternateContent>
          </a:graphicData>
        </a:graphic>
      </p:graphicFrame>
      <p:sp>
        <p:nvSpPr>
          <p:cNvPr id="53252" name="灯片编号占位符 8"/>
          <p:cNvSpPr>
            <a:spLocks noGrp="1"/>
          </p:cNvSpPr>
          <p:nvPr>
            <p:ph type="sldNum" sz="quarter" idx="12"/>
          </p:nvPr>
        </p:nvSpPr>
        <p:spPr>
          <a:noFill/>
          <a:ln>
            <a:noFill/>
          </a:ln>
        </p:spPr>
        <p:txBody>
          <a:bodyPr wrap="square" lIns="91440" tIns="45720" rIns="91440" bIns="45720" anchor="ctr"/>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r">
              <a:lnSpc>
                <a:spcPct val="150000"/>
              </a:lnSpc>
              <a:spcBef>
                <a:spcPct val="20000"/>
              </a:spcBef>
              <a:buSzPct val="85000"/>
              <a:buFontTx/>
              <a:buChar char="•"/>
            </a:pPr>
            <a:fld id="{9A0DB2DC-4C9A-4742-B13C-FB6460FD3503}" type="slidenum">
              <a:rPr lang="en-US" altLang="zh-CN" sz="1200" dirty="0">
                <a:solidFill>
                  <a:srgbClr val="898989"/>
                </a:solidFill>
              </a:rPr>
              <a:t>37</a:t>
            </a:fld>
            <a:endParaRPr lang="en-US" altLang="zh-CN" sz="1200" dirty="0">
              <a:solidFill>
                <a:srgbClr val="898989"/>
              </a:solidFill>
            </a:endParaRPr>
          </a:p>
        </p:txBody>
      </p:sp>
      <p:sp>
        <p:nvSpPr>
          <p:cNvPr id="53253" name="Rectangle 2"/>
          <p:cNvSpPr/>
          <p:nvPr/>
        </p:nvSpPr>
        <p:spPr>
          <a:xfrm>
            <a:off x="423863" y="3268663"/>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53254" name="Rectangle 6"/>
          <p:cNvSpPr/>
          <p:nvPr/>
        </p:nvSpPr>
        <p:spPr>
          <a:xfrm>
            <a:off x="423863" y="2782888"/>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53255" name="Rectangle 10"/>
          <p:cNvSpPr/>
          <p:nvPr/>
        </p:nvSpPr>
        <p:spPr>
          <a:xfrm>
            <a:off x="423863" y="53975"/>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53256" name="Rectangle 12"/>
          <p:cNvSpPr/>
          <p:nvPr/>
        </p:nvSpPr>
        <p:spPr>
          <a:xfrm>
            <a:off x="423863" y="53975"/>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53257" name="Rectangle 23"/>
          <p:cNvSpPr/>
          <p:nvPr/>
        </p:nvSpPr>
        <p:spPr>
          <a:xfrm>
            <a:off x="250825" y="225425"/>
            <a:ext cx="3709988" cy="630238"/>
          </a:xfrm>
          <a:prstGeom prst="rect">
            <a:avLst/>
          </a:prstGeom>
          <a:noFill/>
          <a:ln w="9525">
            <a:noFill/>
          </a:ln>
        </p:spPr>
        <p:txBody>
          <a:bodyPr anchor="ctr">
            <a:spAutoFit/>
          </a:bodyPr>
          <a:lstStyle/>
          <a:p>
            <a:pPr>
              <a:lnSpc>
                <a:spcPct val="125000"/>
              </a:lnSpc>
              <a:spcBef>
                <a:spcPct val="50000"/>
              </a:spcBef>
              <a:buSzPct val="85000"/>
            </a:pPr>
            <a:r>
              <a:rPr lang="en-US" altLang="zh-CN" sz="2800" b="1" dirty="0">
                <a:solidFill>
                  <a:schemeClr val="tx2"/>
                </a:solidFill>
                <a:latin typeface="黑体" panose="02010609060101010101" pitchFamily="2" charset="-122"/>
                <a:ea typeface="黑体" panose="02010609060101010101" pitchFamily="2" charset="-122"/>
              </a:rPr>
              <a:t>4.2.1 </a:t>
            </a:r>
            <a:r>
              <a:rPr lang="zh-CN" altLang="en-US" sz="2800" b="1" dirty="0">
                <a:solidFill>
                  <a:schemeClr val="tx2"/>
                </a:solidFill>
                <a:latin typeface="黑体" panose="02010609060101010101" pitchFamily="2" charset="-122"/>
                <a:ea typeface="黑体" panose="02010609060101010101" pitchFamily="2" charset="-122"/>
              </a:rPr>
              <a:t>动态数学模型</a:t>
            </a:r>
            <a:endParaRPr lang="zh-CN" altLang="en-US" sz="2800" b="1" dirty="0">
              <a:latin typeface="黑体" panose="02010609060101010101" pitchFamily="2" charset="-122"/>
              <a:ea typeface="黑体" panose="02010609060101010101" pitchFamily="2" charset="-122"/>
            </a:endParaRPr>
          </a:p>
        </p:txBody>
      </p:sp>
      <p:sp>
        <p:nvSpPr>
          <p:cNvPr id="53258" name="Text Box 24"/>
          <p:cNvSpPr txBox="1"/>
          <p:nvPr/>
        </p:nvSpPr>
        <p:spPr>
          <a:xfrm>
            <a:off x="835025" y="1384300"/>
            <a:ext cx="1546225" cy="646113"/>
          </a:xfrm>
          <a:prstGeom prst="rect">
            <a:avLst/>
          </a:prstGeom>
          <a:solidFill>
            <a:srgbClr val="C6D9F1"/>
          </a:solidFill>
          <a:ln w="9525">
            <a:noFill/>
          </a:ln>
        </p:spPr>
        <p:txBody>
          <a:bodyPr anchor="t">
            <a:spAutoFit/>
          </a:bodyPr>
          <a:lstStyle/>
          <a:p>
            <a:pPr>
              <a:lnSpc>
                <a:spcPct val="150000"/>
              </a:lnSpc>
              <a:spcBef>
                <a:spcPct val="50000"/>
              </a:spcBef>
              <a:buSzPct val="85000"/>
            </a:pPr>
            <a:r>
              <a:rPr lang="zh-CN" altLang="en-US" b="1" dirty="0">
                <a:latin typeface="Times New Roman" panose="02020603050405020304" pitchFamily="18" charset="0"/>
                <a:ea typeface="楷体_GB2312" pitchFamily="49" charset="-122"/>
              </a:rPr>
              <a:t>微分方程</a:t>
            </a:r>
            <a:r>
              <a:rPr lang="zh-CN" altLang="en-US" dirty="0">
                <a:latin typeface="Times New Roman" panose="02020603050405020304" pitchFamily="18" charset="0"/>
                <a:ea typeface="楷体_GB2312" pitchFamily="49" charset="-122"/>
              </a:rPr>
              <a:t>：</a:t>
            </a:r>
          </a:p>
        </p:txBody>
      </p:sp>
      <p:sp>
        <p:nvSpPr>
          <p:cNvPr id="53259" name="Text Box 32"/>
          <p:cNvSpPr txBox="1"/>
          <p:nvPr/>
        </p:nvSpPr>
        <p:spPr>
          <a:xfrm>
            <a:off x="2709863" y="2297113"/>
            <a:ext cx="1979612" cy="646112"/>
          </a:xfrm>
          <a:prstGeom prst="rect">
            <a:avLst/>
          </a:prstGeom>
          <a:noFill/>
          <a:ln w="9525">
            <a:noFill/>
          </a:ln>
        </p:spPr>
        <p:txBody>
          <a:bodyPr anchor="t">
            <a:spAutoFit/>
          </a:bodyPr>
          <a:lstStyle/>
          <a:p>
            <a:pPr>
              <a:lnSpc>
                <a:spcPct val="150000"/>
              </a:lnSpc>
              <a:spcBef>
                <a:spcPct val="50000"/>
              </a:spcBef>
              <a:buSzPct val="85000"/>
            </a:pPr>
            <a:r>
              <a:rPr lang="zh-CN" altLang="en-US" dirty="0">
                <a:latin typeface="Times New Roman" panose="02020603050405020304" pitchFamily="18" charset="0"/>
                <a:ea typeface="楷体_GB2312" pitchFamily="49" charset="-122"/>
              </a:rPr>
              <a:t>一阶传感器：</a:t>
            </a:r>
          </a:p>
        </p:txBody>
      </p:sp>
      <p:sp>
        <p:nvSpPr>
          <p:cNvPr id="53260" name="Text Box 33"/>
          <p:cNvSpPr txBox="1"/>
          <p:nvPr/>
        </p:nvSpPr>
        <p:spPr>
          <a:xfrm>
            <a:off x="2709863" y="3305175"/>
            <a:ext cx="2447925" cy="639763"/>
          </a:xfrm>
          <a:prstGeom prst="rect">
            <a:avLst/>
          </a:prstGeom>
          <a:noFill/>
          <a:ln w="9525">
            <a:noFill/>
          </a:ln>
        </p:spPr>
        <p:txBody>
          <a:bodyPr anchor="t">
            <a:spAutoFit/>
          </a:bodyPr>
          <a:lstStyle/>
          <a:p>
            <a:pPr>
              <a:lnSpc>
                <a:spcPct val="150000"/>
              </a:lnSpc>
              <a:spcBef>
                <a:spcPct val="50000"/>
              </a:spcBef>
              <a:buSzPct val="85000"/>
            </a:pPr>
            <a:r>
              <a:rPr lang="zh-CN" altLang="en-US" dirty="0">
                <a:latin typeface="Times New Roman" panose="02020603050405020304" pitchFamily="18" charset="0"/>
                <a:ea typeface="楷体_GB2312" pitchFamily="49" charset="-122"/>
              </a:rPr>
              <a:t>二阶传感器：</a:t>
            </a:r>
            <a:endParaRPr lang="zh-CN" altLang="el-GR" dirty="0">
              <a:latin typeface="Times New Roman" panose="02020603050405020304" pitchFamily="18" charset="0"/>
              <a:ea typeface="楷体_GB2312" pitchFamily="49" charset="-122"/>
            </a:endParaRPr>
          </a:p>
        </p:txBody>
      </p:sp>
      <p:graphicFrame>
        <p:nvGraphicFramePr>
          <p:cNvPr id="53261" name="Object 29"/>
          <p:cNvGraphicFramePr>
            <a:graphicFrameLocks noChangeAspect="1"/>
          </p:cNvGraphicFramePr>
          <p:nvPr/>
        </p:nvGraphicFramePr>
        <p:xfrm>
          <a:off x="2527300" y="1384300"/>
          <a:ext cx="6084888" cy="693738"/>
        </p:xfrm>
        <a:graphic>
          <a:graphicData uri="http://schemas.openxmlformats.org/presentationml/2006/ole">
            <mc:AlternateContent xmlns:mc="http://schemas.openxmlformats.org/markup-compatibility/2006">
              <mc:Choice xmlns:v="urn:schemas-microsoft-com:vml" Requires="v">
                <p:oleObj spid="_x0000_s11416" r:id="rId9" imgW="3695700" imgH="419100" progId="Equation.3">
                  <p:embed/>
                </p:oleObj>
              </mc:Choice>
              <mc:Fallback>
                <p:oleObj r:id="rId9" imgW="3695700" imgH="419100" progId="Equation.3">
                  <p:embed/>
                  <p:pic>
                    <p:nvPicPr>
                      <p:cNvPr id="0" name="图片 3088"/>
                      <p:cNvPicPr/>
                      <p:nvPr/>
                    </p:nvPicPr>
                    <p:blipFill>
                      <a:blip r:embed="rId10"/>
                      <a:stretch>
                        <a:fillRect/>
                      </a:stretch>
                    </p:blipFill>
                    <p:spPr>
                      <a:xfrm>
                        <a:off x="2527300" y="1384300"/>
                        <a:ext cx="6084888" cy="693738"/>
                      </a:xfrm>
                      <a:prstGeom prst="rect">
                        <a:avLst/>
                      </a:prstGeom>
                      <a:noFill/>
                      <a:ln w="38100">
                        <a:noFill/>
                        <a:miter/>
                      </a:ln>
                    </p:spPr>
                  </p:pic>
                </p:oleObj>
              </mc:Fallback>
            </mc:AlternateContent>
          </a:graphicData>
        </a:graphic>
      </p:graphicFrame>
      <p:sp>
        <p:nvSpPr>
          <p:cNvPr id="22" name="页脚占位符 6"/>
          <p:cNvSpPr txBox="1">
            <a:spLocks noGrp="1"/>
          </p:cNvSpPr>
          <p:nvPr>
            <p:ph type="ftr" sz="quarter" idx="11"/>
          </p:nvPr>
        </p:nvSpPr>
        <p:spPr>
          <a:xfrm>
            <a:off x="2843213" y="6411913"/>
            <a:ext cx="2895600" cy="365125"/>
          </a:xfrm>
          <a:noFill/>
        </p:spPr>
        <p:txBody>
          <a:bodyPr vert="horz" lIns="91440" tIns="45720" rIns="91440" bIns="45720" rtlCol="0" anchor="ctr"/>
          <a:lstStyle/>
          <a:p>
            <a:pPr marL="0" marR="0" lvl="0" indent="0" algn="ctr" defTabSz="914400" rtl="0" eaLnBrk="1" fontAlgn="base" latinLnBrk="0" hangingPunct="1">
              <a:lnSpc>
                <a:spcPct val="150000"/>
              </a:lnSpc>
              <a:spcBef>
                <a:spcPct val="20000"/>
              </a:spcBef>
              <a:spcAft>
                <a:spcPct val="0"/>
              </a:spcAft>
              <a:buClrTx/>
              <a:buSzPct val="85000"/>
              <a:buFontTx/>
              <a:buChar char="•"/>
              <a:defRPr/>
            </a:pPr>
            <a:r>
              <a:rPr kumimoji="1" lang="zh-CN" altLang="en-US" sz="1200" b="0" i="0" u="none" strike="noStrike" kern="1200" cap="none" spc="0" normalizeH="0" baseline="0" noProof="0" dirty="0">
                <a:ln>
                  <a:noFill/>
                </a:ln>
                <a:solidFill>
                  <a:schemeClr val="tx1">
                    <a:tint val="75000"/>
                  </a:schemeClr>
                </a:solidFill>
                <a:effectLst/>
                <a:uLnTx/>
                <a:uFillTx/>
                <a:latin typeface="Times New Roman" panose="02020603050405020304" pitchFamily="18" charset="0"/>
                <a:ea typeface="楷体_GB2312" pitchFamily="49" charset="-122"/>
                <a:cs typeface="+mn-cs"/>
              </a:rPr>
              <a:t>测量科学与仪器系</a:t>
            </a:r>
            <a:endParaRPr kumimoji="1" lang="en-US" altLang="zh-CN" sz="1200" b="0" i="0" u="none" strike="noStrike" kern="1200" cap="none" spc="0" normalizeH="0" baseline="0" noProof="0" dirty="0">
              <a:ln>
                <a:noFill/>
              </a:ln>
              <a:solidFill>
                <a:schemeClr val="tx1">
                  <a:tint val="75000"/>
                </a:schemeClr>
              </a:solidFill>
              <a:effectLst/>
              <a:uLnTx/>
              <a:uFillTx/>
              <a:latin typeface="Times New Roman" panose="02020603050405020304" pitchFamily="18" charset="0"/>
              <a:ea typeface="楷体_GB2312" pitchFamily="49" charset="-122"/>
              <a:cs typeface="+mn-cs"/>
            </a:endParaRPr>
          </a:p>
        </p:txBody>
      </p:sp>
      <p:sp>
        <p:nvSpPr>
          <p:cNvPr id="23" name="矩形 22"/>
          <p:cNvSpPr/>
          <p:nvPr/>
        </p:nvSpPr>
        <p:spPr>
          <a:xfrm>
            <a:off x="142875" y="1000125"/>
            <a:ext cx="8286750" cy="46038"/>
          </a:xfrm>
          <a:prstGeom prst="rect">
            <a:avLst/>
          </a:prstGeom>
          <a:gradFill flip="none" rotWithShape="1">
            <a:gsLst>
              <a:gs pos="0">
                <a:srgbClr val="5E9EFF"/>
              </a:gs>
              <a:gs pos="39999">
                <a:srgbClr val="85C2FF"/>
              </a:gs>
              <a:gs pos="70000">
                <a:srgbClr val="C4D6EB"/>
              </a:gs>
              <a:gs pos="100000">
                <a:srgbClr val="FFEBFA"/>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50000"/>
              </a:lnSpc>
              <a:spcBef>
                <a:spcPts val="0"/>
              </a:spcBef>
              <a:spcAft>
                <a:spcPts val="0"/>
              </a:spcAft>
              <a:buClrTx/>
              <a:buSzPct val="85000"/>
              <a:buFontTx/>
              <a:buChar char="•"/>
              <a:defRPr/>
            </a:pPr>
            <a:endParaRPr kumimoji="1" lang="zh-CN" altLang="en-US" sz="2400" b="0" i="0" u="none" strike="noStrike" kern="1200" cap="none" spc="0" normalizeH="0" baseline="0" noProof="0">
              <a:ln>
                <a:noFill/>
              </a:ln>
              <a:solidFill>
                <a:schemeClr val="lt1"/>
              </a:solidFill>
              <a:effectLst/>
              <a:uLnTx/>
              <a:uFillTx/>
              <a:latin typeface="+mn-lt"/>
              <a:ea typeface="+mn-ea"/>
              <a:cs typeface="+mn-cs"/>
            </a:endParaRPr>
          </a:p>
        </p:txBody>
      </p:sp>
      <p:sp>
        <p:nvSpPr>
          <p:cNvPr id="53264" name="Text Box 24"/>
          <p:cNvSpPr txBox="1"/>
          <p:nvPr/>
        </p:nvSpPr>
        <p:spPr>
          <a:xfrm>
            <a:off x="847725" y="2333625"/>
            <a:ext cx="1533525" cy="576263"/>
          </a:xfrm>
          <a:prstGeom prst="rect">
            <a:avLst/>
          </a:prstGeom>
          <a:solidFill>
            <a:srgbClr val="C6D9F1"/>
          </a:solidFill>
          <a:ln w="9525">
            <a:noFill/>
          </a:ln>
        </p:spPr>
        <p:txBody>
          <a:bodyPr anchor="t">
            <a:spAutoFit/>
          </a:bodyPr>
          <a:lstStyle/>
          <a:p>
            <a:pPr>
              <a:lnSpc>
                <a:spcPct val="150000"/>
              </a:lnSpc>
              <a:spcBef>
                <a:spcPct val="50000"/>
              </a:spcBef>
              <a:buSzPct val="85000"/>
            </a:pPr>
            <a:r>
              <a:rPr lang="zh-CN" altLang="en-US" b="1" dirty="0">
                <a:latin typeface="Times New Roman" panose="02020603050405020304" pitchFamily="18" charset="0"/>
                <a:ea typeface="楷体_GB2312" pitchFamily="49" charset="-122"/>
              </a:rPr>
              <a:t>传递函数：</a:t>
            </a:r>
          </a:p>
        </p:txBody>
      </p:sp>
      <p:sp>
        <p:nvSpPr>
          <p:cNvPr id="53265" name="Text Box 24"/>
          <p:cNvSpPr txBox="1"/>
          <p:nvPr/>
        </p:nvSpPr>
        <p:spPr>
          <a:xfrm>
            <a:off x="811213" y="4159250"/>
            <a:ext cx="2519362" cy="576263"/>
          </a:xfrm>
          <a:prstGeom prst="rect">
            <a:avLst/>
          </a:prstGeom>
          <a:solidFill>
            <a:srgbClr val="E6B9B8"/>
          </a:solidFill>
          <a:ln w="9525">
            <a:noFill/>
          </a:ln>
        </p:spPr>
        <p:txBody>
          <a:bodyPr anchor="t">
            <a:spAutoFit/>
          </a:bodyPr>
          <a:lstStyle/>
          <a:p>
            <a:pPr>
              <a:lnSpc>
                <a:spcPct val="150000"/>
              </a:lnSpc>
              <a:spcBef>
                <a:spcPct val="50000"/>
              </a:spcBef>
              <a:buSzPct val="85000"/>
            </a:pPr>
            <a:r>
              <a:rPr lang="zh-CN" altLang="en-US" b="1" dirty="0">
                <a:latin typeface="Times New Roman" panose="02020603050405020304" pitchFamily="18" charset="0"/>
                <a:ea typeface="楷体_GB2312" pitchFamily="49" charset="-122"/>
              </a:rPr>
              <a:t>输入标准信号：</a:t>
            </a:r>
          </a:p>
        </p:txBody>
      </p:sp>
      <p:sp>
        <p:nvSpPr>
          <p:cNvPr id="53266" name="矩形 24"/>
          <p:cNvSpPr/>
          <p:nvPr/>
        </p:nvSpPr>
        <p:spPr>
          <a:xfrm>
            <a:off x="1870075" y="4743450"/>
            <a:ext cx="6973888" cy="646113"/>
          </a:xfrm>
          <a:prstGeom prst="rect">
            <a:avLst/>
          </a:prstGeom>
          <a:noFill/>
          <a:ln w="9525">
            <a:noFill/>
          </a:ln>
        </p:spPr>
        <p:txBody>
          <a:bodyPr anchor="t">
            <a:spAutoFit/>
          </a:bodyPr>
          <a:lstStyle/>
          <a:p>
            <a:pPr algn="ctr">
              <a:lnSpc>
                <a:spcPct val="150000"/>
              </a:lnSpc>
              <a:spcBef>
                <a:spcPct val="20000"/>
              </a:spcBef>
              <a:buSzPct val="85000"/>
              <a:buFontTx/>
              <a:buChar char="•"/>
            </a:pPr>
            <a:r>
              <a:rPr lang="zh-CN" altLang="en-US" dirty="0">
                <a:solidFill>
                  <a:srgbClr val="000000"/>
                </a:solidFill>
                <a:latin typeface="Times New Roman" panose="02020603050405020304" pitchFamily="18" charset="0"/>
                <a:ea typeface="楷体_GB2312" pitchFamily="49" charset="-122"/>
              </a:rPr>
              <a:t>正弦输入：频域响应特性（稳态响应、频域响应）</a:t>
            </a:r>
            <a:endParaRPr lang="zh-CN" altLang="en-US" dirty="0">
              <a:latin typeface="Times New Roman" panose="02020603050405020304" pitchFamily="18" charset="0"/>
              <a:ea typeface="楷体_GB2312" pitchFamily="49" charset="-122"/>
            </a:endParaRPr>
          </a:p>
        </p:txBody>
      </p:sp>
      <p:sp>
        <p:nvSpPr>
          <p:cNvPr id="53267" name="矩形 25"/>
          <p:cNvSpPr/>
          <p:nvPr/>
        </p:nvSpPr>
        <p:spPr>
          <a:xfrm>
            <a:off x="1906588" y="5437188"/>
            <a:ext cx="5508625" cy="646112"/>
          </a:xfrm>
          <a:prstGeom prst="rect">
            <a:avLst/>
          </a:prstGeom>
          <a:noFill/>
          <a:ln w="9525">
            <a:noFill/>
          </a:ln>
        </p:spPr>
        <p:txBody>
          <a:bodyPr wrap="none" anchor="t">
            <a:spAutoFit/>
          </a:bodyPr>
          <a:lstStyle/>
          <a:p>
            <a:pPr algn="ctr">
              <a:lnSpc>
                <a:spcPct val="150000"/>
              </a:lnSpc>
              <a:spcBef>
                <a:spcPct val="20000"/>
              </a:spcBef>
              <a:buSzPct val="85000"/>
              <a:buFontTx/>
              <a:buChar char="•"/>
            </a:pPr>
            <a:r>
              <a:rPr lang="zh-CN" altLang="en-US" dirty="0">
                <a:solidFill>
                  <a:srgbClr val="000000"/>
                </a:solidFill>
                <a:latin typeface="Times New Roman" panose="02020603050405020304" pitchFamily="18" charset="0"/>
                <a:ea typeface="楷体_GB2312" pitchFamily="49" charset="-122"/>
              </a:rPr>
              <a:t>阶跃输入：时域响应特性（瞬态响应）</a:t>
            </a:r>
            <a:endParaRPr lang="zh-CN" altLang="en-US" dirty="0">
              <a:latin typeface="Times New Roman" panose="02020603050405020304" pitchFamily="18" charset="0"/>
              <a:ea typeface="楷体_GB2312" pitchFamily="49" charset="-122"/>
            </a:endParaRPr>
          </a:p>
        </p:txBody>
      </p:sp>
    </p:spTree>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3" name="灯片编号占位符 4"/>
          <p:cNvSpPr>
            <a:spLocks noGrp="1"/>
          </p:cNvSpPr>
          <p:nvPr>
            <p:ph type="sldNum" sz="quarter" idx="12"/>
          </p:nvPr>
        </p:nvSpPr>
        <p:spPr>
          <a:noFill/>
          <a:ln>
            <a:noFill/>
          </a:ln>
        </p:spPr>
        <p:txBody>
          <a:bodyPr wrap="square" lIns="91440" tIns="45720" rIns="91440" bIns="45720" anchor="ctr"/>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r">
              <a:lnSpc>
                <a:spcPct val="150000"/>
              </a:lnSpc>
              <a:spcBef>
                <a:spcPct val="20000"/>
              </a:spcBef>
              <a:buSzPct val="85000"/>
              <a:buFontTx/>
              <a:buChar char="•"/>
            </a:pPr>
            <a:fld id="{9A0DB2DC-4C9A-4742-B13C-FB6460FD3503}" type="slidenum">
              <a:rPr lang="en-US" altLang="zh-CN" sz="1200" dirty="0">
                <a:solidFill>
                  <a:srgbClr val="898989"/>
                </a:solidFill>
              </a:rPr>
              <a:t>38</a:t>
            </a:fld>
            <a:endParaRPr lang="en-US" altLang="zh-CN" sz="1200" dirty="0">
              <a:solidFill>
                <a:srgbClr val="898989"/>
              </a:solidFill>
            </a:endParaRPr>
          </a:p>
        </p:txBody>
      </p:sp>
      <p:sp>
        <p:nvSpPr>
          <p:cNvPr id="54274" name="Rectangle 2"/>
          <p:cNvSpPr/>
          <p:nvPr/>
        </p:nvSpPr>
        <p:spPr>
          <a:xfrm>
            <a:off x="423863" y="3268663"/>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54275" name="Rectangle 3"/>
          <p:cNvSpPr/>
          <p:nvPr/>
        </p:nvSpPr>
        <p:spPr>
          <a:xfrm>
            <a:off x="423863" y="3254375"/>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54276" name="Rectangle 4"/>
          <p:cNvSpPr/>
          <p:nvPr/>
        </p:nvSpPr>
        <p:spPr>
          <a:xfrm>
            <a:off x="423863" y="3254375"/>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54277" name="Rectangle 5"/>
          <p:cNvSpPr/>
          <p:nvPr/>
        </p:nvSpPr>
        <p:spPr>
          <a:xfrm>
            <a:off x="423863" y="2782888"/>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54278" name="Rectangle 6"/>
          <p:cNvSpPr/>
          <p:nvPr/>
        </p:nvSpPr>
        <p:spPr>
          <a:xfrm>
            <a:off x="423863" y="3254375"/>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54279" name="Rectangle 7"/>
          <p:cNvSpPr/>
          <p:nvPr/>
        </p:nvSpPr>
        <p:spPr>
          <a:xfrm>
            <a:off x="423863" y="3240088"/>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54280" name="Rectangle 8"/>
          <p:cNvSpPr/>
          <p:nvPr/>
        </p:nvSpPr>
        <p:spPr>
          <a:xfrm>
            <a:off x="423863" y="2720975"/>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54281" name="Rectangle 9"/>
          <p:cNvSpPr/>
          <p:nvPr/>
        </p:nvSpPr>
        <p:spPr>
          <a:xfrm>
            <a:off x="423863" y="53975"/>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54282" name="Rectangle 11"/>
          <p:cNvSpPr/>
          <p:nvPr/>
        </p:nvSpPr>
        <p:spPr>
          <a:xfrm>
            <a:off x="423863" y="53975"/>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54283" name="Rectangle 12"/>
          <p:cNvSpPr/>
          <p:nvPr/>
        </p:nvSpPr>
        <p:spPr>
          <a:xfrm>
            <a:off x="190500" y="261938"/>
            <a:ext cx="7772400" cy="628650"/>
          </a:xfrm>
          <a:prstGeom prst="rect">
            <a:avLst/>
          </a:prstGeom>
          <a:noFill/>
          <a:ln w="9525">
            <a:noFill/>
          </a:ln>
        </p:spPr>
        <p:txBody>
          <a:bodyPr anchor="ctr">
            <a:spAutoFit/>
          </a:bodyPr>
          <a:lstStyle/>
          <a:p>
            <a:pPr>
              <a:lnSpc>
                <a:spcPct val="125000"/>
              </a:lnSpc>
              <a:spcBef>
                <a:spcPct val="50000"/>
              </a:spcBef>
              <a:buSzPct val="85000"/>
            </a:pPr>
            <a:r>
              <a:rPr lang="en-US" altLang="zh-CN" sz="2800" b="1" dirty="0">
                <a:solidFill>
                  <a:schemeClr val="tx2"/>
                </a:solidFill>
                <a:latin typeface="黑体" panose="02010609060101010101" pitchFamily="2" charset="-122"/>
                <a:ea typeface="黑体" panose="02010609060101010101" pitchFamily="2" charset="-122"/>
              </a:rPr>
              <a:t>4.2.2 </a:t>
            </a:r>
            <a:r>
              <a:rPr lang="zh-CN" altLang="en-US" sz="2800" b="1" dirty="0">
                <a:solidFill>
                  <a:schemeClr val="tx2"/>
                </a:solidFill>
                <a:latin typeface="黑体" panose="02010609060101010101" pitchFamily="2" charset="-122"/>
                <a:ea typeface="黑体" panose="02010609060101010101" pitchFamily="2" charset="-122"/>
              </a:rPr>
              <a:t>频率特性及其动态品质之间的关系</a:t>
            </a:r>
            <a:endParaRPr lang="zh-CN" altLang="en-US" sz="2800" b="1" dirty="0">
              <a:latin typeface="黑体" panose="02010609060101010101" pitchFamily="2" charset="-122"/>
              <a:ea typeface="黑体" panose="02010609060101010101" pitchFamily="2" charset="-122"/>
            </a:endParaRPr>
          </a:p>
        </p:txBody>
      </p:sp>
      <p:sp>
        <p:nvSpPr>
          <p:cNvPr id="15" name="页脚占位符 6"/>
          <p:cNvSpPr txBox="1">
            <a:spLocks noGrp="1"/>
          </p:cNvSpPr>
          <p:nvPr>
            <p:ph type="ftr" sz="quarter" idx="11"/>
          </p:nvPr>
        </p:nvSpPr>
        <p:spPr>
          <a:xfrm>
            <a:off x="2843213" y="6411913"/>
            <a:ext cx="2895600" cy="365125"/>
          </a:xfrm>
          <a:noFill/>
        </p:spPr>
        <p:txBody>
          <a:bodyPr vert="horz" lIns="91440" tIns="45720" rIns="91440" bIns="45720" rtlCol="0" anchor="ctr"/>
          <a:lstStyle/>
          <a:p>
            <a:pPr marL="0" marR="0" lvl="0" indent="0" algn="ctr" defTabSz="914400" rtl="0" eaLnBrk="1" fontAlgn="base" latinLnBrk="0" hangingPunct="1">
              <a:lnSpc>
                <a:spcPct val="150000"/>
              </a:lnSpc>
              <a:spcBef>
                <a:spcPct val="20000"/>
              </a:spcBef>
              <a:spcAft>
                <a:spcPct val="0"/>
              </a:spcAft>
              <a:buClrTx/>
              <a:buSzPct val="85000"/>
              <a:buFontTx/>
              <a:buChar char="•"/>
              <a:defRPr/>
            </a:pPr>
            <a:r>
              <a:rPr kumimoji="1" lang="zh-CN" altLang="en-US" sz="1200" b="0" i="0" u="none" strike="noStrike" kern="1200" cap="none" spc="0" normalizeH="0" baseline="0" noProof="0" dirty="0">
                <a:ln>
                  <a:noFill/>
                </a:ln>
                <a:solidFill>
                  <a:schemeClr val="tx1">
                    <a:tint val="75000"/>
                  </a:schemeClr>
                </a:solidFill>
                <a:effectLst/>
                <a:uLnTx/>
                <a:uFillTx/>
                <a:latin typeface="Times New Roman" panose="02020603050405020304" pitchFamily="18" charset="0"/>
                <a:ea typeface="楷体_GB2312" pitchFamily="49" charset="-122"/>
                <a:cs typeface="+mn-cs"/>
              </a:rPr>
              <a:t>自动化学院测量科学与仪器系</a:t>
            </a:r>
            <a:endParaRPr kumimoji="1" lang="en-US" altLang="zh-CN" sz="1200" b="0" i="0" u="none" strike="noStrike" kern="1200" cap="none" spc="0" normalizeH="0" baseline="0" noProof="0" dirty="0">
              <a:ln>
                <a:noFill/>
              </a:ln>
              <a:solidFill>
                <a:schemeClr val="tx1">
                  <a:tint val="75000"/>
                </a:schemeClr>
              </a:solidFill>
              <a:effectLst/>
              <a:uLnTx/>
              <a:uFillTx/>
              <a:latin typeface="Times New Roman" panose="02020603050405020304" pitchFamily="18" charset="0"/>
              <a:ea typeface="楷体_GB2312" pitchFamily="49" charset="-122"/>
              <a:cs typeface="+mn-cs"/>
            </a:endParaRPr>
          </a:p>
        </p:txBody>
      </p:sp>
      <p:sp>
        <p:nvSpPr>
          <p:cNvPr id="16" name="矩形 15"/>
          <p:cNvSpPr/>
          <p:nvPr/>
        </p:nvSpPr>
        <p:spPr>
          <a:xfrm>
            <a:off x="142875" y="1000125"/>
            <a:ext cx="8286750" cy="46038"/>
          </a:xfrm>
          <a:prstGeom prst="rect">
            <a:avLst/>
          </a:prstGeom>
          <a:gradFill flip="none" rotWithShape="1">
            <a:gsLst>
              <a:gs pos="0">
                <a:srgbClr val="5E9EFF"/>
              </a:gs>
              <a:gs pos="39999">
                <a:srgbClr val="85C2FF"/>
              </a:gs>
              <a:gs pos="70000">
                <a:srgbClr val="C4D6EB"/>
              </a:gs>
              <a:gs pos="100000">
                <a:srgbClr val="FFEBFA"/>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50000"/>
              </a:lnSpc>
              <a:spcBef>
                <a:spcPts val="0"/>
              </a:spcBef>
              <a:spcAft>
                <a:spcPts val="0"/>
              </a:spcAft>
              <a:buClrTx/>
              <a:buSzPct val="85000"/>
              <a:buFontTx/>
              <a:buChar char="•"/>
              <a:defRPr/>
            </a:pPr>
            <a:endParaRPr kumimoji="1" lang="zh-CN" altLang="en-US" sz="2400" b="0" i="0" u="none" strike="noStrike" kern="1200" cap="none" spc="0" normalizeH="0" baseline="0" noProof="0">
              <a:ln>
                <a:noFill/>
              </a:ln>
              <a:solidFill>
                <a:schemeClr val="lt1"/>
              </a:solidFill>
              <a:effectLst/>
              <a:uLnTx/>
              <a:uFillTx/>
              <a:latin typeface="+mn-lt"/>
              <a:ea typeface="+mn-ea"/>
              <a:cs typeface="+mn-cs"/>
            </a:endParaRPr>
          </a:p>
        </p:txBody>
      </p:sp>
      <p:pic>
        <p:nvPicPr>
          <p:cNvPr id="54286" name="Picture 13"/>
          <p:cNvPicPr>
            <a:picLocks noChangeAspect="1"/>
          </p:cNvPicPr>
          <p:nvPr/>
        </p:nvPicPr>
        <p:blipFill>
          <a:blip r:embed="rId3"/>
          <a:stretch>
            <a:fillRect/>
          </a:stretch>
        </p:blipFill>
        <p:spPr>
          <a:xfrm>
            <a:off x="4799013" y="1174750"/>
            <a:ext cx="2886075" cy="2409825"/>
          </a:xfrm>
          <a:prstGeom prst="rect">
            <a:avLst/>
          </a:prstGeom>
          <a:noFill/>
          <a:ln w="9525">
            <a:noFill/>
          </a:ln>
        </p:spPr>
      </p:pic>
      <p:graphicFrame>
        <p:nvGraphicFramePr>
          <p:cNvPr id="54287" name="Object 40"/>
          <p:cNvGraphicFramePr>
            <a:graphicFrameLocks noChangeAspect="1"/>
          </p:cNvGraphicFramePr>
          <p:nvPr/>
        </p:nvGraphicFramePr>
        <p:xfrm>
          <a:off x="2244725" y="3808413"/>
          <a:ext cx="1492250" cy="735012"/>
        </p:xfrm>
        <a:graphic>
          <a:graphicData uri="http://schemas.openxmlformats.org/presentationml/2006/ole">
            <mc:AlternateContent xmlns:mc="http://schemas.openxmlformats.org/markup-compatibility/2006">
              <mc:Choice xmlns:v="urn:schemas-microsoft-com:vml" Requires="v">
                <p:oleObj spid="_x0000_s12511" r:id="rId4" imgW="876300" imgH="431800" progId="Equation.DSMT4">
                  <p:embed/>
                </p:oleObj>
              </mc:Choice>
              <mc:Fallback>
                <p:oleObj r:id="rId4" imgW="876300" imgH="431800" progId="Equation.DSMT4">
                  <p:embed/>
                  <p:pic>
                    <p:nvPicPr>
                      <p:cNvPr id="0" name="图片 3089"/>
                      <p:cNvPicPr/>
                      <p:nvPr/>
                    </p:nvPicPr>
                    <p:blipFill>
                      <a:blip r:embed="rId5"/>
                      <a:stretch>
                        <a:fillRect/>
                      </a:stretch>
                    </p:blipFill>
                    <p:spPr>
                      <a:xfrm>
                        <a:off x="2244725" y="3808413"/>
                        <a:ext cx="1492250" cy="735012"/>
                      </a:xfrm>
                      <a:prstGeom prst="rect">
                        <a:avLst/>
                      </a:prstGeom>
                      <a:noFill/>
                      <a:ln w="38100">
                        <a:noFill/>
                        <a:miter/>
                      </a:ln>
                    </p:spPr>
                  </p:pic>
                </p:oleObj>
              </mc:Fallback>
            </mc:AlternateContent>
          </a:graphicData>
        </a:graphic>
      </p:graphicFrame>
      <p:graphicFrame>
        <p:nvGraphicFramePr>
          <p:cNvPr id="54288" name="Object 27"/>
          <p:cNvGraphicFramePr>
            <a:graphicFrameLocks noChangeAspect="1"/>
          </p:cNvGraphicFramePr>
          <p:nvPr/>
        </p:nvGraphicFramePr>
        <p:xfrm>
          <a:off x="5302250" y="3584575"/>
          <a:ext cx="2219325" cy="687388"/>
        </p:xfrm>
        <a:graphic>
          <a:graphicData uri="http://schemas.openxmlformats.org/presentationml/2006/ole">
            <mc:AlternateContent xmlns:mc="http://schemas.openxmlformats.org/markup-compatibility/2006">
              <mc:Choice xmlns:v="urn:schemas-microsoft-com:vml" Requires="v">
                <p:oleObj spid="_x0000_s12512" r:id="rId6" imgW="1473200" imgH="457200" progId="Equation.DSMT4">
                  <p:embed/>
                </p:oleObj>
              </mc:Choice>
              <mc:Fallback>
                <p:oleObj r:id="rId6" imgW="1473200" imgH="457200" progId="Equation.DSMT4">
                  <p:embed/>
                  <p:pic>
                    <p:nvPicPr>
                      <p:cNvPr id="0" name="图片 3091"/>
                      <p:cNvPicPr/>
                      <p:nvPr/>
                    </p:nvPicPr>
                    <p:blipFill>
                      <a:blip r:embed="rId7"/>
                      <a:stretch>
                        <a:fillRect/>
                      </a:stretch>
                    </p:blipFill>
                    <p:spPr>
                      <a:xfrm>
                        <a:off x="5302250" y="3584575"/>
                        <a:ext cx="2219325" cy="687388"/>
                      </a:xfrm>
                      <a:prstGeom prst="rect">
                        <a:avLst/>
                      </a:prstGeom>
                      <a:noFill/>
                      <a:ln w="38100">
                        <a:noFill/>
                        <a:miter/>
                      </a:ln>
                    </p:spPr>
                  </p:pic>
                </p:oleObj>
              </mc:Fallback>
            </mc:AlternateContent>
          </a:graphicData>
        </a:graphic>
      </p:graphicFrame>
      <p:pic>
        <p:nvPicPr>
          <p:cNvPr id="54289" name="Picture 21" descr="C:\Documents and Settings\yue\桌面\Q1.jpg"/>
          <p:cNvPicPr>
            <a:picLocks noChangeAspect="1"/>
          </p:cNvPicPr>
          <p:nvPr/>
        </p:nvPicPr>
        <p:blipFill>
          <a:blip r:embed="rId8"/>
          <a:stretch>
            <a:fillRect/>
          </a:stretch>
        </p:blipFill>
        <p:spPr>
          <a:xfrm>
            <a:off x="1585913" y="1174750"/>
            <a:ext cx="2527300" cy="2263775"/>
          </a:xfrm>
          <a:prstGeom prst="rect">
            <a:avLst/>
          </a:prstGeom>
          <a:noFill/>
          <a:ln w="9525">
            <a:noFill/>
          </a:ln>
        </p:spPr>
      </p:pic>
      <p:graphicFrame>
        <p:nvGraphicFramePr>
          <p:cNvPr id="54290" name="Object 40"/>
          <p:cNvGraphicFramePr>
            <a:graphicFrameLocks noChangeAspect="1"/>
          </p:cNvGraphicFramePr>
          <p:nvPr/>
        </p:nvGraphicFramePr>
        <p:xfrm>
          <a:off x="1970088" y="4583113"/>
          <a:ext cx="2078037" cy="801687"/>
        </p:xfrm>
        <a:graphic>
          <a:graphicData uri="http://schemas.openxmlformats.org/presentationml/2006/ole">
            <mc:AlternateContent xmlns:mc="http://schemas.openxmlformats.org/markup-compatibility/2006">
              <mc:Choice xmlns:v="urn:schemas-microsoft-com:vml" Requires="v">
                <p:oleObj spid="_x0000_s12513" r:id="rId9" imgW="1219200" imgH="469900" progId="Equation.DSMT4">
                  <p:embed/>
                </p:oleObj>
              </mc:Choice>
              <mc:Fallback>
                <p:oleObj r:id="rId9" imgW="1219200" imgH="469900" progId="Equation.DSMT4">
                  <p:embed/>
                  <p:pic>
                    <p:nvPicPr>
                      <p:cNvPr id="0" name="图片 3090"/>
                      <p:cNvPicPr/>
                      <p:nvPr/>
                    </p:nvPicPr>
                    <p:blipFill>
                      <a:blip r:embed="rId10"/>
                      <a:stretch>
                        <a:fillRect/>
                      </a:stretch>
                    </p:blipFill>
                    <p:spPr>
                      <a:xfrm>
                        <a:off x="1970088" y="4583113"/>
                        <a:ext cx="2078037" cy="801687"/>
                      </a:xfrm>
                      <a:prstGeom prst="rect">
                        <a:avLst/>
                      </a:prstGeom>
                      <a:noFill/>
                      <a:ln w="38100">
                        <a:noFill/>
                        <a:miter/>
                      </a:ln>
                    </p:spPr>
                  </p:pic>
                </p:oleObj>
              </mc:Fallback>
            </mc:AlternateContent>
          </a:graphicData>
        </a:graphic>
      </p:graphicFrame>
      <p:graphicFrame>
        <p:nvGraphicFramePr>
          <p:cNvPr id="54291" name="Object 40"/>
          <p:cNvGraphicFramePr>
            <a:graphicFrameLocks noChangeAspect="1"/>
          </p:cNvGraphicFramePr>
          <p:nvPr/>
        </p:nvGraphicFramePr>
        <p:xfrm>
          <a:off x="2251075" y="5597525"/>
          <a:ext cx="1797050" cy="346075"/>
        </p:xfrm>
        <a:graphic>
          <a:graphicData uri="http://schemas.openxmlformats.org/presentationml/2006/ole">
            <mc:AlternateContent xmlns:mc="http://schemas.openxmlformats.org/markup-compatibility/2006">
              <mc:Choice xmlns:v="urn:schemas-microsoft-com:vml" Requires="v">
                <p:oleObj spid="_x0000_s12514" r:id="rId11" imgW="1054100" imgH="203200" progId="Equation.DSMT4">
                  <p:embed/>
                </p:oleObj>
              </mc:Choice>
              <mc:Fallback>
                <p:oleObj r:id="rId11" imgW="1054100" imgH="203200" progId="Equation.DSMT4">
                  <p:embed/>
                  <p:pic>
                    <p:nvPicPr>
                      <p:cNvPr id="0" name="图片 3092"/>
                      <p:cNvPicPr/>
                      <p:nvPr/>
                    </p:nvPicPr>
                    <p:blipFill>
                      <a:blip r:embed="rId12"/>
                      <a:stretch>
                        <a:fillRect/>
                      </a:stretch>
                    </p:blipFill>
                    <p:spPr>
                      <a:xfrm>
                        <a:off x="2251075" y="5597525"/>
                        <a:ext cx="1797050" cy="346075"/>
                      </a:xfrm>
                      <a:prstGeom prst="rect">
                        <a:avLst/>
                      </a:prstGeom>
                      <a:noFill/>
                      <a:ln w="38100">
                        <a:noFill/>
                        <a:miter/>
                      </a:ln>
                    </p:spPr>
                  </p:pic>
                </p:oleObj>
              </mc:Fallback>
            </mc:AlternateContent>
          </a:graphicData>
        </a:graphic>
      </p:graphicFrame>
      <p:graphicFrame>
        <p:nvGraphicFramePr>
          <p:cNvPr id="54292" name="Object 27"/>
          <p:cNvGraphicFramePr>
            <a:graphicFrameLocks noGrp="1" noChangeAspect="1"/>
          </p:cNvGraphicFramePr>
          <p:nvPr>
            <p:ph sz="quarter" idx="4294967295"/>
          </p:nvPr>
        </p:nvGraphicFramePr>
        <p:xfrm>
          <a:off x="5021263" y="4405313"/>
          <a:ext cx="3197225" cy="1014412"/>
        </p:xfrm>
        <a:graphic>
          <a:graphicData uri="http://schemas.openxmlformats.org/presentationml/2006/ole">
            <mc:AlternateContent xmlns:mc="http://schemas.openxmlformats.org/markup-compatibility/2006">
              <mc:Choice xmlns:v="urn:schemas-microsoft-com:vml" Requires="v">
                <p:oleObj spid="_x0000_s12515" r:id="rId13" imgW="2082800" imgH="660400" progId="Equation.DSMT4">
                  <p:embed/>
                </p:oleObj>
              </mc:Choice>
              <mc:Fallback>
                <p:oleObj r:id="rId13" imgW="2082800" imgH="660400" progId="Equation.DSMT4">
                  <p:embed/>
                  <p:pic>
                    <p:nvPicPr>
                      <p:cNvPr id="0" name="图片 3086"/>
                      <p:cNvPicPr/>
                      <p:nvPr/>
                    </p:nvPicPr>
                    <p:blipFill>
                      <a:blip r:embed="rId14"/>
                      <a:stretch>
                        <a:fillRect/>
                      </a:stretch>
                    </p:blipFill>
                    <p:spPr>
                      <a:xfrm>
                        <a:off x="5021263" y="4405313"/>
                        <a:ext cx="3197225" cy="1014412"/>
                      </a:xfrm>
                      <a:prstGeom prst="rect">
                        <a:avLst/>
                      </a:prstGeom>
                      <a:noFill/>
                      <a:ln w="38100">
                        <a:miter/>
                      </a:ln>
                    </p:spPr>
                  </p:pic>
                </p:oleObj>
              </mc:Fallback>
            </mc:AlternateContent>
          </a:graphicData>
        </a:graphic>
      </p:graphicFrame>
      <p:graphicFrame>
        <p:nvGraphicFramePr>
          <p:cNvPr id="54293" name="Object 27"/>
          <p:cNvGraphicFramePr>
            <a:graphicFrameLocks noGrp="1" noChangeAspect="1"/>
          </p:cNvGraphicFramePr>
          <p:nvPr/>
        </p:nvGraphicFramePr>
        <p:xfrm>
          <a:off x="5302250" y="5349875"/>
          <a:ext cx="2087563" cy="1287463"/>
        </p:xfrm>
        <a:graphic>
          <a:graphicData uri="http://schemas.openxmlformats.org/presentationml/2006/ole">
            <mc:AlternateContent xmlns:mc="http://schemas.openxmlformats.org/markup-compatibility/2006">
              <mc:Choice xmlns:v="urn:schemas-microsoft-com:vml" Requires="v">
                <p:oleObj spid="_x0000_s12516" r:id="rId15" imgW="1358900" imgH="838200" progId="Equation.DSMT4">
                  <p:embed/>
                </p:oleObj>
              </mc:Choice>
              <mc:Fallback>
                <p:oleObj r:id="rId15" imgW="1358900" imgH="838200" progId="Equation.DSMT4">
                  <p:embed/>
                  <p:pic>
                    <p:nvPicPr>
                      <p:cNvPr id="0" name="图片 3087"/>
                      <p:cNvPicPr/>
                      <p:nvPr/>
                    </p:nvPicPr>
                    <p:blipFill>
                      <a:blip r:embed="rId16"/>
                      <a:stretch>
                        <a:fillRect/>
                      </a:stretch>
                    </p:blipFill>
                    <p:spPr>
                      <a:xfrm>
                        <a:off x="5302250" y="5349875"/>
                        <a:ext cx="2087563" cy="1287463"/>
                      </a:xfrm>
                      <a:prstGeom prst="rect">
                        <a:avLst/>
                      </a:prstGeom>
                      <a:noFill/>
                      <a:ln w="38100">
                        <a:noFill/>
                        <a:miter/>
                      </a:ln>
                    </p:spPr>
                  </p:pic>
                </p:oleObj>
              </mc:Fallback>
            </mc:AlternateContent>
          </a:graphicData>
        </a:graphic>
      </p:graphicFrame>
      <p:sp>
        <p:nvSpPr>
          <p:cNvPr id="54294" name="Rectangle 20"/>
          <p:cNvSpPr/>
          <p:nvPr/>
        </p:nvSpPr>
        <p:spPr>
          <a:xfrm>
            <a:off x="593725" y="4673600"/>
            <a:ext cx="1214438" cy="476250"/>
          </a:xfrm>
          <a:prstGeom prst="rect">
            <a:avLst/>
          </a:prstGeom>
          <a:noFill/>
          <a:ln w="9525">
            <a:noFill/>
          </a:ln>
        </p:spPr>
        <p:txBody>
          <a:bodyPr wrap="square" anchor="ctr">
            <a:spAutoFit/>
          </a:bodyPr>
          <a:lstStyle/>
          <a:p>
            <a:pPr>
              <a:lnSpc>
                <a:spcPct val="125000"/>
              </a:lnSpc>
              <a:spcBef>
                <a:spcPct val="50000"/>
              </a:spcBef>
              <a:buSzPct val="85000"/>
            </a:pPr>
            <a:r>
              <a:rPr lang="zh-CN" altLang="en-US" sz="2000" dirty="0">
                <a:solidFill>
                  <a:srgbClr val="C00000"/>
                </a:solidFill>
                <a:latin typeface="黑体" panose="02010609060101010101" pitchFamily="2" charset="-122"/>
                <a:ea typeface="黑体" panose="02010609060101010101" pitchFamily="2" charset="-122"/>
              </a:rPr>
              <a:t>幅频特性：</a:t>
            </a:r>
          </a:p>
        </p:txBody>
      </p:sp>
      <p:sp>
        <p:nvSpPr>
          <p:cNvPr id="54295" name="Rectangle 20"/>
          <p:cNvSpPr/>
          <p:nvPr/>
        </p:nvSpPr>
        <p:spPr>
          <a:xfrm>
            <a:off x="593725" y="5532438"/>
            <a:ext cx="1214438" cy="476250"/>
          </a:xfrm>
          <a:prstGeom prst="rect">
            <a:avLst/>
          </a:prstGeom>
          <a:noFill/>
          <a:ln w="9525">
            <a:noFill/>
          </a:ln>
        </p:spPr>
        <p:txBody>
          <a:bodyPr wrap="square" anchor="ctr">
            <a:spAutoFit/>
          </a:bodyPr>
          <a:lstStyle/>
          <a:p>
            <a:pPr>
              <a:lnSpc>
                <a:spcPct val="125000"/>
              </a:lnSpc>
              <a:spcBef>
                <a:spcPct val="50000"/>
              </a:spcBef>
              <a:buSzPct val="85000"/>
            </a:pPr>
            <a:r>
              <a:rPr lang="zh-CN" altLang="en-US" sz="2000" dirty="0">
                <a:solidFill>
                  <a:srgbClr val="C00000"/>
                </a:solidFill>
                <a:latin typeface="黑体" panose="02010609060101010101" pitchFamily="2" charset="-122"/>
                <a:ea typeface="黑体" panose="02010609060101010101" pitchFamily="2" charset="-122"/>
              </a:rPr>
              <a:t>相频特性：</a:t>
            </a:r>
          </a:p>
        </p:txBody>
      </p:sp>
    </p:spTree>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7" name="灯片编号占位符 4"/>
          <p:cNvSpPr>
            <a:spLocks noGrp="1"/>
          </p:cNvSpPr>
          <p:nvPr>
            <p:ph type="sldNum" sz="quarter" idx="12"/>
          </p:nvPr>
        </p:nvSpPr>
        <p:spPr>
          <a:noFill/>
          <a:ln>
            <a:noFill/>
          </a:ln>
        </p:spPr>
        <p:txBody>
          <a:bodyPr wrap="square" lIns="91440" tIns="45720" rIns="91440" bIns="45720" anchor="ctr"/>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r">
              <a:lnSpc>
                <a:spcPct val="150000"/>
              </a:lnSpc>
              <a:spcBef>
                <a:spcPct val="20000"/>
              </a:spcBef>
              <a:buSzPct val="85000"/>
              <a:buFontTx/>
              <a:buChar char="•"/>
            </a:pPr>
            <a:fld id="{9A0DB2DC-4C9A-4742-B13C-FB6460FD3503}" type="slidenum">
              <a:rPr lang="en-US" altLang="zh-CN" sz="1200" dirty="0">
                <a:solidFill>
                  <a:srgbClr val="898989"/>
                </a:solidFill>
              </a:rPr>
              <a:t>39</a:t>
            </a:fld>
            <a:endParaRPr lang="en-US" altLang="zh-CN" sz="1200" dirty="0">
              <a:solidFill>
                <a:srgbClr val="898989"/>
              </a:solidFill>
            </a:endParaRPr>
          </a:p>
        </p:txBody>
      </p:sp>
      <p:sp>
        <p:nvSpPr>
          <p:cNvPr id="55298" name="Rectangle 2"/>
          <p:cNvSpPr/>
          <p:nvPr/>
        </p:nvSpPr>
        <p:spPr>
          <a:xfrm>
            <a:off x="423863" y="3268663"/>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55299" name="Rectangle 3"/>
          <p:cNvSpPr/>
          <p:nvPr/>
        </p:nvSpPr>
        <p:spPr>
          <a:xfrm>
            <a:off x="423863" y="3254375"/>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55300" name="Rectangle 4"/>
          <p:cNvSpPr/>
          <p:nvPr/>
        </p:nvSpPr>
        <p:spPr>
          <a:xfrm>
            <a:off x="423863" y="3254375"/>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55301" name="Rectangle 5"/>
          <p:cNvSpPr/>
          <p:nvPr/>
        </p:nvSpPr>
        <p:spPr>
          <a:xfrm>
            <a:off x="423863" y="2782888"/>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55302" name="Rectangle 6"/>
          <p:cNvSpPr/>
          <p:nvPr/>
        </p:nvSpPr>
        <p:spPr>
          <a:xfrm>
            <a:off x="423863" y="3254375"/>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55303" name="Rectangle 7"/>
          <p:cNvSpPr/>
          <p:nvPr/>
        </p:nvSpPr>
        <p:spPr>
          <a:xfrm>
            <a:off x="423863" y="3240088"/>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55304" name="Rectangle 8"/>
          <p:cNvSpPr/>
          <p:nvPr/>
        </p:nvSpPr>
        <p:spPr>
          <a:xfrm>
            <a:off x="423863" y="2720975"/>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55305" name="Rectangle 9"/>
          <p:cNvSpPr/>
          <p:nvPr/>
        </p:nvSpPr>
        <p:spPr>
          <a:xfrm>
            <a:off x="423863" y="53975"/>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55306" name="Rectangle 11"/>
          <p:cNvSpPr/>
          <p:nvPr/>
        </p:nvSpPr>
        <p:spPr>
          <a:xfrm>
            <a:off x="423863" y="53975"/>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55307" name="Rectangle 12"/>
          <p:cNvSpPr/>
          <p:nvPr/>
        </p:nvSpPr>
        <p:spPr>
          <a:xfrm>
            <a:off x="190500" y="288925"/>
            <a:ext cx="7772400" cy="630238"/>
          </a:xfrm>
          <a:prstGeom prst="rect">
            <a:avLst/>
          </a:prstGeom>
          <a:noFill/>
          <a:ln w="9525">
            <a:noFill/>
          </a:ln>
        </p:spPr>
        <p:txBody>
          <a:bodyPr anchor="ctr">
            <a:spAutoFit/>
          </a:bodyPr>
          <a:lstStyle/>
          <a:p>
            <a:pPr>
              <a:lnSpc>
                <a:spcPct val="125000"/>
              </a:lnSpc>
              <a:spcBef>
                <a:spcPct val="50000"/>
              </a:spcBef>
              <a:buSzPct val="85000"/>
            </a:pPr>
            <a:r>
              <a:rPr lang="en-US" altLang="zh-CN" sz="2800" b="1" dirty="0">
                <a:solidFill>
                  <a:schemeClr val="tx2"/>
                </a:solidFill>
                <a:latin typeface="黑体" panose="02010609060101010101" pitchFamily="2" charset="-122"/>
                <a:ea typeface="黑体" panose="02010609060101010101" pitchFamily="2" charset="-122"/>
              </a:rPr>
              <a:t>4.2.2 </a:t>
            </a:r>
            <a:r>
              <a:rPr lang="zh-CN" altLang="en-US" sz="2800" b="1" dirty="0">
                <a:solidFill>
                  <a:schemeClr val="tx2"/>
                </a:solidFill>
                <a:latin typeface="黑体" panose="02010609060101010101" pitchFamily="2" charset="-122"/>
                <a:ea typeface="黑体" panose="02010609060101010101" pitchFamily="2" charset="-122"/>
              </a:rPr>
              <a:t>频率特性及其动态品质之间的关系（续）</a:t>
            </a:r>
            <a:endParaRPr lang="zh-CN" altLang="en-US" sz="2800" b="1" dirty="0">
              <a:latin typeface="黑体" panose="02010609060101010101" pitchFamily="2" charset="-122"/>
              <a:ea typeface="黑体" panose="02010609060101010101" pitchFamily="2" charset="-122"/>
            </a:endParaRPr>
          </a:p>
        </p:txBody>
      </p:sp>
      <p:sp>
        <p:nvSpPr>
          <p:cNvPr id="55308" name="Text Box 13"/>
          <p:cNvSpPr txBox="1"/>
          <p:nvPr/>
        </p:nvSpPr>
        <p:spPr>
          <a:xfrm>
            <a:off x="395288" y="1268413"/>
            <a:ext cx="2325687" cy="576262"/>
          </a:xfrm>
          <a:prstGeom prst="rect">
            <a:avLst/>
          </a:prstGeom>
          <a:noFill/>
          <a:ln w="9525">
            <a:noFill/>
          </a:ln>
        </p:spPr>
        <p:txBody>
          <a:bodyPr anchor="t">
            <a:spAutoFit/>
          </a:bodyPr>
          <a:lstStyle/>
          <a:p>
            <a:pPr>
              <a:lnSpc>
                <a:spcPct val="150000"/>
              </a:lnSpc>
              <a:spcBef>
                <a:spcPct val="50000"/>
              </a:spcBef>
              <a:buSzPct val="85000"/>
            </a:pPr>
            <a:r>
              <a:rPr lang="zh-CN" altLang="en-US" b="1" dirty="0">
                <a:solidFill>
                  <a:srgbClr val="C00000"/>
                </a:solidFill>
                <a:latin typeface="Times New Roman" panose="02020603050405020304" pitchFamily="18" charset="0"/>
                <a:ea typeface="楷体_GB2312" pitchFamily="49" charset="-122"/>
              </a:rPr>
              <a:t>频域性能指标：</a:t>
            </a:r>
          </a:p>
        </p:txBody>
      </p:sp>
      <p:sp>
        <p:nvSpPr>
          <p:cNvPr id="15" name="页脚占位符 6"/>
          <p:cNvSpPr txBox="1">
            <a:spLocks noGrp="1"/>
          </p:cNvSpPr>
          <p:nvPr>
            <p:ph type="ftr" sz="quarter" idx="11"/>
          </p:nvPr>
        </p:nvSpPr>
        <p:spPr>
          <a:xfrm>
            <a:off x="2843213" y="6411913"/>
            <a:ext cx="2895600" cy="365125"/>
          </a:xfrm>
          <a:noFill/>
        </p:spPr>
        <p:txBody>
          <a:bodyPr vert="horz" lIns="91440" tIns="45720" rIns="91440" bIns="45720" rtlCol="0" anchor="ctr"/>
          <a:lstStyle/>
          <a:p>
            <a:pPr marL="0" marR="0" lvl="0" indent="0" algn="ctr" defTabSz="914400" rtl="0" eaLnBrk="1" fontAlgn="base" latinLnBrk="0" hangingPunct="1">
              <a:lnSpc>
                <a:spcPct val="150000"/>
              </a:lnSpc>
              <a:spcBef>
                <a:spcPct val="20000"/>
              </a:spcBef>
              <a:spcAft>
                <a:spcPct val="0"/>
              </a:spcAft>
              <a:buClrTx/>
              <a:buSzPct val="85000"/>
              <a:buFontTx/>
              <a:buChar char="•"/>
              <a:defRPr/>
            </a:pPr>
            <a:r>
              <a:rPr kumimoji="1" lang="zh-CN" altLang="en-US" sz="1200" b="0" i="0" u="none" strike="noStrike" kern="1200" cap="none" spc="0" normalizeH="0" baseline="0" noProof="0" dirty="0">
                <a:ln>
                  <a:noFill/>
                </a:ln>
                <a:solidFill>
                  <a:schemeClr val="tx1">
                    <a:tint val="75000"/>
                  </a:schemeClr>
                </a:solidFill>
                <a:effectLst/>
                <a:uLnTx/>
                <a:uFillTx/>
                <a:latin typeface="Times New Roman" panose="02020603050405020304" pitchFamily="18" charset="0"/>
                <a:ea typeface="楷体_GB2312" pitchFamily="49" charset="-122"/>
                <a:cs typeface="+mn-cs"/>
              </a:rPr>
              <a:t>自动化学院测量科学与仪器系</a:t>
            </a:r>
            <a:endParaRPr kumimoji="1" lang="en-US" altLang="zh-CN" sz="1200" b="0" i="0" u="none" strike="noStrike" kern="1200" cap="none" spc="0" normalizeH="0" baseline="0" noProof="0" dirty="0">
              <a:ln>
                <a:noFill/>
              </a:ln>
              <a:solidFill>
                <a:schemeClr val="tx1">
                  <a:tint val="75000"/>
                </a:schemeClr>
              </a:solidFill>
              <a:effectLst/>
              <a:uLnTx/>
              <a:uFillTx/>
              <a:latin typeface="Times New Roman" panose="02020603050405020304" pitchFamily="18" charset="0"/>
              <a:ea typeface="楷体_GB2312" pitchFamily="49" charset="-122"/>
              <a:cs typeface="+mn-cs"/>
            </a:endParaRPr>
          </a:p>
        </p:txBody>
      </p:sp>
      <p:sp>
        <p:nvSpPr>
          <p:cNvPr id="16" name="矩形 15"/>
          <p:cNvSpPr/>
          <p:nvPr/>
        </p:nvSpPr>
        <p:spPr>
          <a:xfrm>
            <a:off x="142875" y="1000125"/>
            <a:ext cx="8286750" cy="46038"/>
          </a:xfrm>
          <a:prstGeom prst="rect">
            <a:avLst/>
          </a:prstGeom>
          <a:gradFill flip="none" rotWithShape="1">
            <a:gsLst>
              <a:gs pos="0">
                <a:srgbClr val="5E9EFF"/>
              </a:gs>
              <a:gs pos="39999">
                <a:srgbClr val="85C2FF"/>
              </a:gs>
              <a:gs pos="70000">
                <a:srgbClr val="C4D6EB"/>
              </a:gs>
              <a:gs pos="100000">
                <a:srgbClr val="FFEBFA"/>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50000"/>
              </a:lnSpc>
              <a:spcBef>
                <a:spcPts val="0"/>
              </a:spcBef>
              <a:spcAft>
                <a:spcPts val="0"/>
              </a:spcAft>
              <a:buClrTx/>
              <a:buSzPct val="85000"/>
              <a:buFontTx/>
              <a:buChar char="•"/>
              <a:defRPr/>
            </a:pPr>
            <a:endParaRPr kumimoji="1" lang="zh-CN" altLang="en-US" sz="2400" b="0" i="0" u="none" strike="noStrike" kern="1200" cap="none" spc="0" normalizeH="0" baseline="0" noProof="0">
              <a:ln>
                <a:noFill/>
              </a:ln>
              <a:solidFill>
                <a:schemeClr val="lt1"/>
              </a:solidFill>
              <a:effectLst/>
              <a:uLnTx/>
              <a:uFillTx/>
              <a:latin typeface="+mn-lt"/>
              <a:ea typeface="+mn-ea"/>
              <a:cs typeface="+mn-cs"/>
            </a:endParaRPr>
          </a:p>
        </p:txBody>
      </p:sp>
      <p:sp>
        <p:nvSpPr>
          <p:cNvPr id="55311" name="矩形 16"/>
          <p:cNvSpPr/>
          <p:nvPr/>
        </p:nvSpPr>
        <p:spPr>
          <a:xfrm>
            <a:off x="900113" y="2024063"/>
            <a:ext cx="7559675" cy="1016000"/>
          </a:xfrm>
          <a:prstGeom prst="rect">
            <a:avLst/>
          </a:prstGeom>
          <a:noFill/>
          <a:ln w="9525">
            <a:noFill/>
          </a:ln>
        </p:spPr>
        <p:txBody>
          <a:bodyPr anchor="t">
            <a:spAutoFit/>
          </a:bodyPr>
          <a:lstStyle/>
          <a:p>
            <a:pPr>
              <a:lnSpc>
                <a:spcPct val="150000"/>
              </a:lnSpc>
              <a:spcBef>
                <a:spcPct val="20000"/>
              </a:spcBef>
              <a:buSzPct val="85000"/>
              <a:buFontTx/>
              <a:buChar char="•"/>
            </a:pPr>
            <a:r>
              <a:rPr lang="zh-CN" altLang="en-US" sz="2000" b="1" dirty="0">
                <a:solidFill>
                  <a:srgbClr val="FF0000"/>
                </a:solidFill>
                <a:latin typeface="Times New Roman" panose="02020603050405020304" pitchFamily="18" charset="0"/>
                <a:ea typeface="楷体_GB2312" pitchFamily="49" charset="-122"/>
              </a:rPr>
              <a:t>通频带</a:t>
            </a:r>
            <a:r>
              <a:rPr lang="zh-CN" altLang="en-US" sz="2000" dirty="0">
                <a:latin typeface="Times New Roman" panose="02020603050405020304" pitchFamily="18" charset="0"/>
                <a:ea typeface="楷体_GB2312" pitchFamily="49" charset="-122"/>
              </a:rPr>
              <a:t>（</a:t>
            </a:r>
            <a:r>
              <a:rPr lang="en-US" altLang="zh-CN" sz="2000" dirty="0">
                <a:latin typeface="Times New Roman" panose="02020603050405020304" pitchFamily="18" charset="0"/>
                <a:ea typeface="楷体_GB2312" pitchFamily="49" charset="-122"/>
              </a:rPr>
              <a:t>transmission band</a:t>
            </a:r>
            <a:r>
              <a:rPr lang="zh-CN" altLang="en-US" sz="2000" dirty="0">
                <a:latin typeface="Times New Roman" panose="02020603050405020304" pitchFamily="18" charset="0"/>
                <a:ea typeface="楷体_GB2312" pitchFamily="49" charset="-122"/>
              </a:rPr>
              <a:t>）是指在规定的衰减值下，能通过的频率范围。一般采用</a:t>
            </a:r>
            <a:r>
              <a:rPr lang="en-US" altLang="zh-CN" sz="2000" dirty="0">
                <a:latin typeface="Times New Roman" panose="02020603050405020304" pitchFamily="18" charset="0"/>
                <a:ea typeface="楷体_GB2312" pitchFamily="49" charset="-122"/>
              </a:rPr>
              <a:t>3</a:t>
            </a:r>
            <a:r>
              <a:rPr lang="zh-CN" altLang="en-US" sz="2000" dirty="0">
                <a:latin typeface="Times New Roman" panose="02020603050405020304" pitchFamily="18" charset="0"/>
                <a:ea typeface="楷体_GB2312" pitchFamily="49" charset="-122"/>
              </a:rPr>
              <a:t>分贝带宽（幅度下降到</a:t>
            </a:r>
            <a:r>
              <a:rPr lang="en-US" altLang="zh-CN" sz="2000" dirty="0">
                <a:latin typeface="Times New Roman" panose="02020603050405020304" pitchFamily="18" charset="0"/>
                <a:ea typeface="楷体_GB2312" pitchFamily="49" charset="-122"/>
              </a:rPr>
              <a:t>0.707</a:t>
            </a:r>
            <a:r>
              <a:rPr lang="zh-CN" altLang="en-US" sz="2000" dirty="0">
                <a:latin typeface="Times New Roman" panose="02020603050405020304" pitchFamily="18" charset="0"/>
                <a:ea typeface="楷体_GB2312" pitchFamily="49" charset="-122"/>
              </a:rPr>
              <a:t>）。</a:t>
            </a:r>
          </a:p>
        </p:txBody>
      </p:sp>
      <p:sp>
        <p:nvSpPr>
          <p:cNvPr id="55312" name="矩形 17"/>
          <p:cNvSpPr/>
          <p:nvPr/>
        </p:nvSpPr>
        <p:spPr>
          <a:xfrm>
            <a:off x="900113" y="3321050"/>
            <a:ext cx="4067175" cy="1477963"/>
          </a:xfrm>
          <a:prstGeom prst="rect">
            <a:avLst/>
          </a:prstGeom>
          <a:noFill/>
          <a:ln w="9525">
            <a:noFill/>
          </a:ln>
        </p:spPr>
        <p:txBody>
          <a:bodyPr anchor="t">
            <a:spAutoFit/>
          </a:bodyPr>
          <a:lstStyle/>
          <a:p>
            <a:pPr>
              <a:lnSpc>
                <a:spcPct val="150000"/>
              </a:lnSpc>
              <a:spcBef>
                <a:spcPct val="20000"/>
              </a:spcBef>
              <a:buSzPct val="85000"/>
              <a:buFontTx/>
              <a:buChar char="•"/>
            </a:pPr>
            <a:r>
              <a:rPr lang="zh-CN" altLang="en-US" sz="2000" b="1" dirty="0">
                <a:solidFill>
                  <a:srgbClr val="FF0000"/>
                </a:solidFill>
                <a:latin typeface="Times New Roman" panose="02020603050405020304" pitchFamily="18" charset="0"/>
                <a:ea typeface="楷体_GB2312" pitchFamily="49" charset="-122"/>
              </a:rPr>
              <a:t>工作频带</a:t>
            </a:r>
            <a:r>
              <a:rPr lang="zh-CN" altLang="en-US" sz="2000" dirty="0">
                <a:latin typeface="Times New Roman" panose="02020603050405020304" pitchFamily="18" charset="0"/>
                <a:ea typeface="楷体_GB2312" pitchFamily="49" charset="-122"/>
              </a:rPr>
              <a:t>（</a:t>
            </a:r>
            <a:r>
              <a:rPr lang="en-US" altLang="zh-CN" sz="2000" dirty="0">
                <a:latin typeface="Times New Roman" panose="02020603050405020304" pitchFamily="18" charset="0"/>
                <a:ea typeface="楷体_GB2312" pitchFamily="49" charset="-122"/>
              </a:rPr>
              <a:t>working band</a:t>
            </a:r>
            <a:r>
              <a:rPr lang="zh-CN" altLang="en-US" sz="2000" dirty="0">
                <a:latin typeface="Times New Roman" panose="02020603050405020304" pitchFamily="18" charset="0"/>
                <a:ea typeface="楷体_GB2312" pitchFamily="49" charset="-122"/>
              </a:rPr>
              <a:t>）是指满足精度指标要求下，能通过的频率范围。</a:t>
            </a:r>
            <a:endParaRPr lang="en-US" altLang="zh-CN" sz="2000" dirty="0">
              <a:latin typeface="Times New Roman" panose="02020603050405020304" pitchFamily="18" charset="0"/>
              <a:ea typeface="楷体_GB2312" pitchFamily="49" charset="-122"/>
            </a:endParaRPr>
          </a:p>
        </p:txBody>
      </p:sp>
      <p:sp>
        <p:nvSpPr>
          <p:cNvPr id="55313" name="矩形 19"/>
          <p:cNvSpPr/>
          <p:nvPr/>
        </p:nvSpPr>
        <p:spPr>
          <a:xfrm>
            <a:off x="900113" y="5300663"/>
            <a:ext cx="3203575" cy="554037"/>
          </a:xfrm>
          <a:prstGeom prst="rect">
            <a:avLst/>
          </a:prstGeom>
          <a:noFill/>
          <a:ln w="9525">
            <a:noFill/>
          </a:ln>
        </p:spPr>
        <p:txBody>
          <a:bodyPr anchor="t">
            <a:spAutoFit/>
          </a:bodyPr>
          <a:lstStyle/>
          <a:p>
            <a:pPr>
              <a:lnSpc>
                <a:spcPct val="150000"/>
              </a:lnSpc>
              <a:spcBef>
                <a:spcPct val="20000"/>
              </a:spcBef>
              <a:buSzPct val="85000"/>
              <a:buFontTx/>
              <a:buChar char="•"/>
            </a:pPr>
            <a:r>
              <a:rPr lang="zh-CN" altLang="en-US" sz="2000" b="1" dirty="0">
                <a:solidFill>
                  <a:srgbClr val="FF0000"/>
                </a:solidFill>
                <a:latin typeface="Times New Roman" panose="02020603050405020304" pitchFamily="18" charset="0"/>
                <a:ea typeface="楷体_GB2312" pitchFamily="49" charset="-122"/>
              </a:rPr>
              <a:t>相位误差</a:t>
            </a:r>
            <a:r>
              <a:rPr lang="zh-CN" altLang="en-US" sz="2000" dirty="0">
                <a:latin typeface="Times New Roman" panose="02020603050405020304" pitchFamily="18" charset="0"/>
                <a:ea typeface="楷体_GB2312" pitchFamily="49" charset="-122"/>
              </a:rPr>
              <a:t>（</a:t>
            </a:r>
            <a:r>
              <a:rPr lang="en-US" altLang="zh-CN" sz="2000" dirty="0">
                <a:latin typeface="Times New Roman" panose="02020603050405020304" pitchFamily="18" charset="0"/>
                <a:ea typeface="楷体_GB2312" pitchFamily="49" charset="-122"/>
              </a:rPr>
              <a:t>Phase error</a:t>
            </a:r>
            <a:r>
              <a:rPr lang="zh-CN" altLang="en-US" sz="2000" dirty="0">
                <a:latin typeface="Times New Roman" panose="02020603050405020304" pitchFamily="18" charset="0"/>
                <a:ea typeface="楷体_GB2312" pitchFamily="49" charset="-122"/>
              </a:rPr>
              <a:t>）</a:t>
            </a:r>
            <a:endParaRPr lang="en-US" altLang="zh-CN" sz="2000" dirty="0">
              <a:latin typeface="Times New Roman" panose="02020603050405020304" pitchFamily="18" charset="0"/>
              <a:ea typeface="楷体_GB2312" pitchFamily="49" charset="-122"/>
            </a:endParaRPr>
          </a:p>
        </p:txBody>
      </p:sp>
      <p:pic>
        <p:nvPicPr>
          <p:cNvPr id="55314" name="Picture 16" descr="C:\Documents and Settings\yue\桌面\Q2.jpg"/>
          <p:cNvPicPr>
            <a:picLocks noChangeAspect="1"/>
          </p:cNvPicPr>
          <p:nvPr/>
        </p:nvPicPr>
        <p:blipFill>
          <a:blip r:embed="rId2"/>
          <a:stretch>
            <a:fillRect/>
          </a:stretch>
        </p:blipFill>
        <p:spPr>
          <a:xfrm>
            <a:off x="5184775" y="3176588"/>
            <a:ext cx="3209925" cy="3024187"/>
          </a:xfrm>
          <a:prstGeom prst="rect">
            <a:avLst/>
          </a:prstGeom>
          <a:noFill/>
          <a:ln w="9525">
            <a:noFill/>
          </a:ln>
        </p:spPr>
      </p:pic>
    </p:spTree>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1" name="灯片编号占位符 4"/>
          <p:cNvSpPr>
            <a:spLocks noGrp="1"/>
          </p:cNvSpPr>
          <p:nvPr>
            <p:ph type="sldNum" sz="quarter" idx="12"/>
          </p:nvPr>
        </p:nvSpPr>
        <p:spPr>
          <a:noFill/>
          <a:ln>
            <a:noFill/>
          </a:ln>
        </p:spPr>
        <p:txBody>
          <a:bodyPr wrap="square" lIns="91440" tIns="45720" rIns="91440" bIns="45720" anchor="ctr"/>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r">
              <a:lnSpc>
                <a:spcPct val="150000"/>
              </a:lnSpc>
              <a:spcBef>
                <a:spcPct val="20000"/>
              </a:spcBef>
              <a:buSzPct val="85000"/>
              <a:buFontTx/>
              <a:buChar char="•"/>
            </a:pPr>
            <a:fld id="{9A0DB2DC-4C9A-4742-B13C-FB6460FD3503}" type="slidenum">
              <a:rPr lang="en-US" altLang="zh-CN" sz="1200" dirty="0">
                <a:solidFill>
                  <a:srgbClr val="898989"/>
                </a:solidFill>
              </a:rPr>
              <a:t>40</a:t>
            </a:fld>
            <a:endParaRPr lang="en-US" altLang="zh-CN" sz="1200" dirty="0">
              <a:solidFill>
                <a:srgbClr val="898989"/>
              </a:solidFill>
            </a:endParaRPr>
          </a:p>
        </p:txBody>
      </p:sp>
      <p:sp>
        <p:nvSpPr>
          <p:cNvPr id="56322" name="Rectangle 2"/>
          <p:cNvSpPr/>
          <p:nvPr/>
        </p:nvSpPr>
        <p:spPr>
          <a:xfrm>
            <a:off x="423863" y="3268663"/>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56323" name="Rectangle 3"/>
          <p:cNvSpPr/>
          <p:nvPr/>
        </p:nvSpPr>
        <p:spPr>
          <a:xfrm>
            <a:off x="423863" y="3254375"/>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56324" name="Rectangle 4"/>
          <p:cNvSpPr/>
          <p:nvPr/>
        </p:nvSpPr>
        <p:spPr>
          <a:xfrm>
            <a:off x="423863" y="3254375"/>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56325" name="Rectangle 5"/>
          <p:cNvSpPr/>
          <p:nvPr/>
        </p:nvSpPr>
        <p:spPr>
          <a:xfrm>
            <a:off x="423863" y="2782888"/>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56326" name="Rectangle 6"/>
          <p:cNvSpPr/>
          <p:nvPr/>
        </p:nvSpPr>
        <p:spPr>
          <a:xfrm>
            <a:off x="423863" y="3254375"/>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56327" name="Rectangle 7"/>
          <p:cNvSpPr/>
          <p:nvPr/>
        </p:nvSpPr>
        <p:spPr>
          <a:xfrm>
            <a:off x="423863" y="3240088"/>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56328" name="Rectangle 8"/>
          <p:cNvSpPr/>
          <p:nvPr/>
        </p:nvSpPr>
        <p:spPr>
          <a:xfrm>
            <a:off x="423863" y="2720975"/>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56329" name="Rectangle 9"/>
          <p:cNvSpPr/>
          <p:nvPr/>
        </p:nvSpPr>
        <p:spPr>
          <a:xfrm>
            <a:off x="423863" y="53975"/>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56330" name="Rectangle 10"/>
          <p:cNvSpPr/>
          <p:nvPr/>
        </p:nvSpPr>
        <p:spPr>
          <a:xfrm>
            <a:off x="423863" y="2811463"/>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56331" name="Rectangle 11"/>
          <p:cNvSpPr/>
          <p:nvPr/>
        </p:nvSpPr>
        <p:spPr>
          <a:xfrm>
            <a:off x="423863" y="53975"/>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56332" name="Rectangle 16"/>
          <p:cNvSpPr/>
          <p:nvPr/>
        </p:nvSpPr>
        <p:spPr>
          <a:xfrm>
            <a:off x="336550" y="261938"/>
            <a:ext cx="7772400" cy="628650"/>
          </a:xfrm>
          <a:prstGeom prst="rect">
            <a:avLst/>
          </a:prstGeom>
          <a:noFill/>
          <a:ln w="9525">
            <a:noFill/>
          </a:ln>
        </p:spPr>
        <p:txBody>
          <a:bodyPr anchor="ctr">
            <a:spAutoFit/>
          </a:bodyPr>
          <a:lstStyle/>
          <a:p>
            <a:pPr>
              <a:lnSpc>
                <a:spcPct val="125000"/>
              </a:lnSpc>
              <a:spcBef>
                <a:spcPct val="50000"/>
              </a:spcBef>
              <a:buSzPct val="85000"/>
            </a:pPr>
            <a:r>
              <a:rPr lang="en-US" altLang="zh-CN" sz="2800" b="1" dirty="0">
                <a:solidFill>
                  <a:schemeClr val="tx2"/>
                </a:solidFill>
                <a:latin typeface="黑体" panose="02010609060101010101" pitchFamily="2" charset="-122"/>
                <a:ea typeface="黑体" panose="02010609060101010101" pitchFamily="2" charset="-122"/>
              </a:rPr>
              <a:t>4.2.3 </a:t>
            </a:r>
            <a:r>
              <a:rPr lang="zh-CN" altLang="en-US" sz="2800" b="1" dirty="0">
                <a:solidFill>
                  <a:schemeClr val="tx2"/>
                </a:solidFill>
                <a:latin typeface="黑体" panose="02010609060101010101" pitchFamily="2" charset="-122"/>
                <a:ea typeface="黑体" panose="02010609060101010101" pitchFamily="2" charset="-122"/>
              </a:rPr>
              <a:t>时域响应特性及其动态品质指标</a:t>
            </a:r>
            <a:endParaRPr lang="zh-CN" altLang="en-US" sz="2800" b="1" dirty="0">
              <a:latin typeface="黑体" panose="02010609060101010101" pitchFamily="2" charset="-122"/>
              <a:ea typeface="黑体" panose="02010609060101010101" pitchFamily="2" charset="-122"/>
            </a:endParaRPr>
          </a:p>
        </p:txBody>
      </p:sp>
      <p:sp>
        <p:nvSpPr>
          <p:cNvPr id="16" name="页脚占位符 6"/>
          <p:cNvSpPr txBox="1">
            <a:spLocks noGrp="1"/>
          </p:cNvSpPr>
          <p:nvPr>
            <p:ph type="ftr" sz="quarter" idx="11"/>
          </p:nvPr>
        </p:nvSpPr>
        <p:spPr>
          <a:xfrm>
            <a:off x="2843213" y="6411913"/>
            <a:ext cx="2895600" cy="365125"/>
          </a:xfrm>
          <a:noFill/>
        </p:spPr>
        <p:txBody>
          <a:bodyPr vert="horz" lIns="91440" tIns="45720" rIns="91440" bIns="45720" rtlCol="0" anchor="ctr"/>
          <a:lstStyle/>
          <a:p>
            <a:pPr marL="0" marR="0" lvl="0" indent="0" algn="ctr" defTabSz="914400" rtl="0" eaLnBrk="1" fontAlgn="base" latinLnBrk="0" hangingPunct="1">
              <a:lnSpc>
                <a:spcPct val="150000"/>
              </a:lnSpc>
              <a:spcBef>
                <a:spcPct val="20000"/>
              </a:spcBef>
              <a:spcAft>
                <a:spcPct val="0"/>
              </a:spcAft>
              <a:buClrTx/>
              <a:buSzPct val="85000"/>
              <a:buFontTx/>
              <a:buChar char="•"/>
              <a:defRPr/>
            </a:pPr>
            <a:r>
              <a:rPr kumimoji="1" lang="zh-CN" altLang="en-US" sz="1200" b="0" i="0" u="none" strike="noStrike" kern="1200" cap="none" spc="0" normalizeH="0" baseline="0" noProof="0" dirty="0">
                <a:ln>
                  <a:noFill/>
                </a:ln>
                <a:solidFill>
                  <a:schemeClr val="tx1">
                    <a:tint val="75000"/>
                  </a:schemeClr>
                </a:solidFill>
                <a:effectLst/>
                <a:uLnTx/>
                <a:uFillTx/>
                <a:latin typeface="Times New Roman" panose="02020603050405020304" pitchFamily="18" charset="0"/>
                <a:ea typeface="楷体_GB2312" pitchFamily="49" charset="-122"/>
                <a:cs typeface="+mn-cs"/>
              </a:rPr>
              <a:t>测量科学与仪器系</a:t>
            </a:r>
            <a:endParaRPr kumimoji="1" lang="en-US" altLang="zh-CN" sz="1200" b="0" i="0" u="none" strike="noStrike" kern="1200" cap="none" spc="0" normalizeH="0" baseline="0" noProof="0" dirty="0">
              <a:ln>
                <a:noFill/>
              </a:ln>
              <a:solidFill>
                <a:schemeClr val="tx1">
                  <a:tint val="75000"/>
                </a:schemeClr>
              </a:solidFill>
              <a:effectLst/>
              <a:uLnTx/>
              <a:uFillTx/>
              <a:latin typeface="Times New Roman" panose="02020603050405020304" pitchFamily="18" charset="0"/>
              <a:ea typeface="楷体_GB2312" pitchFamily="49" charset="-122"/>
              <a:cs typeface="+mn-cs"/>
            </a:endParaRPr>
          </a:p>
        </p:txBody>
      </p:sp>
      <p:sp>
        <p:nvSpPr>
          <p:cNvPr id="17" name="矩形 16"/>
          <p:cNvSpPr/>
          <p:nvPr/>
        </p:nvSpPr>
        <p:spPr>
          <a:xfrm>
            <a:off x="142875" y="1000125"/>
            <a:ext cx="8286750" cy="46038"/>
          </a:xfrm>
          <a:prstGeom prst="rect">
            <a:avLst/>
          </a:prstGeom>
          <a:gradFill flip="none" rotWithShape="1">
            <a:gsLst>
              <a:gs pos="0">
                <a:srgbClr val="5E9EFF"/>
              </a:gs>
              <a:gs pos="39999">
                <a:srgbClr val="85C2FF"/>
              </a:gs>
              <a:gs pos="70000">
                <a:srgbClr val="C4D6EB"/>
              </a:gs>
              <a:gs pos="100000">
                <a:srgbClr val="FFEBFA"/>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50000"/>
              </a:lnSpc>
              <a:spcBef>
                <a:spcPts val="0"/>
              </a:spcBef>
              <a:spcAft>
                <a:spcPts val="0"/>
              </a:spcAft>
              <a:buClrTx/>
              <a:buSzPct val="85000"/>
              <a:buFontTx/>
              <a:buChar char="•"/>
              <a:defRPr/>
            </a:pPr>
            <a:endParaRPr kumimoji="1" lang="zh-CN" altLang="en-US" sz="2400" b="0" i="0" u="none" strike="noStrike" kern="1200" cap="none" spc="0" normalizeH="0" baseline="0" noProof="0">
              <a:ln>
                <a:noFill/>
              </a:ln>
              <a:solidFill>
                <a:schemeClr val="lt1"/>
              </a:solidFill>
              <a:effectLst/>
              <a:uLnTx/>
              <a:uFillTx/>
              <a:latin typeface="+mn-lt"/>
              <a:ea typeface="+mn-ea"/>
              <a:cs typeface="+mn-cs"/>
            </a:endParaRPr>
          </a:p>
        </p:txBody>
      </p:sp>
      <p:pic>
        <p:nvPicPr>
          <p:cNvPr id="56335" name="Picture 3" descr="C:\Documents and Settings\yue\桌面\Q1.jpg"/>
          <p:cNvPicPr>
            <a:picLocks noChangeAspect="1"/>
          </p:cNvPicPr>
          <p:nvPr/>
        </p:nvPicPr>
        <p:blipFill>
          <a:blip r:embed="rId3"/>
          <a:stretch>
            <a:fillRect/>
          </a:stretch>
        </p:blipFill>
        <p:spPr>
          <a:xfrm>
            <a:off x="4503420" y="1676400"/>
            <a:ext cx="3230880" cy="2284095"/>
          </a:xfrm>
          <a:prstGeom prst="rect">
            <a:avLst/>
          </a:prstGeom>
          <a:noFill/>
          <a:ln w="9525">
            <a:noFill/>
          </a:ln>
        </p:spPr>
      </p:pic>
      <p:sp>
        <p:nvSpPr>
          <p:cNvPr id="56336" name="矩形 18"/>
          <p:cNvSpPr/>
          <p:nvPr/>
        </p:nvSpPr>
        <p:spPr>
          <a:xfrm>
            <a:off x="1979930" y="4395470"/>
            <a:ext cx="4198938" cy="646113"/>
          </a:xfrm>
          <a:prstGeom prst="rect">
            <a:avLst/>
          </a:prstGeom>
          <a:noFill/>
          <a:ln w="9525">
            <a:noFill/>
          </a:ln>
        </p:spPr>
        <p:txBody>
          <a:bodyPr anchor="t">
            <a:spAutoFit/>
          </a:bodyPr>
          <a:lstStyle/>
          <a:p>
            <a:pPr>
              <a:lnSpc>
                <a:spcPct val="150000"/>
              </a:lnSpc>
              <a:spcBef>
                <a:spcPct val="50000"/>
              </a:spcBef>
              <a:buSzPct val="85000"/>
            </a:pPr>
            <a:r>
              <a:rPr lang="en-US" altLang="zh-CN" dirty="0">
                <a:solidFill>
                  <a:schemeClr val="hlink"/>
                </a:solidFill>
                <a:latin typeface="Times New Roman" panose="02020603050405020304" pitchFamily="18" charset="0"/>
                <a:ea typeface="楷体_GB2312" pitchFamily="49" charset="-122"/>
              </a:rPr>
              <a:t>●</a:t>
            </a:r>
            <a:r>
              <a:rPr lang="zh-CN" altLang="en-US" b="1" dirty="0">
                <a:solidFill>
                  <a:schemeClr val="hlink"/>
                </a:solidFill>
                <a:latin typeface="Times New Roman" panose="02020603050405020304" pitchFamily="18" charset="0"/>
                <a:ea typeface="楷体_GB2312" pitchFamily="49" charset="-122"/>
              </a:rPr>
              <a:t>动态品质指标：</a:t>
            </a:r>
            <a:r>
              <a:rPr lang="zh-CN" altLang="en-US" dirty="0">
                <a:latin typeface="Times New Roman" panose="02020603050405020304" pitchFamily="18" charset="0"/>
                <a:ea typeface="楷体_GB2312" pitchFamily="49" charset="-122"/>
              </a:rPr>
              <a:t>时间常数 </a:t>
            </a:r>
            <a:r>
              <a:rPr lang="el-GR" altLang="zh-CN" dirty="0">
                <a:latin typeface="Times New Roman" panose="02020603050405020304" pitchFamily="18" charset="0"/>
                <a:ea typeface="楷体_GB2312" pitchFamily="49" charset="-122"/>
              </a:rPr>
              <a:t>τ</a:t>
            </a:r>
            <a:endParaRPr lang="zh-CN" altLang="en-US" dirty="0">
              <a:latin typeface="Times New Roman" panose="02020603050405020304" pitchFamily="18" charset="0"/>
              <a:ea typeface="楷体_GB2312" pitchFamily="49" charset="-122"/>
            </a:endParaRPr>
          </a:p>
        </p:txBody>
      </p:sp>
      <p:sp>
        <p:nvSpPr>
          <p:cNvPr id="56337" name="矩形 19"/>
          <p:cNvSpPr/>
          <p:nvPr/>
        </p:nvSpPr>
        <p:spPr>
          <a:xfrm>
            <a:off x="774700" y="1457325"/>
            <a:ext cx="1606550" cy="576263"/>
          </a:xfrm>
          <a:prstGeom prst="rect">
            <a:avLst/>
          </a:prstGeom>
          <a:noFill/>
          <a:ln w="9525">
            <a:noFill/>
          </a:ln>
        </p:spPr>
        <p:txBody>
          <a:bodyPr anchor="t">
            <a:spAutoFit/>
          </a:bodyPr>
          <a:lstStyle/>
          <a:p>
            <a:pPr>
              <a:lnSpc>
                <a:spcPct val="150000"/>
              </a:lnSpc>
              <a:spcBef>
                <a:spcPct val="50000"/>
              </a:spcBef>
              <a:buSzPct val="85000"/>
            </a:pPr>
            <a:r>
              <a:rPr lang="zh-CN" altLang="en-US" dirty="0">
                <a:solidFill>
                  <a:srgbClr val="FF0000"/>
                </a:solidFill>
                <a:latin typeface="黑体" panose="02010609060101010101" pitchFamily="2" charset="-122"/>
                <a:ea typeface="黑体" panose="02010609060101010101" pitchFamily="2" charset="-122"/>
              </a:rPr>
              <a:t>一阶系统</a:t>
            </a:r>
            <a:r>
              <a:rPr lang="en-US" altLang="zh-CN" dirty="0">
                <a:solidFill>
                  <a:srgbClr val="FF0000"/>
                </a:solidFill>
                <a:latin typeface="黑体" panose="02010609060101010101" pitchFamily="2" charset="-122"/>
                <a:ea typeface="黑体" panose="02010609060101010101" pitchFamily="2" charset="-122"/>
              </a:rPr>
              <a:t>:</a:t>
            </a:r>
            <a:endParaRPr lang="zh-CN" altLang="en-US" dirty="0">
              <a:solidFill>
                <a:srgbClr val="FF0000"/>
              </a:solidFill>
              <a:latin typeface="黑体" panose="02010609060101010101" pitchFamily="2" charset="-122"/>
              <a:ea typeface="黑体" panose="02010609060101010101" pitchFamily="2" charset="-122"/>
            </a:endParaRPr>
          </a:p>
        </p:txBody>
      </p:sp>
      <p:graphicFrame>
        <p:nvGraphicFramePr>
          <p:cNvPr id="56338" name="Object 40"/>
          <p:cNvGraphicFramePr>
            <a:graphicFrameLocks noChangeAspect="1"/>
          </p:cNvGraphicFramePr>
          <p:nvPr/>
        </p:nvGraphicFramePr>
        <p:xfrm>
          <a:off x="1138238" y="2708275"/>
          <a:ext cx="1827212" cy="900113"/>
        </p:xfrm>
        <a:graphic>
          <a:graphicData uri="http://schemas.openxmlformats.org/presentationml/2006/ole">
            <mc:AlternateContent xmlns:mc="http://schemas.openxmlformats.org/markup-compatibility/2006">
              <mc:Choice xmlns:v="urn:schemas-microsoft-com:vml" Requires="v">
                <p:oleObj spid="_x0000_s13350" r:id="rId4" imgW="876300" imgH="431800" progId="Equation.DSMT4">
                  <p:embed/>
                </p:oleObj>
              </mc:Choice>
              <mc:Fallback>
                <p:oleObj r:id="rId4" imgW="876300" imgH="431800" progId="Equation.DSMT4">
                  <p:embed/>
                  <p:pic>
                    <p:nvPicPr>
                      <p:cNvPr id="0" name="图片 3093"/>
                      <p:cNvPicPr/>
                      <p:nvPr/>
                    </p:nvPicPr>
                    <p:blipFill>
                      <a:blip r:embed="rId5"/>
                      <a:stretch>
                        <a:fillRect/>
                      </a:stretch>
                    </p:blipFill>
                    <p:spPr>
                      <a:xfrm>
                        <a:off x="1138238" y="2708275"/>
                        <a:ext cx="1827212" cy="900113"/>
                      </a:xfrm>
                      <a:prstGeom prst="rect">
                        <a:avLst/>
                      </a:prstGeom>
                      <a:noFill/>
                      <a:ln w="38100">
                        <a:noFill/>
                        <a:miter/>
                      </a:ln>
                    </p:spPr>
                  </p:pic>
                </p:oleObj>
              </mc:Fallback>
            </mc:AlternateContent>
          </a:graphicData>
        </a:graphic>
      </p:graphicFrame>
    </p:spTree>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5" name="灯片编号占位符 4"/>
          <p:cNvSpPr>
            <a:spLocks noGrp="1"/>
          </p:cNvSpPr>
          <p:nvPr>
            <p:ph type="sldNum" sz="quarter" idx="12"/>
          </p:nvPr>
        </p:nvSpPr>
        <p:spPr>
          <a:noFill/>
          <a:ln>
            <a:noFill/>
          </a:ln>
        </p:spPr>
        <p:txBody>
          <a:bodyPr wrap="square" lIns="91440" tIns="45720" rIns="91440" bIns="45720" anchor="ctr"/>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r">
              <a:lnSpc>
                <a:spcPct val="150000"/>
              </a:lnSpc>
              <a:spcBef>
                <a:spcPct val="20000"/>
              </a:spcBef>
              <a:buSzPct val="85000"/>
              <a:buFontTx/>
              <a:buChar char="•"/>
            </a:pPr>
            <a:fld id="{9A0DB2DC-4C9A-4742-B13C-FB6460FD3503}" type="slidenum">
              <a:rPr lang="en-US" altLang="zh-CN" sz="1200" dirty="0">
                <a:solidFill>
                  <a:srgbClr val="898989"/>
                </a:solidFill>
              </a:rPr>
              <a:t>41</a:t>
            </a:fld>
            <a:endParaRPr lang="en-US" altLang="zh-CN" sz="1200" dirty="0">
              <a:solidFill>
                <a:srgbClr val="898989"/>
              </a:solidFill>
            </a:endParaRPr>
          </a:p>
        </p:txBody>
      </p:sp>
      <p:sp>
        <p:nvSpPr>
          <p:cNvPr id="57346" name="Rectangle 2"/>
          <p:cNvSpPr/>
          <p:nvPr/>
        </p:nvSpPr>
        <p:spPr>
          <a:xfrm>
            <a:off x="423863" y="3268663"/>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57347" name="Rectangle 3"/>
          <p:cNvSpPr/>
          <p:nvPr/>
        </p:nvSpPr>
        <p:spPr>
          <a:xfrm>
            <a:off x="423863" y="3254375"/>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57348" name="Rectangle 4"/>
          <p:cNvSpPr/>
          <p:nvPr/>
        </p:nvSpPr>
        <p:spPr>
          <a:xfrm>
            <a:off x="423863" y="3254375"/>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57349" name="Rectangle 5"/>
          <p:cNvSpPr/>
          <p:nvPr/>
        </p:nvSpPr>
        <p:spPr>
          <a:xfrm>
            <a:off x="423863" y="2782888"/>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57350" name="Rectangle 6"/>
          <p:cNvSpPr/>
          <p:nvPr/>
        </p:nvSpPr>
        <p:spPr>
          <a:xfrm>
            <a:off x="423863" y="3254375"/>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57351" name="Rectangle 7"/>
          <p:cNvSpPr/>
          <p:nvPr/>
        </p:nvSpPr>
        <p:spPr>
          <a:xfrm>
            <a:off x="423863" y="3240088"/>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57352" name="Rectangle 8"/>
          <p:cNvSpPr/>
          <p:nvPr/>
        </p:nvSpPr>
        <p:spPr>
          <a:xfrm>
            <a:off x="423863" y="2720975"/>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57353" name="Rectangle 9"/>
          <p:cNvSpPr/>
          <p:nvPr/>
        </p:nvSpPr>
        <p:spPr>
          <a:xfrm>
            <a:off x="423863" y="53975"/>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57354" name="Rectangle 10"/>
          <p:cNvSpPr/>
          <p:nvPr/>
        </p:nvSpPr>
        <p:spPr>
          <a:xfrm>
            <a:off x="423863" y="2811463"/>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57355" name="Rectangle 11"/>
          <p:cNvSpPr/>
          <p:nvPr/>
        </p:nvSpPr>
        <p:spPr>
          <a:xfrm>
            <a:off x="423863" y="53975"/>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57356" name="Rectangle 16"/>
          <p:cNvSpPr/>
          <p:nvPr/>
        </p:nvSpPr>
        <p:spPr>
          <a:xfrm>
            <a:off x="336550" y="288925"/>
            <a:ext cx="7772400" cy="630238"/>
          </a:xfrm>
          <a:prstGeom prst="rect">
            <a:avLst/>
          </a:prstGeom>
          <a:noFill/>
          <a:ln w="9525">
            <a:noFill/>
          </a:ln>
        </p:spPr>
        <p:txBody>
          <a:bodyPr anchor="ctr">
            <a:spAutoFit/>
          </a:bodyPr>
          <a:lstStyle/>
          <a:p>
            <a:pPr>
              <a:lnSpc>
                <a:spcPct val="125000"/>
              </a:lnSpc>
              <a:spcBef>
                <a:spcPct val="50000"/>
              </a:spcBef>
              <a:buSzPct val="85000"/>
            </a:pPr>
            <a:r>
              <a:rPr lang="en-US" altLang="zh-CN" sz="2800" b="1" dirty="0">
                <a:solidFill>
                  <a:schemeClr val="tx2"/>
                </a:solidFill>
                <a:latin typeface="黑体" panose="02010609060101010101" pitchFamily="2" charset="-122"/>
                <a:ea typeface="黑体" panose="02010609060101010101" pitchFamily="2" charset="-122"/>
              </a:rPr>
              <a:t>4.2.3 </a:t>
            </a:r>
            <a:r>
              <a:rPr lang="zh-CN" altLang="en-US" sz="2800" b="1" dirty="0">
                <a:solidFill>
                  <a:schemeClr val="tx2"/>
                </a:solidFill>
                <a:latin typeface="黑体" panose="02010609060101010101" pitchFamily="2" charset="-122"/>
                <a:ea typeface="黑体" panose="02010609060101010101" pitchFamily="2" charset="-122"/>
              </a:rPr>
              <a:t>时域响应特性及其动态品质指标（续）</a:t>
            </a:r>
            <a:endParaRPr lang="zh-CN" altLang="en-US" sz="2800" b="1" dirty="0">
              <a:latin typeface="黑体" panose="02010609060101010101" pitchFamily="2" charset="-122"/>
              <a:ea typeface="黑体" panose="02010609060101010101" pitchFamily="2" charset="-122"/>
            </a:endParaRPr>
          </a:p>
        </p:txBody>
      </p:sp>
      <p:sp>
        <p:nvSpPr>
          <p:cNvPr id="16" name="页脚占位符 6"/>
          <p:cNvSpPr txBox="1">
            <a:spLocks noGrp="1"/>
          </p:cNvSpPr>
          <p:nvPr>
            <p:ph type="ftr" sz="quarter" idx="11"/>
          </p:nvPr>
        </p:nvSpPr>
        <p:spPr>
          <a:xfrm>
            <a:off x="2843213" y="6411913"/>
            <a:ext cx="2895600" cy="365125"/>
          </a:xfrm>
          <a:noFill/>
        </p:spPr>
        <p:txBody>
          <a:bodyPr vert="horz" lIns="91440" tIns="45720" rIns="91440" bIns="45720" rtlCol="0" anchor="ctr"/>
          <a:lstStyle/>
          <a:p>
            <a:pPr marL="0" marR="0" lvl="0" indent="0" algn="ctr" defTabSz="914400" rtl="0" eaLnBrk="1" fontAlgn="base" latinLnBrk="0" hangingPunct="1">
              <a:lnSpc>
                <a:spcPct val="150000"/>
              </a:lnSpc>
              <a:spcBef>
                <a:spcPct val="20000"/>
              </a:spcBef>
              <a:spcAft>
                <a:spcPct val="0"/>
              </a:spcAft>
              <a:buClrTx/>
              <a:buSzPct val="85000"/>
              <a:buFontTx/>
              <a:buChar char="•"/>
              <a:defRPr/>
            </a:pPr>
            <a:r>
              <a:rPr kumimoji="1" lang="zh-CN" altLang="en-US" sz="1200" b="0" i="0" u="none" strike="noStrike" kern="1200" cap="none" spc="0" normalizeH="0" baseline="0" noProof="0" dirty="0">
                <a:ln>
                  <a:noFill/>
                </a:ln>
                <a:solidFill>
                  <a:schemeClr val="tx1">
                    <a:tint val="75000"/>
                  </a:schemeClr>
                </a:solidFill>
                <a:effectLst/>
                <a:uLnTx/>
                <a:uFillTx/>
                <a:latin typeface="Times New Roman" panose="02020603050405020304" pitchFamily="18" charset="0"/>
                <a:ea typeface="楷体_GB2312" pitchFamily="49" charset="-122"/>
                <a:cs typeface="+mn-cs"/>
              </a:rPr>
              <a:t>测量科等学与仪器系</a:t>
            </a:r>
            <a:endParaRPr kumimoji="1" lang="en-US" altLang="zh-CN" sz="1200" b="0" i="0" u="none" strike="noStrike" kern="1200" cap="none" spc="0" normalizeH="0" baseline="0" noProof="0" dirty="0">
              <a:ln>
                <a:noFill/>
              </a:ln>
              <a:solidFill>
                <a:schemeClr val="tx1">
                  <a:tint val="75000"/>
                </a:schemeClr>
              </a:solidFill>
              <a:effectLst/>
              <a:uLnTx/>
              <a:uFillTx/>
              <a:latin typeface="Times New Roman" panose="02020603050405020304" pitchFamily="18" charset="0"/>
              <a:ea typeface="楷体_GB2312" pitchFamily="49" charset="-122"/>
              <a:cs typeface="+mn-cs"/>
            </a:endParaRPr>
          </a:p>
        </p:txBody>
      </p:sp>
      <p:sp>
        <p:nvSpPr>
          <p:cNvPr id="17" name="矩形 16"/>
          <p:cNvSpPr/>
          <p:nvPr/>
        </p:nvSpPr>
        <p:spPr>
          <a:xfrm>
            <a:off x="142875" y="1000125"/>
            <a:ext cx="8286750" cy="46038"/>
          </a:xfrm>
          <a:prstGeom prst="rect">
            <a:avLst/>
          </a:prstGeom>
          <a:gradFill flip="none" rotWithShape="1">
            <a:gsLst>
              <a:gs pos="0">
                <a:srgbClr val="5E9EFF"/>
              </a:gs>
              <a:gs pos="39999">
                <a:srgbClr val="85C2FF"/>
              </a:gs>
              <a:gs pos="70000">
                <a:srgbClr val="C4D6EB"/>
              </a:gs>
              <a:gs pos="100000">
                <a:srgbClr val="FFEBFA"/>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50000"/>
              </a:lnSpc>
              <a:spcBef>
                <a:spcPts val="0"/>
              </a:spcBef>
              <a:spcAft>
                <a:spcPts val="0"/>
              </a:spcAft>
              <a:buClrTx/>
              <a:buSzPct val="85000"/>
              <a:buFontTx/>
              <a:buChar char="•"/>
              <a:defRPr/>
            </a:pPr>
            <a:endParaRPr kumimoji="1" lang="zh-CN" altLang="en-US" sz="2400" b="0" i="0" u="none" strike="noStrike" kern="1200" cap="none" spc="0" normalizeH="0" baseline="0" noProof="0">
              <a:ln>
                <a:noFill/>
              </a:ln>
              <a:solidFill>
                <a:schemeClr val="lt1"/>
              </a:solidFill>
              <a:effectLst/>
              <a:uLnTx/>
              <a:uFillTx/>
              <a:latin typeface="+mn-lt"/>
              <a:ea typeface="+mn-ea"/>
              <a:cs typeface="+mn-cs"/>
            </a:endParaRPr>
          </a:p>
        </p:txBody>
      </p:sp>
      <p:pic>
        <p:nvPicPr>
          <p:cNvPr id="57359" name="Picture 4" descr="C:\Documents and Settings\yue\桌面\Q2.jpg"/>
          <p:cNvPicPr>
            <a:picLocks noChangeAspect="1"/>
          </p:cNvPicPr>
          <p:nvPr/>
        </p:nvPicPr>
        <p:blipFill>
          <a:blip r:embed="rId3"/>
          <a:stretch>
            <a:fillRect/>
          </a:stretch>
        </p:blipFill>
        <p:spPr>
          <a:xfrm>
            <a:off x="2636838" y="1128713"/>
            <a:ext cx="5918200" cy="3490912"/>
          </a:xfrm>
          <a:prstGeom prst="rect">
            <a:avLst/>
          </a:prstGeom>
          <a:noFill/>
          <a:ln w="9525">
            <a:noFill/>
          </a:ln>
        </p:spPr>
      </p:pic>
      <p:sp>
        <p:nvSpPr>
          <p:cNvPr id="57360" name="矩形 18"/>
          <p:cNvSpPr/>
          <p:nvPr/>
        </p:nvSpPr>
        <p:spPr>
          <a:xfrm>
            <a:off x="555625" y="1603375"/>
            <a:ext cx="1606550" cy="646113"/>
          </a:xfrm>
          <a:prstGeom prst="rect">
            <a:avLst/>
          </a:prstGeom>
          <a:noFill/>
          <a:ln w="9525">
            <a:noFill/>
          </a:ln>
        </p:spPr>
        <p:txBody>
          <a:bodyPr anchor="t">
            <a:spAutoFit/>
          </a:bodyPr>
          <a:lstStyle/>
          <a:p>
            <a:pPr>
              <a:lnSpc>
                <a:spcPct val="150000"/>
              </a:lnSpc>
              <a:spcBef>
                <a:spcPct val="50000"/>
              </a:spcBef>
              <a:buSzPct val="85000"/>
            </a:pPr>
            <a:r>
              <a:rPr lang="zh-CN" altLang="en-US" dirty="0">
                <a:solidFill>
                  <a:srgbClr val="FF0000"/>
                </a:solidFill>
                <a:latin typeface="黑体" panose="02010609060101010101" pitchFamily="2" charset="-122"/>
                <a:ea typeface="黑体" panose="02010609060101010101" pitchFamily="2" charset="-122"/>
              </a:rPr>
              <a:t>二阶系统</a:t>
            </a:r>
            <a:r>
              <a:rPr lang="en-US" altLang="zh-CN" dirty="0">
                <a:solidFill>
                  <a:srgbClr val="FF0000"/>
                </a:solidFill>
                <a:latin typeface="黑体" panose="02010609060101010101" pitchFamily="2" charset="-122"/>
                <a:ea typeface="黑体" panose="02010609060101010101" pitchFamily="2" charset="-122"/>
              </a:rPr>
              <a:t>:</a:t>
            </a:r>
            <a:endParaRPr lang="zh-CN" altLang="en-US" dirty="0">
              <a:solidFill>
                <a:srgbClr val="FF0000"/>
              </a:solidFill>
              <a:latin typeface="黑体" panose="02010609060101010101" pitchFamily="2" charset="-122"/>
              <a:ea typeface="黑体" panose="02010609060101010101" pitchFamily="2" charset="-122"/>
            </a:endParaRPr>
          </a:p>
        </p:txBody>
      </p:sp>
      <p:sp>
        <p:nvSpPr>
          <p:cNvPr id="57361" name="Text Box 15"/>
          <p:cNvSpPr txBox="1"/>
          <p:nvPr/>
        </p:nvSpPr>
        <p:spPr>
          <a:xfrm>
            <a:off x="811213" y="4926013"/>
            <a:ext cx="8142287" cy="1631950"/>
          </a:xfrm>
          <a:prstGeom prst="rect">
            <a:avLst/>
          </a:prstGeom>
          <a:noFill/>
          <a:ln w="9525">
            <a:noFill/>
          </a:ln>
        </p:spPr>
        <p:txBody>
          <a:bodyPr anchor="t">
            <a:spAutoFit/>
          </a:bodyPr>
          <a:lstStyle/>
          <a:p>
            <a:pPr>
              <a:lnSpc>
                <a:spcPct val="150000"/>
              </a:lnSpc>
              <a:spcBef>
                <a:spcPts val="600"/>
              </a:spcBef>
              <a:buSzPct val="85000"/>
            </a:pPr>
            <a:r>
              <a:rPr lang="en-US" altLang="zh-CN" sz="2000" dirty="0">
                <a:solidFill>
                  <a:schemeClr val="hlink"/>
                </a:solidFill>
                <a:latin typeface="Times New Roman" panose="02020603050405020304" pitchFamily="18" charset="0"/>
                <a:ea typeface="楷体_GB2312" pitchFamily="49" charset="-122"/>
              </a:rPr>
              <a:t>●</a:t>
            </a:r>
            <a:r>
              <a:rPr lang="zh-CN" altLang="en-US" sz="2000" dirty="0">
                <a:latin typeface="Times New Roman" panose="02020603050405020304" pitchFamily="18" charset="0"/>
                <a:ea typeface="楷体_GB2312" pitchFamily="49" charset="-122"/>
              </a:rPr>
              <a:t>上升时间</a:t>
            </a:r>
            <a:r>
              <a:rPr lang="en-US" altLang="zh-CN" sz="2000" dirty="0">
                <a:latin typeface="Times New Roman" panose="02020603050405020304" pitchFamily="18" charset="0"/>
                <a:ea typeface="楷体_GB2312" pitchFamily="49" charset="-122"/>
              </a:rPr>
              <a:t>tr</a:t>
            </a:r>
            <a:r>
              <a:rPr lang="zh-CN" altLang="en-US" sz="2000" dirty="0">
                <a:latin typeface="Times New Roman" panose="02020603050405020304" pitchFamily="18" charset="0"/>
                <a:ea typeface="楷体_GB2312" pitchFamily="49" charset="-122"/>
              </a:rPr>
              <a:t>：稳态值的</a:t>
            </a:r>
            <a:r>
              <a:rPr lang="en-US" altLang="zh-CN" sz="2000" dirty="0">
                <a:latin typeface="Times New Roman" panose="02020603050405020304" pitchFamily="18" charset="0"/>
                <a:ea typeface="楷体_GB2312" pitchFamily="49" charset="-122"/>
              </a:rPr>
              <a:t>10%</a:t>
            </a:r>
            <a:r>
              <a:rPr lang="zh-CN" altLang="en-US" sz="2000" dirty="0">
                <a:latin typeface="Times New Roman" panose="02020603050405020304" pitchFamily="18" charset="0"/>
                <a:ea typeface="楷体_GB2312" pitchFamily="49" charset="-122"/>
              </a:rPr>
              <a:t>上升到</a:t>
            </a:r>
            <a:r>
              <a:rPr lang="en-US" altLang="zh-CN" sz="2000" dirty="0">
                <a:latin typeface="Times New Roman" panose="02020603050405020304" pitchFamily="18" charset="0"/>
                <a:ea typeface="楷体_GB2312" pitchFamily="49" charset="-122"/>
              </a:rPr>
              <a:t>90%</a:t>
            </a:r>
            <a:r>
              <a:rPr lang="zh-CN" altLang="en-US" sz="2000" dirty="0">
                <a:latin typeface="Times New Roman" panose="02020603050405020304" pitchFamily="18" charset="0"/>
                <a:ea typeface="楷体_GB2312" pitchFamily="49" charset="-122"/>
              </a:rPr>
              <a:t>的时间</a:t>
            </a:r>
            <a:endParaRPr lang="en-US" altLang="zh-CN" sz="2000" dirty="0">
              <a:latin typeface="Times New Roman" panose="02020603050405020304" pitchFamily="18" charset="0"/>
              <a:ea typeface="楷体_GB2312" pitchFamily="49" charset="-122"/>
            </a:endParaRPr>
          </a:p>
          <a:p>
            <a:pPr>
              <a:lnSpc>
                <a:spcPct val="150000"/>
              </a:lnSpc>
              <a:spcBef>
                <a:spcPts val="600"/>
              </a:spcBef>
              <a:buSzPct val="85000"/>
            </a:pPr>
            <a:r>
              <a:rPr lang="zh-CN" altLang="en-US" sz="2000" dirty="0">
                <a:solidFill>
                  <a:schemeClr val="hlink"/>
                </a:solidFill>
                <a:latin typeface="Times New Roman" panose="02020603050405020304" pitchFamily="18" charset="0"/>
                <a:ea typeface="楷体_GB2312" pitchFamily="49" charset="-122"/>
              </a:rPr>
              <a:t>●</a:t>
            </a:r>
            <a:r>
              <a:rPr lang="zh-CN" altLang="en-US" sz="2000" dirty="0">
                <a:latin typeface="Times New Roman" panose="02020603050405020304" pitchFamily="18" charset="0"/>
                <a:ea typeface="楷体_GB2312" pitchFamily="49" charset="-122"/>
              </a:rPr>
              <a:t>稳定时间</a:t>
            </a:r>
            <a:r>
              <a:rPr lang="en-US" altLang="zh-CN" sz="2000" dirty="0">
                <a:latin typeface="Times New Roman" panose="02020603050405020304" pitchFamily="18" charset="0"/>
                <a:ea typeface="楷体_GB2312" pitchFamily="49" charset="-122"/>
              </a:rPr>
              <a:t>ts</a:t>
            </a:r>
            <a:r>
              <a:rPr lang="zh-CN" altLang="en-US" sz="2000" dirty="0">
                <a:latin typeface="Times New Roman" panose="02020603050405020304" pitchFamily="18" charset="0"/>
                <a:ea typeface="楷体_GB2312" pitchFamily="49" charset="-122"/>
              </a:rPr>
              <a:t>：从阶跃输入开始到系统开始稳定在给定精度指标的时间</a:t>
            </a:r>
            <a:endParaRPr lang="en-US" altLang="zh-CN" sz="2000" dirty="0">
              <a:latin typeface="Times New Roman" panose="02020603050405020304" pitchFamily="18" charset="0"/>
              <a:ea typeface="楷体_GB2312" pitchFamily="49" charset="-122"/>
            </a:endParaRPr>
          </a:p>
          <a:p>
            <a:pPr>
              <a:lnSpc>
                <a:spcPct val="150000"/>
              </a:lnSpc>
              <a:spcBef>
                <a:spcPts val="600"/>
              </a:spcBef>
              <a:buSzPct val="85000"/>
            </a:pPr>
            <a:r>
              <a:rPr lang="zh-CN" altLang="en-US" sz="2000" dirty="0">
                <a:solidFill>
                  <a:schemeClr val="hlink"/>
                </a:solidFill>
                <a:latin typeface="Times New Roman" panose="02020603050405020304" pitchFamily="18" charset="0"/>
                <a:ea typeface="楷体_GB2312" pitchFamily="49" charset="-122"/>
              </a:rPr>
              <a:t>                   ●</a:t>
            </a:r>
            <a:r>
              <a:rPr lang="zh-CN" altLang="en-US" sz="2000" dirty="0">
                <a:latin typeface="Times New Roman" panose="02020603050405020304" pitchFamily="18" charset="0"/>
                <a:ea typeface="楷体_GB2312" pitchFamily="49" charset="-122"/>
              </a:rPr>
              <a:t>峰值时间、超调量、振荡周期等</a:t>
            </a:r>
            <a:endParaRPr lang="en-US" altLang="zh-CN" sz="2000" dirty="0">
              <a:latin typeface="Times New Roman" panose="02020603050405020304" pitchFamily="18" charset="0"/>
              <a:ea typeface="楷体_GB2312" pitchFamily="49" charset="-122"/>
            </a:endParaRPr>
          </a:p>
        </p:txBody>
      </p:sp>
      <p:sp>
        <p:nvSpPr>
          <p:cNvPr id="57362" name="Text Box 15"/>
          <p:cNvSpPr txBox="1"/>
          <p:nvPr/>
        </p:nvSpPr>
        <p:spPr>
          <a:xfrm>
            <a:off x="628650" y="4305300"/>
            <a:ext cx="2884488" cy="646113"/>
          </a:xfrm>
          <a:prstGeom prst="rect">
            <a:avLst/>
          </a:prstGeom>
          <a:noFill/>
          <a:ln w="9525">
            <a:noFill/>
          </a:ln>
        </p:spPr>
        <p:txBody>
          <a:bodyPr anchor="t">
            <a:spAutoFit/>
          </a:bodyPr>
          <a:lstStyle/>
          <a:p>
            <a:pPr>
              <a:lnSpc>
                <a:spcPct val="150000"/>
              </a:lnSpc>
              <a:spcBef>
                <a:spcPct val="50000"/>
              </a:spcBef>
              <a:buSzPct val="85000"/>
            </a:pPr>
            <a:r>
              <a:rPr lang="zh-CN" altLang="en-US" b="1" dirty="0">
                <a:solidFill>
                  <a:schemeClr val="hlink"/>
                </a:solidFill>
                <a:latin typeface="Times New Roman" panose="02020603050405020304" pitchFamily="18" charset="0"/>
                <a:ea typeface="楷体_GB2312" pitchFamily="49" charset="-122"/>
              </a:rPr>
              <a:t>动态品质指标：</a:t>
            </a:r>
            <a:endParaRPr lang="zh-CN" altLang="en-US" b="1" dirty="0">
              <a:latin typeface="Times New Roman" panose="02020603050405020304" pitchFamily="18" charset="0"/>
              <a:ea typeface="楷体_GB2312" pitchFamily="49" charset="-122"/>
            </a:endParaRPr>
          </a:p>
        </p:txBody>
      </p:sp>
      <p:graphicFrame>
        <p:nvGraphicFramePr>
          <p:cNvPr id="57363" name="Object 27"/>
          <p:cNvGraphicFramePr>
            <a:graphicFrameLocks noChangeAspect="1"/>
          </p:cNvGraphicFramePr>
          <p:nvPr/>
        </p:nvGraphicFramePr>
        <p:xfrm>
          <a:off x="254000" y="2551113"/>
          <a:ext cx="2193925" cy="661987"/>
        </p:xfrm>
        <a:graphic>
          <a:graphicData uri="http://schemas.openxmlformats.org/presentationml/2006/ole">
            <mc:AlternateContent xmlns:mc="http://schemas.openxmlformats.org/markup-compatibility/2006">
              <mc:Choice xmlns:v="urn:schemas-microsoft-com:vml" Requires="v">
                <p:oleObj spid="_x0000_s14375" r:id="rId4" imgW="1511300" imgH="457200" progId="Equation.DSMT4">
                  <p:embed/>
                </p:oleObj>
              </mc:Choice>
              <mc:Fallback>
                <p:oleObj r:id="rId4" imgW="1511300" imgH="457200" progId="Equation.DSMT4">
                  <p:embed/>
                  <p:pic>
                    <p:nvPicPr>
                      <p:cNvPr id="0" name="图片 3109"/>
                      <p:cNvPicPr/>
                      <p:nvPr/>
                    </p:nvPicPr>
                    <p:blipFill>
                      <a:blip r:embed="rId5"/>
                      <a:stretch>
                        <a:fillRect/>
                      </a:stretch>
                    </p:blipFill>
                    <p:spPr>
                      <a:xfrm>
                        <a:off x="254000" y="2551113"/>
                        <a:ext cx="2193925" cy="661987"/>
                      </a:xfrm>
                      <a:prstGeom prst="rect">
                        <a:avLst/>
                      </a:prstGeom>
                      <a:noFill/>
                      <a:ln w="38100">
                        <a:noFill/>
                        <a:miter/>
                      </a:ln>
                    </p:spPr>
                  </p:pic>
                </p:oleObj>
              </mc:Fallback>
            </mc:AlternateContent>
          </a:graphicData>
        </a:graphic>
      </p:graphicFrame>
    </p:spTree>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69" name="灯片编号占位符 4"/>
          <p:cNvSpPr>
            <a:spLocks noGrp="1"/>
          </p:cNvSpPr>
          <p:nvPr>
            <p:ph type="sldNum" sz="quarter" idx="12"/>
          </p:nvPr>
        </p:nvSpPr>
        <p:spPr>
          <a:noFill/>
          <a:ln>
            <a:noFill/>
          </a:ln>
        </p:spPr>
        <p:txBody>
          <a:bodyPr wrap="square" lIns="91440" tIns="45720" rIns="91440" bIns="45720" anchor="ctr"/>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r">
              <a:lnSpc>
                <a:spcPct val="150000"/>
              </a:lnSpc>
              <a:spcBef>
                <a:spcPct val="20000"/>
              </a:spcBef>
              <a:buSzPct val="85000"/>
              <a:buFontTx/>
              <a:buChar char="•"/>
            </a:pPr>
            <a:fld id="{9A0DB2DC-4C9A-4742-B13C-FB6460FD3503}" type="slidenum">
              <a:rPr lang="en-US" altLang="zh-CN" sz="1200" dirty="0">
                <a:solidFill>
                  <a:srgbClr val="898989"/>
                </a:solidFill>
              </a:rPr>
              <a:t>42</a:t>
            </a:fld>
            <a:endParaRPr lang="en-US" altLang="zh-CN" sz="1200" dirty="0">
              <a:solidFill>
                <a:srgbClr val="898989"/>
              </a:solidFill>
            </a:endParaRPr>
          </a:p>
        </p:txBody>
      </p:sp>
      <p:sp>
        <p:nvSpPr>
          <p:cNvPr id="58370" name="Rectangle 2"/>
          <p:cNvSpPr/>
          <p:nvPr/>
        </p:nvSpPr>
        <p:spPr>
          <a:xfrm>
            <a:off x="423863" y="3268663"/>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58371" name="Rectangle 3"/>
          <p:cNvSpPr/>
          <p:nvPr/>
        </p:nvSpPr>
        <p:spPr>
          <a:xfrm>
            <a:off x="423863" y="3254375"/>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58372" name="Rectangle 5"/>
          <p:cNvSpPr/>
          <p:nvPr/>
        </p:nvSpPr>
        <p:spPr>
          <a:xfrm>
            <a:off x="423863" y="3254375"/>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58373" name="Rectangle 6"/>
          <p:cNvSpPr/>
          <p:nvPr/>
        </p:nvSpPr>
        <p:spPr>
          <a:xfrm>
            <a:off x="423863" y="2782888"/>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58374" name="Rectangle 7"/>
          <p:cNvSpPr/>
          <p:nvPr/>
        </p:nvSpPr>
        <p:spPr>
          <a:xfrm>
            <a:off x="423863" y="3254375"/>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58375" name="Rectangle 8"/>
          <p:cNvSpPr/>
          <p:nvPr/>
        </p:nvSpPr>
        <p:spPr>
          <a:xfrm>
            <a:off x="423863" y="3240088"/>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58376" name="Rectangle 9"/>
          <p:cNvSpPr/>
          <p:nvPr/>
        </p:nvSpPr>
        <p:spPr>
          <a:xfrm>
            <a:off x="423863" y="2720975"/>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58377" name="Rectangle 10"/>
          <p:cNvSpPr/>
          <p:nvPr/>
        </p:nvSpPr>
        <p:spPr>
          <a:xfrm>
            <a:off x="423863" y="53975"/>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58379" name="Rectangle 12"/>
          <p:cNvSpPr/>
          <p:nvPr/>
        </p:nvSpPr>
        <p:spPr>
          <a:xfrm>
            <a:off x="423863" y="53975"/>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58380" name="Rectangle 13"/>
          <p:cNvSpPr/>
          <p:nvPr/>
        </p:nvSpPr>
        <p:spPr>
          <a:xfrm>
            <a:off x="373063" y="303377"/>
            <a:ext cx="7772400" cy="556884"/>
          </a:xfrm>
          <a:prstGeom prst="rect">
            <a:avLst/>
          </a:prstGeom>
          <a:noFill/>
          <a:ln w="9525">
            <a:noFill/>
          </a:ln>
        </p:spPr>
        <p:txBody>
          <a:bodyPr anchor="ctr">
            <a:spAutoFit/>
          </a:bodyPr>
          <a:lstStyle/>
          <a:p>
            <a:pPr>
              <a:lnSpc>
                <a:spcPct val="125000"/>
              </a:lnSpc>
              <a:spcBef>
                <a:spcPct val="50000"/>
              </a:spcBef>
              <a:buSzPct val="85000"/>
            </a:pPr>
            <a:r>
              <a:rPr lang="en-US" altLang="zh-CN" sz="2800" b="1" dirty="0">
                <a:solidFill>
                  <a:schemeClr val="tx2"/>
                </a:solidFill>
                <a:latin typeface="黑体" panose="02010609060101010101" pitchFamily="2" charset="-122"/>
                <a:ea typeface="黑体" panose="02010609060101010101" pitchFamily="2" charset="-122"/>
              </a:rPr>
              <a:t>5 </a:t>
            </a:r>
            <a:r>
              <a:rPr lang="zh-CN" altLang="en-US" sz="2800" b="1" dirty="0">
                <a:solidFill>
                  <a:schemeClr val="tx2"/>
                </a:solidFill>
                <a:latin typeface="黑体" panose="02010609060101010101" pitchFamily="2" charset="-122"/>
                <a:ea typeface="黑体" panose="02010609060101010101" pitchFamily="2" charset="-122"/>
              </a:rPr>
              <a:t>传感器性能与结构的关系（</a:t>
            </a:r>
            <a:r>
              <a:rPr lang="zh-CN" altLang="en-US" sz="2800" b="1" dirty="0">
                <a:solidFill>
                  <a:srgbClr val="FF3300"/>
                </a:solidFill>
                <a:latin typeface="黑体" panose="02010609060101010101" pitchFamily="2" charset="-122"/>
                <a:ea typeface="黑体" panose="02010609060101010101" pitchFamily="2" charset="-122"/>
              </a:rPr>
              <a:t>重点内容</a:t>
            </a:r>
            <a:r>
              <a:rPr lang="zh-CN" altLang="en-US" sz="2800" b="1" dirty="0">
                <a:solidFill>
                  <a:schemeClr val="tx2"/>
                </a:solidFill>
                <a:latin typeface="黑体" panose="02010609060101010101" pitchFamily="2" charset="-122"/>
                <a:ea typeface="黑体" panose="02010609060101010101" pitchFamily="2" charset="-122"/>
              </a:rPr>
              <a:t>）</a:t>
            </a:r>
            <a:endParaRPr lang="zh-CN" altLang="en-US" sz="2800" b="1" dirty="0">
              <a:latin typeface="黑体" panose="02010609060101010101" pitchFamily="2" charset="-122"/>
              <a:ea typeface="黑体" panose="02010609060101010101" pitchFamily="2" charset="-122"/>
            </a:endParaRPr>
          </a:p>
        </p:txBody>
      </p:sp>
      <p:sp>
        <p:nvSpPr>
          <p:cNvPr id="58381" name="Rectangle 14"/>
          <p:cNvSpPr/>
          <p:nvPr/>
        </p:nvSpPr>
        <p:spPr>
          <a:xfrm>
            <a:off x="1405255" y="1736725"/>
            <a:ext cx="7343775" cy="3421380"/>
          </a:xfrm>
          <a:prstGeom prst="rect">
            <a:avLst/>
          </a:prstGeom>
          <a:noFill/>
          <a:ln w="9525">
            <a:noFill/>
          </a:ln>
        </p:spPr>
        <p:txBody>
          <a:bodyPr anchor="t"/>
          <a:lstStyle/>
          <a:p>
            <a:pPr indent="720725">
              <a:lnSpc>
                <a:spcPct val="150000"/>
              </a:lnSpc>
              <a:buSzPct val="85000"/>
              <a:buFontTx/>
              <a:buBlip>
                <a:blip r:embed="rId2"/>
              </a:buBlip>
            </a:pPr>
            <a:endParaRPr lang="en-US" altLang="zh-CN" dirty="0">
              <a:latin typeface="Times New Roman" panose="02020603050405020304" pitchFamily="18" charset="0"/>
              <a:ea typeface="楷体_GB2312" pitchFamily="49" charset="-122"/>
            </a:endParaRPr>
          </a:p>
          <a:p>
            <a:pPr indent="720725">
              <a:lnSpc>
                <a:spcPct val="150000"/>
              </a:lnSpc>
              <a:buSzPct val="85000"/>
            </a:pPr>
            <a:r>
              <a:rPr lang="en-US" altLang="zh-CN" b="1" dirty="0">
                <a:latin typeface="Arial" panose="020B0604020202020204" pitchFamily="34" charset="0"/>
                <a:ea typeface="宋体" panose="02010600030101010101" pitchFamily="2" charset="-122"/>
              </a:rPr>
              <a:t>				</a:t>
            </a:r>
          </a:p>
        </p:txBody>
      </p:sp>
      <p:sp>
        <p:nvSpPr>
          <p:cNvPr id="58382" name="Rectangle 15"/>
          <p:cNvSpPr/>
          <p:nvPr/>
        </p:nvSpPr>
        <p:spPr>
          <a:xfrm>
            <a:off x="612140" y="1522095"/>
            <a:ext cx="5313363" cy="3421063"/>
          </a:xfrm>
          <a:prstGeom prst="rect">
            <a:avLst/>
          </a:prstGeom>
          <a:noFill/>
          <a:ln w="9525">
            <a:noFill/>
          </a:ln>
        </p:spPr>
        <p:txBody>
          <a:bodyPr anchor="t"/>
          <a:lstStyle/>
          <a:p>
            <a:pPr>
              <a:lnSpc>
                <a:spcPct val="150000"/>
              </a:lnSpc>
              <a:spcBef>
                <a:spcPct val="20000"/>
              </a:spcBef>
              <a:buSzPct val="85000"/>
              <a:buFontTx/>
            </a:pPr>
            <a:r>
              <a:rPr lang="zh-CN" altLang="en-US" dirty="0">
                <a:solidFill>
                  <a:schemeClr val="accent1"/>
                </a:solidFill>
                <a:effectLst>
                  <a:outerShdw blurRad="38100" dist="25400" dir="5400000" algn="ctr" rotWithShape="0">
                    <a:srgbClr val="6E747A">
                      <a:alpha val="43000"/>
                    </a:srgbClr>
                  </a:outerShdw>
                </a:effectLst>
                <a:latin typeface="Times New Roman" panose="02020603050405020304" pitchFamily="18" charset="0"/>
                <a:ea typeface="楷体_GB2312" pitchFamily="49" charset="-122"/>
              </a:rPr>
              <a:t>传感器结构分类：</a:t>
            </a:r>
          </a:p>
          <a:p>
            <a:pPr indent="720725">
              <a:lnSpc>
                <a:spcPct val="150000"/>
              </a:lnSpc>
              <a:spcBef>
                <a:spcPct val="20000"/>
              </a:spcBef>
              <a:buSzPct val="85000"/>
              <a:buFontTx/>
              <a:buBlip>
                <a:blip r:embed="rId2"/>
              </a:buBlip>
            </a:pPr>
            <a:r>
              <a:rPr lang="zh-CN" altLang="en-US" dirty="0">
                <a:latin typeface="Times New Roman" panose="02020603050405020304" pitchFamily="18" charset="0"/>
                <a:ea typeface="楷体_GB2312" pitchFamily="49" charset="-122"/>
              </a:rPr>
              <a:t>直接变换型</a:t>
            </a:r>
          </a:p>
          <a:p>
            <a:pPr indent="720725">
              <a:lnSpc>
                <a:spcPct val="150000"/>
              </a:lnSpc>
              <a:spcBef>
                <a:spcPct val="20000"/>
              </a:spcBef>
              <a:buSzPct val="85000"/>
              <a:buFontTx/>
              <a:buBlip>
                <a:blip r:embed="rId2"/>
              </a:buBlip>
            </a:pPr>
            <a:r>
              <a:rPr lang="zh-CN" altLang="en-US" dirty="0">
                <a:highlight>
                  <a:srgbClr val="FFFF00"/>
                </a:highlight>
                <a:latin typeface="Times New Roman" panose="02020603050405020304" pitchFamily="18" charset="0"/>
                <a:ea typeface="楷体_GB2312" pitchFamily="49" charset="-122"/>
              </a:rPr>
              <a:t>差动型</a:t>
            </a:r>
          </a:p>
          <a:p>
            <a:pPr indent="720725">
              <a:lnSpc>
                <a:spcPct val="150000"/>
              </a:lnSpc>
              <a:spcBef>
                <a:spcPct val="20000"/>
              </a:spcBef>
              <a:buSzPct val="85000"/>
              <a:buFontTx/>
              <a:buBlip>
                <a:blip r:embed="rId2"/>
              </a:buBlip>
            </a:pPr>
            <a:r>
              <a:rPr lang="zh-CN" altLang="en-US" dirty="0">
                <a:highlight>
                  <a:srgbClr val="FFFF00"/>
                </a:highlight>
                <a:latin typeface="Times New Roman" panose="02020603050405020304" pitchFamily="18" charset="0"/>
                <a:ea typeface="楷体_GB2312" pitchFamily="49" charset="-122"/>
              </a:rPr>
              <a:t>平衡型</a:t>
            </a:r>
            <a:r>
              <a:rPr lang="en-US" altLang="zh-CN" dirty="0">
                <a:latin typeface="Times New Roman" panose="02020603050405020304" pitchFamily="18" charset="0"/>
                <a:ea typeface="楷体_GB2312" pitchFamily="49" charset="-122"/>
              </a:rPr>
              <a:t>—</a:t>
            </a:r>
            <a:r>
              <a:rPr lang="zh-CN" altLang="en-US" dirty="0">
                <a:latin typeface="Times New Roman" panose="02020603050405020304" pitchFamily="18" charset="0"/>
                <a:ea typeface="楷体_GB2312" pitchFamily="49" charset="-122"/>
              </a:rPr>
              <a:t>含有反馈环节</a:t>
            </a:r>
          </a:p>
          <a:p>
            <a:pPr indent="720725">
              <a:lnSpc>
                <a:spcPct val="150000"/>
              </a:lnSpc>
              <a:spcBef>
                <a:spcPct val="20000"/>
              </a:spcBef>
              <a:buSzPct val="85000"/>
              <a:buFontTx/>
              <a:buBlip>
                <a:blip r:embed="rId2"/>
              </a:buBlip>
            </a:pPr>
            <a:r>
              <a:rPr lang="zh-CN" altLang="en-US" dirty="0">
                <a:latin typeface="Times New Roman" panose="02020603050405020304" pitchFamily="18" charset="0"/>
                <a:ea typeface="楷体_GB2312" pitchFamily="49" charset="-122"/>
              </a:rPr>
              <a:t>冗余型</a:t>
            </a:r>
          </a:p>
        </p:txBody>
      </p:sp>
      <p:sp>
        <p:nvSpPr>
          <p:cNvPr id="17" name="页脚占位符 6"/>
          <p:cNvSpPr txBox="1">
            <a:spLocks noGrp="1"/>
          </p:cNvSpPr>
          <p:nvPr>
            <p:ph type="ftr" sz="quarter" idx="11"/>
          </p:nvPr>
        </p:nvSpPr>
        <p:spPr>
          <a:xfrm>
            <a:off x="2843213" y="6411913"/>
            <a:ext cx="2895600" cy="365125"/>
          </a:xfrm>
          <a:noFill/>
        </p:spPr>
        <p:txBody>
          <a:bodyPr vert="horz" lIns="91440" tIns="45720" rIns="91440" bIns="45720" rtlCol="0" anchor="ctr"/>
          <a:lstStyle/>
          <a:p>
            <a:pPr marL="0" marR="0" lvl="0" indent="0" algn="ctr" defTabSz="914400" rtl="0" eaLnBrk="1" fontAlgn="base" latinLnBrk="0" hangingPunct="1">
              <a:lnSpc>
                <a:spcPct val="150000"/>
              </a:lnSpc>
              <a:spcBef>
                <a:spcPct val="20000"/>
              </a:spcBef>
              <a:spcAft>
                <a:spcPct val="0"/>
              </a:spcAft>
              <a:buClrTx/>
              <a:buSzPct val="85000"/>
              <a:buFontTx/>
              <a:buChar char="•"/>
              <a:defRPr/>
            </a:pPr>
            <a:r>
              <a:rPr kumimoji="1" lang="zh-CN" altLang="en-US" sz="1200" b="0" i="0" u="none" strike="noStrike" kern="1200" cap="none" spc="0" normalizeH="0" baseline="0" noProof="0" dirty="0">
                <a:ln>
                  <a:noFill/>
                </a:ln>
                <a:solidFill>
                  <a:schemeClr val="tx1">
                    <a:tint val="75000"/>
                  </a:schemeClr>
                </a:solidFill>
                <a:effectLst/>
                <a:uLnTx/>
                <a:uFillTx/>
                <a:latin typeface="Times New Roman" panose="02020603050405020304" pitchFamily="18" charset="0"/>
                <a:ea typeface="楷体_GB2312" pitchFamily="49" charset="-122"/>
                <a:cs typeface="+mn-cs"/>
              </a:rPr>
              <a:t>测量科学与仪器系</a:t>
            </a:r>
            <a:endParaRPr kumimoji="1" lang="en-US" altLang="zh-CN" sz="1200" b="0" i="0" u="none" strike="noStrike" kern="1200" cap="none" spc="0" normalizeH="0" baseline="0" noProof="0" dirty="0">
              <a:ln>
                <a:noFill/>
              </a:ln>
              <a:solidFill>
                <a:schemeClr val="tx1">
                  <a:tint val="75000"/>
                </a:schemeClr>
              </a:solidFill>
              <a:effectLst/>
              <a:uLnTx/>
              <a:uFillTx/>
              <a:latin typeface="Times New Roman" panose="02020603050405020304" pitchFamily="18" charset="0"/>
              <a:ea typeface="楷体_GB2312" pitchFamily="49" charset="-122"/>
              <a:cs typeface="+mn-cs"/>
            </a:endParaRPr>
          </a:p>
        </p:txBody>
      </p:sp>
      <p:sp>
        <p:nvSpPr>
          <p:cNvPr id="18" name="矩形 17"/>
          <p:cNvSpPr/>
          <p:nvPr/>
        </p:nvSpPr>
        <p:spPr>
          <a:xfrm>
            <a:off x="142875" y="1000125"/>
            <a:ext cx="8286750" cy="46038"/>
          </a:xfrm>
          <a:prstGeom prst="rect">
            <a:avLst/>
          </a:prstGeom>
          <a:gradFill flip="none" rotWithShape="1">
            <a:gsLst>
              <a:gs pos="0">
                <a:srgbClr val="5E9EFF"/>
              </a:gs>
              <a:gs pos="39999">
                <a:srgbClr val="85C2FF"/>
              </a:gs>
              <a:gs pos="70000">
                <a:srgbClr val="C4D6EB"/>
              </a:gs>
              <a:gs pos="100000">
                <a:srgbClr val="FFEBFA"/>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50000"/>
              </a:lnSpc>
              <a:spcBef>
                <a:spcPts val="0"/>
              </a:spcBef>
              <a:spcAft>
                <a:spcPts val="0"/>
              </a:spcAft>
              <a:buClrTx/>
              <a:buSzPct val="85000"/>
              <a:buFontTx/>
              <a:buChar char="•"/>
              <a:defRPr/>
            </a:pPr>
            <a:endParaRPr kumimoji="1" lang="zh-CN" altLang="en-US" sz="2400" b="0" i="0" u="none" strike="noStrike" kern="1200" cap="none" spc="0" normalizeH="0" baseline="0" noProof="0">
              <a:ln>
                <a:noFill/>
              </a:ln>
              <a:solidFill>
                <a:schemeClr val="lt1"/>
              </a:solidFill>
              <a:effectLst/>
              <a:uLnTx/>
              <a:uFillTx/>
              <a:latin typeface="+mn-lt"/>
              <a:ea typeface="+mn-ea"/>
              <a:cs typeface="+mn-cs"/>
            </a:endParaRPr>
          </a:p>
        </p:txBody>
      </p:sp>
    </p:spTree>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3" name="灯片编号占位符 4"/>
          <p:cNvSpPr>
            <a:spLocks noGrp="1"/>
          </p:cNvSpPr>
          <p:nvPr>
            <p:ph type="sldNum" sz="quarter" idx="12"/>
          </p:nvPr>
        </p:nvSpPr>
        <p:spPr>
          <a:noFill/>
          <a:ln>
            <a:noFill/>
          </a:ln>
        </p:spPr>
        <p:txBody>
          <a:bodyPr wrap="square" lIns="91440" tIns="45720" rIns="91440" bIns="45720" anchor="ctr"/>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r">
              <a:lnSpc>
                <a:spcPct val="150000"/>
              </a:lnSpc>
              <a:spcBef>
                <a:spcPct val="20000"/>
              </a:spcBef>
              <a:buSzPct val="85000"/>
              <a:buFontTx/>
              <a:buChar char="•"/>
            </a:pPr>
            <a:fld id="{9A0DB2DC-4C9A-4742-B13C-FB6460FD3503}" type="slidenum">
              <a:rPr lang="en-US" altLang="zh-CN" sz="1200" dirty="0">
                <a:solidFill>
                  <a:srgbClr val="898989"/>
                </a:solidFill>
              </a:rPr>
              <a:t>43</a:t>
            </a:fld>
            <a:endParaRPr lang="en-US" altLang="zh-CN" sz="1200" dirty="0">
              <a:solidFill>
                <a:srgbClr val="898989"/>
              </a:solidFill>
            </a:endParaRPr>
          </a:p>
        </p:txBody>
      </p:sp>
      <p:sp>
        <p:nvSpPr>
          <p:cNvPr id="59394" name="Rectangle 3"/>
          <p:cNvSpPr/>
          <p:nvPr/>
        </p:nvSpPr>
        <p:spPr>
          <a:xfrm>
            <a:off x="423863" y="3254375"/>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59395" name="Rectangle 4"/>
          <p:cNvSpPr/>
          <p:nvPr/>
        </p:nvSpPr>
        <p:spPr>
          <a:xfrm>
            <a:off x="423863" y="3254375"/>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59396" name="Rectangle 5"/>
          <p:cNvSpPr/>
          <p:nvPr/>
        </p:nvSpPr>
        <p:spPr>
          <a:xfrm>
            <a:off x="423863" y="2782888"/>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59397" name="Rectangle 6"/>
          <p:cNvSpPr/>
          <p:nvPr/>
        </p:nvSpPr>
        <p:spPr>
          <a:xfrm>
            <a:off x="423863" y="3254375"/>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59398" name="Rectangle 7"/>
          <p:cNvSpPr/>
          <p:nvPr/>
        </p:nvSpPr>
        <p:spPr>
          <a:xfrm>
            <a:off x="423863" y="3240088"/>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59399" name="Rectangle 8"/>
          <p:cNvSpPr/>
          <p:nvPr/>
        </p:nvSpPr>
        <p:spPr>
          <a:xfrm>
            <a:off x="423863" y="2720975"/>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59400" name="Rectangle 9"/>
          <p:cNvSpPr/>
          <p:nvPr/>
        </p:nvSpPr>
        <p:spPr>
          <a:xfrm>
            <a:off x="423863" y="53975"/>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59401" name="Rectangle 10"/>
          <p:cNvSpPr/>
          <p:nvPr/>
        </p:nvSpPr>
        <p:spPr>
          <a:xfrm>
            <a:off x="423863" y="2811463"/>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59402" name="Rectangle 11"/>
          <p:cNvSpPr/>
          <p:nvPr/>
        </p:nvSpPr>
        <p:spPr>
          <a:xfrm>
            <a:off x="423863" y="53975"/>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59403" name="Rectangle 13"/>
          <p:cNvSpPr/>
          <p:nvPr/>
        </p:nvSpPr>
        <p:spPr>
          <a:xfrm>
            <a:off x="539750" y="1736725"/>
            <a:ext cx="8208963" cy="1323975"/>
          </a:xfrm>
          <a:prstGeom prst="rect">
            <a:avLst/>
          </a:prstGeom>
          <a:noFill/>
          <a:ln w="9525">
            <a:noFill/>
          </a:ln>
        </p:spPr>
        <p:txBody>
          <a:bodyPr anchor="t"/>
          <a:lstStyle/>
          <a:p>
            <a:pPr indent="720725">
              <a:lnSpc>
                <a:spcPct val="150000"/>
              </a:lnSpc>
              <a:buSzPct val="85000"/>
              <a:buFontTx/>
              <a:buBlip>
                <a:blip r:embed="rId2"/>
              </a:buBlip>
            </a:pPr>
            <a:endParaRPr lang="en-US" altLang="zh-CN" dirty="0">
              <a:latin typeface="Times New Roman" panose="02020603050405020304" pitchFamily="18" charset="0"/>
              <a:ea typeface="楷体_GB2312" pitchFamily="49" charset="-122"/>
            </a:endParaRPr>
          </a:p>
          <a:p>
            <a:pPr indent="720725">
              <a:lnSpc>
                <a:spcPct val="150000"/>
              </a:lnSpc>
              <a:buSzPct val="85000"/>
            </a:pPr>
            <a:r>
              <a:rPr lang="en-US" altLang="zh-CN" b="1" dirty="0">
                <a:latin typeface="Arial" panose="020B0604020202020204" pitchFamily="34" charset="0"/>
                <a:ea typeface="宋体" panose="02010600030101010101" pitchFamily="2" charset="-122"/>
              </a:rPr>
              <a:t>				</a:t>
            </a:r>
          </a:p>
        </p:txBody>
      </p:sp>
      <p:sp>
        <p:nvSpPr>
          <p:cNvPr id="59404" name="Rectangle 14"/>
          <p:cNvSpPr/>
          <p:nvPr/>
        </p:nvSpPr>
        <p:spPr>
          <a:xfrm>
            <a:off x="1084580" y="1129030"/>
            <a:ext cx="6759575" cy="2125345"/>
          </a:xfrm>
          <a:prstGeom prst="rect">
            <a:avLst/>
          </a:prstGeom>
          <a:noFill/>
          <a:ln w="9525">
            <a:noFill/>
          </a:ln>
        </p:spPr>
        <p:txBody>
          <a:bodyPr anchor="t"/>
          <a:lstStyle/>
          <a:p>
            <a:pPr>
              <a:lnSpc>
                <a:spcPct val="150000"/>
              </a:lnSpc>
              <a:spcBef>
                <a:spcPct val="20000"/>
              </a:spcBef>
              <a:buSzPct val="85000"/>
            </a:pPr>
            <a:r>
              <a:rPr lang="zh-CN" altLang="en-US" sz="2000" dirty="0">
                <a:latin typeface="黑体" panose="02010609060101010101" pitchFamily="2" charset="-122"/>
                <a:ea typeface="黑体" panose="02010609060101010101" pitchFamily="2" charset="-122"/>
              </a:rPr>
              <a:t>如何分析传感器</a:t>
            </a:r>
            <a:r>
              <a:rPr lang="zh-CN" altLang="en-US" sz="2000" b="1" dirty="0">
                <a:solidFill>
                  <a:srgbClr val="C00000"/>
                </a:solidFill>
                <a:latin typeface="黑体" panose="02010609060101010101" pitchFamily="2" charset="-122"/>
                <a:ea typeface="黑体" panose="02010609060101010101" pitchFamily="2" charset="-122"/>
              </a:rPr>
              <a:t>结构</a:t>
            </a:r>
            <a:r>
              <a:rPr lang="zh-CN" altLang="en-US" sz="2000" dirty="0">
                <a:latin typeface="黑体" panose="02010609060101010101" pitchFamily="2" charset="-122"/>
                <a:ea typeface="黑体" panose="02010609060101010101" pitchFamily="2" charset="-122"/>
              </a:rPr>
              <a:t>与传感器</a:t>
            </a:r>
            <a:r>
              <a:rPr lang="zh-CN" altLang="en-US" sz="2000" b="1" dirty="0">
                <a:solidFill>
                  <a:srgbClr val="C00000"/>
                </a:solidFill>
                <a:latin typeface="黑体" panose="02010609060101010101" pitchFamily="2" charset="-122"/>
                <a:ea typeface="黑体" panose="02010609060101010101" pitchFamily="2" charset="-122"/>
              </a:rPr>
              <a:t>抗干扰能力</a:t>
            </a:r>
            <a:r>
              <a:rPr lang="zh-CN" altLang="en-US" sz="2000" dirty="0">
                <a:latin typeface="黑体" panose="02010609060101010101" pitchFamily="2" charset="-122"/>
                <a:ea typeface="黑体" panose="02010609060101010101" pitchFamily="2" charset="-122"/>
              </a:rPr>
              <a:t>的关系？  </a:t>
            </a:r>
          </a:p>
          <a:p>
            <a:pPr>
              <a:lnSpc>
                <a:spcPct val="150000"/>
              </a:lnSpc>
              <a:spcBef>
                <a:spcPct val="20000"/>
              </a:spcBef>
              <a:buSzPct val="85000"/>
            </a:pPr>
            <a:r>
              <a:rPr lang="zh-CN" altLang="en-US" sz="2000" dirty="0">
                <a:latin typeface="黑体" panose="02010609060101010101" pitchFamily="2" charset="-122"/>
                <a:ea typeface="黑体" panose="02010609060101010101" pitchFamily="2" charset="-122"/>
              </a:rPr>
              <a:t> </a:t>
            </a:r>
            <a:r>
              <a:rPr lang="en-US" altLang="zh-CN" sz="2000" dirty="0">
                <a:latin typeface="黑体" panose="02010609060101010101" pitchFamily="2" charset="-122"/>
                <a:ea typeface="黑体" panose="02010609060101010101" pitchFamily="2" charset="-122"/>
              </a:rPr>
              <a:t> </a:t>
            </a:r>
            <a:endParaRPr lang="en-US" altLang="zh-CN" sz="2000" dirty="0">
              <a:solidFill>
                <a:srgbClr val="FF3300"/>
              </a:solidFill>
              <a:latin typeface="黑体" panose="02010609060101010101" pitchFamily="2" charset="-122"/>
              <a:ea typeface="黑体" panose="02010609060101010101" pitchFamily="2" charset="-122"/>
            </a:endParaRPr>
          </a:p>
        </p:txBody>
      </p:sp>
      <p:sp>
        <p:nvSpPr>
          <p:cNvPr id="25" name="页脚占位符 6"/>
          <p:cNvSpPr txBox="1">
            <a:spLocks noGrp="1"/>
          </p:cNvSpPr>
          <p:nvPr>
            <p:ph type="ftr" sz="quarter" idx="11"/>
          </p:nvPr>
        </p:nvSpPr>
        <p:spPr>
          <a:xfrm>
            <a:off x="2843213" y="6411913"/>
            <a:ext cx="2895600" cy="365125"/>
          </a:xfrm>
          <a:noFill/>
        </p:spPr>
        <p:txBody>
          <a:bodyPr vert="horz" lIns="91440" tIns="45720" rIns="91440" bIns="45720" rtlCol="0" anchor="ctr"/>
          <a:lstStyle/>
          <a:p>
            <a:pPr marL="0" marR="0" lvl="0" indent="0" algn="ctr" defTabSz="914400" rtl="0" eaLnBrk="1" fontAlgn="base" latinLnBrk="0" hangingPunct="1">
              <a:lnSpc>
                <a:spcPct val="150000"/>
              </a:lnSpc>
              <a:spcBef>
                <a:spcPct val="20000"/>
              </a:spcBef>
              <a:spcAft>
                <a:spcPct val="0"/>
              </a:spcAft>
              <a:buClrTx/>
              <a:buSzPct val="85000"/>
              <a:buFontTx/>
              <a:buChar char="•"/>
              <a:defRPr/>
            </a:pPr>
            <a:r>
              <a:rPr kumimoji="1" lang="zh-CN" altLang="en-US" sz="1200" b="0" i="0" u="none" strike="noStrike" kern="1200" cap="none" spc="0" normalizeH="0" baseline="0" noProof="0" dirty="0">
                <a:ln>
                  <a:noFill/>
                </a:ln>
                <a:solidFill>
                  <a:schemeClr val="tx1">
                    <a:tint val="75000"/>
                  </a:schemeClr>
                </a:solidFill>
                <a:effectLst/>
                <a:uLnTx/>
                <a:uFillTx/>
                <a:latin typeface="Times New Roman" panose="02020603050405020304" pitchFamily="18" charset="0"/>
                <a:ea typeface="楷体_GB2312" pitchFamily="49" charset="-122"/>
                <a:cs typeface="+mn-cs"/>
              </a:rPr>
              <a:t>自动化学院测量科学与仪器系</a:t>
            </a:r>
            <a:endParaRPr kumimoji="1" lang="en-US" altLang="zh-CN" sz="1200" b="0" i="0" u="none" strike="noStrike" kern="1200" cap="none" spc="0" normalizeH="0" baseline="0" noProof="0" dirty="0">
              <a:ln>
                <a:noFill/>
              </a:ln>
              <a:solidFill>
                <a:schemeClr val="tx1">
                  <a:tint val="75000"/>
                </a:schemeClr>
              </a:solidFill>
              <a:effectLst/>
              <a:uLnTx/>
              <a:uFillTx/>
              <a:latin typeface="Times New Roman" panose="02020603050405020304" pitchFamily="18" charset="0"/>
              <a:ea typeface="楷体_GB2312" pitchFamily="49" charset="-122"/>
              <a:cs typeface="+mn-cs"/>
            </a:endParaRPr>
          </a:p>
        </p:txBody>
      </p:sp>
      <p:sp>
        <p:nvSpPr>
          <p:cNvPr id="26" name="矩形 25"/>
          <p:cNvSpPr/>
          <p:nvPr/>
        </p:nvSpPr>
        <p:spPr>
          <a:xfrm>
            <a:off x="142875" y="1000125"/>
            <a:ext cx="8286750" cy="46038"/>
          </a:xfrm>
          <a:prstGeom prst="rect">
            <a:avLst/>
          </a:prstGeom>
          <a:gradFill flip="none" rotWithShape="1">
            <a:gsLst>
              <a:gs pos="0">
                <a:srgbClr val="5E9EFF"/>
              </a:gs>
              <a:gs pos="39999">
                <a:srgbClr val="85C2FF"/>
              </a:gs>
              <a:gs pos="70000">
                <a:srgbClr val="C4D6EB"/>
              </a:gs>
              <a:gs pos="100000">
                <a:srgbClr val="FFEBFA"/>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50000"/>
              </a:lnSpc>
              <a:spcBef>
                <a:spcPts val="0"/>
              </a:spcBef>
              <a:spcAft>
                <a:spcPts val="0"/>
              </a:spcAft>
              <a:buClrTx/>
              <a:buSzPct val="85000"/>
              <a:buFontTx/>
              <a:buChar char="•"/>
              <a:defRPr/>
            </a:pPr>
            <a:endParaRPr kumimoji="1" lang="zh-CN" altLang="en-US" sz="2400" b="0" i="0" u="none" strike="noStrike" kern="1200" cap="none" spc="0" normalizeH="0" baseline="0" noProof="0">
              <a:ln>
                <a:noFill/>
              </a:ln>
              <a:solidFill>
                <a:schemeClr val="lt1"/>
              </a:solidFill>
              <a:effectLst/>
              <a:uLnTx/>
              <a:uFillTx/>
              <a:latin typeface="+mn-lt"/>
              <a:ea typeface="+mn-ea"/>
              <a:cs typeface="+mn-cs"/>
            </a:endParaRPr>
          </a:p>
        </p:txBody>
      </p:sp>
      <p:grpSp>
        <p:nvGrpSpPr>
          <p:cNvPr id="59407" name="组合 2"/>
          <p:cNvGrpSpPr/>
          <p:nvPr/>
        </p:nvGrpSpPr>
        <p:grpSpPr>
          <a:xfrm>
            <a:off x="902653" y="2074545"/>
            <a:ext cx="4137025" cy="1820863"/>
            <a:chOff x="1907382" y="3489324"/>
            <a:chExt cx="4137025" cy="1821142"/>
          </a:xfrm>
        </p:grpSpPr>
        <p:sp>
          <p:nvSpPr>
            <p:cNvPr id="59408" name="Line 17"/>
            <p:cNvSpPr/>
            <p:nvPr/>
          </p:nvSpPr>
          <p:spPr>
            <a:xfrm>
              <a:off x="4680747" y="4146131"/>
              <a:ext cx="869027" cy="356"/>
            </a:xfrm>
            <a:prstGeom prst="line">
              <a:avLst/>
            </a:prstGeom>
            <a:ln w="25400" cap="flat" cmpd="sng">
              <a:solidFill>
                <a:schemeClr val="tx1"/>
              </a:solidFill>
              <a:prstDash val="solid"/>
              <a:round/>
              <a:headEnd type="none" w="med" len="med"/>
              <a:tailEnd type="triangle" w="med" len="med"/>
            </a:ln>
          </p:spPr>
        </p:sp>
        <p:sp>
          <p:nvSpPr>
            <p:cNvPr id="59409" name="Line 20"/>
            <p:cNvSpPr/>
            <p:nvPr/>
          </p:nvSpPr>
          <p:spPr>
            <a:xfrm flipV="1">
              <a:off x="2511555" y="4287224"/>
              <a:ext cx="0" cy="503238"/>
            </a:xfrm>
            <a:prstGeom prst="line">
              <a:avLst/>
            </a:prstGeom>
            <a:ln w="28575" cap="flat" cmpd="sng">
              <a:solidFill>
                <a:schemeClr val="tx1"/>
              </a:solidFill>
              <a:prstDash val="solid"/>
              <a:round/>
              <a:headEnd type="none" w="med" len="med"/>
              <a:tailEnd type="none" w="med" len="med"/>
            </a:ln>
          </p:spPr>
        </p:sp>
        <p:sp>
          <p:nvSpPr>
            <p:cNvPr id="59410" name="Text Box 21"/>
            <p:cNvSpPr txBox="1"/>
            <p:nvPr/>
          </p:nvSpPr>
          <p:spPr>
            <a:xfrm>
              <a:off x="1907382" y="3489324"/>
              <a:ext cx="611188" cy="738664"/>
            </a:xfrm>
            <a:prstGeom prst="rect">
              <a:avLst/>
            </a:prstGeom>
            <a:noFill/>
            <a:ln w="9525">
              <a:noFill/>
            </a:ln>
          </p:spPr>
          <p:txBody>
            <a:bodyPr anchor="t">
              <a:spAutoFit/>
            </a:bodyPr>
            <a:lstStyle/>
            <a:p>
              <a:pPr marL="342900" indent="-342900" algn="ctr">
                <a:lnSpc>
                  <a:spcPct val="150000"/>
                </a:lnSpc>
                <a:spcBef>
                  <a:spcPct val="50000"/>
                </a:spcBef>
                <a:buSzPct val="85000"/>
              </a:pPr>
              <a:r>
                <a:rPr lang="en-US" altLang="zh-CN" sz="2800" dirty="0">
                  <a:latin typeface="Times New Roman" panose="02020603050405020304" pitchFamily="18" charset="0"/>
                  <a:ea typeface="楷体_GB2312" pitchFamily="49" charset="-122"/>
                </a:rPr>
                <a:t>x</a:t>
              </a:r>
            </a:p>
          </p:txBody>
        </p:sp>
        <p:sp>
          <p:nvSpPr>
            <p:cNvPr id="59411" name="Text Box 22"/>
            <p:cNvSpPr txBox="1"/>
            <p:nvPr/>
          </p:nvSpPr>
          <p:spPr>
            <a:xfrm>
              <a:off x="5433219" y="3647461"/>
              <a:ext cx="611188" cy="639763"/>
            </a:xfrm>
            <a:prstGeom prst="rect">
              <a:avLst/>
            </a:prstGeom>
            <a:noFill/>
            <a:ln w="9525">
              <a:noFill/>
            </a:ln>
          </p:spPr>
          <p:txBody>
            <a:bodyPr anchor="t">
              <a:spAutoFit/>
            </a:bodyPr>
            <a:lstStyle/>
            <a:p>
              <a:pPr marL="342900" indent="-342900" algn="ctr">
                <a:lnSpc>
                  <a:spcPct val="150000"/>
                </a:lnSpc>
                <a:spcBef>
                  <a:spcPct val="50000"/>
                </a:spcBef>
                <a:buSzPct val="85000"/>
              </a:pPr>
              <a:r>
                <a:rPr lang="en-US" altLang="zh-CN" dirty="0">
                  <a:latin typeface="Times New Roman" panose="02020603050405020304" pitchFamily="18" charset="0"/>
                  <a:ea typeface="楷体_GB2312" pitchFamily="49" charset="-122"/>
                </a:rPr>
                <a:t>y</a:t>
              </a:r>
            </a:p>
          </p:txBody>
        </p:sp>
        <p:sp>
          <p:nvSpPr>
            <p:cNvPr id="59412" name="Text Box 23"/>
            <p:cNvSpPr txBox="1"/>
            <p:nvPr/>
          </p:nvSpPr>
          <p:spPr>
            <a:xfrm>
              <a:off x="2241043" y="4670703"/>
              <a:ext cx="611188" cy="639763"/>
            </a:xfrm>
            <a:prstGeom prst="rect">
              <a:avLst/>
            </a:prstGeom>
            <a:noFill/>
            <a:ln w="9525">
              <a:noFill/>
            </a:ln>
          </p:spPr>
          <p:txBody>
            <a:bodyPr anchor="t">
              <a:spAutoFit/>
            </a:bodyPr>
            <a:lstStyle/>
            <a:p>
              <a:pPr marL="342900" indent="-342900" algn="ctr">
                <a:lnSpc>
                  <a:spcPct val="150000"/>
                </a:lnSpc>
                <a:spcBef>
                  <a:spcPct val="50000"/>
                </a:spcBef>
                <a:buSzPct val="85000"/>
              </a:pPr>
              <a:r>
                <a:rPr lang="en-US" altLang="zh-CN" dirty="0">
                  <a:latin typeface="Times New Roman" panose="02020603050405020304" pitchFamily="18" charset="0"/>
                  <a:ea typeface="楷体_GB2312" pitchFamily="49" charset="-122"/>
                </a:rPr>
                <a:t>N</a:t>
              </a:r>
            </a:p>
          </p:txBody>
        </p:sp>
        <p:sp>
          <p:nvSpPr>
            <p:cNvPr id="2" name="圆角矩形 1"/>
            <p:cNvSpPr/>
            <p:nvPr/>
          </p:nvSpPr>
          <p:spPr>
            <a:xfrm>
              <a:off x="3380582" y="3684617"/>
              <a:ext cx="1312862" cy="873259"/>
            </a:xfrm>
            <a:prstGeom prst="round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lt1"/>
                </a:solidFill>
                <a:effectLst/>
                <a:uLnTx/>
                <a:uFillTx/>
                <a:latin typeface="+mn-lt"/>
                <a:ea typeface="+mn-ea"/>
                <a:cs typeface="+mn-cs"/>
              </a:endParaRPr>
            </a:p>
          </p:txBody>
        </p:sp>
        <p:sp>
          <p:nvSpPr>
            <p:cNvPr id="3" name="Rectangle 16"/>
            <p:cNvSpPr>
              <a:spLocks noChangeArrowheads="1"/>
            </p:cNvSpPr>
            <p:nvPr/>
          </p:nvSpPr>
          <p:spPr bwMode="auto">
            <a:xfrm>
              <a:off x="3380582" y="3768767"/>
              <a:ext cx="1189037" cy="684318"/>
            </a:xfrm>
            <a:prstGeom prst="rect">
              <a:avLst/>
            </a:prstGeom>
            <a:noFill/>
            <a:ln w="9525" algn="ctr">
              <a:noFill/>
              <a:miter lim="800000"/>
            </a:ln>
            <a:extLst>
              <a:ext uri="{909E8E84-426E-40DD-AFC4-6F175D3DCCD1}">
                <a14:hiddenFill xmlns:a14="http://schemas.microsoft.com/office/drawing/2010/main">
                  <a:solidFill>
                    <a:srgbClr val="FFFFFF"/>
                  </a:solidFill>
                </a14:hiddenFill>
              </a:ext>
            </a:extLst>
          </p:spPr>
          <p:txBody>
            <a:bodyPr wrap="none" anchor="ctr"/>
            <a:lstStyle>
              <a:lvl1pPr indent="176530">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marL="0" marR="0" lvl="0" indent="176530" algn="ctr" defTabSz="914400" rtl="0" eaLnBrk="1" fontAlgn="base" latinLnBrk="0" hangingPunct="1">
                <a:lnSpc>
                  <a:spcPct val="150000"/>
                </a:lnSpc>
                <a:spcBef>
                  <a:spcPct val="20000"/>
                </a:spcBef>
                <a:spcAft>
                  <a:spcPct val="0"/>
                </a:spcAft>
                <a:buClrTx/>
                <a:buSzPct val="85000"/>
                <a:buFontTx/>
                <a:buNone/>
                <a:defRPr/>
              </a:pPr>
              <a:r>
                <a:rPr kumimoji="1" lang="en-US" altLang="zh-CN" sz="2400" b="0" i="0" u="none" strike="noStrike" kern="1200" cap="none" spc="0" normalizeH="0" baseline="0" noProof="0" dirty="0">
                  <a:ln w="0"/>
                  <a:solidFill>
                    <a:schemeClr val="tx1"/>
                  </a:solidFill>
                  <a:effectLst>
                    <a:outerShdw blurRad="38100" dist="19050" dir="2700000" algn="tl" rotWithShape="0">
                      <a:schemeClr val="dk1">
                        <a:alpha val="40000"/>
                      </a:schemeClr>
                    </a:outerShdw>
                  </a:effectLst>
                  <a:uLnTx/>
                  <a:uFillTx/>
                  <a:latin typeface="Times New Roman" panose="02020603050405020304" pitchFamily="18" charset="0"/>
                  <a:ea typeface="楷体_GB2312" pitchFamily="49" charset="-122"/>
                  <a:cs typeface="+mn-cs"/>
                </a:rPr>
                <a:t>S+</a:t>
              </a:r>
              <a:r>
                <a:rPr kumimoji="1" lang="en-US" altLang="zh-CN" sz="2400" b="0" i="0" u="none" strike="noStrike" kern="1200" cap="none" spc="0" normalizeH="0" baseline="0" noProof="0" dirty="0">
                  <a:ln w="0"/>
                  <a:solidFill>
                    <a:schemeClr val="tx1"/>
                  </a:solidFill>
                  <a:effectLst>
                    <a:outerShdw blurRad="38100" dist="19050" dir="2700000" algn="tl" rotWithShape="0">
                      <a:schemeClr val="dk1">
                        <a:alpha val="40000"/>
                      </a:schemeClr>
                    </a:outerShdw>
                  </a:effectLst>
                  <a:uLnTx/>
                  <a:uFillTx/>
                  <a:latin typeface="楷体_GB2312" pitchFamily="49" charset="-122"/>
                  <a:ea typeface="楷体_GB2312" pitchFamily="49" charset="-122"/>
                  <a:cs typeface="+mn-cs"/>
                </a:rPr>
                <a:t>△</a:t>
              </a:r>
              <a:r>
                <a:rPr kumimoji="1" lang="en-US" altLang="zh-CN" sz="2400" b="0" i="0" u="none" strike="noStrike" kern="1200" cap="none" spc="0" normalizeH="0" baseline="0" noProof="0" dirty="0">
                  <a:ln w="0"/>
                  <a:solidFill>
                    <a:schemeClr val="tx1"/>
                  </a:solidFill>
                  <a:effectLst>
                    <a:outerShdw blurRad="38100" dist="19050" dir="2700000" algn="tl" rotWithShape="0">
                      <a:schemeClr val="dk1">
                        <a:alpha val="40000"/>
                      </a:schemeClr>
                    </a:outerShdw>
                  </a:effectLst>
                  <a:uLnTx/>
                  <a:uFillTx/>
                  <a:latin typeface="Times New Roman" panose="02020603050405020304" pitchFamily="18" charset="0"/>
                  <a:ea typeface="楷体_GB2312" pitchFamily="49" charset="-122"/>
                  <a:cs typeface="+mn-cs"/>
                </a:rPr>
                <a:t>S</a:t>
              </a:r>
            </a:p>
          </p:txBody>
        </p:sp>
        <p:sp>
          <p:nvSpPr>
            <p:cNvPr id="59415" name="Line 17"/>
            <p:cNvSpPr/>
            <p:nvPr/>
          </p:nvSpPr>
          <p:spPr>
            <a:xfrm>
              <a:off x="2511555" y="3978981"/>
              <a:ext cx="869027" cy="356"/>
            </a:xfrm>
            <a:prstGeom prst="line">
              <a:avLst/>
            </a:prstGeom>
            <a:ln w="25400" cap="flat" cmpd="sng">
              <a:solidFill>
                <a:schemeClr val="tx1"/>
              </a:solidFill>
              <a:prstDash val="solid"/>
              <a:round/>
              <a:headEnd type="none" w="med" len="med"/>
              <a:tailEnd type="triangle" w="med" len="med"/>
            </a:ln>
          </p:spPr>
        </p:sp>
        <p:sp>
          <p:nvSpPr>
            <p:cNvPr id="59416" name="Line 17"/>
            <p:cNvSpPr/>
            <p:nvPr/>
          </p:nvSpPr>
          <p:spPr>
            <a:xfrm>
              <a:off x="2511555" y="4287224"/>
              <a:ext cx="869027" cy="356"/>
            </a:xfrm>
            <a:prstGeom prst="line">
              <a:avLst/>
            </a:prstGeom>
            <a:ln w="25400" cap="flat" cmpd="sng">
              <a:solidFill>
                <a:schemeClr val="tx1"/>
              </a:solidFill>
              <a:prstDash val="solid"/>
              <a:round/>
              <a:headEnd type="none" w="med" len="med"/>
              <a:tailEnd type="triangle" w="med" len="med"/>
            </a:ln>
          </p:spPr>
        </p:sp>
      </p:grpSp>
      <p:sp>
        <p:nvSpPr>
          <p:cNvPr id="58380" name="Rectangle 13"/>
          <p:cNvSpPr/>
          <p:nvPr/>
        </p:nvSpPr>
        <p:spPr>
          <a:xfrm>
            <a:off x="373063" y="266700"/>
            <a:ext cx="7772400" cy="630238"/>
          </a:xfrm>
          <a:prstGeom prst="rect">
            <a:avLst/>
          </a:prstGeom>
          <a:noFill/>
          <a:ln w="9525">
            <a:noFill/>
          </a:ln>
        </p:spPr>
        <p:txBody>
          <a:bodyPr anchor="ctr">
            <a:spAutoFit/>
          </a:bodyPr>
          <a:lstStyle/>
          <a:p>
            <a:pPr>
              <a:lnSpc>
                <a:spcPct val="125000"/>
              </a:lnSpc>
              <a:spcBef>
                <a:spcPct val="50000"/>
              </a:spcBef>
              <a:buSzPct val="85000"/>
            </a:pPr>
            <a:r>
              <a:rPr lang="en-US" altLang="zh-CN" sz="2800" b="1" dirty="0">
                <a:solidFill>
                  <a:schemeClr val="tx2"/>
                </a:solidFill>
                <a:latin typeface="黑体" panose="02010609060101010101" pitchFamily="2" charset="-122"/>
                <a:ea typeface="黑体" panose="02010609060101010101" pitchFamily="2" charset="-122"/>
              </a:rPr>
              <a:t>5 </a:t>
            </a:r>
            <a:r>
              <a:rPr lang="zh-CN" altLang="en-US" sz="2800" b="1" dirty="0">
                <a:solidFill>
                  <a:schemeClr val="tx2"/>
                </a:solidFill>
                <a:latin typeface="黑体" panose="02010609060101010101" pitchFamily="2" charset="-122"/>
                <a:ea typeface="黑体" panose="02010609060101010101" pitchFamily="2" charset="-122"/>
              </a:rPr>
              <a:t>传感器性能与结构的关系</a:t>
            </a:r>
            <a:endParaRPr lang="zh-CN" altLang="en-US" sz="2800" b="1" dirty="0">
              <a:latin typeface="黑体" panose="02010609060101010101" pitchFamily="2" charset="-122"/>
              <a:ea typeface="黑体" panose="02010609060101010101" pitchFamily="2" charset="-122"/>
            </a:endParaRPr>
          </a:p>
        </p:txBody>
      </p:sp>
      <p:sp>
        <p:nvSpPr>
          <p:cNvPr id="4" name="文本框 3"/>
          <p:cNvSpPr txBox="1"/>
          <p:nvPr/>
        </p:nvSpPr>
        <p:spPr>
          <a:xfrm>
            <a:off x="828040" y="3990340"/>
            <a:ext cx="7046595" cy="1815497"/>
          </a:xfrm>
          <a:prstGeom prst="rect">
            <a:avLst/>
          </a:prstGeom>
          <a:noFill/>
        </p:spPr>
        <p:txBody>
          <a:bodyPr wrap="square" rtlCol="0" anchor="t">
            <a:spAutoFit/>
          </a:bodyPr>
          <a:lstStyle/>
          <a:p>
            <a:pPr>
              <a:lnSpc>
                <a:spcPct val="150000"/>
              </a:lnSpc>
              <a:spcBef>
                <a:spcPct val="20000"/>
              </a:spcBef>
              <a:buSzPct val="85000"/>
            </a:pPr>
            <a:r>
              <a:rPr lang="zh-CN" altLang="en-US" dirty="0">
                <a:latin typeface="黑体" panose="02010609060101010101" pitchFamily="2" charset="-122"/>
                <a:ea typeface="黑体" panose="02010609060101010101" pitchFamily="2" charset="-122"/>
                <a:sym typeface="+mn-ea"/>
              </a:rPr>
              <a:t>设环境对传感器的影响表现为</a:t>
            </a:r>
            <a:r>
              <a:rPr lang="en-US" altLang="zh-CN" dirty="0">
                <a:latin typeface="黑体" panose="02010609060101010101" pitchFamily="2" charset="-122"/>
                <a:ea typeface="黑体" panose="02010609060101010101" pitchFamily="2" charset="-122"/>
                <a:sym typeface="+mn-ea"/>
              </a:rPr>
              <a:t>2</a:t>
            </a:r>
            <a:r>
              <a:rPr lang="zh-CN" altLang="en-US" dirty="0">
                <a:latin typeface="黑体" panose="02010609060101010101" pitchFamily="2" charset="-122"/>
                <a:ea typeface="黑体" panose="02010609060101010101" pitchFamily="2" charset="-122"/>
                <a:sym typeface="+mn-ea"/>
              </a:rPr>
              <a:t>个重要方面</a:t>
            </a:r>
            <a:r>
              <a:rPr lang="en-US" altLang="zh-CN" dirty="0">
                <a:latin typeface="黑体" panose="02010609060101010101" pitchFamily="2" charset="-122"/>
                <a:ea typeface="黑体" panose="02010609060101010101" pitchFamily="2" charset="-122"/>
                <a:sym typeface="+mn-ea"/>
              </a:rPr>
              <a:t>:</a:t>
            </a:r>
            <a:endParaRPr lang="en-US" altLang="zh-CN" dirty="0">
              <a:latin typeface="黑体" panose="02010609060101010101" pitchFamily="2" charset="-122"/>
              <a:ea typeface="黑体" panose="02010609060101010101" pitchFamily="2" charset="-122"/>
            </a:endParaRPr>
          </a:p>
          <a:p>
            <a:pPr>
              <a:lnSpc>
                <a:spcPct val="150000"/>
              </a:lnSpc>
              <a:spcBef>
                <a:spcPct val="20000"/>
              </a:spcBef>
              <a:buSzPct val="85000"/>
            </a:pPr>
            <a:r>
              <a:rPr lang="en-US" altLang="zh-CN" dirty="0">
                <a:latin typeface="黑体" panose="02010609060101010101" pitchFamily="2" charset="-122"/>
                <a:ea typeface="黑体" panose="02010609060101010101" pitchFamily="2" charset="-122"/>
                <a:sym typeface="+mn-ea"/>
              </a:rPr>
              <a:t>	</a:t>
            </a:r>
            <a:r>
              <a:rPr lang="en-US" altLang="zh-CN" dirty="0">
                <a:latin typeface="宋体" panose="02010600030101010101" pitchFamily="2" charset="-122"/>
                <a:ea typeface="宋体" panose="02010600030101010101" pitchFamily="2" charset="-122"/>
                <a:sym typeface="+mn-ea"/>
              </a:rPr>
              <a:t>·</a:t>
            </a:r>
            <a:r>
              <a:rPr lang="zh-CN" altLang="en-US" dirty="0">
                <a:latin typeface="黑体" panose="02010609060101010101" pitchFamily="2" charset="-122"/>
                <a:ea typeface="黑体" panose="02010609060101010101" pitchFamily="2" charset="-122"/>
                <a:sym typeface="+mn-ea"/>
              </a:rPr>
              <a:t>灵敏度变化</a:t>
            </a:r>
            <a:r>
              <a:rPr lang="zh-CN" altLang="en-US" dirty="0">
                <a:solidFill>
                  <a:srgbClr val="FF3300"/>
                </a:solidFill>
                <a:latin typeface="黑体" panose="02010609060101010101" pitchFamily="2" charset="-122"/>
                <a:ea typeface="黑体" panose="02010609060101010101" pitchFamily="2" charset="-122"/>
                <a:sym typeface="+mn-ea"/>
              </a:rPr>
              <a:t>△</a:t>
            </a:r>
            <a:r>
              <a:rPr lang="en-US" altLang="zh-CN" dirty="0">
                <a:solidFill>
                  <a:srgbClr val="FF3300"/>
                </a:solidFill>
                <a:latin typeface="黑体" panose="02010609060101010101" pitchFamily="2" charset="-122"/>
                <a:ea typeface="黑体" panose="02010609060101010101" pitchFamily="2" charset="-122"/>
                <a:sym typeface="+mn-ea"/>
              </a:rPr>
              <a:t>S——&gt;</a:t>
            </a:r>
            <a:r>
              <a:rPr lang="zh-CN" altLang="en-US" dirty="0">
                <a:solidFill>
                  <a:srgbClr val="FF3300"/>
                </a:solidFill>
                <a:latin typeface="黑体" panose="02010609060101010101" pitchFamily="2" charset="-122"/>
                <a:ea typeface="黑体" panose="02010609060101010101" pitchFamily="2" charset="-122"/>
                <a:sym typeface="+mn-ea"/>
              </a:rPr>
              <a:t>灵敏度干扰</a:t>
            </a:r>
            <a:endParaRPr lang="en-US" altLang="zh-CN" dirty="0">
              <a:latin typeface="黑体" panose="02010609060101010101" pitchFamily="2" charset="-122"/>
              <a:ea typeface="黑体" panose="02010609060101010101" pitchFamily="2" charset="-122"/>
            </a:endParaRPr>
          </a:p>
          <a:p>
            <a:pPr>
              <a:lnSpc>
                <a:spcPct val="150000"/>
              </a:lnSpc>
              <a:spcBef>
                <a:spcPct val="20000"/>
              </a:spcBef>
              <a:buSzPct val="85000"/>
            </a:pPr>
            <a:r>
              <a:rPr lang="en-US" altLang="zh-CN" dirty="0">
                <a:latin typeface="黑体" panose="02010609060101010101" pitchFamily="2" charset="-122"/>
                <a:ea typeface="黑体" panose="02010609060101010101" pitchFamily="2" charset="-122"/>
                <a:sym typeface="+mn-ea"/>
              </a:rPr>
              <a:t>	</a:t>
            </a:r>
            <a:r>
              <a:rPr lang="en-US" altLang="zh-CN" dirty="0">
                <a:latin typeface="宋体" panose="02010600030101010101" pitchFamily="2" charset="-122"/>
                <a:ea typeface="宋体" panose="02010600030101010101" pitchFamily="2" charset="-122"/>
                <a:sym typeface="+mn-ea"/>
              </a:rPr>
              <a:t>·</a:t>
            </a:r>
            <a:r>
              <a:rPr lang="zh-CN" altLang="en-US" dirty="0">
                <a:latin typeface="黑体" panose="02010609060101010101" pitchFamily="2" charset="-122"/>
                <a:ea typeface="黑体" panose="02010609060101010101" pitchFamily="2" charset="-122"/>
                <a:sym typeface="+mn-ea"/>
              </a:rPr>
              <a:t>等效的噪声</a:t>
            </a:r>
            <a:r>
              <a:rPr lang="en-US" altLang="zh-CN" dirty="0">
                <a:solidFill>
                  <a:srgbClr val="FF3300"/>
                </a:solidFill>
                <a:latin typeface="黑体" panose="02010609060101010101" pitchFamily="2" charset="-122"/>
                <a:ea typeface="黑体" panose="02010609060101010101" pitchFamily="2" charset="-122"/>
                <a:sym typeface="+mn-ea"/>
              </a:rPr>
              <a:t>N  ——&gt;</a:t>
            </a:r>
            <a:r>
              <a:rPr lang="zh-CN" altLang="en-US" dirty="0">
                <a:solidFill>
                  <a:srgbClr val="FF3300"/>
                </a:solidFill>
                <a:latin typeface="黑体" panose="02010609060101010101" pitchFamily="2" charset="-122"/>
                <a:ea typeface="黑体" panose="02010609060101010101" pitchFamily="2" charset="-122"/>
                <a:sym typeface="+mn-ea"/>
              </a:rPr>
              <a:t>噪声干扰</a:t>
            </a:r>
          </a:p>
        </p:txBody>
      </p:sp>
      <p:sp>
        <p:nvSpPr>
          <p:cNvPr id="5" name="标注: 左箭头 4">
            <a:extLst>
              <a:ext uri="{FF2B5EF4-FFF2-40B4-BE49-F238E27FC236}">
                <a16:creationId xmlns:a16="http://schemas.microsoft.com/office/drawing/2014/main" id="{376BCD4C-A907-4C1B-A540-48D95185BF0F}"/>
              </a:ext>
            </a:extLst>
          </p:cNvPr>
          <p:cNvSpPr/>
          <p:nvPr/>
        </p:nvSpPr>
        <p:spPr>
          <a:xfrm>
            <a:off x="6989921" y="4851585"/>
            <a:ext cx="1439704" cy="714514"/>
          </a:xfrm>
          <a:prstGeom prst="leftArrowCallou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t>重要</a:t>
            </a:r>
          </a:p>
        </p:txBody>
      </p:sp>
    </p:spTree>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1+#ppt_w/2"/>
                                          </p:val>
                                        </p:tav>
                                        <p:tav tm="100000">
                                          <p:val>
                                            <p:strVal val="#ppt_x"/>
                                          </p:val>
                                        </p:tav>
                                      </p:tavLst>
                                    </p:anim>
                                    <p:anim calcmode="lin" valueType="num">
                                      <p:cBhvr additive="base">
                                        <p:cTn id="8" dur="500" fill="hold"/>
                                        <p:tgtEl>
                                          <p:spTgt spid="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灯片编号占位符 4"/>
          <p:cNvSpPr>
            <a:spLocks noGrp="1"/>
          </p:cNvSpPr>
          <p:nvPr>
            <p:ph type="sldNum" sz="quarter" idx="12"/>
          </p:nvPr>
        </p:nvSpPr>
        <p:spPr>
          <a:noFill/>
          <a:ln>
            <a:noFill/>
          </a:ln>
        </p:spPr>
        <p:txBody>
          <a:bodyPr wrap="square" lIns="91440" tIns="45720" rIns="91440" bIns="45720" anchor="ctr"/>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r">
              <a:lnSpc>
                <a:spcPct val="150000"/>
              </a:lnSpc>
              <a:spcBef>
                <a:spcPct val="20000"/>
              </a:spcBef>
              <a:buSzPct val="85000"/>
              <a:buFontTx/>
              <a:buChar char="•"/>
            </a:pPr>
            <a:fld id="{9A0DB2DC-4C9A-4742-B13C-FB6460FD3503}" type="slidenum">
              <a:rPr lang="en-US" altLang="zh-CN" sz="1200" dirty="0">
                <a:solidFill>
                  <a:srgbClr val="898989"/>
                </a:solidFill>
              </a:rPr>
              <a:t>44</a:t>
            </a:fld>
            <a:endParaRPr lang="en-US" altLang="zh-CN" sz="1200" dirty="0">
              <a:solidFill>
                <a:srgbClr val="898989"/>
              </a:solidFill>
            </a:endParaRPr>
          </a:p>
        </p:txBody>
      </p:sp>
      <p:sp>
        <p:nvSpPr>
          <p:cNvPr id="60419" name="Rectangle 2"/>
          <p:cNvSpPr/>
          <p:nvPr/>
        </p:nvSpPr>
        <p:spPr>
          <a:xfrm>
            <a:off x="423863" y="3268663"/>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60420" name="Rectangle 3"/>
          <p:cNvSpPr/>
          <p:nvPr/>
        </p:nvSpPr>
        <p:spPr>
          <a:xfrm>
            <a:off x="423863" y="3254375"/>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60421" name="Rectangle 4"/>
          <p:cNvSpPr/>
          <p:nvPr/>
        </p:nvSpPr>
        <p:spPr>
          <a:xfrm>
            <a:off x="423863" y="3254375"/>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60422" name="Rectangle 5"/>
          <p:cNvSpPr/>
          <p:nvPr/>
        </p:nvSpPr>
        <p:spPr>
          <a:xfrm>
            <a:off x="423863" y="2782888"/>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60423" name="Rectangle 6"/>
          <p:cNvSpPr/>
          <p:nvPr/>
        </p:nvSpPr>
        <p:spPr>
          <a:xfrm>
            <a:off x="423863" y="3254375"/>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60425" name="Rectangle 8"/>
          <p:cNvSpPr/>
          <p:nvPr/>
        </p:nvSpPr>
        <p:spPr>
          <a:xfrm>
            <a:off x="423863" y="2720975"/>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60426" name="Rectangle 9"/>
          <p:cNvSpPr/>
          <p:nvPr/>
        </p:nvSpPr>
        <p:spPr>
          <a:xfrm>
            <a:off x="423863" y="53975"/>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60427" name="Rectangle 10"/>
          <p:cNvSpPr/>
          <p:nvPr/>
        </p:nvSpPr>
        <p:spPr>
          <a:xfrm>
            <a:off x="423863" y="2811463"/>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60428" name="Rectangle 11"/>
          <p:cNvSpPr/>
          <p:nvPr/>
        </p:nvSpPr>
        <p:spPr>
          <a:xfrm>
            <a:off x="423863" y="53975"/>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60429" name="Rectangle 12"/>
          <p:cNvSpPr/>
          <p:nvPr/>
        </p:nvSpPr>
        <p:spPr>
          <a:xfrm>
            <a:off x="482600" y="287338"/>
            <a:ext cx="7772400" cy="631825"/>
          </a:xfrm>
          <a:prstGeom prst="rect">
            <a:avLst/>
          </a:prstGeom>
          <a:noFill/>
          <a:ln w="9525">
            <a:noFill/>
          </a:ln>
        </p:spPr>
        <p:txBody>
          <a:bodyPr anchor="ctr">
            <a:spAutoFit/>
          </a:bodyPr>
          <a:lstStyle/>
          <a:p>
            <a:pPr>
              <a:lnSpc>
                <a:spcPct val="125000"/>
              </a:lnSpc>
              <a:spcBef>
                <a:spcPct val="50000"/>
              </a:spcBef>
              <a:buSzPct val="85000"/>
            </a:pPr>
            <a:r>
              <a:rPr lang="zh-CN" altLang="en-US" sz="2800" dirty="0">
                <a:solidFill>
                  <a:schemeClr val="tx2"/>
                </a:solidFill>
                <a:latin typeface="黑体" panose="02010609060101010101" pitchFamily="2" charset="-122"/>
                <a:ea typeface="黑体" panose="02010609060101010101" pitchFamily="2" charset="-122"/>
              </a:rPr>
              <a:t>（</a:t>
            </a:r>
            <a:r>
              <a:rPr lang="en-US" altLang="zh-CN" sz="2800" dirty="0">
                <a:solidFill>
                  <a:schemeClr val="tx2"/>
                </a:solidFill>
                <a:latin typeface="黑体" panose="02010609060101010101" pitchFamily="2" charset="-122"/>
                <a:ea typeface="黑体" panose="02010609060101010101" pitchFamily="2" charset="-122"/>
              </a:rPr>
              <a:t>1</a:t>
            </a:r>
            <a:r>
              <a:rPr lang="zh-CN" altLang="en-US" sz="2800" dirty="0">
                <a:solidFill>
                  <a:schemeClr val="tx2"/>
                </a:solidFill>
                <a:latin typeface="黑体" panose="02010609060101010101" pitchFamily="2" charset="-122"/>
                <a:ea typeface="黑体" panose="02010609060101010101" pitchFamily="2" charset="-122"/>
              </a:rPr>
              <a:t>）直接变换型</a:t>
            </a:r>
          </a:p>
        </p:txBody>
      </p:sp>
      <p:pic>
        <p:nvPicPr>
          <p:cNvPr id="60431" name="Picture 15"/>
          <p:cNvPicPr>
            <a:picLocks noChangeAspect="1"/>
          </p:cNvPicPr>
          <p:nvPr/>
        </p:nvPicPr>
        <p:blipFill>
          <a:blip r:embed="rId3"/>
          <a:stretch>
            <a:fillRect/>
          </a:stretch>
        </p:blipFill>
        <p:spPr>
          <a:xfrm>
            <a:off x="828040" y="1484630"/>
            <a:ext cx="7385050" cy="1504950"/>
          </a:xfrm>
          <a:prstGeom prst="rect">
            <a:avLst/>
          </a:prstGeom>
          <a:noFill/>
          <a:ln w="9525">
            <a:noFill/>
          </a:ln>
        </p:spPr>
      </p:pic>
      <p:sp>
        <p:nvSpPr>
          <p:cNvPr id="60433" name="Text Box 21"/>
          <p:cNvSpPr txBox="1"/>
          <p:nvPr/>
        </p:nvSpPr>
        <p:spPr>
          <a:xfrm>
            <a:off x="1262698" y="3981133"/>
            <a:ext cx="3059112" cy="1169987"/>
          </a:xfrm>
          <a:prstGeom prst="rect">
            <a:avLst/>
          </a:prstGeom>
          <a:noFill/>
          <a:ln w="9525">
            <a:noFill/>
          </a:ln>
        </p:spPr>
        <p:txBody>
          <a:bodyPr anchor="t">
            <a:spAutoFit/>
          </a:bodyPr>
          <a:lstStyle/>
          <a:p>
            <a:pPr>
              <a:lnSpc>
                <a:spcPct val="150000"/>
              </a:lnSpc>
              <a:spcBef>
                <a:spcPct val="50000"/>
              </a:spcBef>
              <a:buSzPct val="85000"/>
            </a:pPr>
            <a:r>
              <a:rPr lang="en-US" altLang="zh-CN" sz="2000" b="1" dirty="0">
                <a:latin typeface="黑体" panose="02010609060101010101" pitchFamily="2" charset="-122"/>
                <a:ea typeface="黑体" panose="02010609060101010101" pitchFamily="2" charset="-122"/>
              </a:rPr>
              <a:t>①</a:t>
            </a:r>
            <a:r>
              <a:rPr lang="zh-CN" altLang="en-US" sz="2000" b="1" dirty="0">
                <a:latin typeface="黑体" panose="02010609060101010101" pitchFamily="2" charset="-122"/>
                <a:ea typeface="黑体" panose="02010609060101010101" pitchFamily="2" charset="-122"/>
              </a:rPr>
              <a:t>灵敏度扰动模型：</a:t>
            </a:r>
          </a:p>
          <a:p>
            <a:pPr>
              <a:lnSpc>
                <a:spcPct val="150000"/>
              </a:lnSpc>
              <a:spcBef>
                <a:spcPct val="50000"/>
              </a:spcBef>
              <a:buSzPct val="85000"/>
            </a:pPr>
            <a:r>
              <a:rPr lang="zh-CN" altLang="en-US" sz="2000" b="1" dirty="0">
                <a:latin typeface="黑体" panose="02010609060101010101" pitchFamily="2" charset="-122"/>
                <a:ea typeface="黑体" panose="02010609060101010101" pitchFamily="2" charset="-122"/>
              </a:rPr>
              <a:t>②加性噪声信号模型</a:t>
            </a:r>
          </a:p>
        </p:txBody>
      </p:sp>
      <p:sp>
        <p:nvSpPr>
          <p:cNvPr id="20" name="页脚占位符 6"/>
          <p:cNvSpPr txBox="1">
            <a:spLocks noGrp="1"/>
          </p:cNvSpPr>
          <p:nvPr>
            <p:ph type="ftr" sz="quarter" idx="11"/>
          </p:nvPr>
        </p:nvSpPr>
        <p:spPr>
          <a:xfrm>
            <a:off x="2843213" y="6411913"/>
            <a:ext cx="2895600" cy="365125"/>
          </a:xfrm>
          <a:noFill/>
        </p:spPr>
        <p:txBody>
          <a:bodyPr vert="horz" lIns="91440" tIns="45720" rIns="91440" bIns="45720" rtlCol="0" anchor="ctr"/>
          <a:lstStyle/>
          <a:p>
            <a:pPr marL="0" marR="0" lvl="0" indent="0" algn="ctr" defTabSz="914400" rtl="0" eaLnBrk="1" fontAlgn="base" latinLnBrk="0" hangingPunct="1">
              <a:lnSpc>
                <a:spcPct val="150000"/>
              </a:lnSpc>
              <a:spcBef>
                <a:spcPct val="20000"/>
              </a:spcBef>
              <a:spcAft>
                <a:spcPct val="0"/>
              </a:spcAft>
              <a:buClrTx/>
              <a:buSzPct val="85000"/>
              <a:buFontTx/>
              <a:buChar char="•"/>
              <a:defRPr/>
            </a:pPr>
            <a:r>
              <a:rPr kumimoji="1" lang="zh-CN" altLang="en-US" sz="1200" b="0" i="0" u="none" strike="noStrike" kern="1200" cap="none" spc="0" normalizeH="0" baseline="0" noProof="0" dirty="0">
                <a:ln>
                  <a:noFill/>
                </a:ln>
                <a:solidFill>
                  <a:schemeClr val="tx1">
                    <a:tint val="75000"/>
                  </a:schemeClr>
                </a:solidFill>
                <a:effectLst/>
                <a:uLnTx/>
                <a:uFillTx/>
                <a:latin typeface="Times New Roman" panose="02020603050405020304" pitchFamily="18" charset="0"/>
                <a:ea typeface="楷体_GB2312" pitchFamily="49" charset="-122"/>
                <a:cs typeface="+mn-cs"/>
              </a:rPr>
              <a:t>自动化学院测量科学与仪器系</a:t>
            </a:r>
            <a:endParaRPr kumimoji="1" lang="en-US" altLang="zh-CN" sz="1200" b="0" i="0" u="none" strike="noStrike" kern="1200" cap="none" spc="0" normalizeH="0" baseline="0" noProof="0" dirty="0">
              <a:ln>
                <a:noFill/>
              </a:ln>
              <a:solidFill>
                <a:schemeClr val="tx1">
                  <a:tint val="75000"/>
                </a:schemeClr>
              </a:solidFill>
              <a:effectLst/>
              <a:uLnTx/>
              <a:uFillTx/>
              <a:latin typeface="Times New Roman" panose="02020603050405020304" pitchFamily="18" charset="0"/>
              <a:ea typeface="楷体_GB2312" pitchFamily="49" charset="-122"/>
              <a:cs typeface="+mn-cs"/>
            </a:endParaRPr>
          </a:p>
        </p:txBody>
      </p:sp>
      <p:sp>
        <p:nvSpPr>
          <p:cNvPr id="21" name="矩形 20"/>
          <p:cNvSpPr/>
          <p:nvPr/>
        </p:nvSpPr>
        <p:spPr>
          <a:xfrm>
            <a:off x="142875" y="1000125"/>
            <a:ext cx="8286750" cy="46038"/>
          </a:xfrm>
          <a:prstGeom prst="rect">
            <a:avLst/>
          </a:prstGeom>
          <a:gradFill flip="none" rotWithShape="1">
            <a:gsLst>
              <a:gs pos="0">
                <a:srgbClr val="5E9EFF"/>
              </a:gs>
              <a:gs pos="39999">
                <a:srgbClr val="85C2FF"/>
              </a:gs>
              <a:gs pos="70000">
                <a:srgbClr val="C4D6EB"/>
              </a:gs>
              <a:gs pos="100000">
                <a:srgbClr val="FFEBFA"/>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50000"/>
              </a:lnSpc>
              <a:spcBef>
                <a:spcPts val="0"/>
              </a:spcBef>
              <a:spcAft>
                <a:spcPts val="0"/>
              </a:spcAft>
              <a:buClrTx/>
              <a:buSzPct val="85000"/>
              <a:buFontTx/>
              <a:buChar char="•"/>
              <a:defRPr/>
            </a:pPr>
            <a:endParaRPr kumimoji="1" lang="zh-CN" altLang="en-US" sz="2400" b="0" i="0" u="none" strike="noStrike" kern="1200" cap="none" spc="0" normalizeH="0" baseline="0" noProof="0">
              <a:ln>
                <a:noFill/>
              </a:ln>
              <a:solidFill>
                <a:schemeClr val="lt1"/>
              </a:solidFill>
              <a:effectLst/>
              <a:uLnTx/>
              <a:uFillTx/>
              <a:latin typeface="+mn-lt"/>
              <a:ea typeface="+mn-ea"/>
              <a:cs typeface="+mn-cs"/>
            </a:endParaRPr>
          </a:p>
        </p:txBody>
      </p:sp>
      <p:graphicFrame>
        <p:nvGraphicFramePr>
          <p:cNvPr id="3" name="对象 2"/>
          <p:cNvGraphicFramePr/>
          <p:nvPr/>
        </p:nvGraphicFramePr>
        <p:xfrm>
          <a:off x="4213225" y="3933190"/>
          <a:ext cx="2828925" cy="635000"/>
        </p:xfrm>
        <a:graphic>
          <a:graphicData uri="http://schemas.openxmlformats.org/presentationml/2006/ole">
            <mc:AlternateContent xmlns:mc="http://schemas.openxmlformats.org/markup-compatibility/2006">
              <mc:Choice xmlns:v="urn:schemas-microsoft-com:vml" Requires="v">
                <p:oleObj spid="_x0000_s15435" r:id="rId4" imgW="2487930" imgH="701675" progId="Equation.KSEE3">
                  <p:embed/>
                </p:oleObj>
              </mc:Choice>
              <mc:Fallback>
                <p:oleObj r:id="rId4" imgW="2487930" imgH="701675" progId="Equation.KSEE3">
                  <p:embed/>
                  <p:pic>
                    <p:nvPicPr>
                      <p:cNvPr id="0" name="图片 3"/>
                      <p:cNvPicPr/>
                      <p:nvPr/>
                    </p:nvPicPr>
                    <p:blipFill>
                      <a:blip r:embed="rId5"/>
                      <a:stretch>
                        <a:fillRect/>
                      </a:stretch>
                    </p:blipFill>
                    <p:spPr>
                      <a:xfrm>
                        <a:off x="4213225" y="3933190"/>
                        <a:ext cx="2828925" cy="635000"/>
                      </a:xfrm>
                      <a:prstGeom prst="rect">
                        <a:avLst/>
                      </a:prstGeom>
                    </p:spPr>
                  </p:pic>
                </p:oleObj>
              </mc:Fallback>
            </mc:AlternateContent>
          </a:graphicData>
        </a:graphic>
      </p:graphicFrame>
      <p:sp>
        <p:nvSpPr>
          <p:cNvPr id="14356" name="Text Box 33"/>
          <p:cNvSpPr txBox="1"/>
          <p:nvPr/>
        </p:nvSpPr>
        <p:spPr>
          <a:xfrm>
            <a:off x="899795" y="3284855"/>
            <a:ext cx="3239770" cy="553085"/>
          </a:xfrm>
          <a:prstGeom prst="rect">
            <a:avLst/>
          </a:prstGeom>
          <a:noFill/>
          <a:ln w="9525">
            <a:noFill/>
          </a:ln>
        </p:spPr>
        <p:txBody>
          <a:bodyPr wrap="square" anchor="t">
            <a:spAutoFit/>
          </a:bodyPr>
          <a:lstStyle/>
          <a:p>
            <a:pPr>
              <a:lnSpc>
                <a:spcPct val="150000"/>
              </a:lnSpc>
              <a:spcBef>
                <a:spcPct val="20000"/>
              </a:spcBef>
              <a:buSzPct val="85000"/>
            </a:pPr>
            <a:r>
              <a:rPr lang="zh-CN" altLang="en-US" sz="2000" b="1" dirty="0">
                <a:latin typeface="黑体" panose="02010609060101010101" pitchFamily="2" charset="-122"/>
                <a:ea typeface="黑体" panose="02010609060101010101" pitchFamily="2" charset="-122"/>
              </a:rPr>
              <a:t>在理想条件下</a:t>
            </a:r>
            <a:r>
              <a:rPr lang="en-US" altLang="zh-CN" sz="2000" b="1" dirty="0">
                <a:latin typeface="黑体" panose="02010609060101010101" pitchFamily="2" charset="-122"/>
                <a:ea typeface="黑体" panose="02010609060101010101" pitchFamily="2" charset="-122"/>
              </a:rPr>
              <a:t>,</a:t>
            </a:r>
            <a:r>
              <a:rPr lang="zh-CN" altLang="en-US" sz="2000" b="1" dirty="0">
                <a:latin typeface="黑体" panose="02010609060101010101" pitchFamily="2" charset="-122"/>
                <a:ea typeface="黑体" panose="02010609060101010101" pitchFamily="2" charset="-122"/>
              </a:rPr>
              <a:t>无干扰时：</a:t>
            </a:r>
            <a:endParaRPr lang="zh-CN" altLang="en-US" b="1" dirty="0">
              <a:latin typeface="黑体" panose="02010609060101010101" pitchFamily="2" charset="-122"/>
              <a:ea typeface="黑体" panose="02010609060101010101" pitchFamily="2" charset="-122"/>
            </a:endParaRPr>
          </a:p>
        </p:txBody>
      </p:sp>
      <p:graphicFrame>
        <p:nvGraphicFramePr>
          <p:cNvPr id="14338" name="Object 31"/>
          <p:cNvGraphicFramePr>
            <a:graphicFrameLocks noChangeAspect="1"/>
          </p:cNvGraphicFramePr>
          <p:nvPr/>
        </p:nvGraphicFramePr>
        <p:xfrm>
          <a:off x="4284028" y="3250565"/>
          <a:ext cx="2778125" cy="561975"/>
        </p:xfrm>
        <a:graphic>
          <a:graphicData uri="http://schemas.openxmlformats.org/presentationml/2006/ole">
            <mc:AlternateContent xmlns:mc="http://schemas.openxmlformats.org/markup-compatibility/2006">
              <mc:Choice xmlns:v="urn:schemas-microsoft-com:vml" Requires="v">
                <p:oleObj spid="_x0000_s15436" r:id="rId6" imgW="1061720" imgH="157480" progId="Equation.DSMT4">
                  <p:embed/>
                </p:oleObj>
              </mc:Choice>
              <mc:Fallback>
                <p:oleObj r:id="rId6" imgW="1061720" imgH="157480" progId="Equation.DSMT4">
                  <p:embed/>
                  <p:pic>
                    <p:nvPicPr>
                      <p:cNvPr id="0" name="图片 3113"/>
                      <p:cNvPicPr/>
                      <p:nvPr/>
                    </p:nvPicPr>
                    <p:blipFill>
                      <a:blip r:embed="rId7">
                        <a:clrChange>
                          <a:clrFrom>
                            <a:srgbClr val="000000"/>
                          </a:clrFrom>
                          <a:clrTo>
                            <a:srgbClr val="FFFF66"/>
                          </a:clrTo>
                        </a:clrChange>
                      </a:blip>
                      <a:stretch>
                        <a:fillRect/>
                      </a:stretch>
                    </p:blipFill>
                    <p:spPr>
                      <a:xfrm>
                        <a:off x="4284028" y="3250565"/>
                        <a:ext cx="2778125" cy="561975"/>
                      </a:xfrm>
                      <a:prstGeom prst="rect">
                        <a:avLst/>
                      </a:prstGeom>
                      <a:noFill/>
                      <a:ln w="38100">
                        <a:noFill/>
                        <a:miter/>
                      </a:ln>
                    </p:spPr>
                  </p:pic>
                </p:oleObj>
              </mc:Fallback>
            </mc:AlternateContent>
          </a:graphicData>
        </a:graphic>
      </p:graphicFrame>
    </p:spTree>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4356"/>
                                        </p:tgtEl>
                                        <p:attrNameLst>
                                          <p:attrName>style.visibility</p:attrName>
                                        </p:attrNameLst>
                                      </p:cBhvr>
                                      <p:to>
                                        <p:strVal val="visible"/>
                                      </p:to>
                                    </p:set>
                                    <p:anim calcmode="lin" valueType="num">
                                      <p:cBhvr additive="base">
                                        <p:cTn id="7" dur="500" fill="hold"/>
                                        <p:tgtEl>
                                          <p:spTgt spid="14356"/>
                                        </p:tgtEl>
                                        <p:attrNameLst>
                                          <p:attrName>ppt_x</p:attrName>
                                        </p:attrNameLst>
                                      </p:cBhvr>
                                      <p:tavLst>
                                        <p:tav tm="0">
                                          <p:val>
                                            <p:strVal val="#ppt_x"/>
                                          </p:val>
                                        </p:tav>
                                        <p:tav tm="100000">
                                          <p:val>
                                            <p:strVal val="#ppt_x"/>
                                          </p:val>
                                        </p:tav>
                                      </p:tavLst>
                                    </p:anim>
                                    <p:anim calcmode="lin" valueType="num">
                                      <p:cBhvr additive="base">
                                        <p:cTn id="8" dur="500" fill="hold"/>
                                        <p:tgtEl>
                                          <p:spTgt spid="14356"/>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14338"/>
                                        </p:tgtEl>
                                        <p:attrNameLst>
                                          <p:attrName>style.visibility</p:attrName>
                                        </p:attrNameLst>
                                      </p:cBhvr>
                                      <p:to>
                                        <p:strVal val="visible"/>
                                      </p:to>
                                    </p:set>
                                    <p:anim calcmode="lin" valueType="num">
                                      <p:cBhvr additive="base">
                                        <p:cTn id="11" dur="500" fill="hold"/>
                                        <p:tgtEl>
                                          <p:spTgt spid="14338"/>
                                        </p:tgtEl>
                                        <p:attrNameLst>
                                          <p:attrName>ppt_x</p:attrName>
                                        </p:attrNameLst>
                                      </p:cBhvr>
                                      <p:tavLst>
                                        <p:tav tm="0">
                                          <p:val>
                                            <p:strVal val="#ppt_x"/>
                                          </p:val>
                                        </p:tav>
                                        <p:tav tm="100000">
                                          <p:val>
                                            <p:strVal val="#ppt_x"/>
                                          </p:val>
                                        </p:tav>
                                      </p:tavLst>
                                    </p:anim>
                                    <p:anim calcmode="lin" valueType="num">
                                      <p:cBhvr additive="base">
                                        <p:cTn id="12" dur="500" fill="hold"/>
                                        <p:tgtEl>
                                          <p:spTgt spid="1433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356" grpId="0"/>
      <p:bldP spid="14356" grpId="1"/>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1" name="灯片编号占位符 8"/>
          <p:cNvSpPr>
            <a:spLocks noGrp="1"/>
          </p:cNvSpPr>
          <p:nvPr>
            <p:ph type="sldNum" sz="quarter" idx="12"/>
          </p:nvPr>
        </p:nvSpPr>
        <p:spPr>
          <a:noFill/>
          <a:ln>
            <a:noFill/>
          </a:ln>
        </p:spPr>
        <p:txBody>
          <a:bodyPr wrap="square" lIns="91440" tIns="45720" rIns="91440" bIns="45720" anchor="ctr"/>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r">
              <a:lnSpc>
                <a:spcPct val="150000"/>
              </a:lnSpc>
              <a:spcBef>
                <a:spcPct val="20000"/>
              </a:spcBef>
              <a:buSzPct val="85000"/>
              <a:buFontTx/>
              <a:buChar char="•"/>
            </a:pPr>
            <a:fld id="{9A0DB2DC-4C9A-4742-B13C-FB6460FD3503}" type="slidenum">
              <a:rPr lang="en-US" altLang="zh-CN" sz="1200" dirty="0">
                <a:solidFill>
                  <a:srgbClr val="898989"/>
                </a:solidFill>
              </a:rPr>
              <a:t>45</a:t>
            </a:fld>
            <a:endParaRPr lang="en-US" altLang="zh-CN" sz="1200" dirty="0">
              <a:solidFill>
                <a:srgbClr val="898989"/>
              </a:solidFill>
            </a:endParaRPr>
          </a:p>
        </p:txBody>
      </p:sp>
      <p:sp>
        <p:nvSpPr>
          <p:cNvPr id="61442" name="Rectangle 3"/>
          <p:cNvSpPr/>
          <p:nvPr/>
        </p:nvSpPr>
        <p:spPr>
          <a:xfrm>
            <a:off x="423863" y="3254375"/>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61443" name="Rectangle 4"/>
          <p:cNvSpPr/>
          <p:nvPr/>
        </p:nvSpPr>
        <p:spPr>
          <a:xfrm>
            <a:off x="423863" y="3254375"/>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61444" name="Rectangle 5"/>
          <p:cNvSpPr/>
          <p:nvPr/>
        </p:nvSpPr>
        <p:spPr>
          <a:xfrm>
            <a:off x="423863" y="2782888"/>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61445" name="Rectangle 6"/>
          <p:cNvSpPr/>
          <p:nvPr/>
        </p:nvSpPr>
        <p:spPr>
          <a:xfrm>
            <a:off x="423863" y="3254375"/>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61446" name="Rectangle 7"/>
          <p:cNvSpPr/>
          <p:nvPr/>
        </p:nvSpPr>
        <p:spPr>
          <a:xfrm>
            <a:off x="423863" y="3240088"/>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61447" name="Rectangle 8"/>
          <p:cNvSpPr/>
          <p:nvPr/>
        </p:nvSpPr>
        <p:spPr>
          <a:xfrm>
            <a:off x="423863" y="2720975"/>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61448" name="Rectangle 9"/>
          <p:cNvSpPr/>
          <p:nvPr/>
        </p:nvSpPr>
        <p:spPr>
          <a:xfrm>
            <a:off x="423863" y="53975"/>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61449" name="Rectangle 10"/>
          <p:cNvSpPr/>
          <p:nvPr/>
        </p:nvSpPr>
        <p:spPr>
          <a:xfrm>
            <a:off x="423863" y="2811463"/>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61450" name="Rectangle 11"/>
          <p:cNvSpPr/>
          <p:nvPr/>
        </p:nvSpPr>
        <p:spPr>
          <a:xfrm>
            <a:off x="423863" y="53975"/>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14355" name="Text Box 30"/>
          <p:cNvSpPr txBox="1"/>
          <p:nvPr/>
        </p:nvSpPr>
        <p:spPr>
          <a:xfrm>
            <a:off x="609600" y="1234758"/>
            <a:ext cx="3673475" cy="554037"/>
          </a:xfrm>
          <a:prstGeom prst="rect">
            <a:avLst/>
          </a:prstGeom>
          <a:noFill/>
          <a:ln w="9525">
            <a:noFill/>
          </a:ln>
        </p:spPr>
        <p:txBody>
          <a:bodyPr anchor="t">
            <a:spAutoFit/>
          </a:bodyPr>
          <a:lstStyle/>
          <a:p>
            <a:pPr>
              <a:lnSpc>
                <a:spcPct val="150000"/>
              </a:lnSpc>
              <a:spcBef>
                <a:spcPct val="50000"/>
              </a:spcBef>
              <a:buSzPct val="85000"/>
            </a:pPr>
            <a:r>
              <a:rPr lang="en-US" altLang="zh-CN" sz="2000" b="1" dirty="0">
                <a:solidFill>
                  <a:srgbClr val="C00000"/>
                </a:solidFill>
                <a:latin typeface="黑体" panose="02010609060101010101" pitchFamily="2" charset="-122"/>
                <a:ea typeface="黑体" panose="02010609060101010101" pitchFamily="2" charset="-122"/>
              </a:rPr>
              <a:t>①</a:t>
            </a:r>
            <a:r>
              <a:rPr lang="zh-CN" altLang="en-US" sz="2000" b="1" dirty="0">
                <a:solidFill>
                  <a:srgbClr val="C00000"/>
                </a:solidFill>
                <a:latin typeface="黑体" panose="02010609060101010101" pitchFamily="2" charset="-122"/>
                <a:ea typeface="黑体" panose="02010609060101010101" pitchFamily="2" charset="-122"/>
              </a:rPr>
              <a:t>元件灵敏度发生变化</a:t>
            </a:r>
          </a:p>
        </p:txBody>
      </p:sp>
      <p:sp>
        <p:nvSpPr>
          <p:cNvPr id="14357" name="Text Box 35"/>
          <p:cNvSpPr txBox="1"/>
          <p:nvPr/>
        </p:nvSpPr>
        <p:spPr>
          <a:xfrm>
            <a:off x="539750" y="2854008"/>
            <a:ext cx="3673475" cy="482600"/>
          </a:xfrm>
          <a:prstGeom prst="rect">
            <a:avLst/>
          </a:prstGeom>
          <a:noFill/>
          <a:ln w="9525">
            <a:noFill/>
          </a:ln>
        </p:spPr>
        <p:txBody>
          <a:bodyPr anchor="t">
            <a:spAutoFit/>
          </a:bodyPr>
          <a:lstStyle/>
          <a:p>
            <a:pPr>
              <a:lnSpc>
                <a:spcPct val="150000"/>
              </a:lnSpc>
              <a:spcBef>
                <a:spcPct val="20000"/>
              </a:spcBef>
              <a:buSzPct val="85000"/>
            </a:pPr>
            <a:r>
              <a:rPr lang="zh-CN" altLang="en-US" sz="2000" b="1" dirty="0">
                <a:latin typeface="黑体" panose="02010609060101010101" pitchFamily="2" charset="-122"/>
                <a:ea typeface="黑体" panose="02010609060101010101" pitchFamily="2" charset="-122"/>
              </a:rPr>
              <a:t>忽略灵敏度扰动高阶无穷小</a:t>
            </a:r>
            <a:endParaRPr lang="zh-CN" altLang="en-US" b="1" dirty="0">
              <a:latin typeface="黑体" panose="02010609060101010101" pitchFamily="2" charset="-122"/>
              <a:ea typeface="黑体" panose="02010609060101010101" pitchFamily="2" charset="-122"/>
            </a:endParaRPr>
          </a:p>
        </p:txBody>
      </p:sp>
      <p:sp>
        <p:nvSpPr>
          <p:cNvPr id="14358" name="Text Box 37"/>
          <p:cNvSpPr txBox="1"/>
          <p:nvPr/>
        </p:nvSpPr>
        <p:spPr>
          <a:xfrm>
            <a:off x="971868" y="4522470"/>
            <a:ext cx="7453312" cy="1599565"/>
          </a:xfrm>
          <a:prstGeom prst="rect">
            <a:avLst/>
          </a:prstGeom>
          <a:noFill/>
          <a:ln w="9525">
            <a:noFill/>
          </a:ln>
        </p:spPr>
        <p:txBody>
          <a:bodyPr anchor="t">
            <a:spAutoFit/>
          </a:bodyPr>
          <a:lstStyle/>
          <a:p>
            <a:pPr>
              <a:lnSpc>
                <a:spcPct val="150000"/>
              </a:lnSpc>
              <a:spcBef>
                <a:spcPct val="20000"/>
              </a:spcBef>
              <a:buSzPct val="85000"/>
            </a:pPr>
            <a:r>
              <a:rPr lang="zh-CN" altLang="en-US" sz="2000" b="1" dirty="0">
                <a:solidFill>
                  <a:schemeClr val="hlink"/>
                </a:solidFill>
                <a:latin typeface="黑体" panose="02010609060101010101" pitchFamily="2" charset="-122"/>
                <a:ea typeface="黑体" panose="02010609060101010101" pitchFamily="2" charset="-122"/>
              </a:rPr>
              <a:t>结论：在无噪声情况下，灵敏度干扰表现为：</a:t>
            </a:r>
          </a:p>
          <a:p>
            <a:pPr>
              <a:lnSpc>
                <a:spcPct val="150000"/>
              </a:lnSpc>
              <a:spcBef>
                <a:spcPct val="20000"/>
              </a:spcBef>
              <a:buSzPct val="85000"/>
            </a:pPr>
            <a:r>
              <a:rPr lang="zh-CN" altLang="en-US" sz="2000" dirty="0">
                <a:latin typeface="黑体" panose="02010609060101010101" pitchFamily="2" charset="-122"/>
                <a:ea typeface="黑体" panose="02010609060101010101" pitchFamily="2" charset="-122"/>
              </a:rPr>
              <a:t>①灵敏度变化引起的相对误差等于各个环节相对误差的代数和</a:t>
            </a:r>
          </a:p>
          <a:p>
            <a:pPr>
              <a:lnSpc>
                <a:spcPct val="150000"/>
              </a:lnSpc>
              <a:spcBef>
                <a:spcPct val="20000"/>
              </a:spcBef>
              <a:buSzPct val="85000"/>
            </a:pPr>
            <a:r>
              <a:rPr lang="zh-CN" altLang="en-US" sz="2000" dirty="0">
                <a:latin typeface="黑体" panose="02010609060101010101" pitchFamily="2" charset="-122"/>
                <a:ea typeface="黑体" panose="02010609060101010101" pitchFamily="2" charset="-122"/>
              </a:rPr>
              <a:t>②可相互补偿</a:t>
            </a:r>
          </a:p>
        </p:txBody>
      </p:sp>
      <p:graphicFrame>
        <p:nvGraphicFramePr>
          <p:cNvPr id="14339" name="Object 23"/>
          <p:cNvGraphicFramePr>
            <a:graphicFrameLocks noChangeAspect="1"/>
          </p:cNvGraphicFramePr>
          <p:nvPr/>
        </p:nvGraphicFramePr>
        <p:xfrm>
          <a:off x="3706495" y="1327785"/>
          <a:ext cx="1776095" cy="523240"/>
        </p:xfrm>
        <a:graphic>
          <a:graphicData uri="http://schemas.openxmlformats.org/presentationml/2006/ole">
            <mc:AlternateContent xmlns:mc="http://schemas.openxmlformats.org/markup-compatibility/2006">
              <mc:Choice xmlns:v="urn:schemas-microsoft-com:vml" Requires="v">
                <p:oleObj spid="_x0000_s16537" r:id="rId3" imgW="717550" imgH="157480" progId="Equation.DSMT4">
                  <p:embed/>
                </p:oleObj>
              </mc:Choice>
              <mc:Fallback>
                <p:oleObj r:id="rId3" imgW="717550" imgH="157480" progId="Equation.DSMT4">
                  <p:embed/>
                  <p:pic>
                    <p:nvPicPr>
                      <p:cNvPr id="0" name="图片 3112"/>
                      <p:cNvPicPr/>
                      <p:nvPr/>
                    </p:nvPicPr>
                    <p:blipFill>
                      <a:blip r:embed="rId4">
                        <a:clrChange>
                          <a:clrFrom>
                            <a:srgbClr val="000000"/>
                          </a:clrFrom>
                          <a:clrTo>
                            <a:srgbClr val="FFFF66"/>
                          </a:clrTo>
                        </a:clrChange>
                      </a:blip>
                      <a:stretch>
                        <a:fillRect/>
                      </a:stretch>
                    </p:blipFill>
                    <p:spPr>
                      <a:xfrm>
                        <a:off x="3706495" y="1327785"/>
                        <a:ext cx="1776095" cy="523240"/>
                      </a:xfrm>
                      <a:prstGeom prst="rect">
                        <a:avLst/>
                      </a:prstGeom>
                      <a:noFill/>
                      <a:ln w="38100">
                        <a:noFill/>
                        <a:miter/>
                      </a:ln>
                    </p:spPr>
                  </p:pic>
                </p:oleObj>
              </mc:Fallback>
            </mc:AlternateContent>
          </a:graphicData>
        </a:graphic>
      </p:graphicFrame>
      <p:graphicFrame>
        <p:nvGraphicFramePr>
          <p:cNvPr id="14340" name="Object 32"/>
          <p:cNvGraphicFramePr>
            <a:graphicFrameLocks noChangeAspect="1"/>
          </p:cNvGraphicFramePr>
          <p:nvPr/>
        </p:nvGraphicFramePr>
        <p:xfrm>
          <a:off x="2916238" y="2061845"/>
          <a:ext cx="3400425" cy="503238"/>
        </p:xfrm>
        <a:graphic>
          <a:graphicData uri="http://schemas.openxmlformats.org/presentationml/2006/ole">
            <mc:AlternateContent xmlns:mc="http://schemas.openxmlformats.org/markup-compatibility/2006">
              <mc:Choice xmlns:v="urn:schemas-microsoft-com:vml" Requires="v">
                <p:oleObj spid="_x0000_s16538" r:id="rId5" imgW="1484630" imgH="157480" progId="Equation.DSMT4">
                  <p:embed/>
                </p:oleObj>
              </mc:Choice>
              <mc:Fallback>
                <p:oleObj r:id="rId5" imgW="1484630" imgH="157480" progId="Equation.DSMT4">
                  <p:embed/>
                  <p:pic>
                    <p:nvPicPr>
                      <p:cNvPr id="0" name="图片 3111"/>
                      <p:cNvPicPr/>
                      <p:nvPr/>
                    </p:nvPicPr>
                    <p:blipFill>
                      <a:blip r:embed="rId6">
                        <a:clrChange>
                          <a:clrFrom>
                            <a:srgbClr val="000000"/>
                          </a:clrFrom>
                          <a:clrTo>
                            <a:srgbClr val="FFFF66"/>
                          </a:clrTo>
                        </a:clrChange>
                      </a:blip>
                      <a:stretch>
                        <a:fillRect/>
                      </a:stretch>
                    </p:blipFill>
                    <p:spPr>
                      <a:xfrm>
                        <a:off x="2916238" y="2061845"/>
                        <a:ext cx="3400425" cy="503238"/>
                      </a:xfrm>
                      <a:prstGeom prst="rect">
                        <a:avLst/>
                      </a:prstGeom>
                      <a:noFill/>
                      <a:ln w="38100">
                        <a:noFill/>
                        <a:miter/>
                      </a:ln>
                    </p:spPr>
                  </p:pic>
                </p:oleObj>
              </mc:Fallback>
            </mc:AlternateContent>
          </a:graphicData>
        </a:graphic>
      </p:graphicFrame>
      <p:graphicFrame>
        <p:nvGraphicFramePr>
          <p:cNvPr id="14341" name="Object 26"/>
          <p:cNvGraphicFramePr>
            <a:graphicFrameLocks noChangeAspect="1"/>
          </p:cNvGraphicFramePr>
          <p:nvPr/>
        </p:nvGraphicFramePr>
        <p:xfrm>
          <a:off x="3851275" y="2949575"/>
          <a:ext cx="1717675" cy="491490"/>
        </p:xfrm>
        <a:graphic>
          <a:graphicData uri="http://schemas.openxmlformats.org/presentationml/2006/ole">
            <mc:AlternateContent xmlns:mc="http://schemas.openxmlformats.org/markup-compatibility/2006">
              <mc:Choice xmlns:v="urn:schemas-microsoft-com:vml" Requires="v">
                <p:oleObj spid="_x0000_s16539" r:id="rId7" imgW="747395" imgH="157480" progId="Equation.DSMT4">
                  <p:embed/>
                </p:oleObj>
              </mc:Choice>
              <mc:Fallback>
                <p:oleObj r:id="rId7" imgW="747395" imgH="157480" progId="Equation.DSMT4">
                  <p:embed/>
                  <p:pic>
                    <p:nvPicPr>
                      <p:cNvPr id="0" name="图片 3114"/>
                      <p:cNvPicPr/>
                      <p:nvPr/>
                    </p:nvPicPr>
                    <p:blipFill>
                      <a:blip r:embed="rId8">
                        <a:clrChange>
                          <a:clrFrom>
                            <a:srgbClr val="000000"/>
                          </a:clrFrom>
                          <a:clrTo>
                            <a:srgbClr val="FFFF66"/>
                          </a:clrTo>
                        </a:clrChange>
                      </a:blip>
                      <a:stretch>
                        <a:fillRect/>
                      </a:stretch>
                    </p:blipFill>
                    <p:spPr>
                      <a:xfrm>
                        <a:off x="3851275" y="2949575"/>
                        <a:ext cx="1717675" cy="491490"/>
                      </a:xfrm>
                      <a:prstGeom prst="rect">
                        <a:avLst/>
                      </a:prstGeom>
                      <a:noFill/>
                      <a:ln w="38100">
                        <a:noFill/>
                        <a:miter/>
                      </a:ln>
                    </p:spPr>
                  </p:pic>
                </p:oleObj>
              </mc:Fallback>
            </mc:AlternateContent>
          </a:graphicData>
        </a:graphic>
      </p:graphicFrame>
      <p:graphicFrame>
        <p:nvGraphicFramePr>
          <p:cNvPr id="14342" name="Object 18"/>
          <p:cNvGraphicFramePr>
            <a:graphicFrameLocks noChangeAspect="1"/>
          </p:cNvGraphicFramePr>
          <p:nvPr>
            <p:extLst>
              <p:ext uri="{D42A27DB-BD31-4B8C-83A1-F6EECF244321}">
                <p14:modId xmlns:p14="http://schemas.microsoft.com/office/powerpoint/2010/main" val="1153568962"/>
              </p:ext>
            </p:extLst>
          </p:nvPr>
        </p:nvGraphicFramePr>
        <p:xfrm>
          <a:off x="2663825" y="3581400"/>
          <a:ext cx="3498850" cy="929640"/>
        </p:xfrm>
        <a:graphic>
          <a:graphicData uri="http://schemas.openxmlformats.org/presentationml/2006/ole">
            <mc:AlternateContent xmlns:mc="http://schemas.openxmlformats.org/markup-compatibility/2006">
              <mc:Choice xmlns:v="urn:schemas-microsoft-com:vml" Requires="v">
                <p:oleObj spid="_x0000_s16540" r:id="rId9" imgW="1602740" imgH="363855" progId="Equation.DSMT4">
                  <p:embed/>
                </p:oleObj>
              </mc:Choice>
              <mc:Fallback>
                <p:oleObj r:id="rId9" imgW="1602740" imgH="363855" progId="Equation.DSMT4">
                  <p:embed/>
                  <p:pic>
                    <p:nvPicPr>
                      <p:cNvPr id="0" name="图片 3115"/>
                      <p:cNvPicPr/>
                      <p:nvPr/>
                    </p:nvPicPr>
                    <p:blipFill>
                      <a:blip r:embed="rId10">
                        <a:clrChange>
                          <a:clrFrom>
                            <a:srgbClr val="000000"/>
                          </a:clrFrom>
                          <a:clrTo>
                            <a:srgbClr val="FFFF66"/>
                          </a:clrTo>
                        </a:clrChange>
                      </a:blip>
                      <a:stretch>
                        <a:fillRect/>
                      </a:stretch>
                    </p:blipFill>
                    <p:spPr>
                      <a:xfrm>
                        <a:off x="2663825" y="3581400"/>
                        <a:ext cx="3498850" cy="929640"/>
                      </a:xfrm>
                      <a:prstGeom prst="rect">
                        <a:avLst/>
                      </a:prstGeom>
                      <a:solidFill>
                        <a:schemeClr val="accent1">
                          <a:lumMod val="20000"/>
                          <a:lumOff val="80000"/>
                        </a:schemeClr>
                      </a:solidFill>
                      <a:ln w="28575" cap="flat" cmpd="sng">
                        <a:solidFill>
                          <a:srgbClr val="1552D1"/>
                        </a:solidFill>
                        <a:prstDash val="solid"/>
                        <a:miter/>
                        <a:headEnd type="none" w="med" len="med"/>
                        <a:tailEnd type="none" w="med" len="med"/>
                      </a:ln>
                    </p:spPr>
                  </p:pic>
                </p:oleObj>
              </mc:Fallback>
            </mc:AlternateContent>
          </a:graphicData>
        </a:graphic>
      </p:graphicFrame>
      <p:sp>
        <p:nvSpPr>
          <p:cNvPr id="25" name="页脚占位符 6"/>
          <p:cNvSpPr txBox="1">
            <a:spLocks noGrp="1"/>
          </p:cNvSpPr>
          <p:nvPr>
            <p:ph type="ftr" sz="quarter" idx="11"/>
          </p:nvPr>
        </p:nvSpPr>
        <p:spPr>
          <a:xfrm>
            <a:off x="2843213" y="6411913"/>
            <a:ext cx="2895600" cy="365125"/>
          </a:xfrm>
          <a:noFill/>
        </p:spPr>
        <p:txBody>
          <a:bodyPr vert="horz" lIns="91440" tIns="45720" rIns="91440" bIns="45720" rtlCol="0" anchor="ctr"/>
          <a:lstStyle/>
          <a:p>
            <a:pPr marL="0" marR="0" lvl="0" indent="0" algn="ctr" defTabSz="914400" rtl="0" eaLnBrk="1" fontAlgn="base" latinLnBrk="0" hangingPunct="1">
              <a:lnSpc>
                <a:spcPct val="150000"/>
              </a:lnSpc>
              <a:spcBef>
                <a:spcPct val="20000"/>
              </a:spcBef>
              <a:spcAft>
                <a:spcPct val="0"/>
              </a:spcAft>
              <a:buClrTx/>
              <a:buSzPct val="85000"/>
              <a:buFontTx/>
              <a:buChar char="•"/>
              <a:defRPr/>
            </a:pPr>
            <a:r>
              <a:rPr kumimoji="1" lang="zh-CN" altLang="en-US" sz="1200" b="0" i="0" u="none" strike="noStrike" kern="1200" cap="none" spc="0" normalizeH="0" baseline="0" noProof="0" dirty="0">
                <a:ln>
                  <a:noFill/>
                </a:ln>
                <a:solidFill>
                  <a:schemeClr val="tx1">
                    <a:tint val="75000"/>
                  </a:schemeClr>
                </a:solidFill>
                <a:effectLst/>
                <a:uLnTx/>
                <a:uFillTx/>
                <a:latin typeface="Times New Roman" panose="02020603050405020304" pitchFamily="18" charset="0"/>
                <a:ea typeface="楷体_GB2312" pitchFamily="49" charset="-122"/>
                <a:cs typeface="+mn-cs"/>
              </a:rPr>
              <a:t>测量科学与仪器系</a:t>
            </a:r>
            <a:endParaRPr kumimoji="1" lang="en-US" altLang="zh-CN" sz="1200" b="0" i="0" u="none" strike="noStrike" kern="1200" cap="none" spc="0" normalizeH="0" baseline="0" noProof="0" dirty="0">
              <a:ln>
                <a:noFill/>
              </a:ln>
              <a:solidFill>
                <a:schemeClr val="tx1">
                  <a:tint val="75000"/>
                </a:schemeClr>
              </a:solidFill>
              <a:effectLst/>
              <a:uLnTx/>
              <a:uFillTx/>
              <a:latin typeface="Times New Roman" panose="02020603050405020304" pitchFamily="18" charset="0"/>
              <a:ea typeface="楷体_GB2312" pitchFamily="49" charset="-122"/>
              <a:cs typeface="+mn-cs"/>
            </a:endParaRPr>
          </a:p>
        </p:txBody>
      </p:sp>
      <p:sp>
        <p:nvSpPr>
          <p:cNvPr id="60429" name="Rectangle 12"/>
          <p:cNvSpPr/>
          <p:nvPr/>
        </p:nvSpPr>
        <p:spPr>
          <a:xfrm>
            <a:off x="482600" y="287338"/>
            <a:ext cx="7772400" cy="631825"/>
          </a:xfrm>
          <a:prstGeom prst="rect">
            <a:avLst/>
          </a:prstGeom>
          <a:noFill/>
          <a:ln w="9525">
            <a:noFill/>
          </a:ln>
        </p:spPr>
        <p:txBody>
          <a:bodyPr anchor="ctr">
            <a:spAutoFit/>
          </a:bodyPr>
          <a:lstStyle/>
          <a:p>
            <a:pPr>
              <a:lnSpc>
                <a:spcPct val="125000"/>
              </a:lnSpc>
              <a:spcBef>
                <a:spcPct val="50000"/>
              </a:spcBef>
              <a:buSzPct val="85000"/>
            </a:pPr>
            <a:r>
              <a:rPr lang="zh-CN" altLang="en-US" sz="2800" dirty="0">
                <a:solidFill>
                  <a:schemeClr val="tx2"/>
                </a:solidFill>
                <a:latin typeface="黑体" panose="02010609060101010101" pitchFamily="2" charset="-122"/>
                <a:ea typeface="黑体" panose="02010609060101010101" pitchFamily="2" charset="-122"/>
              </a:rPr>
              <a:t>（</a:t>
            </a:r>
            <a:r>
              <a:rPr lang="en-US" altLang="zh-CN" sz="2800" dirty="0">
                <a:solidFill>
                  <a:schemeClr val="tx2"/>
                </a:solidFill>
                <a:latin typeface="黑体" panose="02010609060101010101" pitchFamily="2" charset="-122"/>
                <a:ea typeface="黑体" panose="02010609060101010101" pitchFamily="2" charset="-122"/>
              </a:rPr>
              <a:t>1</a:t>
            </a:r>
            <a:r>
              <a:rPr lang="zh-CN" altLang="en-US" sz="2800" dirty="0">
                <a:solidFill>
                  <a:schemeClr val="tx2"/>
                </a:solidFill>
                <a:latin typeface="黑体" panose="02010609060101010101" pitchFamily="2" charset="-122"/>
                <a:ea typeface="黑体" panose="02010609060101010101" pitchFamily="2" charset="-122"/>
              </a:rPr>
              <a:t>）直接变换型</a:t>
            </a:r>
          </a:p>
        </p:txBody>
      </p:sp>
      <p:sp>
        <p:nvSpPr>
          <p:cNvPr id="21" name="矩形 20"/>
          <p:cNvSpPr/>
          <p:nvPr/>
        </p:nvSpPr>
        <p:spPr>
          <a:xfrm>
            <a:off x="142875" y="1000125"/>
            <a:ext cx="8286750" cy="46038"/>
          </a:xfrm>
          <a:prstGeom prst="rect">
            <a:avLst/>
          </a:prstGeom>
          <a:gradFill flip="none" rotWithShape="1">
            <a:gsLst>
              <a:gs pos="0">
                <a:srgbClr val="5E9EFF"/>
              </a:gs>
              <a:gs pos="39999">
                <a:srgbClr val="85C2FF"/>
              </a:gs>
              <a:gs pos="70000">
                <a:srgbClr val="C4D6EB"/>
              </a:gs>
              <a:gs pos="100000">
                <a:srgbClr val="FFEBFA"/>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50000"/>
              </a:lnSpc>
              <a:spcBef>
                <a:spcPts val="0"/>
              </a:spcBef>
              <a:spcAft>
                <a:spcPts val="0"/>
              </a:spcAft>
              <a:buClrTx/>
              <a:buSzPct val="85000"/>
              <a:buFontTx/>
              <a:buChar char="•"/>
              <a:defRPr/>
            </a:pPr>
            <a:endParaRPr kumimoji="1" lang="zh-CN" altLang="en-US" sz="2400" b="0" i="0" u="none" strike="noStrike" kern="1200" cap="none" spc="0" normalizeH="0" baseline="0" noProof="0">
              <a:ln>
                <a:noFill/>
              </a:ln>
              <a:solidFill>
                <a:schemeClr val="lt1"/>
              </a:solidFill>
              <a:effectLst/>
              <a:uLnTx/>
              <a:uFillTx/>
              <a:latin typeface="+mn-lt"/>
              <a:ea typeface="+mn-ea"/>
              <a:cs typeface="+mn-cs"/>
            </a:endParaRPr>
          </a:p>
        </p:txBody>
      </p:sp>
    </p:spTree>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4355"/>
                                        </p:tgtEl>
                                        <p:attrNameLst>
                                          <p:attrName>style.visibility</p:attrName>
                                        </p:attrNameLst>
                                      </p:cBhvr>
                                      <p:to>
                                        <p:strVal val="visible"/>
                                      </p:to>
                                    </p:set>
                                    <p:anim calcmode="lin" valueType="num">
                                      <p:cBhvr additive="base">
                                        <p:cTn id="7" dur="500" fill="hold"/>
                                        <p:tgtEl>
                                          <p:spTgt spid="14355"/>
                                        </p:tgtEl>
                                        <p:attrNameLst>
                                          <p:attrName>ppt_x</p:attrName>
                                        </p:attrNameLst>
                                      </p:cBhvr>
                                      <p:tavLst>
                                        <p:tav tm="0">
                                          <p:val>
                                            <p:strVal val="#ppt_x"/>
                                          </p:val>
                                        </p:tav>
                                        <p:tav tm="100000">
                                          <p:val>
                                            <p:strVal val="#ppt_x"/>
                                          </p:val>
                                        </p:tav>
                                      </p:tavLst>
                                    </p:anim>
                                    <p:anim calcmode="lin" valueType="num">
                                      <p:cBhvr additive="base">
                                        <p:cTn id="8" dur="500" fill="hold"/>
                                        <p:tgtEl>
                                          <p:spTgt spid="14355"/>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14339"/>
                                        </p:tgtEl>
                                        <p:attrNameLst>
                                          <p:attrName>style.visibility</p:attrName>
                                        </p:attrNameLst>
                                      </p:cBhvr>
                                      <p:to>
                                        <p:strVal val="visible"/>
                                      </p:to>
                                    </p:set>
                                    <p:anim calcmode="lin" valueType="num">
                                      <p:cBhvr additive="base">
                                        <p:cTn id="11" dur="500" fill="hold"/>
                                        <p:tgtEl>
                                          <p:spTgt spid="14339"/>
                                        </p:tgtEl>
                                        <p:attrNameLst>
                                          <p:attrName>ppt_x</p:attrName>
                                        </p:attrNameLst>
                                      </p:cBhvr>
                                      <p:tavLst>
                                        <p:tav tm="0">
                                          <p:val>
                                            <p:strVal val="#ppt_x"/>
                                          </p:val>
                                        </p:tav>
                                        <p:tav tm="100000">
                                          <p:val>
                                            <p:strVal val="#ppt_x"/>
                                          </p:val>
                                        </p:tav>
                                      </p:tavLst>
                                    </p:anim>
                                    <p:anim calcmode="lin" valueType="num">
                                      <p:cBhvr additive="base">
                                        <p:cTn id="12" dur="500" fill="hold"/>
                                        <p:tgtEl>
                                          <p:spTgt spid="14339"/>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14340"/>
                                        </p:tgtEl>
                                        <p:attrNameLst>
                                          <p:attrName>style.visibility</p:attrName>
                                        </p:attrNameLst>
                                      </p:cBhvr>
                                      <p:to>
                                        <p:strVal val="visible"/>
                                      </p:to>
                                    </p:set>
                                    <p:anim calcmode="lin" valueType="num">
                                      <p:cBhvr additive="base">
                                        <p:cTn id="15" dur="500" fill="hold"/>
                                        <p:tgtEl>
                                          <p:spTgt spid="14340"/>
                                        </p:tgtEl>
                                        <p:attrNameLst>
                                          <p:attrName>ppt_x</p:attrName>
                                        </p:attrNameLst>
                                      </p:cBhvr>
                                      <p:tavLst>
                                        <p:tav tm="0">
                                          <p:val>
                                            <p:strVal val="#ppt_x"/>
                                          </p:val>
                                        </p:tav>
                                        <p:tav tm="100000">
                                          <p:val>
                                            <p:strVal val="#ppt_x"/>
                                          </p:val>
                                        </p:tav>
                                      </p:tavLst>
                                    </p:anim>
                                    <p:anim calcmode="lin" valueType="num">
                                      <p:cBhvr additive="base">
                                        <p:cTn id="16" dur="500" fill="hold"/>
                                        <p:tgtEl>
                                          <p:spTgt spid="14340"/>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14357"/>
                                        </p:tgtEl>
                                        <p:attrNameLst>
                                          <p:attrName>style.visibility</p:attrName>
                                        </p:attrNameLst>
                                      </p:cBhvr>
                                      <p:to>
                                        <p:strVal val="visible"/>
                                      </p:to>
                                    </p:set>
                                    <p:anim calcmode="lin" valueType="num">
                                      <p:cBhvr additive="base">
                                        <p:cTn id="19" dur="500" fill="hold"/>
                                        <p:tgtEl>
                                          <p:spTgt spid="14357"/>
                                        </p:tgtEl>
                                        <p:attrNameLst>
                                          <p:attrName>ppt_x</p:attrName>
                                        </p:attrNameLst>
                                      </p:cBhvr>
                                      <p:tavLst>
                                        <p:tav tm="0">
                                          <p:val>
                                            <p:strVal val="#ppt_x"/>
                                          </p:val>
                                        </p:tav>
                                        <p:tav tm="100000">
                                          <p:val>
                                            <p:strVal val="#ppt_x"/>
                                          </p:val>
                                        </p:tav>
                                      </p:tavLst>
                                    </p:anim>
                                    <p:anim calcmode="lin" valueType="num">
                                      <p:cBhvr additive="base">
                                        <p:cTn id="20" dur="500" fill="hold"/>
                                        <p:tgtEl>
                                          <p:spTgt spid="14357"/>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14341"/>
                                        </p:tgtEl>
                                        <p:attrNameLst>
                                          <p:attrName>style.visibility</p:attrName>
                                        </p:attrNameLst>
                                      </p:cBhvr>
                                      <p:to>
                                        <p:strVal val="visible"/>
                                      </p:to>
                                    </p:set>
                                    <p:anim calcmode="lin" valueType="num">
                                      <p:cBhvr additive="base">
                                        <p:cTn id="23" dur="500" fill="hold"/>
                                        <p:tgtEl>
                                          <p:spTgt spid="14341"/>
                                        </p:tgtEl>
                                        <p:attrNameLst>
                                          <p:attrName>ppt_x</p:attrName>
                                        </p:attrNameLst>
                                      </p:cBhvr>
                                      <p:tavLst>
                                        <p:tav tm="0">
                                          <p:val>
                                            <p:strVal val="#ppt_x"/>
                                          </p:val>
                                        </p:tav>
                                        <p:tav tm="100000">
                                          <p:val>
                                            <p:strVal val="#ppt_x"/>
                                          </p:val>
                                        </p:tav>
                                      </p:tavLst>
                                    </p:anim>
                                    <p:anim calcmode="lin" valueType="num">
                                      <p:cBhvr additive="base">
                                        <p:cTn id="24" dur="500" fill="hold"/>
                                        <p:tgtEl>
                                          <p:spTgt spid="14341"/>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14342"/>
                                        </p:tgtEl>
                                        <p:attrNameLst>
                                          <p:attrName>style.visibility</p:attrName>
                                        </p:attrNameLst>
                                      </p:cBhvr>
                                      <p:to>
                                        <p:strVal val="visible"/>
                                      </p:to>
                                    </p:set>
                                    <p:anim calcmode="lin" valueType="num">
                                      <p:cBhvr additive="base">
                                        <p:cTn id="27" dur="500" fill="hold"/>
                                        <p:tgtEl>
                                          <p:spTgt spid="14342"/>
                                        </p:tgtEl>
                                        <p:attrNameLst>
                                          <p:attrName>ppt_x</p:attrName>
                                        </p:attrNameLst>
                                      </p:cBhvr>
                                      <p:tavLst>
                                        <p:tav tm="0">
                                          <p:val>
                                            <p:strVal val="#ppt_x"/>
                                          </p:val>
                                        </p:tav>
                                        <p:tav tm="100000">
                                          <p:val>
                                            <p:strVal val="#ppt_x"/>
                                          </p:val>
                                        </p:tav>
                                      </p:tavLst>
                                    </p:anim>
                                    <p:anim calcmode="lin" valueType="num">
                                      <p:cBhvr additive="base">
                                        <p:cTn id="28" dur="500" fill="hold"/>
                                        <p:tgtEl>
                                          <p:spTgt spid="14342"/>
                                        </p:tgtEl>
                                        <p:attrNameLst>
                                          <p:attrName>ppt_y</p:attrName>
                                        </p:attrNameLst>
                                      </p:cBhvr>
                                      <p:tavLst>
                                        <p:tav tm="0">
                                          <p:val>
                                            <p:strVal val="1+#ppt_h/2"/>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4" presetClass="entr" presetSubtype="16" fill="hold" grpId="0" nodeType="clickEffect">
                                  <p:stCondLst>
                                    <p:cond delay="0"/>
                                  </p:stCondLst>
                                  <p:childTnLst>
                                    <p:set>
                                      <p:cBhvr>
                                        <p:cTn id="32" dur="1" fill="hold">
                                          <p:stCondLst>
                                            <p:cond delay="0"/>
                                          </p:stCondLst>
                                        </p:cTn>
                                        <p:tgtEl>
                                          <p:spTgt spid="14358"/>
                                        </p:tgtEl>
                                        <p:attrNameLst>
                                          <p:attrName>style.visibility</p:attrName>
                                        </p:attrNameLst>
                                      </p:cBhvr>
                                      <p:to>
                                        <p:strVal val="visible"/>
                                      </p:to>
                                    </p:set>
                                    <p:animEffect transition="in" filter="box(in)">
                                      <p:cBhvr>
                                        <p:cTn id="33" dur="2000"/>
                                        <p:tgtEl>
                                          <p:spTgt spid="1435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355" grpId="0"/>
      <p:bldP spid="14357" grpId="0"/>
      <p:bldP spid="14358" grpId="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圆角 1">
            <a:extLst>
              <a:ext uri="{FF2B5EF4-FFF2-40B4-BE49-F238E27FC236}">
                <a16:creationId xmlns:a16="http://schemas.microsoft.com/office/drawing/2014/main" id="{E6C26905-8FC3-42D2-B04D-3537390C70CA}"/>
              </a:ext>
            </a:extLst>
          </p:cNvPr>
          <p:cNvSpPr/>
          <p:nvPr/>
        </p:nvSpPr>
        <p:spPr>
          <a:xfrm>
            <a:off x="2411760" y="3369947"/>
            <a:ext cx="3327053" cy="805805"/>
          </a:xfrm>
          <a:prstGeom prst="round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2465" name="灯片编号占位符 4"/>
          <p:cNvSpPr>
            <a:spLocks noGrp="1"/>
          </p:cNvSpPr>
          <p:nvPr>
            <p:ph type="sldNum" sz="quarter" idx="12"/>
          </p:nvPr>
        </p:nvSpPr>
        <p:spPr>
          <a:noFill/>
          <a:ln>
            <a:noFill/>
          </a:ln>
        </p:spPr>
        <p:txBody>
          <a:bodyPr wrap="square" lIns="91440" tIns="45720" rIns="91440" bIns="45720" anchor="ctr"/>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r">
              <a:lnSpc>
                <a:spcPct val="150000"/>
              </a:lnSpc>
              <a:spcBef>
                <a:spcPct val="20000"/>
              </a:spcBef>
              <a:buSzPct val="85000"/>
              <a:buFontTx/>
              <a:buChar char="•"/>
            </a:pPr>
            <a:fld id="{9A0DB2DC-4C9A-4742-B13C-FB6460FD3503}" type="slidenum">
              <a:rPr lang="en-US" altLang="zh-CN" sz="1200" dirty="0">
                <a:solidFill>
                  <a:srgbClr val="898989"/>
                </a:solidFill>
              </a:rPr>
              <a:t>46</a:t>
            </a:fld>
            <a:endParaRPr lang="en-US" altLang="zh-CN" sz="1200" dirty="0">
              <a:solidFill>
                <a:srgbClr val="898989"/>
              </a:solidFill>
            </a:endParaRPr>
          </a:p>
        </p:txBody>
      </p:sp>
      <p:sp>
        <p:nvSpPr>
          <p:cNvPr id="62466" name="Rectangle 2"/>
          <p:cNvSpPr/>
          <p:nvPr/>
        </p:nvSpPr>
        <p:spPr>
          <a:xfrm>
            <a:off x="423863" y="3268663"/>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62467" name="Rectangle 3"/>
          <p:cNvSpPr/>
          <p:nvPr/>
        </p:nvSpPr>
        <p:spPr>
          <a:xfrm>
            <a:off x="423863" y="3254375"/>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62468" name="Rectangle 4"/>
          <p:cNvSpPr/>
          <p:nvPr/>
        </p:nvSpPr>
        <p:spPr>
          <a:xfrm>
            <a:off x="423863" y="3254375"/>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62469" name="Rectangle 5"/>
          <p:cNvSpPr/>
          <p:nvPr/>
        </p:nvSpPr>
        <p:spPr>
          <a:xfrm>
            <a:off x="423863" y="2782888"/>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62470" name="Rectangle 6"/>
          <p:cNvSpPr/>
          <p:nvPr/>
        </p:nvSpPr>
        <p:spPr>
          <a:xfrm>
            <a:off x="423863" y="3254375"/>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62471" name="Rectangle 7"/>
          <p:cNvSpPr/>
          <p:nvPr/>
        </p:nvSpPr>
        <p:spPr>
          <a:xfrm>
            <a:off x="423863" y="3240088"/>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62472" name="Rectangle 8"/>
          <p:cNvSpPr/>
          <p:nvPr/>
        </p:nvSpPr>
        <p:spPr>
          <a:xfrm>
            <a:off x="423863" y="2720975"/>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62473" name="Rectangle 9"/>
          <p:cNvSpPr/>
          <p:nvPr/>
        </p:nvSpPr>
        <p:spPr>
          <a:xfrm>
            <a:off x="423863" y="53975"/>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62474" name="Rectangle 10"/>
          <p:cNvSpPr/>
          <p:nvPr/>
        </p:nvSpPr>
        <p:spPr>
          <a:xfrm>
            <a:off x="423863" y="2811463"/>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62475" name="Rectangle 11"/>
          <p:cNvSpPr/>
          <p:nvPr/>
        </p:nvSpPr>
        <p:spPr>
          <a:xfrm>
            <a:off x="423863" y="53975"/>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15376" name="Text Box 14"/>
          <p:cNvSpPr txBox="1"/>
          <p:nvPr/>
        </p:nvSpPr>
        <p:spPr>
          <a:xfrm>
            <a:off x="251778" y="836930"/>
            <a:ext cx="3673475" cy="554038"/>
          </a:xfrm>
          <a:prstGeom prst="rect">
            <a:avLst/>
          </a:prstGeom>
          <a:noFill/>
          <a:ln w="9525">
            <a:noFill/>
          </a:ln>
        </p:spPr>
        <p:txBody>
          <a:bodyPr anchor="t">
            <a:spAutoFit/>
          </a:bodyPr>
          <a:lstStyle/>
          <a:p>
            <a:pPr>
              <a:lnSpc>
                <a:spcPct val="150000"/>
              </a:lnSpc>
              <a:spcBef>
                <a:spcPct val="20000"/>
              </a:spcBef>
              <a:buSzPct val="85000"/>
            </a:pPr>
            <a:r>
              <a:rPr lang="en-US" altLang="zh-CN" sz="2000" b="1" dirty="0">
                <a:solidFill>
                  <a:srgbClr val="C00000"/>
                </a:solidFill>
                <a:latin typeface="黑体" panose="02010609060101010101" pitchFamily="2" charset="-122"/>
                <a:ea typeface="黑体" panose="02010609060101010101" pitchFamily="2" charset="-122"/>
              </a:rPr>
              <a:t>②</a:t>
            </a:r>
            <a:r>
              <a:rPr lang="zh-CN" altLang="en-US" sz="2000" b="1" dirty="0">
                <a:solidFill>
                  <a:srgbClr val="C00000"/>
                </a:solidFill>
                <a:latin typeface="黑体" panose="02010609060101010101" pitchFamily="2" charset="-122"/>
                <a:ea typeface="黑体" panose="02010609060101010101" pitchFamily="2" charset="-122"/>
              </a:rPr>
              <a:t>在有噪声情况下：</a:t>
            </a:r>
            <a:endParaRPr lang="zh-CN" altLang="en-US" b="1" dirty="0">
              <a:solidFill>
                <a:srgbClr val="C00000"/>
              </a:solidFill>
              <a:latin typeface="黑体" panose="02010609060101010101" pitchFamily="2" charset="-122"/>
              <a:ea typeface="黑体" panose="02010609060101010101" pitchFamily="2" charset="-122"/>
            </a:endParaRPr>
          </a:p>
        </p:txBody>
      </p:sp>
      <p:sp>
        <p:nvSpPr>
          <p:cNvPr id="15377" name="Text Box 16"/>
          <p:cNvSpPr txBox="1"/>
          <p:nvPr/>
        </p:nvSpPr>
        <p:spPr>
          <a:xfrm>
            <a:off x="941388" y="4004945"/>
            <a:ext cx="6372225" cy="2124075"/>
          </a:xfrm>
          <a:prstGeom prst="rect">
            <a:avLst/>
          </a:prstGeom>
          <a:noFill/>
          <a:ln w="9525">
            <a:noFill/>
          </a:ln>
        </p:spPr>
        <p:txBody>
          <a:bodyPr anchor="t">
            <a:spAutoFit/>
          </a:bodyPr>
          <a:lstStyle/>
          <a:p>
            <a:pPr>
              <a:lnSpc>
                <a:spcPct val="150000"/>
              </a:lnSpc>
              <a:spcBef>
                <a:spcPct val="20000"/>
              </a:spcBef>
              <a:buSzPct val="85000"/>
            </a:pPr>
            <a:r>
              <a:rPr lang="zh-CN" altLang="en-US" sz="2000" b="1" dirty="0">
                <a:solidFill>
                  <a:schemeClr val="hlink"/>
                </a:solidFill>
                <a:latin typeface="黑体" panose="02010609060101010101" pitchFamily="2" charset="-122"/>
                <a:ea typeface="黑体" panose="02010609060101010101" pitchFamily="2" charset="-122"/>
              </a:rPr>
              <a:t>结论：</a:t>
            </a:r>
          </a:p>
          <a:p>
            <a:pPr>
              <a:lnSpc>
                <a:spcPct val="150000"/>
              </a:lnSpc>
              <a:spcBef>
                <a:spcPct val="20000"/>
              </a:spcBef>
              <a:buSzPct val="85000"/>
            </a:pPr>
            <a:r>
              <a:rPr lang="zh-CN" altLang="en-US" sz="2000" b="1" dirty="0">
                <a:latin typeface="黑体" panose="02010609060101010101" pitchFamily="2" charset="-122"/>
                <a:ea typeface="黑体" panose="02010609060101010101" pitchFamily="2" charset="-122"/>
              </a:rPr>
              <a:t>①</a:t>
            </a:r>
            <a:r>
              <a:rPr lang="zh-CN" altLang="en-US" sz="2000" b="1" dirty="0">
                <a:solidFill>
                  <a:srgbClr val="00B0F0"/>
                </a:solidFill>
                <a:latin typeface="黑体" panose="02010609060101010101" pitchFamily="2" charset="-122"/>
                <a:ea typeface="黑体" panose="02010609060101010101" pitchFamily="2" charset="-122"/>
              </a:rPr>
              <a:t>总误差等于各变换环节输入端的</a:t>
            </a:r>
            <a:r>
              <a:rPr lang="zh-CN" altLang="en-US" sz="2000" b="1" dirty="0">
                <a:solidFill>
                  <a:srgbClr val="FF3300"/>
                </a:solidFill>
                <a:latin typeface="黑体" panose="02010609060101010101" pitchFamily="2" charset="-122"/>
                <a:ea typeface="黑体" panose="02010609060101010101" pitchFamily="2" charset="-122"/>
              </a:rPr>
              <a:t>噪信比</a:t>
            </a:r>
            <a:r>
              <a:rPr lang="zh-CN" altLang="en-US" sz="2000" b="1" dirty="0">
                <a:solidFill>
                  <a:srgbClr val="00B0F0"/>
                </a:solidFill>
                <a:latin typeface="黑体" panose="02010609060101010101" pitchFamily="2" charset="-122"/>
                <a:ea typeface="黑体" panose="02010609060101010101" pitchFamily="2" charset="-122"/>
              </a:rPr>
              <a:t>总和</a:t>
            </a:r>
            <a:endParaRPr lang="zh-CN" altLang="en-US" sz="2000" b="1" dirty="0">
              <a:latin typeface="黑体" panose="02010609060101010101" pitchFamily="2" charset="-122"/>
              <a:ea typeface="黑体" panose="02010609060101010101" pitchFamily="2" charset="-122"/>
            </a:endParaRPr>
          </a:p>
          <a:p>
            <a:pPr>
              <a:lnSpc>
                <a:spcPct val="150000"/>
              </a:lnSpc>
              <a:spcBef>
                <a:spcPct val="20000"/>
              </a:spcBef>
              <a:buSzPct val="85000"/>
            </a:pPr>
            <a:r>
              <a:rPr lang="zh-CN" altLang="en-US" sz="2000" b="1" dirty="0">
                <a:solidFill>
                  <a:srgbClr val="1552D1"/>
                </a:solidFill>
                <a:latin typeface="黑体" panose="02010609060101010101" pitchFamily="2" charset="-122"/>
                <a:ea typeface="黑体" panose="02010609060101010101" pitchFamily="2" charset="-122"/>
              </a:rPr>
              <a:t>②总灵敏度一定，</a:t>
            </a:r>
            <a:r>
              <a:rPr lang="zh-CN" altLang="en-US" sz="2000" b="1" dirty="0">
                <a:solidFill>
                  <a:srgbClr val="FF3300"/>
                </a:solidFill>
                <a:latin typeface="黑体" panose="02010609060101010101" pitchFamily="2" charset="-122"/>
                <a:ea typeface="黑体" panose="02010609060101010101" pitchFamily="2" charset="-122"/>
              </a:rPr>
              <a:t>提高前面元件灵敏度</a:t>
            </a:r>
            <a:r>
              <a:rPr lang="zh-CN" altLang="en-US" sz="2000" b="1" dirty="0">
                <a:solidFill>
                  <a:srgbClr val="1552D1"/>
                </a:solidFill>
                <a:latin typeface="黑体" panose="02010609060101010101" pitchFamily="2" charset="-122"/>
                <a:ea typeface="黑体" panose="02010609060101010101" pitchFamily="2" charset="-122"/>
              </a:rPr>
              <a:t>可降低总噪声</a:t>
            </a:r>
          </a:p>
          <a:p>
            <a:pPr>
              <a:lnSpc>
                <a:spcPct val="150000"/>
              </a:lnSpc>
              <a:spcBef>
                <a:spcPct val="20000"/>
              </a:spcBef>
              <a:buSzPct val="85000"/>
            </a:pPr>
            <a:r>
              <a:rPr lang="zh-CN" altLang="en-US" sz="2000" b="1" dirty="0">
                <a:gradFill>
                  <a:gsLst>
                    <a:gs pos="0">
                      <a:srgbClr val="007BD3"/>
                    </a:gs>
                    <a:gs pos="100000">
                      <a:srgbClr val="034373"/>
                    </a:gs>
                  </a:gsLst>
                  <a:lin scaled="0"/>
                </a:gradFill>
                <a:latin typeface="黑体" panose="02010609060101010101" pitchFamily="2" charset="-122"/>
                <a:ea typeface="黑体" panose="02010609060101010101" pitchFamily="2" charset="-122"/>
              </a:rPr>
              <a:t>③尽量降低</a:t>
            </a:r>
            <a:r>
              <a:rPr lang="zh-CN" altLang="en-US" sz="2000" b="1" dirty="0">
                <a:solidFill>
                  <a:srgbClr val="FF3300"/>
                </a:solidFill>
                <a:latin typeface="黑体" panose="02010609060101010101" pitchFamily="2" charset="-122"/>
                <a:ea typeface="黑体" panose="02010609060101010101" pitchFamily="2" charset="-122"/>
              </a:rPr>
              <a:t>第一个元件</a:t>
            </a:r>
            <a:r>
              <a:rPr lang="zh-CN" altLang="en-US" sz="2000" b="1" dirty="0">
                <a:gradFill>
                  <a:gsLst>
                    <a:gs pos="0">
                      <a:srgbClr val="007BD3"/>
                    </a:gs>
                    <a:gs pos="100000">
                      <a:srgbClr val="034373"/>
                    </a:gs>
                  </a:gsLst>
                  <a:lin scaled="0"/>
                </a:gradFill>
                <a:latin typeface="黑体" panose="02010609060101010101" pitchFamily="2" charset="-122"/>
                <a:ea typeface="黑体" panose="02010609060101010101" pitchFamily="2" charset="-122"/>
              </a:rPr>
              <a:t>的噪信比</a:t>
            </a:r>
          </a:p>
        </p:txBody>
      </p:sp>
      <p:graphicFrame>
        <p:nvGraphicFramePr>
          <p:cNvPr id="15362" name="Object 15"/>
          <p:cNvGraphicFramePr>
            <a:graphicFrameLocks noChangeAspect="1"/>
          </p:cNvGraphicFramePr>
          <p:nvPr>
            <p:extLst>
              <p:ext uri="{D42A27DB-BD31-4B8C-83A1-F6EECF244321}">
                <p14:modId xmlns:p14="http://schemas.microsoft.com/office/powerpoint/2010/main" val="4040380936"/>
              </p:ext>
            </p:extLst>
          </p:nvPr>
        </p:nvGraphicFramePr>
        <p:xfrm>
          <a:off x="2279650" y="1621994"/>
          <a:ext cx="4584700" cy="3013710"/>
        </p:xfrm>
        <a:graphic>
          <a:graphicData uri="http://schemas.openxmlformats.org/presentationml/2006/ole">
            <mc:AlternateContent xmlns:mc="http://schemas.openxmlformats.org/markup-compatibility/2006">
              <mc:Choice xmlns:v="urn:schemas-microsoft-com:vml" Requires="v">
                <p:oleObj spid="_x0000_s17447" r:id="rId3" imgW="2330450" imgH="1543685" progId="Equation.DSMT4">
                  <p:embed/>
                </p:oleObj>
              </mc:Choice>
              <mc:Fallback>
                <p:oleObj r:id="rId3" imgW="2330450" imgH="1543685" progId="Equation.DSMT4">
                  <p:embed/>
                  <p:pic>
                    <p:nvPicPr>
                      <p:cNvPr id="0" name="图片 3116"/>
                      <p:cNvPicPr/>
                      <p:nvPr/>
                    </p:nvPicPr>
                    <p:blipFill>
                      <a:blip r:embed="rId4">
                        <a:clrChange>
                          <a:clrFrom>
                            <a:srgbClr val="000000"/>
                          </a:clrFrom>
                          <a:clrTo>
                            <a:srgbClr val="FFFF66"/>
                          </a:clrTo>
                        </a:clrChange>
                      </a:blip>
                      <a:stretch>
                        <a:fillRect/>
                      </a:stretch>
                    </p:blipFill>
                    <p:spPr>
                      <a:xfrm>
                        <a:off x="2279650" y="1621994"/>
                        <a:ext cx="4584700" cy="3013710"/>
                      </a:xfrm>
                      <a:prstGeom prst="rect">
                        <a:avLst/>
                      </a:prstGeom>
                      <a:noFill/>
                      <a:ln w="38100">
                        <a:noFill/>
                        <a:miter/>
                      </a:ln>
                    </p:spPr>
                  </p:pic>
                </p:oleObj>
              </mc:Fallback>
            </mc:AlternateContent>
          </a:graphicData>
        </a:graphic>
      </p:graphicFrame>
      <p:sp>
        <p:nvSpPr>
          <p:cNvPr id="18" name="页脚占位符 6"/>
          <p:cNvSpPr txBox="1">
            <a:spLocks noGrp="1"/>
          </p:cNvSpPr>
          <p:nvPr>
            <p:ph type="ftr" sz="quarter" idx="11"/>
          </p:nvPr>
        </p:nvSpPr>
        <p:spPr>
          <a:xfrm>
            <a:off x="2843213" y="6411913"/>
            <a:ext cx="2895600" cy="365125"/>
          </a:xfrm>
          <a:noFill/>
        </p:spPr>
        <p:txBody>
          <a:bodyPr vert="horz" lIns="91440" tIns="45720" rIns="91440" bIns="45720" rtlCol="0" anchor="ctr"/>
          <a:lstStyle/>
          <a:p>
            <a:pPr marL="0" marR="0" lvl="0" indent="0" algn="ctr" defTabSz="914400" rtl="0" eaLnBrk="1" fontAlgn="base" latinLnBrk="0" hangingPunct="1">
              <a:lnSpc>
                <a:spcPct val="150000"/>
              </a:lnSpc>
              <a:spcBef>
                <a:spcPct val="20000"/>
              </a:spcBef>
              <a:spcAft>
                <a:spcPct val="0"/>
              </a:spcAft>
              <a:buClrTx/>
              <a:buSzPct val="85000"/>
              <a:buFontTx/>
              <a:buChar char="•"/>
              <a:defRPr/>
            </a:pPr>
            <a:r>
              <a:rPr kumimoji="1" lang="zh-CN" altLang="en-US" sz="1200" b="0" i="0" u="none" strike="noStrike" kern="1200" cap="none" spc="0" normalizeH="0" baseline="0" noProof="0" dirty="0">
                <a:ln>
                  <a:noFill/>
                </a:ln>
                <a:solidFill>
                  <a:schemeClr val="tx1">
                    <a:tint val="75000"/>
                  </a:schemeClr>
                </a:solidFill>
                <a:effectLst/>
                <a:uLnTx/>
                <a:uFillTx/>
                <a:latin typeface="Times New Roman" panose="02020603050405020304" pitchFamily="18" charset="0"/>
                <a:ea typeface="楷体_GB2312" pitchFamily="49" charset="-122"/>
                <a:cs typeface="+mn-cs"/>
              </a:rPr>
              <a:t>测量科学与仪器系</a:t>
            </a:r>
            <a:endParaRPr kumimoji="1" lang="en-US" altLang="zh-CN" sz="1200" b="0" i="0" u="none" strike="noStrike" kern="1200" cap="none" spc="0" normalizeH="0" baseline="0" noProof="0" dirty="0">
              <a:ln>
                <a:noFill/>
              </a:ln>
              <a:solidFill>
                <a:schemeClr val="tx1">
                  <a:tint val="75000"/>
                </a:schemeClr>
              </a:solidFill>
              <a:effectLst/>
              <a:uLnTx/>
              <a:uFillTx/>
              <a:latin typeface="Times New Roman" panose="02020603050405020304" pitchFamily="18" charset="0"/>
              <a:ea typeface="楷体_GB2312" pitchFamily="49" charset="-122"/>
              <a:cs typeface="+mn-cs"/>
            </a:endParaRPr>
          </a:p>
        </p:txBody>
      </p:sp>
      <p:pic>
        <p:nvPicPr>
          <p:cNvPr id="60431" name="Picture 15"/>
          <p:cNvPicPr>
            <a:picLocks noChangeAspect="1"/>
          </p:cNvPicPr>
          <p:nvPr/>
        </p:nvPicPr>
        <p:blipFill>
          <a:blip r:embed="rId5"/>
          <a:stretch>
            <a:fillRect/>
          </a:stretch>
        </p:blipFill>
        <p:spPr>
          <a:xfrm>
            <a:off x="2843530" y="260350"/>
            <a:ext cx="6127115" cy="1248410"/>
          </a:xfrm>
          <a:prstGeom prst="rect">
            <a:avLst/>
          </a:prstGeom>
          <a:noFill/>
          <a:ln w="9525">
            <a:noFill/>
          </a:ln>
        </p:spPr>
      </p:pic>
    </p:spTree>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5376"/>
                                        </p:tgtEl>
                                        <p:attrNameLst>
                                          <p:attrName>style.visibility</p:attrName>
                                        </p:attrNameLst>
                                      </p:cBhvr>
                                      <p:to>
                                        <p:strVal val="visible"/>
                                      </p:to>
                                    </p:set>
                                    <p:anim calcmode="lin" valueType="num">
                                      <p:cBhvr additive="base">
                                        <p:cTn id="7" dur="500" fill="hold"/>
                                        <p:tgtEl>
                                          <p:spTgt spid="15376"/>
                                        </p:tgtEl>
                                        <p:attrNameLst>
                                          <p:attrName>ppt_x</p:attrName>
                                        </p:attrNameLst>
                                      </p:cBhvr>
                                      <p:tavLst>
                                        <p:tav tm="0">
                                          <p:val>
                                            <p:strVal val="#ppt_x"/>
                                          </p:val>
                                        </p:tav>
                                        <p:tav tm="100000">
                                          <p:val>
                                            <p:strVal val="#ppt_x"/>
                                          </p:val>
                                        </p:tav>
                                      </p:tavLst>
                                    </p:anim>
                                    <p:anim calcmode="lin" valueType="num">
                                      <p:cBhvr additive="base">
                                        <p:cTn id="8" dur="500" fill="hold"/>
                                        <p:tgtEl>
                                          <p:spTgt spid="15376"/>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15362"/>
                                        </p:tgtEl>
                                        <p:attrNameLst>
                                          <p:attrName>style.visibility</p:attrName>
                                        </p:attrNameLst>
                                      </p:cBhvr>
                                      <p:to>
                                        <p:strVal val="visible"/>
                                      </p:to>
                                    </p:set>
                                    <p:anim calcmode="lin" valueType="num">
                                      <p:cBhvr additive="base">
                                        <p:cTn id="11" dur="500" fill="hold"/>
                                        <p:tgtEl>
                                          <p:spTgt spid="15362"/>
                                        </p:tgtEl>
                                        <p:attrNameLst>
                                          <p:attrName>ppt_x</p:attrName>
                                        </p:attrNameLst>
                                      </p:cBhvr>
                                      <p:tavLst>
                                        <p:tav tm="0">
                                          <p:val>
                                            <p:strVal val="#ppt_x"/>
                                          </p:val>
                                        </p:tav>
                                        <p:tav tm="100000">
                                          <p:val>
                                            <p:strVal val="#ppt_x"/>
                                          </p:val>
                                        </p:tav>
                                      </p:tavLst>
                                    </p:anim>
                                    <p:anim calcmode="lin" valueType="num">
                                      <p:cBhvr additive="base">
                                        <p:cTn id="12" dur="500" fill="hold"/>
                                        <p:tgtEl>
                                          <p:spTgt spid="15362"/>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15377"/>
                                        </p:tgtEl>
                                        <p:attrNameLst>
                                          <p:attrName>style.visibility</p:attrName>
                                        </p:attrNameLst>
                                      </p:cBhvr>
                                      <p:to>
                                        <p:strVal val="visible"/>
                                      </p:to>
                                    </p:set>
                                    <p:animEffect transition="in" filter="blinds(horizontal)">
                                      <p:cBhvr>
                                        <p:cTn id="17" dur="500"/>
                                        <p:tgtEl>
                                          <p:spTgt spid="1537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376" grpId="0"/>
      <p:bldP spid="15377" grpId="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89" name="灯片编号占位符 4"/>
          <p:cNvSpPr>
            <a:spLocks noGrp="1"/>
          </p:cNvSpPr>
          <p:nvPr>
            <p:ph type="sldNum" sz="quarter" idx="12"/>
          </p:nvPr>
        </p:nvSpPr>
        <p:spPr>
          <a:noFill/>
          <a:ln>
            <a:noFill/>
          </a:ln>
        </p:spPr>
        <p:txBody>
          <a:bodyPr wrap="square" lIns="91440" tIns="45720" rIns="91440" bIns="45720" anchor="ctr"/>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r">
              <a:lnSpc>
                <a:spcPct val="150000"/>
              </a:lnSpc>
              <a:spcBef>
                <a:spcPct val="20000"/>
              </a:spcBef>
              <a:buSzPct val="85000"/>
              <a:buFontTx/>
              <a:buChar char="•"/>
            </a:pPr>
            <a:fld id="{9A0DB2DC-4C9A-4742-B13C-FB6460FD3503}" type="slidenum">
              <a:rPr lang="en-US" altLang="zh-CN" sz="1200" dirty="0">
                <a:solidFill>
                  <a:srgbClr val="898989"/>
                </a:solidFill>
              </a:rPr>
              <a:t>47</a:t>
            </a:fld>
            <a:endParaRPr lang="en-US" altLang="zh-CN" sz="1200" dirty="0">
              <a:solidFill>
                <a:srgbClr val="898989"/>
              </a:solidFill>
            </a:endParaRPr>
          </a:p>
        </p:txBody>
      </p:sp>
      <p:sp>
        <p:nvSpPr>
          <p:cNvPr id="63490" name="Rectangle 3"/>
          <p:cNvSpPr/>
          <p:nvPr/>
        </p:nvSpPr>
        <p:spPr>
          <a:xfrm>
            <a:off x="423863" y="3254375"/>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63491" name="Rectangle 4"/>
          <p:cNvSpPr/>
          <p:nvPr/>
        </p:nvSpPr>
        <p:spPr>
          <a:xfrm>
            <a:off x="423863" y="3254375"/>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63492" name="Rectangle 5"/>
          <p:cNvSpPr/>
          <p:nvPr/>
        </p:nvSpPr>
        <p:spPr>
          <a:xfrm>
            <a:off x="423863" y="2782888"/>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63493" name="Rectangle 6"/>
          <p:cNvSpPr/>
          <p:nvPr/>
        </p:nvSpPr>
        <p:spPr>
          <a:xfrm>
            <a:off x="423863" y="3254375"/>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63494" name="Rectangle 7"/>
          <p:cNvSpPr/>
          <p:nvPr/>
        </p:nvSpPr>
        <p:spPr>
          <a:xfrm>
            <a:off x="423863" y="3240088"/>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63495" name="Rectangle 8"/>
          <p:cNvSpPr/>
          <p:nvPr/>
        </p:nvSpPr>
        <p:spPr>
          <a:xfrm>
            <a:off x="423863" y="2720975"/>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63496" name="Rectangle 9"/>
          <p:cNvSpPr/>
          <p:nvPr/>
        </p:nvSpPr>
        <p:spPr>
          <a:xfrm>
            <a:off x="423863" y="53975"/>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63497" name="Rectangle 11"/>
          <p:cNvSpPr/>
          <p:nvPr/>
        </p:nvSpPr>
        <p:spPr>
          <a:xfrm>
            <a:off x="423863" y="53975"/>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63498" name="Rectangle 12"/>
          <p:cNvSpPr/>
          <p:nvPr/>
        </p:nvSpPr>
        <p:spPr>
          <a:xfrm>
            <a:off x="539750" y="317500"/>
            <a:ext cx="2806700" cy="554038"/>
          </a:xfrm>
          <a:prstGeom prst="rect">
            <a:avLst/>
          </a:prstGeom>
          <a:noFill/>
          <a:ln w="9525">
            <a:noFill/>
          </a:ln>
        </p:spPr>
        <p:txBody>
          <a:bodyPr anchor="ctr">
            <a:spAutoFit/>
          </a:bodyPr>
          <a:lstStyle/>
          <a:p>
            <a:pPr>
              <a:lnSpc>
                <a:spcPct val="125000"/>
              </a:lnSpc>
              <a:spcBef>
                <a:spcPct val="50000"/>
              </a:spcBef>
              <a:buSzPct val="85000"/>
            </a:pPr>
            <a:r>
              <a:rPr lang="zh-CN" altLang="en-US" b="1" dirty="0">
                <a:solidFill>
                  <a:schemeClr val="tx2"/>
                </a:solidFill>
                <a:latin typeface="黑体" panose="02010609060101010101" pitchFamily="2" charset="-122"/>
                <a:ea typeface="黑体" panose="02010609060101010101" pitchFamily="2" charset="-122"/>
              </a:rPr>
              <a:t>（</a:t>
            </a:r>
            <a:r>
              <a:rPr lang="en-US" altLang="zh-CN" b="1" dirty="0">
                <a:solidFill>
                  <a:schemeClr val="tx2"/>
                </a:solidFill>
                <a:latin typeface="黑体" panose="02010609060101010101" pitchFamily="2" charset="-122"/>
                <a:ea typeface="黑体" panose="02010609060101010101" pitchFamily="2" charset="-122"/>
              </a:rPr>
              <a:t>2</a:t>
            </a:r>
            <a:r>
              <a:rPr lang="zh-CN" altLang="en-US" b="1" dirty="0">
                <a:solidFill>
                  <a:schemeClr val="tx2"/>
                </a:solidFill>
                <a:latin typeface="黑体" panose="02010609060101010101" pitchFamily="2" charset="-122"/>
                <a:ea typeface="黑体" panose="02010609060101010101" pitchFamily="2" charset="-122"/>
              </a:rPr>
              <a:t>）差动型</a:t>
            </a:r>
          </a:p>
        </p:txBody>
      </p:sp>
      <p:sp>
        <p:nvSpPr>
          <p:cNvPr id="63499" name="Rectangle 13"/>
          <p:cNvSpPr/>
          <p:nvPr/>
        </p:nvSpPr>
        <p:spPr>
          <a:xfrm>
            <a:off x="2522538" y="4402138"/>
            <a:ext cx="3527425" cy="1262062"/>
          </a:xfrm>
          <a:prstGeom prst="rect">
            <a:avLst/>
          </a:prstGeom>
          <a:noFill/>
          <a:ln w="9525">
            <a:noFill/>
          </a:ln>
        </p:spPr>
        <p:txBody>
          <a:bodyPr anchor="t"/>
          <a:lstStyle/>
          <a:p>
            <a:pPr>
              <a:lnSpc>
                <a:spcPct val="150000"/>
              </a:lnSpc>
              <a:spcBef>
                <a:spcPct val="20000"/>
              </a:spcBef>
              <a:buSzPct val="85000"/>
            </a:pPr>
            <a:r>
              <a:rPr lang="zh-CN" altLang="en-US" sz="2000" b="1" dirty="0">
                <a:solidFill>
                  <a:srgbClr val="00B050"/>
                </a:solidFill>
                <a:latin typeface="黑体" panose="02010609060101010101" pitchFamily="2" charset="-122"/>
                <a:ea typeface="黑体" panose="02010609060101010101" pitchFamily="2" charset="-122"/>
              </a:rPr>
              <a:t>问题：</a:t>
            </a:r>
          </a:p>
          <a:p>
            <a:pPr>
              <a:lnSpc>
                <a:spcPct val="150000"/>
              </a:lnSpc>
              <a:spcBef>
                <a:spcPct val="20000"/>
              </a:spcBef>
              <a:buSzPct val="85000"/>
            </a:pPr>
            <a:r>
              <a:rPr lang="zh-CN" altLang="en-US" sz="2000" dirty="0">
                <a:latin typeface="黑体" panose="02010609060101010101" pitchFamily="2" charset="-122"/>
                <a:ea typeface="黑体" panose="02010609060101010101" pitchFamily="2" charset="-122"/>
              </a:rPr>
              <a:t>     差动系统有何优点？</a:t>
            </a:r>
          </a:p>
        </p:txBody>
      </p:sp>
      <p:sp>
        <p:nvSpPr>
          <p:cNvPr id="63500" name="Rectangle 15"/>
          <p:cNvSpPr/>
          <p:nvPr/>
        </p:nvSpPr>
        <p:spPr>
          <a:xfrm>
            <a:off x="0" y="3105150"/>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pic>
        <p:nvPicPr>
          <p:cNvPr id="63501" name="Picture 17"/>
          <p:cNvPicPr>
            <a:picLocks noChangeAspect="1"/>
          </p:cNvPicPr>
          <p:nvPr/>
        </p:nvPicPr>
        <p:blipFill>
          <a:blip r:embed="rId2"/>
          <a:stretch>
            <a:fillRect/>
          </a:stretch>
        </p:blipFill>
        <p:spPr>
          <a:xfrm>
            <a:off x="1907858" y="1484630"/>
            <a:ext cx="4356100" cy="2201863"/>
          </a:xfrm>
          <a:prstGeom prst="rect">
            <a:avLst/>
          </a:prstGeom>
          <a:noFill/>
          <a:ln w="9525">
            <a:noFill/>
          </a:ln>
        </p:spPr>
      </p:pic>
      <p:sp>
        <p:nvSpPr>
          <p:cNvPr id="17" name="页脚占位符 6"/>
          <p:cNvSpPr txBox="1">
            <a:spLocks noGrp="1"/>
          </p:cNvSpPr>
          <p:nvPr>
            <p:ph type="ftr" sz="quarter" idx="11"/>
          </p:nvPr>
        </p:nvSpPr>
        <p:spPr>
          <a:xfrm>
            <a:off x="2843213" y="6411913"/>
            <a:ext cx="2895600" cy="365125"/>
          </a:xfrm>
          <a:noFill/>
        </p:spPr>
        <p:txBody>
          <a:bodyPr vert="horz" lIns="91440" tIns="45720" rIns="91440" bIns="45720" rtlCol="0" anchor="ctr"/>
          <a:lstStyle/>
          <a:p>
            <a:pPr marL="0" marR="0" lvl="0" indent="0" algn="ctr" defTabSz="914400" rtl="0" eaLnBrk="1" fontAlgn="base" latinLnBrk="0" hangingPunct="1">
              <a:lnSpc>
                <a:spcPct val="150000"/>
              </a:lnSpc>
              <a:spcBef>
                <a:spcPct val="20000"/>
              </a:spcBef>
              <a:spcAft>
                <a:spcPct val="0"/>
              </a:spcAft>
              <a:buClrTx/>
              <a:buSzPct val="85000"/>
              <a:buFontTx/>
              <a:buChar char="•"/>
              <a:defRPr/>
            </a:pPr>
            <a:r>
              <a:rPr kumimoji="1" lang="zh-CN" altLang="en-US" sz="1200" b="0" i="0" u="none" strike="noStrike" kern="1200" cap="none" spc="0" normalizeH="0" baseline="0" noProof="0" dirty="0">
                <a:ln>
                  <a:noFill/>
                </a:ln>
                <a:solidFill>
                  <a:schemeClr val="tx1">
                    <a:tint val="75000"/>
                  </a:schemeClr>
                </a:solidFill>
                <a:effectLst/>
                <a:uLnTx/>
                <a:uFillTx/>
                <a:latin typeface="Times New Roman" panose="02020603050405020304" pitchFamily="18" charset="0"/>
                <a:ea typeface="楷体_GB2312" pitchFamily="49" charset="-122"/>
                <a:cs typeface="+mn-cs"/>
              </a:rPr>
              <a:t>测量科学与仪器系</a:t>
            </a:r>
            <a:endParaRPr kumimoji="1" lang="en-US" altLang="zh-CN" sz="1200" b="0" i="0" u="none" strike="noStrike" kern="1200" cap="none" spc="0" normalizeH="0" baseline="0" noProof="0" dirty="0">
              <a:ln>
                <a:noFill/>
              </a:ln>
              <a:solidFill>
                <a:schemeClr val="tx1">
                  <a:tint val="75000"/>
                </a:schemeClr>
              </a:solidFill>
              <a:effectLst/>
              <a:uLnTx/>
              <a:uFillTx/>
              <a:latin typeface="Times New Roman" panose="02020603050405020304" pitchFamily="18" charset="0"/>
              <a:ea typeface="楷体_GB2312" pitchFamily="49" charset="-122"/>
              <a:cs typeface="+mn-cs"/>
            </a:endParaRPr>
          </a:p>
        </p:txBody>
      </p:sp>
      <p:sp>
        <p:nvSpPr>
          <p:cNvPr id="18" name="矩形 17"/>
          <p:cNvSpPr/>
          <p:nvPr/>
        </p:nvSpPr>
        <p:spPr>
          <a:xfrm>
            <a:off x="142875" y="1000125"/>
            <a:ext cx="8286750" cy="46038"/>
          </a:xfrm>
          <a:prstGeom prst="rect">
            <a:avLst/>
          </a:prstGeom>
          <a:gradFill flip="none" rotWithShape="1">
            <a:gsLst>
              <a:gs pos="0">
                <a:srgbClr val="5E9EFF"/>
              </a:gs>
              <a:gs pos="39999">
                <a:srgbClr val="85C2FF"/>
              </a:gs>
              <a:gs pos="70000">
                <a:srgbClr val="C4D6EB"/>
              </a:gs>
              <a:gs pos="100000">
                <a:srgbClr val="FFEBFA"/>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50000"/>
              </a:lnSpc>
              <a:spcBef>
                <a:spcPts val="0"/>
              </a:spcBef>
              <a:spcAft>
                <a:spcPts val="0"/>
              </a:spcAft>
              <a:buClrTx/>
              <a:buSzPct val="85000"/>
              <a:buFontTx/>
              <a:buChar char="•"/>
              <a:defRPr/>
            </a:pPr>
            <a:endParaRPr kumimoji="1" lang="zh-CN" altLang="en-US" sz="2400" b="0" i="0" u="none" strike="noStrike" kern="1200" cap="none" spc="0" normalizeH="0" baseline="0" noProof="0">
              <a:ln>
                <a:noFill/>
              </a:ln>
              <a:solidFill>
                <a:schemeClr val="lt1"/>
              </a:solidFill>
              <a:effectLst/>
              <a:uLnTx/>
              <a:uFillTx/>
              <a:latin typeface="+mn-lt"/>
              <a:ea typeface="+mn-ea"/>
              <a:cs typeface="+mn-cs"/>
            </a:endParaRPr>
          </a:p>
        </p:txBody>
      </p:sp>
      <p:sp>
        <p:nvSpPr>
          <p:cNvPr id="2" name="矩形 1">
            <a:extLst>
              <a:ext uri="{FF2B5EF4-FFF2-40B4-BE49-F238E27FC236}">
                <a16:creationId xmlns:a16="http://schemas.microsoft.com/office/drawing/2014/main" id="{CB2F5BEC-5E88-4377-8789-6C35480FE118}"/>
              </a:ext>
            </a:extLst>
          </p:cNvPr>
          <p:cNvSpPr/>
          <p:nvPr/>
        </p:nvSpPr>
        <p:spPr>
          <a:xfrm>
            <a:off x="6075715" y="5058252"/>
            <a:ext cx="1980029" cy="400110"/>
          </a:xfrm>
          <a:prstGeom prst="rect">
            <a:avLst/>
          </a:prstGeom>
        </p:spPr>
        <p:txBody>
          <a:bodyPr wrap="none">
            <a:spAutoFit/>
          </a:bodyPr>
          <a:lstStyle/>
          <a:p>
            <a:r>
              <a:rPr lang="zh-CN" altLang="en-US" sz="2000" dirty="0">
                <a:solidFill>
                  <a:srgbClr val="1552D1"/>
                </a:solidFill>
                <a:latin typeface="黑体" panose="02010609060101010101" pitchFamily="2" charset="-122"/>
                <a:ea typeface="黑体" panose="02010609060101010101" pitchFamily="2" charset="-122"/>
              </a:rPr>
              <a:t> </a:t>
            </a:r>
            <a:r>
              <a:rPr lang="en-US" altLang="zh-CN" sz="2000" dirty="0">
                <a:solidFill>
                  <a:srgbClr val="1552D1"/>
                </a:solidFill>
                <a:latin typeface="黑体" panose="02010609060101010101" pitchFamily="2" charset="-122"/>
                <a:ea typeface="黑体" panose="02010609060101010101" pitchFamily="2" charset="-122"/>
              </a:rPr>
              <a:t>*</a:t>
            </a:r>
            <a:r>
              <a:rPr lang="zh-CN" altLang="en-US" sz="2000" dirty="0">
                <a:solidFill>
                  <a:srgbClr val="1552D1"/>
                </a:solidFill>
                <a:latin typeface="黑体" panose="02010609060101010101" pitchFamily="2" charset="-122"/>
                <a:ea typeface="黑体" panose="02010609060101010101" pitchFamily="2" charset="-122"/>
              </a:rPr>
              <a:t>差动 </a:t>
            </a:r>
            <a:r>
              <a:rPr lang="en-US" altLang="zh-CN" sz="2000" dirty="0">
                <a:solidFill>
                  <a:srgbClr val="1552D1"/>
                </a:solidFill>
                <a:latin typeface="黑体" panose="02010609060101010101" pitchFamily="2" charset="-122"/>
                <a:ea typeface="黑体" panose="02010609060101010101" pitchFamily="2" charset="-122"/>
              </a:rPr>
              <a:t>VS </a:t>
            </a:r>
            <a:r>
              <a:rPr lang="zh-CN" altLang="en-US" sz="2000" dirty="0">
                <a:solidFill>
                  <a:srgbClr val="1552D1"/>
                </a:solidFill>
                <a:latin typeface="黑体" panose="02010609060101010101" pitchFamily="2" charset="-122"/>
                <a:ea typeface="黑体" panose="02010609060101010101" pitchFamily="2" charset="-122"/>
              </a:rPr>
              <a:t>差分</a:t>
            </a:r>
            <a:endParaRPr lang="zh-CN" altLang="en-US" sz="2000" dirty="0">
              <a:solidFill>
                <a:srgbClr val="1552D1"/>
              </a:solidFill>
            </a:endParaRPr>
          </a:p>
        </p:txBody>
      </p:sp>
    </p:spTree>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3"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1+#ppt_w/2"/>
                                          </p:val>
                                        </p:tav>
                                        <p:tav tm="100000">
                                          <p:val>
                                            <p:strVal val="#ppt_x"/>
                                          </p:val>
                                        </p:tav>
                                      </p:tavLst>
                                    </p:anim>
                                    <p:anim calcmode="lin" valueType="num">
                                      <p:cBhvr additive="base">
                                        <p:cTn id="8" dur="500" fill="hold"/>
                                        <p:tgtEl>
                                          <p:spTgt spid="2"/>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7" name="灯片编号占位符 8"/>
          <p:cNvSpPr>
            <a:spLocks noGrp="1"/>
          </p:cNvSpPr>
          <p:nvPr>
            <p:ph type="sldNum" sz="quarter" idx="12"/>
          </p:nvPr>
        </p:nvSpPr>
        <p:spPr>
          <a:noFill/>
          <a:ln>
            <a:noFill/>
          </a:ln>
        </p:spPr>
        <p:txBody>
          <a:bodyPr wrap="square" lIns="91440" tIns="45720" rIns="91440" bIns="45720" anchor="ctr"/>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r">
              <a:lnSpc>
                <a:spcPct val="150000"/>
              </a:lnSpc>
              <a:spcBef>
                <a:spcPct val="20000"/>
              </a:spcBef>
              <a:buSzPct val="85000"/>
              <a:buFontTx/>
              <a:buChar char="•"/>
            </a:pPr>
            <a:fld id="{9A0DB2DC-4C9A-4742-B13C-FB6460FD3503}" type="slidenum">
              <a:rPr lang="en-US" altLang="zh-CN" sz="1200" dirty="0">
                <a:solidFill>
                  <a:srgbClr val="898989"/>
                </a:solidFill>
              </a:rPr>
              <a:t>48</a:t>
            </a:fld>
            <a:endParaRPr lang="en-US" altLang="zh-CN" sz="1200" dirty="0">
              <a:solidFill>
                <a:srgbClr val="898989"/>
              </a:solidFill>
            </a:endParaRPr>
          </a:p>
        </p:txBody>
      </p:sp>
      <p:sp>
        <p:nvSpPr>
          <p:cNvPr id="64518" name="Rectangle 2"/>
          <p:cNvSpPr/>
          <p:nvPr/>
        </p:nvSpPr>
        <p:spPr>
          <a:xfrm>
            <a:off x="423863" y="3268663"/>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64519" name="Rectangle 3"/>
          <p:cNvSpPr/>
          <p:nvPr/>
        </p:nvSpPr>
        <p:spPr>
          <a:xfrm>
            <a:off x="423863" y="3254375"/>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64520" name="Rectangle 4"/>
          <p:cNvSpPr/>
          <p:nvPr/>
        </p:nvSpPr>
        <p:spPr>
          <a:xfrm>
            <a:off x="423863" y="3254375"/>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64521" name="Rectangle 5"/>
          <p:cNvSpPr/>
          <p:nvPr/>
        </p:nvSpPr>
        <p:spPr>
          <a:xfrm>
            <a:off x="423863" y="2782888"/>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64522" name="Rectangle 6"/>
          <p:cNvSpPr/>
          <p:nvPr/>
        </p:nvSpPr>
        <p:spPr>
          <a:xfrm>
            <a:off x="423863" y="3254375"/>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64523" name="Rectangle 9"/>
          <p:cNvSpPr/>
          <p:nvPr/>
        </p:nvSpPr>
        <p:spPr>
          <a:xfrm>
            <a:off x="423863" y="53975"/>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64525" name="Rectangle 11"/>
          <p:cNvSpPr/>
          <p:nvPr/>
        </p:nvSpPr>
        <p:spPr>
          <a:xfrm>
            <a:off x="423863" y="53975"/>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64526" name="Text Box 14"/>
          <p:cNvSpPr txBox="1"/>
          <p:nvPr/>
        </p:nvSpPr>
        <p:spPr>
          <a:xfrm>
            <a:off x="5436235" y="764540"/>
            <a:ext cx="2883535" cy="1168400"/>
          </a:xfrm>
          <a:prstGeom prst="rect">
            <a:avLst/>
          </a:prstGeom>
          <a:noFill/>
          <a:ln w="9525">
            <a:noFill/>
          </a:ln>
        </p:spPr>
        <p:txBody>
          <a:bodyPr wrap="square" anchor="t">
            <a:spAutoFit/>
          </a:bodyPr>
          <a:lstStyle/>
          <a:p>
            <a:pPr>
              <a:lnSpc>
                <a:spcPct val="150000"/>
              </a:lnSpc>
              <a:spcBef>
                <a:spcPct val="50000"/>
              </a:spcBef>
              <a:buSzPct val="85000"/>
            </a:pPr>
            <a:r>
              <a:rPr lang="en-US" altLang="zh-CN" sz="2000" dirty="0">
                <a:solidFill>
                  <a:srgbClr val="C00000"/>
                </a:solidFill>
                <a:latin typeface="黑体" panose="02010609060101010101" pitchFamily="2" charset="-122"/>
                <a:ea typeface="黑体" panose="02010609060101010101" pitchFamily="2" charset="-122"/>
              </a:rPr>
              <a:t>*</a:t>
            </a:r>
            <a:r>
              <a:rPr lang="zh-CN" altLang="en-US" sz="2000" dirty="0">
                <a:solidFill>
                  <a:srgbClr val="C00000"/>
                </a:solidFill>
                <a:latin typeface="黑体" panose="02010609060101010101" pitchFamily="2" charset="-122"/>
                <a:ea typeface="黑体" panose="02010609060101010101" pitchFamily="2" charset="-122"/>
              </a:rPr>
              <a:t>假定</a:t>
            </a:r>
            <a:r>
              <a:rPr lang="en-US" altLang="zh-CN" sz="2000" dirty="0">
                <a:solidFill>
                  <a:srgbClr val="C00000"/>
                </a:solidFill>
                <a:latin typeface="黑体" panose="02010609060101010101" pitchFamily="2" charset="-122"/>
                <a:ea typeface="黑体" panose="02010609060101010101" pitchFamily="2" charset="-122"/>
              </a:rPr>
              <a:t>:</a:t>
            </a:r>
            <a:r>
              <a:rPr lang="zh-CN" altLang="en-US" sz="2000" dirty="0">
                <a:solidFill>
                  <a:srgbClr val="C00000"/>
                </a:solidFill>
                <a:latin typeface="黑体" panose="02010609060101010101" pitchFamily="2" charset="-122"/>
                <a:ea typeface="黑体" panose="02010609060101010101" pitchFamily="2" charset="-122"/>
              </a:rPr>
              <a:t>两通道完全对称，</a:t>
            </a:r>
          </a:p>
          <a:p>
            <a:pPr>
              <a:lnSpc>
                <a:spcPct val="150000"/>
              </a:lnSpc>
              <a:spcBef>
                <a:spcPct val="50000"/>
              </a:spcBef>
              <a:buSzPct val="85000"/>
            </a:pPr>
            <a:r>
              <a:rPr lang="zh-CN" altLang="en-US" sz="2000" dirty="0">
                <a:solidFill>
                  <a:srgbClr val="C00000"/>
                </a:solidFill>
                <a:latin typeface="黑体" panose="02010609060101010101" pitchFamily="2" charset="-122"/>
                <a:ea typeface="黑体" panose="02010609060101010101" pitchFamily="2" charset="-122"/>
              </a:rPr>
              <a:t> </a:t>
            </a:r>
            <a:r>
              <a:rPr lang="en-US" altLang="zh-CN" sz="2000" dirty="0">
                <a:solidFill>
                  <a:srgbClr val="C00000"/>
                </a:solidFill>
                <a:latin typeface="黑体" panose="02010609060101010101" pitchFamily="2" charset="-122"/>
                <a:ea typeface="黑体" panose="02010609060101010101" pitchFamily="2" charset="-122"/>
              </a:rPr>
              <a:t>    </a:t>
            </a:r>
            <a:r>
              <a:rPr lang="zh-CN" altLang="en-US" sz="2000" dirty="0">
                <a:solidFill>
                  <a:srgbClr val="C00000"/>
                </a:solidFill>
                <a:latin typeface="黑体" panose="02010609060101010101" pitchFamily="2" charset="-122"/>
                <a:ea typeface="黑体" panose="02010609060101010101" pitchFamily="2" charset="-122"/>
              </a:rPr>
              <a:t>即 </a:t>
            </a:r>
            <a:r>
              <a:rPr lang="en-US" altLang="zh-CN" sz="2000" dirty="0">
                <a:solidFill>
                  <a:srgbClr val="C00000"/>
                </a:solidFill>
                <a:latin typeface="黑体" panose="02010609060101010101" pitchFamily="2" charset="-122"/>
                <a:ea typeface="黑体" panose="02010609060101010101" pitchFamily="2" charset="-122"/>
              </a:rPr>
              <a:t>S</a:t>
            </a:r>
            <a:r>
              <a:rPr lang="en-US" altLang="zh-CN" sz="2000" baseline="-25000" dirty="0">
                <a:solidFill>
                  <a:srgbClr val="C00000"/>
                </a:solidFill>
                <a:latin typeface="黑体" panose="02010609060101010101" pitchFamily="2" charset="-122"/>
                <a:ea typeface="黑体" panose="02010609060101010101" pitchFamily="2" charset="-122"/>
              </a:rPr>
              <a:t>1</a:t>
            </a:r>
            <a:r>
              <a:rPr lang="en-US" altLang="zh-CN" sz="2000" dirty="0">
                <a:solidFill>
                  <a:srgbClr val="C00000"/>
                </a:solidFill>
                <a:latin typeface="黑体" panose="02010609060101010101" pitchFamily="2" charset="-122"/>
                <a:ea typeface="黑体" panose="02010609060101010101" pitchFamily="2" charset="-122"/>
              </a:rPr>
              <a:t>=S</a:t>
            </a:r>
            <a:r>
              <a:rPr lang="en-US" altLang="zh-CN" sz="2000" baseline="-25000" dirty="0">
                <a:solidFill>
                  <a:srgbClr val="C00000"/>
                </a:solidFill>
                <a:latin typeface="黑体" panose="02010609060101010101" pitchFamily="2" charset="-122"/>
                <a:ea typeface="黑体" panose="02010609060101010101" pitchFamily="2" charset="-122"/>
              </a:rPr>
              <a:t>2</a:t>
            </a:r>
            <a:r>
              <a:rPr lang="en-US" altLang="zh-CN" sz="2000" dirty="0">
                <a:solidFill>
                  <a:srgbClr val="C00000"/>
                </a:solidFill>
                <a:latin typeface="黑体" panose="02010609060101010101" pitchFamily="2" charset="-122"/>
                <a:ea typeface="黑体" panose="02010609060101010101" pitchFamily="2" charset="-122"/>
              </a:rPr>
              <a:t>=S</a:t>
            </a:r>
            <a:endParaRPr lang="en-US" altLang="zh-CN" sz="2000" baseline="-25000" dirty="0">
              <a:solidFill>
                <a:srgbClr val="C00000"/>
              </a:solidFill>
              <a:latin typeface="黑体" panose="02010609060101010101" pitchFamily="2" charset="-122"/>
              <a:ea typeface="黑体" panose="02010609060101010101" pitchFamily="2" charset="-122"/>
            </a:endParaRPr>
          </a:p>
        </p:txBody>
      </p:sp>
      <p:sp>
        <p:nvSpPr>
          <p:cNvPr id="64527" name="Text Box 15"/>
          <p:cNvSpPr txBox="1"/>
          <p:nvPr/>
        </p:nvSpPr>
        <p:spPr>
          <a:xfrm>
            <a:off x="576263" y="728663"/>
            <a:ext cx="1800225" cy="508000"/>
          </a:xfrm>
          <a:prstGeom prst="rect">
            <a:avLst/>
          </a:prstGeom>
          <a:noFill/>
          <a:ln w="9525">
            <a:noFill/>
          </a:ln>
        </p:spPr>
        <p:txBody>
          <a:bodyPr anchor="t">
            <a:spAutoFit/>
            <a:scene3d>
              <a:camera prst="orthographicFront"/>
              <a:lightRig rig="threePt" dir="t"/>
            </a:scene3d>
          </a:bodyPr>
          <a:lstStyle/>
          <a:p>
            <a:pPr>
              <a:lnSpc>
                <a:spcPct val="150000"/>
              </a:lnSpc>
              <a:spcBef>
                <a:spcPct val="50000"/>
              </a:spcBef>
              <a:buSzPct val="85000"/>
            </a:pPr>
            <a:r>
              <a:rPr lang="en-US" altLang="zh-CN" sz="1800" dirty="0">
                <a:latin typeface="黑体" panose="02010609060101010101" pitchFamily="2" charset="-122"/>
                <a:ea typeface="黑体" panose="02010609060101010101" pitchFamily="2" charset="-122"/>
              </a:rPr>
              <a:t>①</a:t>
            </a:r>
            <a:r>
              <a:rPr lang="zh-CN" altLang="en-US" sz="1800" dirty="0">
                <a:solidFill>
                  <a:schemeClr val="accent1"/>
                </a:solidFill>
                <a:effectLst>
                  <a:outerShdw blurRad="38100" dist="25400" dir="5400000" algn="ctr" rotWithShape="0">
                    <a:srgbClr val="6E747A">
                      <a:alpha val="43000"/>
                    </a:srgbClr>
                  </a:outerShdw>
                </a:effectLst>
                <a:latin typeface="黑体" panose="02010609060101010101" pitchFamily="2" charset="-122"/>
                <a:ea typeface="黑体" panose="02010609060101010101" pitchFamily="2" charset="-122"/>
              </a:rPr>
              <a:t>系统灵敏度</a:t>
            </a:r>
          </a:p>
        </p:txBody>
      </p:sp>
      <p:sp>
        <p:nvSpPr>
          <p:cNvPr id="64528" name="Text Box 16"/>
          <p:cNvSpPr txBox="1"/>
          <p:nvPr/>
        </p:nvSpPr>
        <p:spPr>
          <a:xfrm>
            <a:off x="628650" y="2187575"/>
            <a:ext cx="3673475" cy="506730"/>
          </a:xfrm>
          <a:prstGeom prst="rect">
            <a:avLst/>
          </a:prstGeom>
          <a:noFill/>
          <a:ln w="9525">
            <a:noFill/>
          </a:ln>
        </p:spPr>
        <p:txBody>
          <a:bodyPr anchor="t">
            <a:spAutoFit/>
          </a:bodyPr>
          <a:lstStyle/>
          <a:p>
            <a:pPr>
              <a:lnSpc>
                <a:spcPct val="150000"/>
              </a:lnSpc>
              <a:spcBef>
                <a:spcPct val="50000"/>
              </a:spcBef>
              <a:buSzPct val="85000"/>
            </a:pPr>
            <a:r>
              <a:rPr lang="en-US" altLang="zh-CN" sz="1800" dirty="0">
                <a:latin typeface="黑体" panose="02010609060101010101" pitchFamily="2" charset="-122"/>
                <a:ea typeface="黑体" panose="02010609060101010101" pitchFamily="2" charset="-122"/>
              </a:rPr>
              <a:t>②</a:t>
            </a:r>
            <a:r>
              <a:rPr lang="zh-CN" altLang="en-US" sz="1800" dirty="0">
                <a:solidFill>
                  <a:schemeClr val="accent1"/>
                </a:solidFill>
                <a:effectLst>
                  <a:outerShdw blurRad="38100" dist="25400" dir="5400000" algn="ctr" rotWithShape="0">
                    <a:srgbClr val="6E747A">
                      <a:alpha val="43000"/>
                    </a:srgbClr>
                  </a:outerShdw>
                </a:effectLst>
                <a:latin typeface="黑体" panose="02010609060101010101" pitchFamily="2" charset="-122"/>
                <a:ea typeface="黑体" panose="02010609060101010101" pitchFamily="2" charset="-122"/>
              </a:rPr>
              <a:t>灵敏度发生变化时</a:t>
            </a:r>
            <a:r>
              <a:rPr lang="zh-CN" altLang="en-US" sz="1800" dirty="0">
                <a:latin typeface="黑体" panose="02010609060101010101" pitchFamily="2" charset="-122"/>
                <a:ea typeface="黑体" panose="02010609060101010101" pitchFamily="2" charset="-122"/>
              </a:rPr>
              <a:t>：</a:t>
            </a:r>
          </a:p>
        </p:txBody>
      </p:sp>
      <p:sp>
        <p:nvSpPr>
          <p:cNvPr id="64529" name="Text Box 37"/>
          <p:cNvSpPr txBox="1"/>
          <p:nvPr/>
        </p:nvSpPr>
        <p:spPr>
          <a:xfrm>
            <a:off x="665163" y="3716020"/>
            <a:ext cx="3673475" cy="508000"/>
          </a:xfrm>
          <a:prstGeom prst="rect">
            <a:avLst/>
          </a:prstGeom>
          <a:noFill/>
          <a:ln w="9525">
            <a:noFill/>
          </a:ln>
        </p:spPr>
        <p:txBody>
          <a:bodyPr anchor="t">
            <a:spAutoFit/>
            <a:scene3d>
              <a:camera prst="orthographicFront"/>
              <a:lightRig rig="threePt" dir="t"/>
            </a:scene3d>
          </a:bodyPr>
          <a:lstStyle/>
          <a:p>
            <a:pPr>
              <a:lnSpc>
                <a:spcPct val="150000"/>
              </a:lnSpc>
              <a:spcBef>
                <a:spcPct val="50000"/>
              </a:spcBef>
              <a:buSzPct val="85000"/>
            </a:pPr>
            <a:r>
              <a:rPr lang="en-US" altLang="zh-CN" sz="1800" dirty="0">
                <a:latin typeface="黑体" panose="02010609060101010101" pitchFamily="2" charset="-122"/>
                <a:ea typeface="黑体" panose="02010609060101010101" pitchFamily="2" charset="-122"/>
              </a:rPr>
              <a:t>③</a:t>
            </a:r>
            <a:r>
              <a:rPr lang="zh-CN" altLang="en-US" sz="1800" dirty="0">
                <a:solidFill>
                  <a:schemeClr val="accent1"/>
                </a:solidFill>
                <a:effectLst>
                  <a:outerShdw blurRad="38100" dist="25400" dir="5400000" algn="ctr" rotWithShape="0">
                    <a:srgbClr val="6E747A">
                      <a:alpha val="43000"/>
                    </a:srgbClr>
                  </a:outerShdw>
                </a:effectLst>
                <a:latin typeface="黑体" panose="02010609060101010101" pitchFamily="2" charset="-122"/>
                <a:ea typeface="黑体" panose="02010609060101010101" pitchFamily="2" charset="-122"/>
              </a:rPr>
              <a:t>灵敏度的非线性补偿</a:t>
            </a:r>
          </a:p>
        </p:txBody>
      </p:sp>
      <p:graphicFrame>
        <p:nvGraphicFramePr>
          <p:cNvPr id="64530" name="Object 21"/>
          <p:cNvGraphicFramePr>
            <a:graphicFrameLocks noChangeAspect="1"/>
          </p:cNvGraphicFramePr>
          <p:nvPr/>
        </p:nvGraphicFramePr>
        <p:xfrm>
          <a:off x="6731953" y="4225290"/>
          <a:ext cx="620712" cy="428625"/>
        </p:xfrm>
        <a:graphic>
          <a:graphicData uri="http://schemas.openxmlformats.org/presentationml/2006/ole">
            <mc:AlternateContent xmlns:mc="http://schemas.openxmlformats.org/markup-compatibility/2006">
              <mc:Choice xmlns:v="urn:schemas-microsoft-com:vml" Requires="v">
                <p:oleObj spid="_x0000_s18692" r:id="rId3" imgW="368300" imgH="254000" progId="Equation.3">
                  <p:embed/>
                </p:oleObj>
              </mc:Choice>
              <mc:Fallback>
                <p:oleObj r:id="rId3" imgW="368300" imgH="254000" progId="Equation.3">
                  <p:embed/>
                  <p:pic>
                    <p:nvPicPr>
                      <p:cNvPr id="0" name="图片 3103"/>
                      <p:cNvPicPr/>
                      <p:nvPr/>
                    </p:nvPicPr>
                    <p:blipFill>
                      <a:blip r:embed="rId4"/>
                      <a:stretch>
                        <a:fillRect/>
                      </a:stretch>
                    </p:blipFill>
                    <p:spPr>
                      <a:xfrm>
                        <a:off x="6731953" y="4225290"/>
                        <a:ext cx="620712" cy="428625"/>
                      </a:xfrm>
                      <a:prstGeom prst="rect">
                        <a:avLst/>
                      </a:prstGeom>
                      <a:noFill/>
                      <a:ln w="38100">
                        <a:noFill/>
                        <a:miter/>
                      </a:ln>
                    </p:spPr>
                  </p:pic>
                </p:oleObj>
              </mc:Fallback>
            </mc:AlternateContent>
          </a:graphicData>
        </a:graphic>
      </p:graphicFrame>
      <p:graphicFrame>
        <p:nvGraphicFramePr>
          <p:cNvPr id="64531" name="Object 24"/>
          <p:cNvGraphicFramePr>
            <a:graphicFrameLocks noChangeAspect="1"/>
          </p:cNvGraphicFramePr>
          <p:nvPr/>
        </p:nvGraphicFramePr>
        <p:xfrm>
          <a:off x="1979613" y="5144770"/>
          <a:ext cx="6362700" cy="577850"/>
        </p:xfrm>
        <a:graphic>
          <a:graphicData uri="http://schemas.openxmlformats.org/presentationml/2006/ole">
            <mc:AlternateContent xmlns:mc="http://schemas.openxmlformats.org/markup-compatibility/2006">
              <mc:Choice xmlns:v="urn:schemas-microsoft-com:vml" Requires="v">
                <p:oleObj spid="_x0000_s18693" r:id="rId5" imgW="2654300" imgH="241300" progId="Equation.3">
                  <p:embed/>
                </p:oleObj>
              </mc:Choice>
              <mc:Fallback>
                <p:oleObj r:id="rId5" imgW="2654300" imgH="241300" progId="Equation.3">
                  <p:embed/>
                  <p:pic>
                    <p:nvPicPr>
                      <p:cNvPr id="0" name="图片 3104"/>
                      <p:cNvPicPr/>
                      <p:nvPr/>
                    </p:nvPicPr>
                    <p:blipFill>
                      <a:blip r:embed="rId6"/>
                      <a:stretch>
                        <a:fillRect/>
                      </a:stretch>
                    </p:blipFill>
                    <p:spPr>
                      <a:xfrm>
                        <a:off x="1979613" y="5144770"/>
                        <a:ext cx="6362700" cy="577850"/>
                      </a:xfrm>
                      <a:prstGeom prst="rect">
                        <a:avLst/>
                      </a:prstGeom>
                      <a:noFill/>
                      <a:ln w="38100">
                        <a:noFill/>
                        <a:miter/>
                      </a:ln>
                    </p:spPr>
                  </p:pic>
                </p:oleObj>
              </mc:Fallback>
            </mc:AlternateContent>
          </a:graphicData>
        </a:graphic>
      </p:graphicFrame>
      <p:sp>
        <p:nvSpPr>
          <p:cNvPr id="64533" name="Text Box 14"/>
          <p:cNvSpPr txBox="1"/>
          <p:nvPr/>
        </p:nvSpPr>
        <p:spPr>
          <a:xfrm>
            <a:off x="423863" y="5799455"/>
            <a:ext cx="1277937" cy="450850"/>
          </a:xfrm>
          <a:prstGeom prst="rect">
            <a:avLst/>
          </a:prstGeom>
          <a:noFill/>
          <a:ln w="9525">
            <a:noFill/>
          </a:ln>
        </p:spPr>
        <p:txBody>
          <a:bodyPr anchor="t">
            <a:spAutoFit/>
          </a:bodyPr>
          <a:lstStyle/>
          <a:p>
            <a:pPr>
              <a:lnSpc>
                <a:spcPct val="150000"/>
              </a:lnSpc>
              <a:spcBef>
                <a:spcPct val="50000"/>
              </a:spcBef>
              <a:buSzPct val="85000"/>
            </a:pPr>
            <a:r>
              <a:rPr lang="zh-CN" altLang="en-US" b="1" i="1" baseline="-25000" dirty="0">
                <a:solidFill>
                  <a:srgbClr val="C00000"/>
                </a:solidFill>
                <a:latin typeface="宋体" panose="02010600030101010101" pitchFamily="2" charset="-122"/>
                <a:ea typeface="宋体" panose="02010600030101010101" pitchFamily="2" charset="-122"/>
              </a:rPr>
              <a:t>二者相减：</a:t>
            </a:r>
          </a:p>
        </p:txBody>
      </p:sp>
      <p:sp>
        <p:nvSpPr>
          <p:cNvPr id="24" name="页脚占位符 6"/>
          <p:cNvSpPr txBox="1">
            <a:spLocks noGrp="1"/>
          </p:cNvSpPr>
          <p:nvPr>
            <p:ph type="ftr" sz="quarter" idx="11"/>
          </p:nvPr>
        </p:nvSpPr>
        <p:spPr>
          <a:xfrm>
            <a:off x="2843213" y="6411913"/>
            <a:ext cx="2895600" cy="365125"/>
          </a:xfrm>
          <a:noFill/>
        </p:spPr>
        <p:txBody>
          <a:bodyPr vert="horz" lIns="91440" tIns="45720" rIns="91440" bIns="45720" rtlCol="0" anchor="ctr"/>
          <a:lstStyle/>
          <a:p>
            <a:pPr marL="0" marR="0" lvl="0" indent="0" algn="ctr" defTabSz="914400" rtl="0" eaLnBrk="1" fontAlgn="base" latinLnBrk="0" hangingPunct="1">
              <a:lnSpc>
                <a:spcPct val="150000"/>
              </a:lnSpc>
              <a:spcBef>
                <a:spcPct val="20000"/>
              </a:spcBef>
              <a:spcAft>
                <a:spcPct val="0"/>
              </a:spcAft>
              <a:buClrTx/>
              <a:buSzPct val="85000"/>
              <a:buFontTx/>
              <a:buChar char="•"/>
              <a:defRPr/>
            </a:pPr>
            <a:r>
              <a:rPr kumimoji="1" lang="zh-CN" altLang="en-US" sz="1200" b="0" i="0" u="none" strike="noStrike" kern="1200" cap="none" spc="0" normalizeH="0" baseline="0" noProof="0" dirty="0">
                <a:ln>
                  <a:noFill/>
                </a:ln>
                <a:solidFill>
                  <a:schemeClr val="tx1">
                    <a:tint val="75000"/>
                  </a:schemeClr>
                </a:solidFill>
                <a:effectLst/>
                <a:uLnTx/>
                <a:uFillTx/>
                <a:latin typeface="Times New Roman" panose="02020603050405020304" pitchFamily="18" charset="0"/>
                <a:ea typeface="楷体_GB2312" pitchFamily="49" charset="-122"/>
                <a:cs typeface="+mn-cs"/>
              </a:rPr>
              <a:t>测量科学与仪器系</a:t>
            </a:r>
            <a:endParaRPr kumimoji="1" lang="en-US" altLang="zh-CN" sz="1200" b="0" i="0" u="none" strike="noStrike" kern="1200" cap="none" spc="0" normalizeH="0" baseline="0" noProof="0" dirty="0">
              <a:ln>
                <a:noFill/>
              </a:ln>
              <a:solidFill>
                <a:schemeClr val="tx1">
                  <a:tint val="75000"/>
                </a:schemeClr>
              </a:solidFill>
              <a:effectLst/>
              <a:uLnTx/>
              <a:uFillTx/>
              <a:latin typeface="Times New Roman" panose="02020603050405020304" pitchFamily="18" charset="0"/>
              <a:ea typeface="楷体_GB2312" pitchFamily="49" charset="-122"/>
              <a:cs typeface="+mn-cs"/>
            </a:endParaRPr>
          </a:p>
        </p:txBody>
      </p:sp>
      <p:sp>
        <p:nvSpPr>
          <p:cNvPr id="27" name="矩形 26"/>
          <p:cNvSpPr/>
          <p:nvPr/>
        </p:nvSpPr>
        <p:spPr>
          <a:xfrm>
            <a:off x="195263" y="709613"/>
            <a:ext cx="8286750" cy="46038"/>
          </a:xfrm>
          <a:prstGeom prst="rect">
            <a:avLst/>
          </a:prstGeom>
          <a:gradFill flip="none" rotWithShape="1">
            <a:gsLst>
              <a:gs pos="0">
                <a:srgbClr val="5E9EFF"/>
              </a:gs>
              <a:gs pos="39999">
                <a:srgbClr val="85C2FF"/>
              </a:gs>
              <a:gs pos="70000">
                <a:srgbClr val="C4D6EB"/>
              </a:gs>
              <a:gs pos="100000">
                <a:srgbClr val="FFEBFA"/>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50000"/>
              </a:lnSpc>
              <a:spcBef>
                <a:spcPts val="0"/>
              </a:spcBef>
              <a:spcAft>
                <a:spcPts val="0"/>
              </a:spcAft>
              <a:buClrTx/>
              <a:buSzPct val="85000"/>
              <a:buFontTx/>
              <a:buChar char="•"/>
              <a:defRPr/>
            </a:pPr>
            <a:endParaRPr kumimoji="1" lang="zh-CN" altLang="en-US" sz="2400" b="0" i="0" u="none" strike="noStrike" kern="1200" cap="none" spc="0" normalizeH="0" baseline="0" noProof="0">
              <a:ln>
                <a:noFill/>
              </a:ln>
              <a:solidFill>
                <a:schemeClr val="lt1"/>
              </a:solidFill>
              <a:effectLst/>
              <a:uLnTx/>
              <a:uFillTx/>
              <a:latin typeface="+mn-lt"/>
              <a:ea typeface="+mn-ea"/>
              <a:cs typeface="+mn-cs"/>
            </a:endParaRPr>
          </a:p>
        </p:txBody>
      </p:sp>
      <p:graphicFrame>
        <p:nvGraphicFramePr>
          <p:cNvPr id="8" name="对象 7"/>
          <p:cNvGraphicFramePr/>
          <p:nvPr/>
        </p:nvGraphicFramePr>
        <p:xfrm>
          <a:off x="2107565" y="863600"/>
          <a:ext cx="2978785" cy="1448435"/>
        </p:xfrm>
        <a:graphic>
          <a:graphicData uri="http://schemas.openxmlformats.org/presentationml/2006/ole">
            <mc:AlternateContent xmlns:mc="http://schemas.openxmlformats.org/markup-compatibility/2006">
              <mc:Choice xmlns:v="urn:schemas-microsoft-com:vml" Requires="v">
                <p:oleObj spid="_x0000_s18694" r:id="rId7" imgW="1117600" imgH="685800" progId="Equation.KSEE3">
                  <p:embed/>
                </p:oleObj>
              </mc:Choice>
              <mc:Fallback>
                <p:oleObj r:id="rId7" imgW="1117600" imgH="685800" progId="Equation.KSEE3">
                  <p:embed/>
                  <p:pic>
                    <p:nvPicPr>
                      <p:cNvPr id="0" name="图片 8"/>
                      <p:cNvPicPr/>
                      <p:nvPr/>
                    </p:nvPicPr>
                    <p:blipFill>
                      <a:blip r:embed="rId8"/>
                      <a:stretch>
                        <a:fillRect/>
                      </a:stretch>
                    </p:blipFill>
                    <p:spPr>
                      <a:xfrm>
                        <a:off x="2107565" y="863600"/>
                        <a:ext cx="2978785" cy="1448435"/>
                      </a:xfrm>
                      <a:prstGeom prst="rect">
                        <a:avLst/>
                      </a:prstGeom>
                    </p:spPr>
                  </p:pic>
                </p:oleObj>
              </mc:Fallback>
            </mc:AlternateContent>
          </a:graphicData>
        </a:graphic>
      </p:graphicFrame>
      <p:graphicFrame>
        <p:nvGraphicFramePr>
          <p:cNvPr id="10" name="对象 9"/>
          <p:cNvGraphicFramePr/>
          <p:nvPr/>
        </p:nvGraphicFramePr>
        <p:xfrm>
          <a:off x="2339975" y="2738755"/>
          <a:ext cx="2919730" cy="933450"/>
        </p:xfrm>
        <a:graphic>
          <a:graphicData uri="http://schemas.openxmlformats.org/presentationml/2006/ole">
            <mc:AlternateContent xmlns:mc="http://schemas.openxmlformats.org/markup-compatibility/2006">
              <mc:Choice xmlns:v="urn:schemas-microsoft-com:vml" Requires="v">
                <p:oleObj spid="_x0000_s18695" r:id="rId9" imgW="1817370" imgH="792480" progId="Equation.KSEE3">
                  <p:embed/>
                </p:oleObj>
              </mc:Choice>
              <mc:Fallback>
                <p:oleObj r:id="rId9" imgW="1817370" imgH="792480" progId="Equation.KSEE3">
                  <p:embed/>
                  <p:pic>
                    <p:nvPicPr>
                      <p:cNvPr id="0" name="图片 10"/>
                      <p:cNvPicPr/>
                      <p:nvPr/>
                    </p:nvPicPr>
                    <p:blipFill>
                      <a:blip r:embed="rId10"/>
                      <a:stretch>
                        <a:fillRect/>
                      </a:stretch>
                    </p:blipFill>
                    <p:spPr>
                      <a:xfrm>
                        <a:off x="2339975" y="2738755"/>
                        <a:ext cx="2919730" cy="933450"/>
                      </a:xfrm>
                      <a:prstGeom prst="rect">
                        <a:avLst/>
                      </a:prstGeom>
                    </p:spPr>
                  </p:pic>
                </p:oleObj>
              </mc:Fallback>
            </mc:AlternateContent>
          </a:graphicData>
        </a:graphic>
      </p:graphicFrame>
      <p:graphicFrame>
        <p:nvGraphicFramePr>
          <p:cNvPr id="17" name="对象 16"/>
          <p:cNvGraphicFramePr/>
          <p:nvPr/>
        </p:nvGraphicFramePr>
        <p:xfrm>
          <a:off x="1979930" y="4186555"/>
          <a:ext cx="4436745" cy="566420"/>
        </p:xfrm>
        <a:graphic>
          <a:graphicData uri="http://schemas.openxmlformats.org/presentationml/2006/ole">
            <mc:AlternateContent xmlns:mc="http://schemas.openxmlformats.org/markup-compatibility/2006">
              <mc:Choice xmlns:v="urn:schemas-microsoft-com:vml" Requires="v">
                <p:oleObj spid="_x0000_s18696" r:id="rId11" imgW="3398520" imgH="406400" progId="Equation.KSEE3">
                  <p:embed/>
                </p:oleObj>
              </mc:Choice>
              <mc:Fallback>
                <p:oleObj r:id="rId11" imgW="3398520" imgH="406400" progId="Equation.KSEE3">
                  <p:embed/>
                  <p:pic>
                    <p:nvPicPr>
                      <p:cNvPr id="0" name="图片 17"/>
                      <p:cNvPicPr/>
                      <p:nvPr/>
                    </p:nvPicPr>
                    <p:blipFill>
                      <a:blip r:embed="rId12"/>
                      <a:stretch>
                        <a:fillRect/>
                      </a:stretch>
                    </p:blipFill>
                    <p:spPr>
                      <a:xfrm>
                        <a:off x="1979930" y="4186555"/>
                        <a:ext cx="4436745" cy="566420"/>
                      </a:xfrm>
                      <a:prstGeom prst="rect">
                        <a:avLst/>
                      </a:prstGeom>
                    </p:spPr>
                  </p:pic>
                </p:oleObj>
              </mc:Fallback>
            </mc:AlternateContent>
          </a:graphicData>
        </a:graphic>
      </p:graphicFrame>
      <p:graphicFrame>
        <p:nvGraphicFramePr>
          <p:cNvPr id="20" name="Object 24"/>
          <p:cNvGraphicFramePr>
            <a:graphicFrameLocks noChangeAspect="1"/>
          </p:cNvGraphicFramePr>
          <p:nvPr/>
        </p:nvGraphicFramePr>
        <p:xfrm>
          <a:off x="1979930" y="4652010"/>
          <a:ext cx="5087620" cy="553720"/>
        </p:xfrm>
        <a:graphic>
          <a:graphicData uri="http://schemas.openxmlformats.org/presentationml/2006/ole">
            <mc:AlternateContent xmlns:mc="http://schemas.openxmlformats.org/markup-compatibility/2006">
              <mc:Choice xmlns:v="urn:schemas-microsoft-com:vml" Requires="v">
                <p:oleObj spid="_x0000_s18697" r:id="rId13" imgW="2336800" imgH="241300" progId="Equation.3">
                  <p:embed/>
                </p:oleObj>
              </mc:Choice>
              <mc:Fallback>
                <p:oleObj r:id="rId13" imgW="2336800" imgH="241300" progId="Equation.3">
                  <p:embed/>
                  <p:pic>
                    <p:nvPicPr>
                      <p:cNvPr id="0" name="图片 3104"/>
                      <p:cNvPicPr/>
                      <p:nvPr/>
                    </p:nvPicPr>
                    <p:blipFill>
                      <a:blip r:embed="rId14"/>
                      <a:stretch>
                        <a:fillRect/>
                      </a:stretch>
                    </p:blipFill>
                    <p:spPr>
                      <a:xfrm>
                        <a:off x="1979930" y="4652010"/>
                        <a:ext cx="5087620" cy="553720"/>
                      </a:xfrm>
                      <a:prstGeom prst="rect">
                        <a:avLst/>
                      </a:prstGeom>
                      <a:noFill/>
                      <a:ln w="38100">
                        <a:noFill/>
                        <a:miter/>
                      </a:ln>
                    </p:spPr>
                  </p:pic>
                </p:oleObj>
              </mc:Fallback>
            </mc:AlternateContent>
          </a:graphicData>
        </a:graphic>
      </p:graphicFrame>
      <p:graphicFrame>
        <p:nvGraphicFramePr>
          <p:cNvPr id="22" name="对象 21"/>
          <p:cNvGraphicFramePr/>
          <p:nvPr/>
        </p:nvGraphicFramePr>
        <p:xfrm>
          <a:off x="1926273" y="5876290"/>
          <a:ext cx="5194935" cy="535940"/>
        </p:xfrm>
        <a:graphic>
          <a:graphicData uri="http://schemas.openxmlformats.org/presentationml/2006/ole">
            <mc:AlternateContent xmlns:mc="http://schemas.openxmlformats.org/markup-compatibility/2006">
              <mc:Choice xmlns:v="urn:schemas-microsoft-com:vml" Requires="v">
                <p:oleObj spid="_x0000_s18698" r:id="rId15" imgW="2247900" imgH="228600" progId="Equation.KSEE3">
                  <p:embed/>
                </p:oleObj>
              </mc:Choice>
              <mc:Fallback>
                <p:oleObj r:id="rId15" imgW="2247900" imgH="228600" progId="Equation.KSEE3">
                  <p:embed/>
                  <p:pic>
                    <p:nvPicPr>
                      <p:cNvPr id="0" name="图片 22"/>
                      <p:cNvPicPr/>
                      <p:nvPr/>
                    </p:nvPicPr>
                    <p:blipFill>
                      <a:blip r:embed="rId16"/>
                      <a:stretch>
                        <a:fillRect/>
                      </a:stretch>
                    </p:blipFill>
                    <p:spPr>
                      <a:xfrm>
                        <a:off x="1926273" y="5876290"/>
                        <a:ext cx="5194935" cy="535940"/>
                      </a:xfrm>
                      <a:prstGeom prst="rect">
                        <a:avLst/>
                      </a:prstGeom>
                    </p:spPr>
                  </p:pic>
                </p:oleObj>
              </mc:Fallback>
            </mc:AlternateContent>
          </a:graphicData>
        </a:graphic>
      </p:graphicFrame>
      <p:pic>
        <p:nvPicPr>
          <p:cNvPr id="63501" name="Picture 17"/>
          <p:cNvPicPr>
            <a:picLocks noChangeAspect="1"/>
          </p:cNvPicPr>
          <p:nvPr/>
        </p:nvPicPr>
        <p:blipFill>
          <a:blip r:embed="rId17"/>
          <a:stretch>
            <a:fillRect/>
          </a:stretch>
        </p:blipFill>
        <p:spPr>
          <a:xfrm>
            <a:off x="5652135" y="2060575"/>
            <a:ext cx="3173730" cy="1604645"/>
          </a:xfrm>
          <a:prstGeom prst="rect">
            <a:avLst/>
          </a:prstGeom>
          <a:noFill/>
          <a:ln w="9525">
            <a:noFill/>
          </a:ln>
        </p:spPr>
      </p:pic>
      <p:sp>
        <p:nvSpPr>
          <p:cNvPr id="63498" name="Rectangle 12"/>
          <p:cNvSpPr/>
          <p:nvPr/>
        </p:nvSpPr>
        <p:spPr>
          <a:xfrm>
            <a:off x="467995" y="198120"/>
            <a:ext cx="2806700" cy="554038"/>
          </a:xfrm>
          <a:prstGeom prst="rect">
            <a:avLst/>
          </a:prstGeom>
          <a:noFill/>
          <a:ln w="9525">
            <a:noFill/>
          </a:ln>
        </p:spPr>
        <p:txBody>
          <a:bodyPr anchor="ctr">
            <a:spAutoFit/>
          </a:bodyPr>
          <a:lstStyle/>
          <a:p>
            <a:pPr>
              <a:lnSpc>
                <a:spcPct val="125000"/>
              </a:lnSpc>
              <a:spcBef>
                <a:spcPct val="50000"/>
              </a:spcBef>
              <a:buSzPct val="85000"/>
            </a:pPr>
            <a:r>
              <a:rPr lang="zh-CN" altLang="en-US" b="1" dirty="0">
                <a:solidFill>
                  <a:schemeClr val="tx2"/>
                </a:solidFill>
                <a:latin typeface="黑体" panose="02010609060101010101" pitchFamily="2" charset="-122"/>
                <a:ea typeface="黑体" panose="02010609060101010101" pitchFamily="2" charset="-122"/>
              </a:rPr>
              <a:t>（</a:t>
            </a:r>
            <a:r>
              <a:rPr lang="en-US" altLang="zh-CN" b="1" dirty="0">
                <a:solidFill>
                  <a:schemeClr val="tx2"/>
                </a:solidFill>
                <a:latin typeface="黑体" panose="02010609060101010101" pitchFamily="2" charset="-122"/>
                <a:ea typeface="黑体" panose="02010609060101010101" pitchFamily="2" charset="-122"/>
              </a:rPr>
              <a:t>2</a:t>
            </a:r>
            <a:r>
              <a:rPr lang="zh-CN" altLang="en-US" b="1" dirty="0">
                <a:solidFill>
                  <a:schemeClr val="tx2"/>
                </a:solidFill>
                <a:latin typeface="黑体" panose="02010609060101010101" pitchFamily="2" charset="-122"/>
                <a:ea typeface="黑体" panose="02010609060101010101" pitchFamily="2" charset="-122"/>
              </a:rPr>
              <a:t>）差动型</a:t>
            </a:r>
          </a:p>
        </p:txBody>
      </p:sp>
    </p:spTree>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灯片编号占位符 4"/>
          <p:cNvSpPr>
            <a:spLocks noGrp="1"/>
          </p:cNvSpPr>
          <p:nvPr>
            <p:ph type="sldNum" sz="quarter" idx="12"/>
          </p:nvPr>
        </p:nvSpPr>
        <p:spPr>
          <a:noFill/>
          <a:ln>
            <a:noFill/>
          </a:ln>
        </p:spPr>
        <p:txBody>
          <a:bodyPr wrap="square" lIns="91440" tIns="45720" rIns="91440" bIns="45720" anchor="ctr"/>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r">
              <a:lnSpc>
                <a:spcPct val="150000"/>
              </a:lnSpc>
              <a:spcBef>
                <a:spcPct val="20000"/>
              </a:spcBef>
              <a:buSzPct val="85000"/>
              <a:buFontTx/>
              <a:buChar char="•"/>
            </a:pPr>
            <a:fld id="{9A0DB2DC-4C9A-4742-B13C-FB6460FD3503}" type="slidenum">
              <a:rPr lang="en-US" altLang="zh-CN" sz="1200" dirty="0">
                <a:solidFill>
                  <a:srgbClr val="898989"/>
                </a:solidFill>
              </a:rPr>
              <a:t>49</a:t>
            </a:fld>
            <a:endParaRPr lang="en-US" altLang="zh-CN" sz="1200" dirty="0">
              <a:solidFill>
                <a:srgbClr val="898989"/>
              </a:solidFill>
            </a:endParaRPr>
          </a:p>
        </p:txBody>
      </p:sp>
      <p:sp>
        <p:nvSpPr>
          <p:cNvPr id="65539" name="Rectangle 2"/>
          <p:cNvSpPr/>
          <p:nvPr/>
        </p:nvSpPr>
        <p:spPr>
          <a:xfrm>
            <a:off x="423863" y="3268663"/>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65540" name="Rectangle 3"/>
          <p:cNvSpPr/>
          <p:nvPr/>
        </p:nvSpPr>
        <p:spPr>
          <a:xfrm>
            <a:off x="423863" y="3254375"/>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65541" name="Rectangle 4"/>
          <p:cNvSpPr/>
          <p:nvPr/>
        </p:nvSpPr>
        <p:spPr>
          <a:xfrm>
            <a:off x="423863" y="3254375"/>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65542" name="Rectangle 5"/>
          <p:cNvSpPr/>
          <p:nvPr/>
        </p:nvSpPr>
        <p:spPr>
          <a:xfrm>
            <a:off x="423863" y="2782888"/>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65543" name="Rectangle 6"/>
          <p:cNvSpPr/>
          <p:nvPr/>
        </p:nvSpPr>
        <p:spPr>
          <a:xfrm>
            <a:off x="423863" y="3254375"/>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65544" name="Rectangle 7"/>
          <p:cNvSpPr/>
          <p:nvPr/>
        </p:nvSpPr>
        <p:spPr>
          <a:xfrm>
            <a:off x="423863" y="3240088"/>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65545" name="Rectangle 8"/>
          <p:cNvSpPr/>
          <p:nvPr/>
        </p:nvSpPr>
        <p:spPr>
          <a:xfrm>
            <a:off x="423863" y="2720975"/>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65546" name="Rectangle 9"/>
          <p:cNvSpPr/>
          <p:nvPr/>
        </p:nvSpPr>
        <p:spPr>
          <a:xfrm>
            <a:off x="423863" y="53975"/>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65547" name="Rectangle 10"/>
          <p:cNvSpPr/>
          <p:nvPr/>
        </p:nvSpPr>
        <p:spPr>
          <a:xfrm>
            <a:off x="423863" y="2811463"/>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65548" name="Rectangle 11"/>
          <p:cNvSpPr/>
          <p:nvPr/>
        </p:nvSpPr>
        <p:spPr>
          <a:xfrm>
            <a:off x="423863" y="53975"/>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65549" name="Rectangle 12"/>
          <p:cNvSpPr/>
          <p:nvPr/>
        </p:nvSpPr>
        <p:spPr>
          <a:xfrm>
            <a:off x="0" y="3105150"/>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20495" name="Text Box 14"/>
          <p:cNvSpPr txBox="1"/>
          <p:nvPr/>
        </p:nvSpPr>
        <p:spPr>
          <a:xfrm>
            <a:off x="898525" y="884555"/>
            <a:ext cx="7238365" cy="442878"/>
          </a:xfrm>
          <a:prstGeom prst="rect">
            <a:avLst/>
          </a:prstGeom>
          <a:noFill/>
          <a:ln w="9525">
            <a:noFill/>
          </a:ln>
        </p:spPr>
        <p:txBody>
          <a:bodyPr wrap="square" anchor="t">
            <a:spAutoFit/>
          </a:bodyPr>
          <a:lstStyle/>
          <a:p>
            <a:pPr>
              <a:lnSpc>
                <a:spcPct val="150000"/>
              </a:lnSpc>
              <a:spcBef>
                <a:spcPct val="50000"/>
              </a:spcBef>
              <a:buSzPct val="85000"/>
            </a:pPr>
            <a:r>
              <a:rPr lang="en-US" altLang="zh-CN" sz="1800" dirty="0">
                <a:latin typeface="黑体" panose="02010609060101010101" pitchFamily="2" charset="-122"/>
                <a:ea typeface="黑体" panose="02010609060101010101" pitchFamily="2" charset="-122"/>
              </a:rPr>
              <a:t>④</a:t>
            </a:r>
            <a:r>
              <a:rPr lang="zh-CN" altLang="en-US" sz="1800" dirty="0">
                <a:latin typeface="黑体" panose="02010609060101010101" pitchFamily="2" charset="-122"/>
                <a:ea typeface="黑体" panose="02010609060101010101" pitchFamily="2" charset="-122"/>
              </a:rPr>
              <a:t>在有噪声情况下</a:t>
            </a:r>
            <a:r>
              <a:rPr lang="en-US" altLang="zh-CN" sz="1800" dirty="0">
                <a:latin typeface="黑体" panose="02010609060101010101" pitchFamily="2" charset="-122"/>
                <a:ea typeface="黑体" panose="02010609060101010101" pitchFamily="2" charset="-122"/>
              </a:rPr>
              <a:t>,</a:t>
            </a:r>
            <a:r>
              <a:rPr lang="zh-CN" altLang="en-US" sz="1800" dirty="0">
                <a:latin typeface="黑体" panose="02010609060101010101" pitchFamily="2" charset="-122"/>
                <a:ea typeface="黑体" panose="02010609060101010101" pitchFamily="2" charset="-122"/>
              </a:rPr>
              <a:t>若</a:t>
            </a:r>
            <a:r>
              <a:rPr lang="en-US" altLang="zh-CN" sz="1800" dirty="0">
                <a:latin typeface="黑体" panose="02010609060101010101" pitchFamily="2" charset="-122"/>
                <a:ea typeface="黑体" panose="02010609060101010101" pitchFamily="2" charset="-122"/>
              </a:rPr>
              <a:t> </a:t>
            </a:r>
            <a:r>
              <a:rPr lang="en-US" altLang="zh-CN" sz="1800" dirty="0">
                <a:solidFill>
                  <a:srgbClr val="1552D1"/>
                </a:solidFill>
                <a:latin typeface="黑体" panose="02010609060101010101" pitchFamily="2" charset="-122"/>
                <a:ea typeface="黑体" panose="02010609060101010101" pitchFamily="2" charset="-122"/>
              </a:rPr>
              <a:t>N</a:t>
            </a:r>
            <a:r>
              <a:rPr lang="en-US" altLang="zh-CN" sz="1800" baseline="-25000" dirty="0">
                <a:solidFill>
                  <a:srgbClr val="1552D1"/>
                </a:solidFill>
                <a:latin typeface="黑体" panose="02010609060101010101" pitchFamily="2" charset="-122"/>
                <a:ea typeface="黑体" panose="02010609060101010101" pitchFamily="2" charset="-122"/>
              </a:rPr>
              <a:t>1</a:t>
            </a:r>
            <a:r>
              <a:rPr lang="en-US" altLang="zh-CN" sz="1800" dirty="0">
                <a:solidFill>
                  <a:srgbClr val="1552D1"/>
                </a:solidFill>
                <a:latin typeface="黑体" panose="02010609060101010101" pitchFamily="2" charset="-122"/>
                <a:ea typeface="黑体" panose="02010609060101010101" pitchFamily="2" charset="-122"/>
              </a:rPr>
              <a:t>=N</a:t>
            </a:r>
            <a:r>
              <a:rPr lang="en-US" altLang="zh-CN" sz="1800" baseline="-25000" dirty="0">
                <a:solidFill>
                  <a:srgbClr val="1552D1"/>
                </a:solidFill>
                <a:latin typeface="黑体" panose="02010609060101010101" pitchFamily="2" charset="-122"/>
                <a:ea typeface="黑体" panose="02010609060101010101" pitchFamily="2" charset="-122"/>
              </a:rPr>
              <a:t>2</a:t>
            </a:r>
            <a:r>
              <a:rPr lang="en-US" altLang="zh-CN" sz="1800" dirty="0">
                <a:solidFill>
                  <a:srgbClr val="1552D1"/>
                </a:solidFill>
                <a:latin typeface="黑体" panose="02010609060101010101" pitchFamily="2" charset="-122"/>
                <a:ea typeface="黑体" panose="02010609060101010101" pitchFamily="2" charset="-122"/>
              </a:rPr>
              <a:t>=N</a:t>
            </a:r>
            <a:r>
              <a:rPr lang="en-US" altLang="zh-CN" sz="1600" baseline="-25000" dirty="0">
                <a:solidFill>
                  <a:srgbClr val="1552D1"/>
                </a:solidFill>
                <a:latin typeface="黑体" panose="02010609060101010101" pitchFamily="2" charset="-122"/>
                <a:ea typeface="黑体" panose="02010609060101010101" pitchFamily="2" charset="-122"/>
              </a:rPr>
              <a:t>0</a:t>
            </a:r>
            <a:r>
              <a:rPr lang="en-US" altLang="zh-CN" sz="1800" dirty="0">
                <a:latin typeface="黑体" panose="02010609060101010101" pitchFamily="2" charset="-122"/>
                <a:ea typeface="黑体" panose="02010609060101010101" pitchFamily="2" charset="-122"/>
              </a:rPr>
              <a:t>,</a:t>
            </a:r>
            <a:r>
              <a:rPr lang="zh-CN" altLang="en-US" sz="1800" dirty="0">
                <a:latin typeface="黑体" panose="02010609060101010101" pitchFamily="2" charset="-122"/>
                <a:ea typeface="黑体" panose="02010609060101010101" pitchFamily="2" charset="-122"/>
              </a:rPr>
              <a:t>并有</a:t>
            </a:r>
            <a:r>
              <a:rPr lang="en-US" altLang="zh-CN" sz="1800" dirty="0">
                <a:latin typeface="黑体" panose="02010609060101010101" pitchFamily="2" charset="-122"/>
                <a:ea typeface="黑体" panose="02010609060101010101" pitchFamily="2" charset="-122"/>
              </a:rPr>
              <a:t> </a:t>
            </a:r>
            <a:r>
              <a:rPr lang="en-US" altLang="zh-CN" sz="1800" dirty="0">
                <a:solidFill>
                  <a:srgbClr val="1552D1"/>
                </a:solidFill>
                <a:latin typeface="黑体" panose="02010609060101010101" pitchFamily="2" charset="-122"/>
                <a:ea typeface="黑体" panose="02010609060101010101" pitchFamily="2" charset="-122"/>
              </a:rPr>
              <a:t>S</a:t>
            </a:r>
            <a:r>
              <a:rPr lang="en-US" altLang="zh-CN" sz="1800" baseline="-25000" dirty="0">
                <a:solidFill>
                  <a:srgbClr val="1552D1"/>
                </a:solidFill>
                <a:latin typeface="黑体" panose="02010609060101010101" pitchFamily="2" charset="-122"/>
                <a:ea typeface="黑体" panose="02010609060101010101" pitchFamily="2" charset="-122"/>
              </a:rPr>
              <a:t>1</a:t>
            </a:r>
            <a:r>
              <a:rPr lang="en-US" altLang="zh-CN" sz="1800" dirty="0">
                <a:solidFill>
                  <a:srgbClr val="1552D1"/>
                </a:solidFill>
                <a:latin typeface="黑体" panose="02010609060101010101" pitchFamily="2" charset="-122"/>
                <a:ea typeface="黑体" panose="02010609060101010101" pitchFamily="2" charset="-122"/>
              </a:rPr>
              <a:t>=S</a:t>
            </a:r>
            <a:r>
              <a:rPr lang="en-US" altLang="zh-CN" sz="1800" baseline="-25000" dirty="0">
                <a:solidFill>
                  <a:srgbClr val="1552D1"/>
                </a:solidFill>
                <a:latin typeface="黑体" panose="02010609060101010101" pitchFamily="2" charset="-122"/>
                <a:ea typeface="黑体" panose="02010609060101010101" pitchFamily="2" charset="-122"/>
              </a:rPr>
              <a:t>2</a:t>
            </a:r>
            <a:r>
              <a:rPr lang="en-US" altLang="zh-CN" sz="1800" dirty="0">
                <a:solidFill>
                  <a:srgbClr val="1552D1"/>
                </a:solidFill>
                <a:latin typeface="黑体" panose="02010609060101010101" pitchFamily="2" charset="-122"/>
                <a:ea typeface="黑体" panose="02010609060101010101" pitchFamily="2" charset="-122"/>
              </a:rPr>
              <a:t>=S</a:t>
            </a:r>
            <a:r>
              <a:rPr lang="en-US" altLang="zh-CN" sz="1800" dirty="0">
                <a:latin typeface="黑体" panose="02010609060101010101" pitchFamily="2" charset="-122"/>
                <a:ea typeface="黑体" panose="02010609060101010101" pitchFamily="2" charset="-122"/>
              </a:rPr>
              <a:t> </a:t>
            </a:r>
            <a:r>
              <a:rPr lang="zh-CN" altLang="en-US" sz="1800" dirty="0">
                <a:latin typeface="黑体" panose="02010609060101010101" pitchFamily="2" charset="-122"/>
                <a:ea typeface="黑体" panose="02010609060101010101" pitchFamily="2" charset="-122"/>
              </a:rPr>
              <a:t>则</a:t>
            </a:r>
          </a:p>
        </p:txBody>
      </p:sp>
      <p:sp>
        <p:nvSpPr>
          <p:cNvPr id="20497" name="Text Box 17"/>
          <p:cNvSpPr txBox="1">
            <a:spLocks noChangeArrowheads="1"/>
          </p:cNvSpPr>
          <p:nvPr/>
        </p:nvSpPr>
        <p:spPr bwMode="auto">
          <a:xfrm>
            <a:off x="1475423" y="3489008"/>
            <a:ext cx="7156450" cy="2122805"/>
          </a:xfrm>
          <a:prstGeom prst="rect">
            <a:avLst/>
          </a:prstGeom>
          <a:noFill/>
          <a:ln w="9525" algn="ctr">
            <a:noFill/>
            <a:miter lim="800000"/>
          </a:ln>
        </p:spPr>
        <p:txBody>
          <a:bodyPr>
            <a:spAutoFit/>
          </a:bodyPr>
          <a:lstStyle/>
          <a:p>
            <a:pPr marR="0" defTabSz="914400">
              <a:lnSpc>
                <a:spcPct val="150000"/>
              </a:lnSpc>
              <a:spcBef>
                <a:spcPct val="20000"/>
              </a:spcBef>
              <a:buClrTx/>
              <a:buSzPct val="85000"/>
              <a:buFontTx/>
              <a:defRPr/>
            </a:pPr>
            <a:r>
              <a:rPr kumimoji="1" lang="zh-CN" altLang="en-US" sz="2000" b="1" kern="1200" cap="none" spc="0" normalizeH="0" baseline="0" noProof="0" dirty="0">
                <a:solidFill>
                  <a:schemeClr val="hlink"/>
                </a:solidFill>
                <a:latin typeface="黑体" panose="02010609060101010101" pitchFamily="2" charset="-122"/>
                <a:ea typeface="黑体" panose="02010609060101010101" pitchFamily="2" charset="-122"/>
                <a:cs typeface="+mn-cs"/>
              </a:rPr>
              <a:t>结论：</a:t>
            </a:r>
          </a:p>
          <a:p>
            <a:pPr marR="0" indent="446405" defTabSz="914400">
              <a:lnSpc>
                <a:spcPct val="150000"/>
              </a:lnSpc>
              <a:spcBef>
                <a:spcPct val="20000"/>
              </a:spcBef>
              <a:buClrTx/>
              <a:buSzPct val="85000"/>
              <a:buFontTx/>
              <a:defRPr/>
            </a:pPr>
            <a:r>
              <a:rPr kumimoji="1" lang="zh-CN" altLang="en-US" sz="2000" b="1" kern="1200" cap="none" spc="0" normalizeH="0" baseline="0" noProof="0" dirty="0">
                <a:latin typeface="黑体" panose="02010609060101010101" pitchFamily="2" charset="-122"/>
                <a:ea typeface="黑体" panose="02010609060101010101" pitchFamily="2" charset="-122"/>
                <a:cs typeface="+mn-cs"/>
              </a:rPr>
              <a:t>①差动系统的灵敏度是单个系统的两倍。</a:t>
            </a:r>
          </a:p>
          <a:p>
            <a:pPr marR="0" indent="446405" defTabSz="914400">
              <a:lnSpc>
                <a:spcPct val="150000"/>
              </a:lnSpc>
              <a:spcBef>
                <a:spcPct val="20000"/>
              </a:spcBef>
              <a:buClrTx/>
              <a:buSzPct val="85000"/>
              <a:buFontTx/>
              <a:defRPr/>
            </a:pPr>
            <a:r>
              <a:rPr kumimoji="1" lang="zh-CN" altLang="en-US" sz="2000" b="1" kern="1200" cap="none" spc="0" normalizeH="0" baseline="0" noProof="0" dirty="0">
                <a:latin typeface="黑体" panose="02010609060101010101" pitchFamily="2" charset="-122"/>
                <a:ea typeface="黑体" panose="02010609060101010101" pitchFamily="2" charset="-122"/>
                <a:cs typeface="+mn-cs"/>
              </a:rPr>
              <a:t>②可补偿偶次非线性误差。</a:t>
            </a:r>
          </a:p>
          <a:p>
            <a:pPr marR="0" indent="446405" defTabSz="914400">
              <a:lnSpc>
                <a:spcPct val="150000"/>
              </a:lnSpc>
              <a:spcBef>
                <a:spcPct val="20000"/>
              </a:spcBef>
              <a:buClrTx/>
              <a:buSzPct val="85000"/>
              <a:buFontTx/>
              <a:defRPr/>
            </a:pPr>
            <a:r>
              <a:rPr kumimoji="1" lang="zh-CN" altLang="en-US" sz="2000" b="1" kern="1200" cap="none" spc="0" normalizeH="0" baseline="0" noProof="0" dirty="0">
                <a:latin typeface="黑体" panose="02010609060101010101" pitchFamily="2" charset="-122"/>
                <a:ea typeface="黑体" panose="02010609060101010101" pitchFamily="2" charset="-122"/>
                <a:cs typeface="+mn-cs"/>
              </a:rPr>
              <a:t>③对于相同条件引起的误差</a:t>
            </a:r>
            <a:r>
              <a:rPr kumimoji="1" lang="en-US" altLang="zh-CN" sz="2000" b="1" kern="1200" cap="none" spc="0" normalizeH="0" baseline="0" noProof="0" dirty="0">
                <a:latin typeface="黑体" panose="02010609060101010101" pitchFamily="2" charset="-122"/>
                <a:ea typeface="黑体" panose="02010609060101010101" pitchFamily="2" charset="-122"/>
                <a:cs typeface="+mn-cs"/>
              </a:rPr>
              <a:t>(</a:t>
            </a:r>
            <a:r>
              <a:rPr kumimoji="1" lang="zh-CN" altLang="en-US" sz="2000" b="1" kern="1200" cap="none" spc="0" normalizeH="0" baseline="0" noProof="0" dirty="0">
                <a:solidFill>
                  <a:srgbClr val="1552D1"/>
                </a:solidFill>
                <a:latin typeface="黑体" panose="02010609060101010101" pitchFamily="2" charset="-122"/>
                <a:ea typeface="黑体" panose="02010609060101010101" pitchFamily="2" charset="-122"/>
                <a:cs typeface="+mn-cs"/>
              </a:rPr>
              <a:t>如温漂</a:t>
            </a:r>
            <a:r>
              <a:rPr kumimoji="1" lang="en-US" altLang="zh-CN" sz="2000" b="1" kern="1200" cap="none" spc="0" normalizeH="0" baseline="0" noProof="0" dirty="0">
                <a:latin typeface="黑体" panose="02010609060101010101" pitchFamily="2" charset="-122"/>
                <a:ea typeface="黑体" panose="02010609060101010101" pitchFamily="2" charset="-122"/>
                <a:cs typeface="+mn-cs"/>
              </a:rPr>
              <a:t>)</a:t>
            </a:r>
            <a:r>
              <a:rPr kumimoji="1" lang="zh-CN" altLang="en-US" sz="2000" b="1" kern="1200" cap="none" spc="0" normalizeH="0" baseline="0" noProof="0" dirty="0">
                <a:latin typeface="黑体" panose="02010609060101010101" pitchFamily="2" charset="-122"/>
                <a:ea typeface="黑体" panose="02010609060101010101" pitchFamily="2" charset="-122"/>
                <a:cs typeface="+mn-cs"/>
              </a:rPr>
              <a:t>有很好的抑制作用。</a:t>
            </a:r>
          </a:p>
        </p:txBody>
      </p:sp>
      <p:sp>
        <p:nvSpPr>
          <p:cNvPr id="18" name="页脚占位符 6"/>
          <p:cNvSpPr txBox="1">
            <a:spLocks noGrp="1"/>
          </p:cNvSpPr>
          <p:nvPr>
            <p:ph type="ftr" sz="quarter" idx="11"/>
          </p:nvPr>
        </p:nvSpPr>
        <p:spPr>
          <a:xfrm>
            <a:off x="2843213" y="6411913"/>
            <a:ext cx="2895600" cy="365125"/>
          </a:xfrm>
          <a:noFill/>
        </p:spPr>
        <p:txBody>
          <a:bodyPr vert="horz" lIns="91440" tIns="45720" rIns="91440" bIns="45720" rtlCol="0" anchor="ctr"/>
          <a:lstStyle/>
          <a:p>
            <a:pPr marL="0" marR="0" lvl="0" indent="0" algn="ctr" defTabSz="914400" rtl="0" eaLnBrk="1" fontAlgn="base" latinLnBrk="0" hangingPunct="1">
              <a:lnSpc>
                <a:spcPct val="150000"/>
              </a:lnSpc>
              <a:spcBef>
                <a:spcPct val="20000"/>
              </a:spcBef>
              <a:spcAft>
                <a:spcPct val="0"/>
              </a:spcAft>
              <a:buClrTx/>
              <a:buSzPct val="85000"/>
              <a:buFontTx/>
              <a:buChar char="•"/>
              <a:defRPr/>
            </a:pPr>
            <a:r>
              <a:rPr kumimoji="1" lang="zh-CN" altLang="en-US" sz="1200" b="0" i="0" u="none" strike="noStrike" kern="1200" cap="none" spc="0" normalizeH="0" baseline="0" noProof="0" dirty="0">
                <a:ln>
                  <a:noFill/>
                </a:ln>
                <a:solidFill>
                  <a:schemeClr val="tx1">
                    <a:tint val="75000"/>
                  </a:schemeClr>
                </a:solidFill>
                <a:effectLst/>
                <a:uLnTx/>
                <a:uFillTx/>
                <a:latin typeface="Times New Roman" panose="02020603050405020304" pitchFamily="18" charset="0"/>
                <a:ea typeface="楷体_GB2312" pitchFamily="49" charset="-122"/>
                <a:cs typeface="+mn-cs"/>
              </a:rPr>
              <a:t>测量科学与仪器系</a:t>
            </a:r>
            <a:endParaRPr kumimoji="1" lang="en-US" altLang="zh-CN" sz="1200" b="0" i="0" u="none" strike="noStrike" kern="1200" cap="none" spc="0" normalizeH="0" baseline="0" noProof="0" dirty="0">
              <a:ln>
                <a:noFill/>
              </a:ln>
              <a:solidFill>
                <a:schemeClr val="tx1">
                  <a:tint val="75000"/>
                </a:schemeClr>
              </a:solidFill>
              <a:effectLst/>
              <a:uLnTx/>
              <a:uFillTx/>
              <a:latin typeface="Times New Roman" panose="02020603050405020304" pitchFamily="18" charset="0"/>
              <a:ea typeface="楷体_GB2312" pitchFamily="49" charset="-122"/>
              <a:cs typeface="+mn-cs"/>
            </a:endParaRPr>
          </a:p>
        </p:txBody>
      </p:sp>
      <p:sp>
        <p:nvSpPr>
          <p:cNvPr id="19" name="矩形 18"/>
          <p:cNvSpPr/>
          <p:nvPr/>
        </p:nvSpPr>
        <p:spPr>
          <a:xfrm>
            <a:off x="285750" y="703263"/>
            <a:ext cx="8286750" cy="46038"/>
          </a:xfrm>
          <a:prstGeom prst="rect">
            <a:avLst/>
          </a:prstGeom>
          <a:gradFill flip="none" rotWithShape="1">
            <a:gsLst>
              <a:gs pos="0">
                <a:srgbClr val="5E9EFF"/>
              </a:gs>
              <a:gs pos="39999">
                <a:srgbClr val="85C2FF"/>
              </a:gs>
              <a:gs pos="70000">
                <a:srgbClr val="C4D6EB"/>
              </a:gs>
              <a:gs pos="100000">
                <a:srgbClr val="FFEBFA"/>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50000"/>
              </a:lnSpc>
              <a:spcBef>
                <a:spcPts val="0"/>
              </a:spcBef>
              <a:spcAft>
                <a:spcPts val="0"/>
              </a:spcAft>
              <a:buClrTx/>
              <a:buSzPct val="85000"/>
              <a:buFontTx/>
              <a:buChar char="•"/>
              <a:defRPr/>
            </a:pPr>
            <a:endParaRPr kumimoji="1" lang="zh-CN" altLang="en-US" sz="2400" b="0" i="0" u="none" strike="noStrike" kern="1200" cap="none" spc="0" normalizeH="0" baseline="0" noProof="0">
              <a:ln>
                <a:noFill/>
              </a:ln>
              <a:solidFill>
                <a:schemeClr val="lt1"/>
              </a:solidFill>
              <a:effectLst/>
              <a:uLnTx/>
              <a:uFillTx/>
              <a:latin typeface="+mn-lt"/>
              <a:ea typeface="+mn-ea"/>
              <a:cs typeface="+mn-cs"/>
            </a:endParaRPr>
          </a:p>
        </p:txBody>
      </p:sp>
      <p:graphicFrame>
        <p:nvGraphicFramePr>
          <p:cNvPr id="3" name="对象 2"/>
          <p:cNvGraphicFramePr/>
          <p:nvPr/>
        </p:nvGraphicFramePr>
        <p:xfrm>
          <a:off x="1548130" y="1583690"/>
          <a:ext cx="3366770" cy="944880"/>
        </p:xfrm>
        <a:graphic>
          <a:graphicData uri="http://schemas.openxmlformats.org/presentationml/2006/ole">
            <mc:AlternateContent xmlns:mc="http://schemas.openxmlformats.org/markup-compatibility/2006">
              <mc:Choice xmlns:v="urn:schemas-microsoft-com:vml" Requires="v">
                <p:oleObj spid="_x0000_s19495" r:id="rId3" imgW="2529840" imgH="979805" progId="Equation.KSEE3">
                  <p:embed/>
                </p:oleObj>
              </mc:Choice>
              <mc:Fallback>
                <p:oleObj r:id="rId3" imgW="2529840" imgH="979805" progId="Equation.KSEE3">
                  <p:embed/>
                  <p:pic>
                    <p:nvPicPr>
                      <p:cNvPr id="0" name="图片 3"/>
                      <p:cNvPicPr/>
                      <p:nvPr/>
                    </p:nvPicPr>
                    <p:blipFill>
                      <a:blip r:embed="rId4"/>
                      <a:stretch>
                        <a:fillRect/>
                      </a:stretch>
                    </p:blipFill>
                    <p:spPr>
                      <a:xfrm>
                        <a:off x="1548130" y="1583690"/>
                        <a:ext cx="3366770" cy="944880"/>
                      </a:xfrm>
                      <a:prstGeom prst="rect">
                        <a:avLst/>
                      </a:prstGeom>
                    </p:spPr>
                  </p:pic>
                </p:oleObj>
              </mc:Fallback>
            </mc:AlternateContent>
          </a:graphicData>
        </a:graphic>
      </p:graphicFrame>
      <p:pic>
        <p:nvPicPr>
          <p:cNvPr id="63501" name="Picture 17"/>
          <p:cNvPicPr>
            <a:picLocks noChangeAspect="1"/>
          </p:cNvPicPr>
          <p:nvPr/>
        </p:nvPicPr>
        <p:blipFill>
          <a:blip r:embed="rId5"/>
          <a:stretch>
            <a:fillRect/>
          </a:stretch>
        </p:blipFill>
        <p:spPr>
          <a:xfrm>
            <a:off x="5325110" y="1484630"/>
            <a:ext cx="3709670" cy="1875790"/>
          </a:xfrm>
          <a:prstGeom prst="rect">
            <a:avLst/>
          </a:prstGeom>
          <a:noFill/>
          <a:ln w="9525">
            <a:noFill/>
          </a:ln>
        </p:spPr>
      </p:pic>
    </p:spTree>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0495"/>
                                        </p:tgtEl>
                                        <p:attrNameLst>
                                          <p:attrName>style.visibility</p:attrName>
                                        </p:attrNameLst>
                                      </p:cBhvr>
                                      <p:to>
                                        <p:strVal val="visible"/>
                                      </p:to>
                                    </p:set>
                                    <p:anim calcmode="lin" valueType="num">
                                      <p:cBhvr additive="base">
                                        <p:cTn id="7" dur="500" fill="hold"/>
                                        <p:tgtEl>
                                          <p:spTgt spid="20495"/>
                                        </p:tgtEl>
                                        <p:attrNameLst>
                                          <p:attrName>ppt_x</p:attrName>
                                        </p:attrNameLst>
                                      </p:cBhvr>
                                      <p:tavLst>
                                        <p:tav tm="0">
                                          <p:val>
                                            <p:strVal val="#ppt_x"/>
                                          </p:val>
                                        </p:tav>
                                        <p:tav tm="100000">
                                          <p:val>
                                            <p:strVal val="#ppt_x"/>
                                          </p:val>
                                        </p:tav>
                                      </p:tavLst>
                                    </p:anim>
                                    <p:anim calcmode="lin" valueType="num">
                                      <p:cBhvr additive="base">
                                        <p:cTn id="8" dur="500" fill="hold"/>
                                        <p:tgtEl>
                                          <p:spTgt spid="2049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8" presetClass="entr" presetSubtype="16" fill="hold" grpId="0" nodeType="clickEffect">
                                  <p:stCondLst>
                                    <p:cond delay="0"/>
                                  </p:stCondLst>
                                  <p:childTnLst>
                                    <p:set>
                                      <p:cBhvr>
                                        <p:cTn id="12" dur="1" fill="hold">
                                          <p:stCondLst>
                                            <p:cond delay="0"/>
                                          </p:stCondLst>
                                        </p:cTn>
                                        <p:tgtEl>
                                          <p:spTgt spid="20497"/>
                                        </p:tgtEl>
                                        <p:attrNameLst>
                                          <p:attrName>style.visibility</p:attrName>
                                        </p:attrNameLst>
                                      </p:cBhvr>
                                      <p:to>
                                        <p:strVal val="visible"/>
                                      </p:to>
                                    </p:set>
                                    <p:animEffect transition="in" filter="diamond(in)">
                                      <p:cBhvr>
                                        <p:cTn id="13" dur="2000"/>
                                        <p:tgtEl>
                                          <p:spTgt spid="2049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495" grpId="0"/>
      <p:bldP spid="20497" grpId="0"/>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1" name="灯片编号占位符 4"/>
          <p:cNvSpPr>
            <a:spLocks noGrp="1"/>
          </p:cNvSpPr>
          <p:nvPr>
            <p:ph type="sldNum" sz="quarter" idx="12"/>
          </p:nvPr>
        </p:nvSpPr>
        <p:spPr>
          <a:noFill/>
          <a:ln>
            <a:noFill/>
          </a:ln>
        </p:spPr>
        <p:txBody>
          <a:bodyPr wrap="square" lIns="91440" tIns="45720" rIns="91440" bIns="45720" anchor="ctr"/>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r">
              <a:lnSpc>
                <a:spcPct val="150000"/>
              </a:lnSpc>
              <a:spcBef>
                <a:spcPct val="20000"/>
              </a:spcBef>
              <a:buSzPct val="85000"/>
              <a:buFontTx/>
              <a:buChar char="•"/>
            </a:pPr>
            <a:fld id="{9A0DB2DC-4C9A-4742-B13C-FB6460FD3503}" type="slidenum">
              <a:rPr lang="en-US" altLang="zh-CN" sz="1200" dirty="0">
                <a:solidFill>
                  <a:srgbClr val="898989"/>
                </a:solidFill>
              </a:rPr>
              <a:t>50</a:t>
            </a:fld>
            <a:endParaRPr lang="en-US" altLang="zh-CN" sz="1200" dirty="0">
              <a:solidFill>
                <a:srgbClr val="898989"/>
              </a:solidFill>
            </a:endParaRPr>
          </a:p>
        </p:txBody>
      </p:sp>
      <p:sp>
        <p:nvSpPr>
          <p:cNvPr id="66562" name="Rectangle 2"/>
          <p:cNvSpPr/>
          <p:nvPr/>
        </p:nvSpPr>
        <p:spPr>
          <a:xfrm>
            <a:off x="423863" y="3268663"/>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66563" name="Rectangle 3"/>
          <p:cNvSpPr/>
          <p:nvPr/>
        </p:nvSpPr>
        <p:spPr>
          <a:xfrm>
            <a:off x="423863" y="3254375"/>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66564" name="Rectangle 4"/>
          <p:cNvSpPr/>
          <p:nvPr/>
        </p:nvSpPr>
        <p:spPr>
          <a:xfrm>
            <a:off x="423863" y="3254375"/>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66565" name="Rectangle 5"/>
          <p:cNvSpPr/>
          <p:nvPr/>
        </p:nvSpPr>
        <p:spPr>
          <a:xfrm>
            <a:off x="423863" y="2782888"/>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66566" name="Rectangle 6"/>
          <p:cNvSpPr/>
          <p:nvPr/>
        </p:nvSpPr>
        <p:spPr>
          <a:xfrm>
            <a:off x="423863" y="3254375"/>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66567" name="Rectangle 7"/>
          <p:cNvSpPr/>
          <p:nvPr/>
        </p:nvSpPr>
        <p:spPr>
          <a:xfrm>
            <a:off x="423863" y="3240088"/>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66568" name="Rectangle 8"/>
          <p:cNvSpPr/>
          <p:nvPr/>
        </p:nvSpPr>
        <p:spPr>
          <a:xfrm>
            <a:off x="423863" y="2720975"/>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66569" name="Rectangle 9"/>
          <p:cNvSpPr/>
          <p:nvPr/>
        </p:nvSpPr>
        <p:spPr>
          <a:xfrm>
            <a:off x="423863" y="53975"/>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66570" name="Rectangle 10"/>
          <p:cNvSpPr/>
          <p:nvPr/>
        </p:nvSpPr>
        <p:spPr>
          <a:xfrm>
            <a:off x="423863" y="53975"/>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66571" name="Rectangle 11"/>
          <p:cNvSpPr/>
          <p:nvPr/>
        </p:nvSpPr>
        <p:spPr>
          <a:xfrm>
            <a:off x="482600" y="325120"/>
            <a:ext cx="4656455" cy="629920"/>
          </a:xfrm>
          <a:prstGeom prst="rect">
            <a:avLst/>
          </a:prstGeom>
          <a:noFill/>
          <a:ln w="9525">
            <a:noFill/>
          </a:ln>
        </p:spPr>
        <p:txBody>
          <a:bodyPr wrap="square" anchor="ctr">
            <a:spAutoFit/>
          </a:bodyPr>
          <a:lstStyle/>
          <a:p>
            <a:pPr>
              <a:lnSpc>
                <a:spcPct val="125000"/>
              </a:lnSpc>
              <a:spcBef>
                <a:spcPct val="50000"/>
              </a:spcBef>
              <a:buSzPct val="85000"/>
            </a:pPr>
            <a:r>
              <a:rPr lang="zh-CN" altLang="en-US" sz="2800" b="1" dirty="0">
                <a:solidFill>
                  <a:schemeClr val="tx2"/>
                </a:solidFill>
                <a:latin typeface="黑体" panose="02010609060101010101" pitchFamily="2" charset="-122"/>
                <a:ea typeface="黑体" panose="02010609060101010101" pitchFamily="2" charset="-122"/>
              </a:rPr>
              <a:t>（</a:t>
            </a:r>
            <a:r>
              <a:rPr lang="en-US" altLang="zh-CN" sz="2800" b="1" dirty="0">
                <a:solidFill>
                  <a:schemeClr val="tx2"/>
                </a:solidFill>
                <a:latin typeface="黑体" panose="02010609060101010101" pitchFamily="2" charset="-122"/>
                <a:ea typeface="黑体" panose="02010609060101010101" pitchFamily="2" charset="-122"/>
              </a:rPr>
              <a:t>3</a:t>
            </a:r>
            <a:r>
              <a:rPr lang="zh-CN" altLang="en-US" sz="2800" b="1" dirty="0">
                <a:solidFill>
                  <a:schemeClr val="tx2"/>
                </a:solidFill>
                <a:latin typeface="黑体" panose="02010609060101010101" pitchFamily="2" charset="-122"/>
                <a:ea typeface="黑体" panose="02010609060101010101" pitchFamily="2" charset="-122"/>
              </a:rPr>
              <a:t>）平衡型（闭环反馈型） </a:t>
            </a:r>
          </a:p>
        </p:txBody>
      </p:sp>
      <p:sp>
        <p:nvSpPr>
          <p:cNvPr id="66572" name="Rectangle 12"/>
          <p:cNvSpPr/>
          <p:nvPr/>
        </p:nvSpPr>
        <p:spPr>
          <a:xfrm>
            <a:off x="612140" y="4293235"/>
            <a:ext cx="3138805" cy="828675"/>
          </a:xfrm>
          <a:prstGeom prst="rect">
            <a:avLst/>
          </a:prstGeom>
          <a:noFill/>
          <a:ln w="9525">
            <a:noFill/>
          </a:ln>
        </p:spPr>
        <p:txBody>
          <a:bodyPr anchor="t"/>
          <a:lstStyle/>
          <a:p>
            <a:pPr>
              <a:lnSpc>
                <a:spcPct val="150000"/>
              </a:lnSpc>
              <a:spcBef>
                <a:spcPct val="20000"/>
              </a:spcBef>
              <a:buSzPct val="85000"/>
            </a:pPr>
            <a:r>
              <a:rPr lang="zh-CN" altLang="en-US" sz="2000" b="1" dirty="0">
                <a:solidFill>
                  <a:srgbClr val="00B050"/>
                </a:solidFill>
                <a:latin typeface="黑体" panose="02010609060101010101" pitchFamily="2" charset="-122"/>
                <a:ea typeface="黑体" panose="02010609060101010101" pitchFamily="2" charset="-122"/>
              </a:rPr>
              <a:t>深度负反馈条件下：</a:t>
            </a:r>
            <a:endParaRPr lang="zh-CN" altLang="en-US" sz="2000" dirty="0">
              <a:latin typeface="黑体" panose="02010609060101010101" pitchFamily="2" charset="-122"/>
              <a:ea typeface="黑体" panose="02010609060101010101" pitchFamily="2" charset="-122"/>
            </a:endParaRPr>
          </a:p>
        </p:txBody>
      </p:sp>
      <p:sp>
        <p:nvSpPr>
          <p:cNvPr id="66573" name="Rectangle 13"/>
          <p:cNvSpPr/>
          <p:nvPr/>
        </p:nvSpPr>
        <p:spPr>
          <a:xfrm>
            <a:off x="0" y="3105150"/>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66574" name="Rectangle 19"/>
          <p:cNvSpPr/>
          <p:nvPr/>
        </p:nvSpPr>
        <p:spPr>
          <a:xfrm>
            <a:off x="0" y="2430463"/>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pic>
        <p:nvPicPr>
          <p:cNvPr id="66575" name="Picture 18"/>
          <p:cNvPicPr>
            <a:picLocks noChangeAspect="1"/>
          </p:cNvPicPr>
          <p:nvPr/>
        </p:nvPicPr>
        <p:blipFill>
          <a:blip r:embed="rId3"/>
          <a:stretch>
            <a:fillRect/>
          </a:stretch>
        </p:blipFill>
        <p:spPr>
          <a:xfrm>
            <a:off x="1476375" y="1304925"/>
            <a:ext cx="6227763" cy="2185988"/>
          </a:xfrm>
          <a:prstGeom prst="rect">
            <a:avLst/>
          </a:prstGeom>
          <a:noFill/>
          <a:ln w="9525">
            <a:noFill/>
          </a:ln>
        </p:spPr>
      </p:pic>
      <p:graphicFrame>
        <p:nvGraphicFramePr>
          <p:cNvPr id="66576" name="Object 20"/>
          <p:cNvGraphicFramePr>
            <a:graphicFrameLocks noChangeAspect="1"/>
          </p:cNvGraphicFramePr>
          <p:nvPr/>
        </p:nvGraphicFramePr>
        <p:xfrm>
          <a:off x="3851593" y="4050030"/>
          <a:ext cx="3960812" cy="1262063"/>
        </p:xfrm>
        <a:graphic>
          <a:graphicData uri="http://schemas.openxmlformats.org/presentationml/2006/ole">
            <mc:AlternateContent xmlns:mc="http://schemas.openxmlformats.org/markup-compatibility/2006">
              <mc:Choice xmlns:v="urn:schemas-microsoft-com:vml" Requires="v">
                <p:oleObj spid="_x0000_s20518" r:id="rId4" imgW="1943100" imgH="736600" progId="Equation.DSMT4">
                  <p:embed/>
                </p:oleObj>
              </mc:Choice>
              <mc:Fallback>
                <p:oleObj r:id="rId4" imgW="1943100" imgH="736600" progId="Equation.DSMT4">
                  <p:embed/>
                  <p:pic>
                    <p:nvPicPr>
                      <p:cNvPr id="0" name="图片 3106"/>
                      <p:cNvPicPr/>
                      <p:nvPr/>
                    </p:nvPicPr>
                    <p:blipFill>
                      <a:blip r:embed="rId5"/>
                      <a:stretch>
                        <a:fillRect/>
                      </a:stretch>
                    </p:blipFill>
                    <p:spPr>
                      <a:xfrm>
                        <a:off x="3851593" y="4050030"/>
                        <a:ext cx="3960812" cy="1262063"/>
                      </a:xfrm>
                      <a:prstGeom prst="rect">
                        <a:avLst/>
                      </a:prstGeom>
                      <a:noFill/>
                      <a:ln w="38100">
                        <a:noFill/>
                        <a:miter/>
                      </a:ln>
                    </p:spPr>
                  </p:pic>
                </p:oleObj>
              </mc:Fallback>
            </mc:AlternateContent>
          </a:graphicData>
        </a:graphic>
      </p:graphicFrame>
      <p:sp>
        <p:nvSpPr>
          <p:cNvPr id="66577" name="Text Box 22"/>
          <p:cNvSpPr txBox="1"/>
          <p:nvPr/>
        </p:nvSpPr>
        <p:spPr>
          <a:xfrm>
            <a:off x="3419475" y="1501775"/>
            <a:ext cx="468313" cy="369888"/>
          </a:xfrm>
          <a:prstGeom prst="rect">
            <a:avLst/>
          </a:prstGeom>
          <a:noFill/>
          <a:ln w="9525">
            <a:noFill/>
          </a:ln>
        </p:spPr>
        <p:txBody>
          <a:bodyPr anchor="t">
            <a:spAutoFit/>
          </a:bodyPr>
          <a:lstStyle/>
          <a:p>
            <a:pPr>
              <a:lnSpc>
                <a:spcPct val="150000"/>
              </a:lnSpc>
              <a:spcBef>
                <a:spcPct val="20000"/>
              </a:spcBef>
              <a:buSzPct val="85000"/>
            </a:pPr>
            <a:r>
              <a:rPr lang="en-US" altLang="zh-CN" sz="1200" b="1" dirty="0">
                <a:solidFill>
                  <a:srgbClr val="00B050"/>
                </a:solidFill>
                <a:latin typeface="黑体" panose="02010609060101010101" pitchFamily="2" charset="-122"/>
                <a:ea typeface="黑体" panose="02010609060101010101" pitchFamily="2" charset="-122"/>
              </a:rPr>
              <a:t>(-)</a:t>
            </a:r>
          </a:p>
        </p:txBody>
      </p:sp>
      <p:sp>
        <p:nvSpPr>
          <p:cNvPr id="20" name="页脚占位符 6"/>
          <p:cNvSpPr txBox="1">
            <a:spLocks noGrp="1"/>
          </p:cNvSpPr>
          <p:nvPr>
            <p:ph type="ftr" sz="quarter" idx="11"/>
          </p:nvPr>
        </p:nvSpPr>
        <p:spPr>
          <a:xfrm>
            <a:off x="2843213" y="6411913"/>
            <a:ext cx="2895600" cy="365125"/>
          </a:xfrm>
          <a:noFill/>
        </p:spPr>
        <p:txBody>
          <a:bodyPr vert="horz" lIns="91440" tIns="45720" rIns="91440" bIns="45720" rtlCol="0" anchor="ctr"/>
          <a:lstStyle/>
          <a:p>
            <a:pPr marL="0" marR="0" lvl="0" indent="0" algn="ctr" defTabSz="914400" rtl="0" eaLnBrk="1" fontAlgn="base" latinLnBrk="0" hangingPunct="1">
              <a:lnSpc>
                <a:spcPct val="150000"/>
              </a:lnSpc>
              <a:spcBef>
                <a:spcPct val="20000"/>
              </a:spcBef>
              <a:spcAft>
                <a:spcPct val="0"/>
              </a:spcAft>
              <a:buClrTx/>
              <a:buSzPct val="85000"/>
              <a:buFontTx/>
              <a:buChar char="•"/>
              <a:defRPr/>
            </a:pPr>
            <a:r>
              <a:rPr kumimoji="1" lang="zh-CN" altLang="en-US" sz="1200" b="0" i="0" u="none" strike="noStrike" kern="1200" cap="none" spc="0" normalizeH="0" baseline="0" noProof="0" dirty="0">
                <a:ln>
                  <a:noFill/>
                </a:ln>
                <a:solidFill>
                  <a:schemeClr val="tx1">
                    <a:tint val="75000"/>
                  </a:schemeClr>
                </a:solidFill>
                <a:effectLst/>
                <a:uLnTx/>
                <a:uFillTx/>
                <a:latin typeface="Times New Roman" panose="02020603050405020304" pitchFamily="18" charset="0"/>
                <a:ea typeface="楷体_GB2312" pitchFamily="49" charset="-122"/>
                <a:cs typeface="+mn-cs"/>
              </a:rPr>
              <a:t>测量科学与仪器系</a:t>
            </a:r>
            <a:endParaRPr kumimoji="1" lang="en-US" altLang="zh-CN" sz="1200" b="0" i="0" u="none" strike="noStrike" kern="1200" cap="none" spc="0" normalizeH="0" baseline="0" noProof="0" dirty="0">
              <a:ln>
                <a:noFill/>
              </a:ln>
              <a:solidFill>
                <a:schemeClr val="tx1">
                  <a:tint val="75000"/>
                </a:schemeClr>
              </a:solidFill>
              <a:effectLst/>
              <a:uLnTx/>
              <a:uFillTx/>
              <a:latin typeface="Times New Roman" panose="02020603050405020304" pitchFamily="18" charset="0"/>
              <a:ea typeface="楷体_GB2312" pitchFamily="49" charset="-122"/>
              <a:cs typeface="+mn-cs"/>
            </a:endParaRPr>
          </a:p>
        </p:txBody>
      </p:sp>
      <p:sp>
        <p:nvSpPr>
          <p:cNvPr id="21" name="矩形 20"/>
          <p:cNvSpPr/>
          <p:nvPr/>
        </p:nvSpPr>
        <p:spPr>
          <a:xfrm>
            <a:off x="142875" y="1000125"/>
            <a:ext cx="8286750" cy="46038"/>
          </a:xfrm>
          <a:prstGeom prst="rect">
            <a:avLst/>
          </a:prstGeom>
          <a:gradFill flip="none" rotWithShape="1">
            <a:gsLst>
              <a:gs pos="0">
                <a:srgbClr val="5E9EFF"/>
              </a:gs>
              <a:gs pos="39999">
                <a:srgbClr val="85C2FF"/>
              </a:gs>
              <a:gs pos="70000">
                <a:srgbClr val="C4D6EB"/>
              </a:gs>
              <a:gs pos="100000">
                <a:srgbClr val="FFEBFA"/>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50000"/>
              </a:lnSpc>
              <a:spcBef>
                <a:spcPts val="0"/>
              </a:spcBef>
              <a:spcAft>
                <a:spcPts val="0"/>
              </a:spcAft>
              <a:buClrTx/>
              <a:buSzPct val="85000"/>
              <a:buFontTx/>
              <a:buChar char="•"/>
              <a:defRPr/>
            </a:pPr>
            <a:endParaRPr kumimoji="1" lang="zh-CN" altLang="en-US" sz="2400" b="0" i="0" u="none" strike="noStrike" kern="1200" cap="none" spc="0" normalizeH="0" baseline="0" noProof="0">
              <a:ln>
                <a:noFill/>
              </a:ln>
              <a:solidFill>
                <a:schemeClr val="lt1"/>
              </a:solidFill>
              <a:effectLst/>
              <a:uLnTx/>
              <a:uFillTx/>
              <a:latin typeface="+mn-lt"/>
              <a:ea typeface="+mn-ea"/>
              <a:cs typeface="+mn-cs"/>
            </a:endParaRPr>
          </a:p>
        </p:txBody>
      </p:sp>
    </p:spTree>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矩形: 圆角 18">
            <a:extLst>
              <a:ext uri="{FF2B5EF4-FFF2-40B4-BE49-F238E27FC236}">
                <a16:creationId xmlns:a16="http://schemas.microsoft.com/office/drawing/2014/main" id="{5DFB0066-09F3-42A6-BDBF-4D2B5EE0EFE9}"/>
              </a:ext>
            </a:extLst>
          </p:cNvPr>
          <p:cNvSpPr/>
          <p:nvPr/>
        </p:nvSpPr>
        <p:spPr>
          <a:xfrm>
            <a:off x="683568" y="4852203"/>
            <a:ext cx="3327053" cy="805805"/>
          </a:xfrm>
          <a:prstGeom prst="round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矩形 1">
            <a:extLst>
              <a:ext uri="{FF2B5EF4-FFF2-40B4-BE49-F238E27FC236}">
                <a16:creationId xmlns:a16="http://schemas.microsoft.com/office/drawing/2014/main" id="{10A120B0-7F5C-4BBF-B473-D031C7725B86}"/>
              </a:ext>
            </a:extLst>
          </p:cNvPr>
          <p:cNvSpPr/>
          <p:nvPr/>
        </p:nvSpPr>
        <p:spPr>
          <a:xfrm>
            <a:off x="561345" y="5733256"/>
            <a:ext cx="7776864" cy="790409"/>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7585" name="灯片编号占位符 4"/>
          <p:cNvSpPr>
            <a:spLocks noGrp="1"/>
          </p:cNvSpPr>
          <p:nvPr>
            <p:ph type="sldNum" sz="quarter" idx="12"/>
          </p:nvPr>
        </p:nvSpPr>
        <p:spPr>
          <a:noFill/>
          <a:ln>
            <a:noFill/>
          </a:ln>
        </p:spPr>
        <p:txBody>
          <a:bodyPr wrap="square" lIns="91440" tIns="45720" rIns="91440" bIns="45720" anchor="ctr"/>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r">
              <a:lnSpc>
                <a:spcPct val="150000"/>
              </a:lnSpc>
              <a:spcBef>
                <a:spcPct val="20000"/>
              </a:spcBef>
              <a:buSzPct val="85000"/>
              <a:buFontTx/>
              <a:buChar char="•"/>
            </a:pPr>
            <a:fld id="{9A0DB2DC-4C9A-4742-B13C-FB6460FD3503}" type="slidenum">
              <a:rPr lang="en-US" altLang="zh-CN" sz="1200" dirty="0">
                <a:solidFill>
                  <a:srgbClr val="898989"/>
                </a:solidFill>
              </a:rPr>
              <a:t>51</a:t>
            </a:fld>
            <a:endParaRPr lang="en-US" altLang="zh-CN" sz="1200" dirty="0">
              <a:solidFill>
                <a:srgbClr val="898989"/>
              </a:solidFill>
            </a:endParaRPr>
          </a:p>
        </p:txBody>
      </p:sp>
      <p:sp>
        <p:nvSpPr>
          <p:cNvPr id="67586" name="Rectangle 2"/>
          <p:cNvSpPr/>
          <p:nvPr/>
        </p:nvSpPr>
        <p:spPr>
          <a:xfrm>
            <a:off x="423863" y="3268663"/>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67587" name="Rectangle 3"/>
          <p:cNvSpPr/>
          <p:nvPr/>
        </p:nvSpPr>
        <p:spPr>
          <a:xfrm>
            <a:off x="423863" y="3254375"/>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67588" name="Rectangle 4"/>
          <p:cNvSpPr/>
          <p:nvPr/>
        </p:nvSpPr>
        <p:spPr>
          <a:xfrm>
            <a:off x="423863" y="3254375"/>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67589" name="Rectangle 5"/>
          <p:cNvSpPr/>
          <p:nvPr/>
        </p:nvSpPr>
        <p:spPr>
          <a:xfrm>
            <a:off x="423863" y="2782888"/>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67590" name="Rectangle 6"/>
          <p:cNvSpPr/>
          <p:nvPr/>
        </p:nvSpPr>
        <p:spPr>
          <a:xfrm>
            <a:off x="423863" y="3254375"/>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67591" name="Rectangle 7"/>
          <p:cNvSpPr/>
          <p:nvPr/>
        </p:nvSpPr>
        <p:spPr>
          <a:xfrm>
            <a:off x="423863" y="3240088"/>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67592" name="Rectangle 8"/>
          <p:cNvSpPr/>
          <p:nvPr/>
        </p:nvSpPr>
        <p:spPr>
          <a:xfrm>
            <a:off x="423863" y="2720975"/>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67593" name="Rectangle 9"/>
          <p:cNvSpPr/>
          <p:nvPr/>
        </p:nvSpPr>
        <p:spPr>
          <a:xfrm>
            <a:off x="423863" y="53975"/>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67594" name="Rectangle 10"/>
          <p:cNvSpPr/>
          <p:nvPr/>
        </p:nvSpPr>
        <p:spPr>
          <a:xfrm>
            <a:off x="423863" y="2811463"/>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67595" name="Rectangle 11"/>
          <p:cNvSpPr/>
          <p:nvPr/>
        </p:nvSpPr>
        <p:spPr>
          <a:xfrm>
            <a:off x="423863" y="53975"/>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67596" name="Rectangle 12"/>
          <p:cNvSpPr/>
          <p:nvPr/>
        </p:nvSpPr>
        <p:spPr>
          <a:xfrm>
            <a:off x="0" y="3105150"/>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graphicFrame>
        <p:nvGraphicFramePr>
          <p:cNvPr id="67597" name="Object 13"/>
          <p:cNvGraphicFramePr>
            <a:graphicFrameLocks noChangeAspect="1"/>
          </p:cNvGraphicFramePr>
          <p:nvPr/>
        </p:nvGraphicFramePr>
        <p:xfrm>
          <a:off x="820103" y="1196658"/>
          <a:ext cx="7866380" cy="5327015"/>
        </p:xfrm>
        <a:graphic>
          <a:graphicData uri="http://schemas.openxmlformats.org/presentationml/2006/ole">
            <mc:AlternateContent xmlns:mc="http://schemas.openxmlformats.org/markup-compatibility/2006">
              <mc:Choice xmlns:v="urn:schemas-microsoft-com:vml" Requires="v">
                <p:oleObj spid="_x0000_s21542" r:id="rId3" imgW="5344160" imgH="4175125" progId="Word.Document.8">
                  <p:embed/>
                </p:oleObj>
              </mc:Choice>
              <mc:Fallback>
                <p:oleObj r:id="rId3" imgW="5344160" imgH="4175125" progId="Word.Document.8">
                  <p:embed/>
                  <p:pic>
                    <p:nvPicPr>
                      <p:cNvPr id="0" name="图片 3108"/>
                      <p:cNvPicPr/>
                      <p:nvPr/>
                    </p:nvPicPr>
                    <p:blipFill>
                      <a:blip r:embed="rId4"/>
                      <a:stretch>
                        <a:fillRect/>
                      </a:stretch>
                    </p:blipFill>
                    <p:spPr>
                      <a:xfrm>
                        <a:off x="820103" y="1196658"/>
                        <a:ext cx="7866380" cy="5327015"/>
                      </a:xfrm>
                      <a:prstGeom prst="rect">
                        <a:avLst/>
                      </a:prstGeom>
                      <a:noFill/>
                      <a:ln w="38100">
                        <a:noFill/>
                        <a:miter/>
                      </a:ln>
                    </p:spPr>
                  </p:pic>
                </p:oleObj>
              </mc:Fallback>
            </mc:AlternateContent>
          </a:graphicData>
        </a:graphic>
      </p:graphicFrame>
      <p:sp>
        <p:nvSpPr>
          <p:cNvPr id="16" name="页脚占位符 6"/>
          <p:cNvSpPr txBox="1">
            <a:spLocks noGrp="1"/>
          </p:cNvSpPr>
          <p:nvPr>
            <p:ph type="ftr" sz="quarter" idx="11"/>
          </p:nvPr>
        </p:nvSpPr>
        <p:spPr>
          <a:xfrm>
            <a:off x="2843213" y="6411913"/>
            <a:ext cx="2895600" cy="365125"/>
          </a:xfrm>
          <a:noFill/>
        </p:spPr>
        <p:txBody>
          <a:bodyPr vert="horz" lIns="91440" tIns="45720" rIns="91440" bIns="45720" rtlCol="0" anchor="ctr"/>
          <a:lstStyle/>
          <a:p>
            <a:pPr marL="0" marR="0" lvl="0" indent="0" algn="ctr" defTabSz="914400" rtl="0" eaLnBrk="1" fontAlgn="base" latinLnBrk="0" hangingPunct="1">
              <a:lnSpc>
                <a:spcPct val="150000"/>
              </a:lnSpc>
              <a:spcBef>
                <a:spcPct val="20000"/>
              </a:spcBef>
              <a:spcAft>
                <a:spcPct val="0"/>
              </a:spcAft>
              <a:buClrTx/>
              <a:buSzPct val="85000"/>
              <a:buFontTx/>
              <a:buChar char="•"/>
              <a:defRPr/>
            </a:pPr>
            <a:r>
              <a:rPr kumimoji="1" lang="zh-CN" altLang="en-US" sz="1200" b="0" i="0" u="none" strike="noStrike" kern="1200" cap="none" spc="0" normalizeH="0" baseline="0" noProof="0" dirty="0">
                <a:ln>
                  <a:noFill/>
                </a:ln>
                <a:solidFill>
                  <a:schemeClr val="tx1">
                    <a:tint val="75000"/>
                  </a:schemeClr>
                </a:solidFill>
                <a:effectLst/>
                <a:uLnTx/>
                <a:uFillTx/>
                <a:latin typeface="Times New Roman" panose="02020603050405020304" pitchFamily="18" charset="0"/>
                <a:ea typeface="楷体_GB2312" pitchFamily="49" charset="-122"/>
                <a:cs typeface="+mn-cs"/>
              </a:rPr>
              <a:t>测量科学与仪器系</a:t>
            </a:r>
            <a:endParaRPr kumimoji="1" lang="en-US" altLang="zh-CN" sz="1200" b="0" i="0" u="none" strike="noStrike" kern="1200" cap="none" spc="0" normalizeH="0" baseline="0" noProof="0" dirty="0">
              <a:ln>
                <a:noFill/>
              </a:ln>
              <a:solidFill>
                <a:schemeClr val="tx1">
                  <a:tint val="75000"/>
                </a:schemeClr>
              </a:solidFill>
              <a:effectLst/>
              <a:uLnTx/>
              <a:uFillTx/>
              <a:latin typeface="Times New Roman" panose="02020603050405020304" pitchFamily="18" charset="0"/>
              <a:ea typeface="楷体_GB2312" pitchFamily="49" charset="-122"/>
              <a:cs typeface="+mn-cs"/>
            </a:endParaRPr>
          </a:p>
        </p:txBody>
      </p:sp>
      <p:sp>
        <p:nvSpPr>
          <p:cNvPr id="66571" name="Rectangle 11"/>
          <p:cNvSpPr/>
          <p:nvPr/>
        </p:nvSpPr>
        <p:spPr>
          <a:xfrm>
            <a:off x="482600" y="325120"/>
            <a:ext cx="4656455" cy="629920"/>
          </a:xfrm>
          <a:prstGeom prst="rect">
            <a:avLst/>
          </a:prstGeom>
          <a:noFill/>
          <a:ln w="9525">
            <a:noFill/>
          </a:ln>
        </p:spPr>
        <p:txBody>
          <a:bodyPr wrap="square" anchor="ctr">
            <a:spAutoFit/>
          </a:bodyPr>
          <a:lstStyle/>
          <a:p>
            <a:pPr>
              <a:lnSpc>
                <a:spcPct val="125000"/>
              </a:lnSpc>
              <a:spcBef>
                <a:spcPct val="50000"/>
              </a:spcBef>
              <a:buSzPct val="85000"/>
            </a:pPr>
            <a:r>
              <a:rPr lang="zh-CN" altLang="en-US" sz="2800" b="1" dirty="0">
                <a:solidFill>
                  <a:schemeClr val="tx2"/>
                </a:solidFill>
                <a:latin typeface="黑体" panose="02010609060101010101" pitchFamily="2" charset="-122"/>
                <a:ea typeface="黑体" panose="02010609060101010101" pitchFamily="2" charset="-122"/>
              </a:rPr>
              <a:t>（</a:t>
            </a:r>
            <a:r>
              <a:rPr lang="en-US" altLang="zh-CN" sz="2800" b="1" dirty="0">
                <a:solidFill>
                  <a:schemeClr val="tx2"/>
                </a:solidFill>
                <a:latin typeface="黑体" panose="02010609060101010101" pitchFamily="2" charset="-122"/>
                <a:ea typeface="黑体" panose="02010609060101010101" pitchFamily="2" charset="-122"/>
              </a:rPr>
              <a:t>3</a:t>
            </a:r>
            <a:r>
              <a:rPr lang="zh-CN" altLang="en-US" sz="2800" b="1" dirty="0">
                <a:solidFill>
                  <a:schemeClr val="tx2"/>
                </a:solidFill>
                <a:latin typeface="黑体" panose="02010609060101010101" pitchFamily="2" charset="-122"/>
                <a:ea typeface="黑体" panose="02010609060101010101" pitchFamily="2" charset="-122"/>
              </a:rPr>
              <a:t>）平衡型（闭环反馈型） </a:t>
            </a:r>
          </a:p>
        </p:txBody>
      </p:sp>
      <p:sp>
        <p:nvSpPr>
          <p:cNvPr id="17" name="矩形 16"/>
          <p:cNvSpPr/>
          <p:nvPr/>
        </p:nvSpPr>
        <p:spPr>
          <a:xfrm>
            <a:off x="142875" y="1000125"/>
            <a:ext cx="8286750" cy="46038"/>
          </a:xfrm>
          <a:prstGeom prst="rect">
            <a:avLst/>
          </a:prstGeom>
          <a:gradFill flip="none" rotWithShape="1">
            <a:gsLst>
              <a:gs pos="0">
                <a:srgbClr val="5E9EFF"/>
              </a:gs>
              <a:gs pos="39999">
                <a:srgbClr val="85C2FF"/>
              </a:gs>
              <a:gs pos="70000">
                <a:srgbClr val="C4D6EB"/>
              </a:gs>
              <a:gs pos="100000">
                <a:srgbClr val="FFEBFA"/>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50000"/>
              </a:lnSpc>
              <a:spcBef>
                <a:spcPts val="0"/>
              </a:spcBef>
              <a:spcAft>
                <a:spcPts val="0"/>
              </a:spcAft>
              <a:buClrTx/>
              <a:buSzPct val="85000"/>
              <a:buFontTx/>
              <a:buChar char="•"/>
              <a:defRPr/>
            </a:pPr>
            <a:endParaRPr kumimoji="1" lang="zh-CN" altLang="en-US" sz="2400" b="0" i="0" u="none" strike="noStrike" kern="1200" cap="none" spc="0" normalizeH="0" baseline="0" noProof="0">
              <a:ln>
                <a:noFill/>
              </a:ln>
              <a:solidFill>
                <a:schemeClr val="lt1"/>
              </a:solidFill>
              <a:effectLst/>
              <a:uLnTx/>
              <a:uFillTx/>
              <a:latin typeface="+mn-lt"/>
              <a:ea typeface="+mn-ea"/>
              <a:cs typeface="+mn-cs"/>
            </a:endParaRPr>
          </a:p>
        </p:txBody>
      </p:sp>
    </p:spTree>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7597"/>
                                        </p:tgtEl>
                                        <p:attrNameLst>
                                          <p:attrName>style.visibility</p:attrName>
                                        </p:attrNameLst>
                                      </p:cBhvr>
                                      <p:to>
                                        <p:strVal val="visible"/>
                                      </p:to>
                                    </p:set>
                                    <p:anim calcmode="lin" valueType="num">
                                      <p:cBhvr additive="base">
                                        <p:cTn id="7" dur="500" fill="hold"/>
                                        <p:tgtEl>
                                          <p:spTgt spid="67597"/>
                                        </p:tgtEl>
                                        <p:attrNameLst>
                                          <p:attrName>ppt_x</p:attrName>
                                        </p:attrNameLst>
                                      </p:cBhvr>
                                      <p:tavLst>
                                        <p:tav tm="0">
                                          <p:val>
                                            <p:strVal val="#ppt_x"/>
                                          </p:val>
                                        </p:tav>
                                        <p:tav tm="100000">
                                          <p:val>
                                            <p:strVal val="#ppt_x"/>
                                          </p:val>
                                        </p:tav>
                                      </p:tavLst>
                                    </p:anim>
                                    <p:anim calcmode="lin" valueType="num">
                                      <p:cBhvr additive="base">
                                        <p:cTn id="8" dur="500" fill="hold"/>
                                        <p:tgtEl>
                                          <p:spTgt spid="67597"/>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
                                        </p:tgtEl>
                                        <p:attrNameLst>
                                          <p:attrName>style.visibility</p:attrName>
                                        </p:attrNameLst>
                                      </p:cBhvr>
                                      <p:to>
                                        <p:strVal val="visible"/>
                                      </p:to>
                                    </p:set>
                                    <p:anim calcmode="lin" valueType="num">
                                      <p:cBhvr additive="base">
                                        <p:cTn id="13" dur="500" fill="hold"/>
                                        <p:tgtEl>
                                          <p:spTgt spid="2"/>
                                        </p:tgtEl>
                                        <p:attrNameLst>
                                          <p:attrName>ppt_x</p:attrName>
                                        </p:attrNameLst>
                                      </p:cBhvr>
                                      <p:tavLst>
                                        <p:tav tm="0">
                                          <p:val>
                                            <p:strVal val="#ppt_x"/>
                                          </p:val>
                                        </p:tav>
                                        <p:tav tm="100000">
                                          <p:val>
                                            <p:strVal val="#ppt_x"/>
                                          </p:val>
                                        </p:tav>
                                      </p:tavLst>
                                    </p:anim>
                                    <p:anim calcmode="lin" valueType="num">
                                      <p:cBhvr additive="base">
                                        <p:cTn id="14"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矩形: 圆角 18">
            <a:extLst>
              <a:ext uri="{FF2B5EF4-FFF2-40B4-BE49-F238E27FC236}">
                <a16:creationId xmlns:a16="http://schemas.microsoft.com/office/drawing/2014/main" id="{36A43BCD-9AF4-4312-8346-A53CA77DADFF}"/>
              </a:ext>
            </a:extLst>
          </p:cNvPr>
          <p:cNvSpPr/>
          <p:nvPr/>
        </p:nvSpPr>
        <p:spPr>
          <a:xfrm>
            <a:off x="539552" y="4711700"/>
            <a:ext cx="2895601" cy="805805"/>
          </a:xfrm>
          <a:prstGeom prst="round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8609" name="灯片编号占位符 4"/>
          <p:cNvSpPr>
            <a:spLocks noGrp="1"/>
          </p:cNvSpPr>
          <p:nvPr>
            <p:ph type="sldNum" sz="quarter" idx="12"/>
          </p:nvPr>
        </p:nvSpPr>
        <p:spPr>
          <a:noFill/>
          <a:ln>
            <a:noFill/>
          </a:ln>
        </p:spPr>
        <p:txBody>
          <a:bodyPr wrap="square" lIns="91440" tIns="45720" rIns="91440" bIns="45720" anchor="ctr"/>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r">
              <a:lnSpc>
                <a:spcPct val="150000"/>
              </a:lnSpc>
              <a:spcBef>
                <a:spcPct val="20000"/>
              </a:spcBef>
              <a:buSzPct val="85000"/>
              <a:buFontTx/>
              <a:buChar char="•"/>
            </a:pPr>
            <a:fld id="{9A0DB2DC-4C9A-4742-B13C-FB6460FD3503}" type="slidenum">
              <a:rPr lang="en-US" altLang="zh-CN" sz="1200" dirty="0">
                <a:solidFill>
                  <a:srgbClr val="898989"/>
                </a:solidFill>
              </a:rPr>
              <a:t>52</a:t>
            </a:fld>
            <a:endParaRPr lang="en-US" altLang="zh-CN" sz="1200" dirty="0">
              <a:solidFill>
                <a:srgbClr val="898989"/>
              </a:solidFill>
            </a:endParaRPr>
          </a:p>
        </p:txBody>
      </p:sp>
      <p:sp>
        <p:nvSpPr>
          <p:cNvPr id="68610" name="Rectangle 2"/>
          <p:cNvSpPr/>
          <p:nvPr/>
        </p:nvSpPr>
        <p:spPr>
          <a:xfrm>
            <a:off x="423863" y="3268663"/>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68611" name="Rectangle 3"/>
          <p:cNvSpPr/>
          <p:nvPr/>
        </p:nvSpPr>
        <p:spPr>
          <a:xfrm>
            <a:off x="423863" y="3254375"/>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68612" name="Rectangle 4"/>
          <p:cNvSpPr/>
          <p:nvPr/>
        </p:nvSpPr>
        <p:spPr>
          <a:xfrm>
            <a:off x="423863" y="3254375"/>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68613" name="Rectangle 5"/>
          <p:cNvSpPr/>
          <p:nvPr/>
        </p:nvSpPr>
        <p:spPr>
          <a:xfrm>
            <a:off x="423863" y="2782888"/>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68614" name="Rectangle 6"/>
          <p:cNvSpPr/>
          <p:nvPr/>
        </p:nvSpPr>
        <p:spPr>
          <a:xfrm>
            <a:off x="423863" y="3254375"/>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68615" name="Rectangle 7"/>
          <p:cNvSpPr/>
          <p:nvPr/>
        </p:nvSpPr>
        <p:spPr>
          <a:xfrm>
            <a:off x="423863" y="3240088"/>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68616" name="Rectangle 8"/>
          <p:cNvSpPr/>
          <p:nvPr/>
        </p:nvSpPr>
        <p:spPr>
          <a:xfrm>
            <a:off x="423863" y="2720975"/>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68617" name="Rectangle 9"/>
          <p:cNvSpPr/>
          <p:nvPr/>
        </p:nvSpPr>
        <p:spPr>
          <a:xfrm>
            <a:off x="423863" y="53975"/>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68618" name="Rectangle 10"/>
          <p:cNvSpPr/>
          <p:nvPr/>
        </p:nvSpPr>
        <p:spPr>
          <a:xfrm>
            <a:off x="423863" y="2811463"/>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68619" name="Rectangle 11"/>
          <p:cNvSpPr/>
          <p:nvPr/>
        </p:nvSpPr>
        <p:spPr>
          <a:xfrm>
            <a:off x="423863" y="53975"/>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68620" name="Rectangle 12"/>
          <p:cNvSpPr/>
          <p:nvPr/>
        </p:nvSpPr>
        <p:spPr>
          <a:xfrm>
            <a:off x="0" y="3105150"/>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graphicFrame>
        <p:nvGraphicFramePr>
          <p:cNvPr id="68621" name="Object 13"/>
          <p:cNvGraphicFramePr>
            <a:graphicFrameLocks noChangeAspect="1"/>
          </p:cNvGraphicFramePr>
          <p:nvPr/>
        </p:nvGraphicFramePr>
        <p:xfrm>
          <a:off x="720725" y="1229360"/>
          <a:ext cx="7734300" cy="5638800"/>
        </p:xfrm>
        <a:graphic>
          <a:graphicData uri="http://schemas.openxmlformats.org/presentationml/2006/ole">
            <mc:AlternateContent xmlns:mc="http://schemas.openxmlformats.org/markup-compatibility/2006">
              <mc:Choice xmlns:v="urn:schemas-microsoft-com:vml" Requires="v">
                <p:oleObj spid="_x0000_s22566" r:id="rId3" imgW="5299710" imgH="3862070" progId="Word.Document.8">
                  <p:embed/>
                </p:oleObj>
              </mc:Choice>
              <mc:Fallback>
                <p:oleObj r:id="rId3" imgW="5299710" imgH="3862070" progId="Word.Document.8">
                  <p:embed/>
                  <p:pic>
                    <p:nvPicPr>
                      <p:cNvPr id="0" name="图片 3107"/>
                      <p:cNvPicPr/>
                      <p:nvPr/>
                    </p:nvPicPr>
                    <p:blipFill>
                      <a:blip r:embed="rId4"/>
                      <a:stretch>
                        <a:fillRect/>
                      </a:stretch>
                    </p:blipFill>
                    <p:spPr>
                      <a:xfrm>
                        <a:off x="720725" y="1229360"/>
                        <a:ext cx="7734300" cy="5638800"/>
                      </a:xfrm>
                      <a:prstGeom prst="rect">
                        <a:avLst/>
                      </a:prstGeom>
                      <a:noFill/>
                      <a:ln w="38100">
                        <a:noFill/>
                        <a:miter/>
                      </a:ln>
                    </p:spPr>
                  </p:pic>
                </p:oleObj>
              </mc:Fallback>
            </mc:AlternateContent>
          </a:graphicData>
        </a:graphic>
      </p:graphicFrame>
      <p:sp>
        <p:nvSpPr>
          <p:cNvPr id="16" name="页脚占位符 6"/>
          <p:cNvSpPr txBox="1">
            <a:spLocks noGrp="1"/>
          </p:cNvSpPr>
          <p:nvPr>
            <p:ph type="ftr" sz="quarter" idx="11"/>
          </p:nvPr>
        </p:nvSpPr>
        <p:spPr>
          <a:xfrm>
            <a:off x="2843213" y="6411913"/>
            <a:ext cx="2895600" cy="365125"/>
          </a:xfrm>
          <a:noFill/>
        </p:spPr>
        <p:txBody>
          <a:bodyPr vert="horz" lIns="91440" tIns="45720" rIns="91440" bIns="45720" rtlCol="0" anchor="ctr"/>
          <a:lstStyle/>
          <a:p>
            <a:pPr marL="0" marR="0" lvl="0" indent="0" algn="ctr" defTabSz="914400" rtl="0" eaLnBrk="1" fontAlgn="base" latinLnBrk="0" hangingPunct="1">
              <a:lnSpc>
                <a:spcPct val="150000"/>
              </a:lnSpc>
              <a:spcBef>
                <a:spcPct val="20000"/>
              </a:spcBef>
              <a:spcAft>
                <a:spcPct val="0"/>
              </a:spcAft>
              <a:buClrTx/>
              <a:buSzPct val="85000"/>
              <a:buFontTx/>
              <a:buChar char="•"/>
              <a:defRPr/>
            </a:pPr>
            <a:r>
              <a:rPr kumimoji="1" lang="zh-CN" altLang="en-US" sz="1200" b="0" i="0" u="none" strike="noStrike" kern="1200" cap="none" spc="0" normalizeH="0" baseline="0" noProof="0" dirty="0">
                <a:ln>
                  <a:noFill/>
                </a:ln>
                <a:solidFill>
                  <a:schemeClr val="tx1">
                    <a:tint val="75000"/>
                  </a:schemeClr>
                </a:solidFill>
                <a:effectLst/>
                <a:uLnTx/>
                <a:uFillTx/>
                <a:latin typeface="Times New Roman" panose="02020603050405020304" pitchFamily="18" charset="0"/>
                <a:ea typeface="楷体_GB2312" pitchFamily="49" charset="-122"/>
                <a:cs typeface="+mn-cs"/>
              </a:rPr>
              <a:t>测量科学与仪器系</a:t>
            </a:r>
            <a:endParaRPr kumimoji="1" lang="en-US" altLang="zh-CN" sz="1200" b="0" i="0" u="none" strike="noStrike" kern="1200" cap="none" spc="0" normalizeH="0" baseline="0" noProof="0" dirty="0">
              <a:ln>
                <a:noFill/>
              </a:ln>
              <a:solidFill>
                <a:schemeClr val="tx1">
                  <a:tint val="75000"/>
                </a:schemeClr>
              </a:solidFill>
              <a:effectLst/>
              <a:uLnTx/>
              <a:uFillTx/>
              <a:latin typeface="Times New Roman" panose="02020603050405020304" pitchFamily="18" charset="0"/>
              <a:ea typeface="楷体_GB2312" pitchFamily="49" charset="-122"/>
              <a:cs typeface="+mn-cs"/>
            </a:endParaRPr>
          </a:p>
        </p:txBody>
      </p:sp>
      <p:sp>
        <p:nvSpPr>
          <p:cNvPr id="66571" name="Rectangle 11"/>
          <p:cNvSpPr/>
          <p:nvPr/>
        </p:nvSpPr>
        <p:spPr>
          <a:xfrm>
            <a:off x="482600" y="325120"/>
            <a:ext cx="4656455" cy="629920"/>
          </a:xfrm>
          <a:prstGeom prst="rect">
            <a:avLst/>
          </a:prstGeom>
          <a:noFill/>
          <a:ln w="9525">
            <a:noFill/>
          </a:ln>
        </p:spPr>
        <p:txBody>
          <a:bodyPr wrap="square" anchor="ctr">
            <a:spAutoFit/>
          </a:bodyPr>
          <a:lstStyle/>
          <a:p>
            <a:pPr>
              <a:lnSpc>
                <a:spcPct val="125000"/>
              </a:lnSpc>
              <a:spcBef>
                <a:spcPct val="50000"/>
              </a:spcBef>
              <a:buSzPct val="85000"/>
            </a:pPr>
            <a:r>
              <a:rPr lang="zh-CN" altLang="en-US" sz="2800" b="1" dirty="0">
                <a:solidFill>
                  <a:schemeClr val="tx2"/>
                </a:solidFill>
                <a:latin typeface="黑体" panose="02010609060101010101" pitchFamily="2" charset="-122"/>
                <a:ea typeface="黑体" panose="02010609060101010101" pitchFamily="2" charset="-122"/>
              </a:rPr>
              <a:t>（</a:t>
            </a:r>
            <a:r>
              <a:rPr lang="en-US" altLang="zh-CN" sz="2800" b="1" dirty="0">
                <a:solidFill>
                  <a:schemeClr val="tx2"/>
                </a:solidFill>
                <a:latin typeface="黑体" panose="02010609060101010101" pitchFamily="2" charset="-122"/>
                <a:ea typeface="黑体" panose="02010609060101010101" pitchFamily="2" charset="-122"/>
              </a:rPr>
              <a:t>3</a:t>
            </a:r>
            <a:r>
              <a:rPr lang="zh-CN" altLang="en-US" sz="2800" b="1" dirty="0">
                <a:solidFill>
                  <a:schemeClr val="tx2"/>
                </a:solidFill>
                <a:latin typeface="黑体" panose="02010609060101010101" pitchFamily="2" charset="-122"/>
                <a:ea typeface="黑体" panose="02010609060101010101" pitchFamily="2" charset="-122"/>
              </a:rPr>
              <a:t>）平衡型（闭环反馈型） </a:t>
            </a:r>
          </a:p>
        </p:txBody>
      </p:sp>
      <p:sp>
        <p:nvSpPr>
          <p:cNvPr id="17" name="矩形 16"/>
          <p:cNvSpPr/>
          <p:nvPr/>
        </p:nvSpPr>
        <p:spPr>
          <a:xfrm>
            <a:off x="142875" y="1000125"/>
            <a:ext cx="8286750" cy="46038"/>
          </a:xfrm>
          <a:prstGeom prst="rect">
            <a:avLst/>
          </a:prstGeom>
          <a:gradFill flip="none" rotWithShape="1">
            <a:gsLst>
              <a:gs pos="0">
                <a:srgbClr val="5E9EFF"/>
              </a:gs>
              <a:gs pos="39999">
                <a:srgbClr val="85C2FF"/>
              </a:gs>
              <a:gs pos="70000">
                <a:srgbClr val="C4D6EB"/>
              </a:gs>
              <a:gs pos="100000">
                <a:srgbClr val="FFEBFA"/>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50000"/>
              </a:lnSpc>
              <a:spcBef>
                <a:spcPts val="0"/>
              </a:spcBef>
              <a:spcAft>
                <a:spcPts val="0"/>
              </a:spcAft>
              <a:buClrTx/>
              <a:buSzPct val="85000"/>
              <a:buFontTx/>
              <a:buChar char="•"/>
              <a:defRPr/>
            </a:pPr>
            <a:endParaRPr kumimoji="1" lang="zh-CN" altLang="en-US" sz="2400" b="0" i="0" u="none" strike="noStrike" kern="1200" cap="none" spc="0" normalizeH="0" baseline="0" noProof="0">
              <a:ln>
                <a:noFill/>
              </a:ln>
              <a:solidFill>
                <a:schemeClr val="lt1"/>
              </a:solidFill>
              <a:effectLst/>
              <a:uLnTx/>
              <a:uFillTx/>
              <a:latin typeface="+mn-lt"/>
              <a:ea typeface="+mn-ea"/>
              <a:cs typeface="+mn-cs"/>
            </a:endParaRPr>
          </a:p>
        </p:txBody>
      </p:sp>
      <p:pic>
        <p:nvPicPr>
          <p:cNvPr id="66575" name="Picture 18"/>
          <p:cNvPicPr>
            <a:picLocks noChangeAspect="1"/>
          </p:cNvPicPr>
          <p:nvPr/>
        </p:nvPicPr>
        <p:blipFill>
          <a:blip r:embed="rId5"/>
          <a:stretch>
            <a:fillRect/>
          </a:stretch>
        </p:blipFill>
        <p:spPr>
          <a:xfrm>
            <a:off x="4144645" y="3988435"/>
            <a:ext cx="4819015" cy="1896745"/>
          </a:xfrm>
          <a:prstGeom prst="rect">
            <a:avLst/>
          </a:prstGeom>
          <a:noFill/>
          <a:ln w="9525">
            <a:noFill/>
          </a:ln>
        </p:spPr>
      </p:pic>
    </p:spTree>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3" name="灯片编号占位符 4"/>
          <p:cNvSpPr>
            <a:spLocks noGrp="1"/>
          </p:cNvSpPr>
          <p:nvPr>
            <p:ph type="sldNum" sz="quarter" idx="12"/>
          </p:nvPr>
        </p:nvSpPr>
        <p:spPr>
          <a:noFill/>
          <a:ln>
            <a:noFill/>
          </a:ln>
        </p:spPr>
        <p:txBody>
          <a:bodyPr wrap="square" lIns="91440" tIns="45720" rIns="91440" bIns="45720" anchor="ctr"/>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r">
              <a:lnSpc>
                <a:spcPct val="150000"/>
              </a:lnSpc>
              <a:spcBef>
                <a:spcPct val="20000"/>
              </a:spcBef>
              <a:buSzPct val="85000"/>
              <a:buFontTx/>
              <a:buChar char="•"/>
            </a:pPr>
            <a:fld id="{9A0DB2DC-4C9A-4742-B13C-FB6460FD3503}" type="slidenum">
              <a:rPr lang="en-US" altLang="zh-CN" sz="1200" dirty="0">
                <a:solidFill>
                  <a:srgbClr val="898989"/>
                </a:solidFill>
              </a:rPr>
              <a:t>53</a:t>
            </a:fld>
            <a:endParaRPr lang="en-US" altLang="zh-CN" sz="1200" dirty="0">
              <a:solidFill>
                <a:srgbClr val="898989"/>
              </a:solidFill>
            </a:endParaRPr>
          </a:p>
        </p:txBody>
      </p:sp>
      <p:sp>
        <p:nvSpPr>
          <p:cNvPr id="69634" name="Rectangle 2"/>
          <p:cNvSpPr/>
          <p:nvPr/>
        </p:nvSpPr>
        <p:spPr>
          <a:xfrm>
            <a:off x="423863" y="3268663"/>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69635" name="Rectangle 3"/>
          <p:cNvSpPr/>
          <p:nvPr/>
        </p:nvSpPr>
        <p:spPr>
          <a:xfrm>
            <a:off x="423863" y="3254375"/>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69636" name="Rectangle 4"/>
          <p:cNvSpPr/>
          <p:nvPr/>
        </p:nvSpPr>
        <p:spPr>
          <a:xfrm>
            <a:off x="423863" y="3254375"/>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69637" name="Rectangle 5"/>
          <p:cNvSpPr/>
          <p:nvPr/>
        </p:nvSpPr>
        <p:spPr>
          <a:xfrm>
            <a:off x="423863" y="2782888"/>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69638" name="Rectangle 6"/>
          <p:cNvSpPr/>
          <p:nvPr/>
        </p:nvSpPr>
        <p:spPr>
          <a:xfrm>
            <a:off x="423863" y="3254375"/>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69639" name="Rectangle 7"/>
          <p:cNvSpPr/>
          <p:nvPr/>
        </p:nvSpPr>
        <p:spPr>
          <a:xfrm>
            <a:off x="423863" y="3240088"/>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69641" name="Rectangle 9"/>
          <p:cNvSpPr/>
          <p:nvPr/>
        </p:nvSpPr>
        <p:spPr>
          <a:xfrm>
            <a:off x="423863" y="53975"/>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69642" name="Rectangle 10"/>
          <p:cNvSpPr/>
          <p:nvPr/>
        </p:nvSpPr>
        <p:spPr>
          <a:xfrm>
            <a:off x="423863" y="2811463"/>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69643" name="Rectangle 11"/>
          <p:cNvSpPr/>
          <p:nvPr/>
        </p:nvSpPr>
        <p:spPr>
          <a:xfrm>
            <a:off x="423863" y="53975"/>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69644" name="Rectangle 12"/>
          <p:cNvSpPr/>
          <p:nvPr/>
        </p:nvSpPr>
        <p:spPr>
          <a:xfrm>
            <a:off x="0" y="3105150"/>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69645" name="Text Box 14"/>
          <p:cNvSpPr txBox="1"/>
          <p:nvPr/>
        </p:nvSpPr>
        <p:spPr>
          <a:xfrm>
            <a:off x="763270" y="3232150"/>
            <a:ext cx="7056438" cy="2953385"/>
          </a:xfrm>
          <a:prstGeom prst="rect">
            <a:avLst/>
          </a:prstGeom>
          <a:noFill/>
          <a:ln w="9525">
            <a:noFill/>
          </a:ln>
        </p:spPr>
        <p:txBody>
          <a:bodyPr anchor="t">
            <a:spAutoFit/>
          </a:bodyPr>
          <a:lstStyle/>
          <a:p>
            <a:pPr marL="457200" indent="-457200">
              <a:lnSpc>
                <a:spcPct val="150000"/>
              </a:lnSpc>
              <a:spcBef>
                <a:spcPct val="50000"/>
              </a:spcBef>
              <a:buSzPct val="85000"/>
            </a:pPr>
            <a:r>
              <a:rPr lang="zh-CN" altLang="en-US" b="1" dirty="0">
                <a:solidFill>
                  <a:schemeClr val="hlink"/>
                </a:solidFill>
                <a:latin typeface="黑体" panose="02010609060101010101" pitchFamily="2" charset="-122"/>
                <a:ea typeface="黑体" panose="02010609060101010101" pitchFamily="2" charset="-122"/>
              </a:rPr>
              <a:t>小结：</a:t>
            </a:r>
          </a:p>
          <a:p>
            <a:pPr marL="457200" indent="-457200">
              <a:lnSpc>
                <a:spcPct val="150000"/>
              </a:lnSpc>
              <a:spcBef>
                <a:spcPct val="50000"/>
              </a:spcBef>
              <a:buSzPct val="85000"/>
            </a:pPr>
            <a:r>
              <a:rPr lang="en-US" altLang="zh-CN" sz="2000" b="1" dirty="0">
                <a:latin typeface="黑体" panose="02010609060101010101" pitchFamily="2" charset="-122"/>
                <a:ea typeface="黑体" panose="02010609060101010101" pitchFamily="2" charset="-122"/>
              </a:rPr>
              <a:t>1. </a:t>
            </a:r>
            <a:r>
              <a:rPr lang="zh-CN" altLang="en-US" sz="2000" b="1" dirty="0">
                <a:latin typeface="黑体" panose="02010609060101010101" pitchFamily="2" charset="-122"/>
                <a:ea typeface="黑体" panose="02010609060101010101" pitchFamily="2" charset="-122"/>
              </a:rPr>
              <a:t>要求前向通道灵敏度足够大。（特别是</a:t>
            </a:r>
            <a:r>
              <a:rPr lang="en-US" altLang="zh-CN" sz="2000" b="1" dirty="0">
                <a:latin typeface="黑体" panose="02010609060101010101" pitchFamily="2" charset="-122"/>
                <a:ea typeface="黑体" panose="02010609060101010101" pitchFamily="2" charset="-122"/>
              </a:rPr>
              <a:t>S1</a:t>
            </a:r>
            <a:r>
              <a:rPr lang="zh-CN" altLang="en-US" sz="2000" b="1" dirty="0">
                <a:latin typeface="黑体" panose="02010609060101010101" pitchFamily="2" charset="-122"/>
                <a:ea typeface="黑体" panose="02010609060101010101" pitchFamily="2" charset="-122"/>
              </a:rPr>
              <a:t>）</a:t>
            </a:r>
          </a:p>
          <a:p>
            <a:pPr marL="457200" indent="-457200">
              <a:lnSpc>
                <a:spcPct val="150000"/>
              </a:lnSpc>
              <a:spcBef>
                <a:spcPct val="50000"/>
              </a:spcBef>
              <a:buSzPct val="85000"/>
            </a:pPr>
            <a:r>
              <a:rPr lang="en-US" altLang="zh-CN" sz="2000" b="1" dirty="0">
                <a:latin typeface="黑体" panose="02010609060101010101" pitchFamily="2" charset="-122"/>
                <a:ea typeface="黑体" panose="02010609060101010101" pitchFamily="2" charset="-122"/>
              </a:rPr>
              <a:t>2. </a:t>
            </a:r>
            <a:r>
              <a:rPr lang="zh-CN" altLang="en-US" sz="2000" b="1" dirty="0">
                <a:latin typeface="黑体" panose="02010609060101010101" pitchFamily="2" charset="-122"/>
                <a:ea typeface="黑体" panose="02010609060101010101" pitchFamily="2" charset="-122"/>
              </a:rPr>
              <a:t>闭环环节特性（灵敏度、线性度、稳定性等）主要取决于反馈环节</a:t>
            </a:r>
            <a:r>
              <a:rPr lang="en-US" altLang="zh-CN" sz="2000" b="1" dirty="0">
                <a:latin typeface="黑体" panose="02010609060101010101" pitchFamily="2" charset="-122"/>
                <a:ea typeface="黑体" panose="02010609060101010101" pitchFamily="2" charset="-122"/>
              </a:rPr>
              <a:t>S4</a:t>
            </a:r>
            <a:r>
              <a:rPr lang="zh-CN" altLang="en-US" sz="2000" b="1" dirty="0">
                <a:latin typeface="黑体" panose="02010609060101010101" pitchFamily="2" charset="-122"/>
                <a:ea typeface="黑体" panose="02010609060101010101" pitchFamily="2" charset="-122"/>
              </a:rPr>
              <a:t>。</a:t>
            </a:r>
          </a:p>
          <a:p>
            <a:pPr marL="457200" indent="-457200">
              <a:lnSpc>
                <a:spcPct val="150000"/>
              </a:lnSpc>
              <a:spcBef>
                <a:spcPct val="50000"/>
              </a:spcBef>
              <a:buSzPct val="85000"/>
            </a:pPr>
            <a:r>
              <a:rPr lang="en-US" altLang="zh-CN" sz="2000" b="1" dirty="0">
                <a:latin typeface="黑体" panose="02010609060101010101" pitchFamily="2" charset="-122"/>
                <a:ea typeface="黑体" panose="02010609060101010101" pitchFamily="2" charset="-122"/>
              </a:rPr>
              <a:t>3. </a:t>
            </a:r>
            <a:r>
              <a:rPr lang="zh-CN" altLang="en-US" sz="2000" b="1" dirty="0">
                <a:latin typeface="黑体" panose="02010609060101010101" pitchFamily="2" charset="-122"/>
                <a:ea typeface="黑体" panose="02010609060101010101" pitchFamily="2" charset="-122"/>
              </a:rPr>
              <a:t>系统噪声引起的误差主要取决于</a:t>
            </a:r>
            <a:r>
              <a:rPr lang="en-US" altLang="zh-CN" sz="2000" b="1" dirty="0">
                <a:latin typeface="黑体" panose="02010609060101010101" pitchFamily="2" charset="-122"/>
                <a:ea typeface="黑体" panose="02010609060101010101" pitchFamily="2" charset="-122"/>
              </a:rPr>
              <a:t>S1</a:t>
            </a:r>
            <a:r>
              <a:rPr lang="zh-CN" altLang="en-US" sz="2000" b="1" dirty="0">
                <a:latin typeface="黑体" panose="02010609060101010101" pitchFamily="2" charset="-122"/>
                <a:ea typeface="黑体" panose="02010609060101010101" pitchFamily="2" charset="-122"/>
              </a:rPr>
              <a:t>的噪信比。</a:t>
            </a:r>
          </a:p>
        </p:txBody>
      </p:sp>
      <p:sp>
        <p:nvSpPr>
          <p:cNvPr id="16" name="页脚占位符 6"/>
          <p:cNvSpPr txBox="1">
            <a:spLocks noGrp="1"/>
          </p:cNvSpPr>
          <p:nvPr>
            <p:ph type="ftr" sz="quarter" idx="11"/>
          </p:nvPr>
        </p:nvSpPr>
        <p:spPr>
          <a:xfrm>
            <a:off x="2843213" y="6411913"/>
            <a:ext cx="2895600" cy="365125"/>
          </a:xfrm>
          <a:noFill/>
        </p:spPr>
        <p:txBody>
          <a:bodyPr vert="horz" lIns="91440" tIns="45720" rIns="91440" bIns="45720" rtlCol="0" anchor="ctr"/>
          <a:lstStyle/>
          <a:p>
            <a:pPr marL="0" marR="0" lvl="0" indent="0" algn="ctr" defTabSz="914400" rtl="0" eaLnBrk="1" fontAlgn="base" latinLnBrk="0" hangingPunct="1">
              <a:lnSpc>
                <a:spcPct val="150000"/>
              </a:lnSpc>
              <a:spcBef>
                <a:spcPct val="20000"/>
              </a:spcBef>
              <a:spcAft>
                <a:spcPct val="0"/>
              </a:spcAft>
              <a:buClrTx/>
              <a:buSzPct val="85000"/>
              <a:buFontTx/>
              <a:buChar char="•"/>
              <a:defRPr/>
            </a:pPr>
            <a:r>
              <a:rPr kumimoji="1" lang="zh-CN" altLang="en-US" sz="1200" b="0" i="0" u="none" strike="noStrike" kern="1200" cap="none" spc="0" normalizeH="0" baseline="0" noProof="0" dirty="0">
                <a:ln>
                  <a:noFill/>
                </a:ln>
                <a:solidFill>
                  <a:schemeClr val="tx1">
                    <a:tint val="75000"/>
                  </a:schemeClr>
                </a:solidFill>
                <a:effectLst/>
                <a:uLnTx/>
                <a:uFillTx/>
                <a:latin typeface="Times New Roman" panose="02020603050405020304" pitchFamily="18" charset="0"/>
                <a:ea typeface="楷体_GB2312" pitchFamily="49" charset="-122"/>
                <a:cs typeface="+mn-cs"/>
              </a:rPr>
              <a:t>测量科学与仪器系</a:t>
            </a:r>
            <a:endParaRPr kumimoji="1" lang="en-US" altLang="zh-CN" sz="1200" b="0" i="0" u="none" strike="noStrike" kern="1200" cap="none" spc="0" normalizeH="0" baseline="0" noProof="0" dirty="0">
              <a:ln>
                <a:noFill/>
              </a:ln>
              <a:solidFill>
                <a:schemeClr val="tx1">
                  <a:tint val="75000"/>
                </a:schemeClr>
              </a:solidFill>
              <a:effectLst/>
              <a:uLnTx/>
              <a:uFillTx/>
              <a:latin typeface="Times New Roman" panose="02020603050405020304" pitchFamily="18" charset="0"/>
              <a:ea typeface="楷体_GB2312" pitchFamily="49" charset="-122"/>
              <a:cs typeface="+mn-cs"/>
            </a:endParaRPr>
          </a:p>
        </p:txBody>
      </p:sp>
      <p:sp>
        <p:nvSpPr>
          <p:cNvPr id="17" name="矩形 16"/>
          <p:cNvSpPr/>
          <p:nvPr/>
        </p:nvSpPr>
        <p:spPr>
          <a:xfrm>
            <a:off x="142875" y="1000125"/>
            <a:ext cx="8286750" cy="46038"/>
          </a:xfrm>
          <a:prstGeom prst="rect">
            <a:avLst/>
          </a:prstGeom>
          <a:gradFill flip="none" rotWithShape="1">
            <a:gsLst>
              <a:gs pos="0">
                <a:srgbClr val="5E9EFF"/>
              </a:gs>
              <a:gs pos="39999">
                <a:srgbClr val="85C2FF"/>
              </a:gs>
              <a:gs pos="70000">
                <a:srgbClr val="C4D6EB"/>
              </a:gs>
              <a:gs pos="100000">
                <a:srgbClr val="FFEBFA"/>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50000"/>
              </a:lnSpc>
              <a:spcBef>
                <a:spcPts val="0"/>
              </a:spcBef>
              <a:spcAft>
                <a:spcPts val="0"/>
              </a:spcAft>
              <a:buClrTx/>
              <a:buSzPct val="85000"/>
              <a:buFontTx/>
              <a:buChar char="•"/>
              <a:defRPr/>
            </a:pPr>
            <a:endParaRPr kumimoji="1" lang="zh-CN" altLang="en-US" sz="2400" b="0" i="0" u="none" strike="noStrike" kern="1200" cap="none" spc="0" normalizeH="0" baseline="0" noProof="0">
              <a:ln>
                <a:noFill/>
              </a:ln>
              <a:solidFill>
                <a:schemeClr val="lt1"/>
              </a:solidFill>
              <a:effectLst/>
              <a:uLnTx/>
              <a:uFillTx/>
              <a:latin typeface="+mn-lt"/>
              <a:ea typeface="+mn-ea"/>
              <a:cs typeface="+mn-cs"/>
            </a:endParaRPr>
          </a:p>
        </p:txBody>
      </p:sp>
      <p:sp>
        <p:nvSpPr>
          <p:cNvPr id="66571" name="Rectangle 11"/>
          <p:cNvSpPr/>
          <p:nvPr/>
        </p:nvSpPr>
        <p:spPr>
          <a:xfrm>
            <a:off x="482600" y="325120"/>
            <a:ext cx="4656455" cy="629920"/>
          </a:xfrm>
          <a:prstGeom prst="rect">
            <a:avLst/>
          </a:prstGeom>
          <a:noFill/>
          <a:ln w="9525">
            <a:noFill/>
          </a:ln>
        </p:spPr>
        <p:txBody>
          <a:bodyPr wrap="square" anchor="ctr">
            <a:spAutoFit/>
          </a:bodyPr>
          <a:lstStyle/>
          <a:p>
            <a:pPr>
              <a:lnSpc>
                <a:spcPct val="125000"/>
              </a:lnSpc>
              <a:spcBef>
                <a:spcPct val="50000"/>
              </a:spcBef>
              <a:buSzPct val="85000"/>
            </a:pPr>
            <a:r>
              <a:rPr lang="zh-CN" altLang="en-US" sz="2800" b="1" dirty="0">
                <a:solidFill>
                  <a:schemeClr val="tx2"/>
                </a:solidFill>
                <a:latin typeface="黑体" panose="02010609060101010101" pitchFamily="2" charset="-122"/>
                <a:ea typeface="黑体" panose="02010609060101010101" pitchFamily="2" charset="-122"/>
              </a:rPr>
              <a:t>（</a:t>
            </a:r>
            <a:r>
              <a:rPr lang="en-US" altLang="zh-CN" sz="2800" b="1" dirty="0">
                <a:solidFill>
                  <a:schemeClr val="tx2"/>
                </a:solidFill>
                <a:latin typeface="黑体" panose="02010609060101010101" pitchFamily="2" charset="-122"/>
                <a:ea typeface="黑体" panose="02010609060101010101" pitchFamily="2" charset="-122"/>
              </a:rPr>
              <a:t>3</a:t>
            </a:r>
            <a:r>
              <a:rPr lang="zh-CN" altLang="en-US" sz="2800" b="1" dirty="0">
                <a:solidFill>
                  <a:schemeClr val="tx2"/>
                </a:solidFill>
                <a:latin typeface="黑体" panose="02010609060101010101" pitchFamily="2" charset="-122"/>
                <a:ea typeface="黑体" panose="02010609060101010101" pitchFamily="2" charset="-122"/>
              </a:rPr>
              <a:t>）平衡型（闭环反馈型） </a:t>
            </a:r>
          </a:p>
        </p:txBody>
      </p:sp>
      <p:pic>
        <p:nvPicPr>
          <p:cNvPr id="66575" name="Picture 18"/>
          <p:cNvPicPr>
            <a:picLocks noChangeAspect="1"/>
          </p:cNvPicPr>
          <p:nvPr/>
        </p:nvPicPr>
        <p:blipFill>
          <a:blip r:embed="rId2"/>
          <a:stretch>
            <a:fillRect/>
          </a:stretch>
        </p:blipFill>
        <p:spPr>
          <a:xfrm>
            <a:off x="1476375" y="1304925"/>
            <a:ext cx="6227763" cy="2185988"/>
          </a:xfrm>
          <a:prstGeom prst="rect">
            <a:avLst/>
          </a:prstGeom>
          <a:noFill/>
          <a:ln w="9525">
            <a:noFill/>
          </a:ln>
        </p:spPr>
      </p:pic>
    </p:spTree>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7" name="灯片编号占位符 4"/>
          <p:cNvSpPr>
            <a:spLocks noGrp="1"/>
          </p:cNvSpPr>
          <p:nvPr>
            <p:ph type="sldNum" sz="quarter" idx="12"/>
          </p:nvPr>
        </p:nvSpPr>
        <p:spPr>
          <a:noFill/>
          <a:ln>
            <a:noFill/>
          </a:ln>
        </p:spPr>
        <p:txBody>
          <a:bodyPr wrap="square" lIns="91440" tIns="45720" rIns="91440" bIns="45720" anchor="ctr"/>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r">
              <a:lnSpc>
                <a:spcPct val="150000"/>
              </a:lnSpc>
              <a:spcBef>
                <a:spcPct val="20000"/>
              </a:spcBef>
              <a:buSzPct val="85000"/>
              <a:buFontTx/>
              <a:buChar char="•"/>
            </a:pPr>
            <a:fld id="{9A0DB2DC-4C9A-4742-B13C-FB6460FD3503}" type="slidenum">
              <a:rPr lang="en-US" altLang="zh-CN" sz="1200" dirty="0">
                <a:solidFill>
                  <a:srgbClr val="898989"/>
                </a:solidFill>
              </a:rPr>
              <a:t>54</a:t>
            </a:fld>
            <a:endParaRPr lang="en-US" altLang="zh-CN" sz="1200" dirty="0">
              <a:solidFill>
                <a:srgbClr val="898989"/>
              </a:solidFill>
            </a:endParaRPr>
          </a:p>
        </p:txBody>
      </p:sp>
      <p:sp>
        <p:nvSpPr>
          <p:cNvPr id="70658" name="Rectangle 2"/>
          <p:cNvSpPr/>
          <p:nvPr/>
        </p:nvSpPr>
        <p:spPr>
          <a:xfrm>
            <a:off x="423863" y="3268663"/>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70659" name="Rectangle 3"/>
          <p:cNvSpPr/>
          <p:nvPr/>
        </p:nvSpPr>
        <p:spPr>
          <a:xfrm>
            <a:off x="423863" y="3254375"/>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70660" name="Rectangle 4"/>
          <p:cNvSpPr/>
          <p:nvPr/>
        </p:nvSpPr>
        <p:spPr>
          <a:xfrm>
            <a:off x="423863" y="3254375"/>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70661" name="Rectangle 5"/>
          <p:cNvSpPr/>
          <p:nvPr/>
        </p:nvSpPr>
        <p:spPr>
          <a:xfrm>
            <a:off x="423863" y="2782888"/>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70662" name="Rectangle 6"/>
          <p:cNvSpPr/>
          <p:nvPr/>
        </p:nvSpPr>
        <p:spPr>
          <a:xfrm>
            <a:off x="423863" y="3254375"/>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70663" name="Rectangle 7"/>
          <p:cNvSpPr/>
          <p:nvPr/>
        </p:nvSpPr>
        <p:spPr>
          <a:xfrm>
            <a:off x="423863" y="3240088"/>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70664" name="Rectangle 8"/>
          <p:cNvSpPr/>
          <p:nvPr/>
        </p:nvSpPr>
        <p:spPr>
          <a:xfrm>
            <a:off x="423863" y="2720975"/>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70665" name="Rectangle 9"/>
          <p:cNvSpPr/>
          <p:nvPr/>
        </p:nvSpPr>
        <p:spPr>
          <a:xfrm>
            <a:off x="423863" y="53975"/>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70666" name="Rectangle 10"/>
          <p:cNvSpPr/>
          <p:nvPr/>
        </p:nvSpPr>
        <p:spPr>
          <a:xfrm>
            <a:off x="423863" y="53975"/>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70667" name="Rectangle 11"/>
          <p:cNvSpPr/>
          <p:nvPr/>
        </p:nvSpPr>
        <p:spPr>
          <a:xfrm>
            <a:off x="373063" y="285750"/>
            <a:ext cx="7772400" cy="488950"/>
          </a:xfrm>
          <a:prstGeom prst="rect">
            <a:avLst/>
          </a:prstGeom>
          <a:noFill/>
          <a:ln w="9525">
            <a:noFill/>
          </a:ln>
        </p:spPr>
        <p:txBody>
          <a:bodyPr anchor="ctr">
            <a:spAutoFit/>
          </a:bodyPr>
          <a:lstStyle/>
          <a:p>
            <a:pPr>
              <a:lnSpc>
                <a:spcPct val="125000"/>
              </a:lnSpc>
              <a:spcBef>
                <a:spcPct val="50000"/>
              </a:spcBef>
              <a:buSzPct val="85000"/>
            </a:pPr>
            <a:r>
              <a:rPr lang="zh-CN" altLang="en-US" b="1" dirty="0">
                <a:solidFill>
                  <a:schemeClr val="tx2"/>
                </a:solidFill>
                <a:latin typeface="黑体" panose="02010609060101010101" pitchFamily="2" charset="-122"/>
                <a:ea typeface="黑体" panose="02010609060101010101" pitchFamily="2" charset="-122"/>
              </a:rPr>
              <a:t>（</a:t>
            </a:r>
            <a:r>
              <a:rPr lang="en-US" altLang="zh-CN" b="1" dirty="0">
                <a:solidFill>
                  <a:schemeClr val="tx2"/>
                </a:solidFill>
                <a:latin typeface="黑体" panose="02010609060101010101" pitchFamily="2" charset="-122"/>
                <a:ea typeface="黑体" panose="02010609060101010101" pitchFamily="2" charset="-122"/>
              </a:rPr>
              <a:t>4</a:t>
            </a:r>
            <a:r>
              <a:rPr lang="zh-CN" altLang="en-US" b="1" dirty="0">
                <a:solidFill>
                  <a:schemeClr val="tx2"/>
                </a:solidFill>
                <a:latin typeface="黑体" panose="02010609060101010101" pitchFamily="2" charset="-122"/>
                <a:ea typeface="黑体" panose="02010609060101010101" pitchFamily="2" charset="-122"/>
              </a:rPr>
              <a:t>） 冗余型</a:t>
            </a:r>
          </a:p>
        </p:txBody>
      </p:sp>
      <p:sp>
        <p:nvSpPr>
          <p:cNvPr id="70668" name="Rectangle 13"/>
          <p:cNvSpPr/>
          <p:nvPr/>
        </p:nvSpPr>
        <p:spPr>
          <a:xfrm>
            <a:off x="0" y="3105150"/>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70669" name="Rectangle 14"/>
          <p:cNvSpPr/>
          <p:nvPr/>
        </p:nvSpPr>
        <p:spPr>
          <a:xfrm>
            <a:off x="0" y="2430463"/>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70670" name="Rectangle 16"/>
          <p:cNvSpPr/>
          <p:nvPr/>
        </p:nvSpPr>
        <p:spPr>
          <a:xfrm>
            <a:off x="0" y="2814638"/>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pic>
        <p:nvPicPr>
          <p:cNvPr id="70671" name="Picture 36"/>
          <p:cNvPicPr>
            <a:picLocks noChangeAspect="1"/>
          </p:cNvPicPr>
          <p:nvPr/>
        </p:nvPicPr>
        <p:blipFill>
          <a:blip r:embed="rId2"/>
          <a:stretch>
            <a:fillRect/>
          </a:stretch>
        </p:blipFill>
        <p:spPr>
          <a:xfrm>
            <a:off x="1655763" y="1628775"/>
            <a:ext cx="5819775" cy="2190750"/>
          </a:xfrm>
          <a:prstGeom prst="rect">
            <a:avLst/>
          </a:prstGeom>
          <a:noFill/>
          <a:ln w="9525">
            <a:noFill/>
          </a:ln>
        </p:spPr>
      </p:pic>
      <p:sp>
        <p:nvSpPr>
          <p:cNvPr id="70672" name="Rectangle 37"/>
          <p:cNvSpPr/>
          <p:nvPr/>
        </p:nvSpPr>
        <p:spPr>
          <a:xfrm>
            <a:off x="828040" y="4220845"/>
            <a:ext cx="7318375" cy="1547495"/>
          </a:xfrm>
          <a:prstGeom prst="rect">
            <a:avLst/>
          </a:prstGeom>
          <a:noFill/>
          <a:ln w="9525">
            <a:noFill/>
          </a:ln>
        </p:spPr>
        <p:txBody>
          <a:bodyPr anchor="t"/>
          <a:lstStyle/>
          <a:p>
            <a:pPr>
              <a:lnSpc>
                <a:spcPct val="150000"/>
              </a:lnSpc>
              <a:spcBef>
                <a:spcPct val="20000"/>
              </a:spcBef>
              <a:buSzPct val="85000"/>
            </a:pPr>
            <a:r>
              <a:rPr lang="zh-CN" altLang="en-US" sz="2000" dirty="0">
                <a:solidFill>
                  <a:srgbClr val="00B050"/>
                </a:solidFill>
                <a:latin typeface="黑体" panose="02010609060101010101" pitchFamily="2" charset="-122"/>
                <a:ea typeface="黑体" panose="02010609060101010101" pitchFamily="2" charset="-122"/>
              </a:rPr>
              <a:t>问：</a:t>
            </a:r>
            <a:r>
              <a:rPr lang="zh-CN" altLang="en-US" sz="2000" dirty="0">
                <a:latin typeface="黑体" panose="02010609060101010101" pitchFamily="2" charset="-122"/>
                <a:ea typeface="黑体" panose="02010609060101010101" pitchFamily="2" charset="-122"/>
              </a:rPr>
              <a:t> 如何实现高可靠性的传感器？</a:t>
            </a:r>
          </a:p>
          <a:p>
            <a:pPr>
              <a:lnSpc>
                <a:spcPct val="150000"/>
              </a:lnSpc>
              <a:spcBef>
                <a:spcPct val="20000"/>
              </a:spcBef>
              <a:buSzPct val="85000"/>
            </a:pPr>
            <a:r>
              <a:rPr lang="en-US" altLang="zh-CN" sz="2000" dirty="0">
                <a:latin typeface="黑体" panose="02010609060101010101" pitchFamily="2" charset="-122"/>
                <a:ea typeface="黑体" panose="02010609060101010101" pitchFamily="2" charset="-122"/>
              </a:rPr>
              <a:t>    </a:t>
            </a:r>
            <a:r>
              <a:rPr lang="zh-CN" altLang="en-US" sz="2000" dirty="0">
                <a:latin typeface="黑体" panose="02010609060101010101" pitchFamily="2" charset="-122"/>
                <a:ea typeface="黑体" panose="02010609060101010101" pitchFamily="2" charset="-122"/>
              </a:rPr>
              <a:t>可靠性工程设计方法，是一门专门学科，其中：</a:t>
            </a:r>
          </a:p>
          <a:p>
            <a:pPr>
              <a:spcBef>
                <a:spcPct val="20000"/>
              </a:spcBef>
              <a:buSzPct val="85000"/>
            </a:pPr>
            <a:r>
              <a:rPr lang="en-US" altLang="zh-CN" sz="2000" dirty="0">
                <a:solidFill>
                  <a:srgbClr val="C00000"/>
                </a:solidFill>
                <a:latin typeface="黑体" panose="02010609060101010101" pitchFamily="2" charset="-122"/>
                <a:ea typeface="黑体" panose="02010609060101010101" pitchFamily="2" charset="-122"/>
              </a:rPr>
              <a:t>* </a:t>
            </a:r>
            <a:r>
              <a:rPr lang="zh-CN" altLang="en-US" sz="2000" dirty="0">
                <a:latin typeface="黑体" panose="02010609060101010101" pitchFamily="2" charset="-122"/>
                <a:ea typeface="黑体" panose="02010609060101010101" pitchFamily="2" charset="-122"/>
              </a:rPr>
              <a:t>通过冗余配置传感器是实现高可靠性的构型之一。</a:t>
            </a:r>
          </a:p>
        </p:txBody>
      </p:sp>
      <p:sp>
        <p:nvSpPr>
          <p:cNvPr id="19" name="页脚占位符 6"/>
          <p:cNvSpPr txBox="1">
            <a:spLocks noGrp="1"/>
          </p:cNvSpPr>
          <p:nvPr>
            <p:ph type="ftr" sz="quarter" idx="11"/>
          </p:nvPr>
        </p:nvSpPr>
        <p:spPr>
          <a:xfrm>
            <a:off x="2843213" y="6411913"/>
            <a:ext cx="2895600" cy="365125"/>
          </a:xfrm>
          <a:noFill/>
        </p:spPr>
        <p:txBody>
          <a:bodyPr vert="horz" lIns="91440" tIns="45720" rIns="91440" bIns="45720" rtlCol="0" anchor="ctr"/>
          <a:lstStyle/>
          <a:p>
            <a:pPr marL="0" marR="0" lvl="0" indent="0" algn="ctr" defTabSz="914400" rtl="0" eaLnBrk="1" fontAlgn="base" latinLnBrk="0" hangingPunct="1">
              <a:lnSpc>
                <a:spcPct val="150000"/>
              </a:lnSpc>
              <a:spcBef>
                <a:spcPct val="20000"/>
              </a:spcBef>
              <a:spcAft>
                <a:spcPct val="0"/>
              </a:spcAft>
              <a:buClrTx/>
              <a:buSzPct val="85000"/>
              <a:buFontTx/>
              <a:buChar char="•"/>
              <a:defRPr/>
            </a:pPr>
            <a:r>
              <a:rPr kumimoji="1" lang="zh-CN" altLang="en-US" sz="1200" b="0" i="0" u="none" strike="noStrike" kern="1200" cap="none" spc="0" normalizeH="0" baseline="0" noProof="0" dirty="0">
                <a:ln>
                  <a:noFill/>
                </a:ln>
                <a:solidFill>
                  <a:schemeClr val="tx1">
                    <a:tint val="75000"/>
                  </a:schemeClr>
                </a:solidFill>
                <a:effectLst/>
                <a:uLnTx/>
                <a:uFillTx/>
                <a:latin typeface="Times New Roman" panose="02020603050405020304" pitchFamily="18" charset="0"/>
                <a:ea typeface="楷体_GB2312" pitchFamily="49" charset="-122"/>
                <a:cs typeface="+mn-cs"/>
              </a:rPr>
              <a:t>测量科学与仪器系</a:t>
            </a:r>
            <a:endParaRPr kumimoji="1" lang="en-US" altLang="zh-CN" sz="1200" b="0" i="0" u="none" strike="noStrike" kern="1200" cap="none" spc="0" normalizeH="0" baseline="0" noProof="0" dirty="0">
              <a:ln>
                <a:noFill/>
              </a:ln>
              <a:solidFill>
                <a:schemeClr val="tx1">
                  <a:tint val="75000"/>
                </a:schemeClr>
              </a:solidFill>
              <a:effectLst/>
              <a:uLnTx/>
              <a:uFillTx/>
              <a:latin typeface="Times New Roman" panose="02020603050405020304" pitchFamily="18" charset="0"/>
              <a:ea typeface="楷体_GB2312" pitchFamily="49" charset="-122"/>
              <a:cs typeface="+mn-cs"/>
            </a:endParaRPr>
          </a:p>
        </p:txBody>
      </p:sp>
      <p:sp>
        <p:nvSpPr>
          <p:cNvPr id="20" name="矩形 19"/>
          <p:cNvSpPr/>
          <p:nvPr/>
        </p:nvSpPr>
        <p:spPr>
          <a:xfrm>
            <a:off x="142875" y="1000125"/>
            <a:ext cx="8286750" cy="46038"/>
          </a:xfrm>
          <a:prstGeom prst="rect">
            <a:avLst/>
          </a:prstGeom>
          <a:gradFill flip="none" rotWithShape="1">
            <a:gsLst>
              <a:gs pos="0">
                <a:srgbClr val="5E9EFF"/>
              </a:gs>
              <a:gs pos="39999">
                <a:srgbClr val="85C2FF"/>
              </a:gs>
              <a:gs pos="70000">
                <a:srgbClr val="C4D6EB"/>
              </a:gs>
              <a:gs pos="100000">
                <a:srgbClr val="FFEBFA"/>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50000"/>
              </a:lnSpc>
              <a:spcBef>
                <a:spcPts val="0"/>
              </a:spcBef>
              <a:spcAft>
                <a:spcPts val="0"/>
              </a:spcAft>
              <a:buClrTx/>
              <a:buSzPct val="85000"/>
              <a:buFontTx/>
              <a:buChar char="•"/>
              <a:defRPr/>
            </a:pPr>
            <a:endParaRPr kumimoji="1" lang="zh-CN" altLang="en-US" sz="2400" b="0" i="0" u="none" strike="noStrike" kern="1200" cap="none" spc="0" normalizeH="0" baseline="0" noProof="0">
              <a:ln>
                <a:noFill/>
              </a:ln>
              <a:solidFill>
                <a:schemeClr val="lt1"/>
              </a:solidFill>
              <a:effectLst/>
              <a:uLnTx/>
              <a:uFillTx/>
              <a:latin typeface="+mn-lt"/>
              <a:ea typeface="+mn-ea"/>
              <a:cs typeface="+mn-cs"/>
            </a:endParaRPr>
          </a:p>
        </p:txBody>
      </p:sp>
      <p:sp>
        <p:nvSpPr>
          <p:cNvPr id="21" name="Rectangle 37">
            <a:extLst>
              <a:ext uri="{FF2B5EF4-FFF2-40B4-BE49-F238E27FC236}">
                <a16:creationId xmlns:a16="http://schemas.microsoft.com/office/drawing/2014/main" id="{E44E2DED-656E-4CB8-93C9-E1FAAFBA0EC0}"/>
              </a:ext>
            </a:extLst>
          </p:cNvPr>
          <p:cNvSpPr/>
          <p:nvPr/>
        </p:nvSpPr>
        <p:spPr>
          <a:xfrm>
            <a:off x="906463" y="5728811"/>
            <a:ext cx="5465738" cy="598961"/>
          </a:xfrm>
          <a:prstGeom prst="rect">
            <a:avLst/>
          </a:prstGeom>
          <a:noFill/>
          <a:ln w="9525">
            <a:noFill/>
          </a:ln>
        </p:spPr>
        <p:txBody>
          <a:bodyPr anchor="t"/>
          <a:lstStyle/>
          <a:p>
            <a:pPr>
              <a:lnSpc>
                <a:spcPct val="150000"/>
              </a:lnSpc>
              <a:spcBef>
                <a:spcPct val="20000"/>
              </a:spcBef>
              <a:buSzPct val="85000"/>
            </a:pPr>
            <a:r>
              <a:rPr lang="zh-CN" altLang="en-US" sz="2000" dirty="0">
                <a:solidFill>
                  <a:srgbClr val="00B050"/>
                </a:solidFill>
                <a:latin typeface="黑体" panose="02010609060101010101" pitchFamily="2" charset="-122"/>
                <a:ea typeface="黑体" panose="02010609060101010101" pitchFamily="2" charset="-122"/>
              </a:rPr>
              <a:t>更高级的技术：数据融合（</a:t>
            </a:r>
            <a:r>
              <a:rPr lang="en-US" altLang="zh-CN" sz="2000" dirty="0">
                <a:solidFill>
                  <a:srgbClr val="00B050"/>
                </a:solidFill>
                <a:latin typeface="黑体" panose="02010609060101010101" pitchFamily="2" charset="-122"/>
                <a:ea typeface="黑体" panose="02010609060101010101" pitchFamily="2" charset="-122"/>
              </a:rPr>
              <a:t>data fusion</a:t>
            </a:r>
            <a:r>
              <a:rPr lang="zh-CN" altLang="en-US" sz="2000" dirty="0">
                <a:solidFill>
                  <a:srgbClr val="00B050"/>
                </a:solidFill>
                <a:latin typeface="黑体" panose="02010609060101010101" pitchFamily="2" charset="-122"/>
                <a:ea typeface="黑体" panose="02010609060101010101" pitchFamily="2" charset="-122"/>
              </a:rPr>
              <a:t>）</a:t>
            </a:r>
            <a:endParaRPr lang="zh-CN" altLang="en-US" sz="2000" dirty="0">
              <a:latin typeface="黑体" panose="02010609060101010101" pitchFamily="2" charset="-122"/>
              <a:ea typeface="黑体" panose="02010609060101010101" pitchFamily="2" charset="-122"/>
            </a:endParaRPr>
          </a:p>
        </p:txBody>
      </p:sp>
    </p:spTree>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1"/>
                                        </p:tgtEl>
                                        <p:attrNameLst>
                                          <p:attrName>style.visibility</p:attrName>
                                        </p:attrNameLst>
                                      </p:cBhvr>
                                      <p:to>
                                        <p:strVal val="visible"/>
                                      </p:to>
                                    </p:set>
                                    <p:anim calcmode="lin" valueType="num">
                                      <p:cBhvr additive="base">
                                        <p:cTn id="7" dur="500" fill="hold"/>
                                        <p:tgtEl>
                                          <p:spTgt spid="21"/>
                                        </p:tgtEl>
                                        <p:attrNameLst>
                                          <p:attrName>ppt_x</p:attrName>
                                        </p:attrNameLst>
                                      </p:cBhvr>
                                      <p:tavLst>
                                        <p:tav tm="0">
                                          <p:val>
                                            <p:strVal val="#ppt_x"/>
                                          </p:val>
                                        </p:tav>
                                        <p:tav tm="100000">
                                          <p:val>
                                            <p:strVal val="#ppt_x"/>
                                          </p:val>
                                        </p:tav>
                                      </p:tavLst>
                                    </p:anim>
                                    <p:anim calcmode="lin" valueType="num">
                                      <p:cBhvr additive="base">
                                        <p:cTn id="8" dur="500" fill="hold"/>
                                        <p:tgtEl>
                                          <p:spTgt spid="2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5" name="灯片编号占位符 6"/>
          <p:cNvSpPr>
            <a:spLocks noGrp="1"/>
          </p:cNvSpPr>
          <p:nvPr>
            <p:ph type="sldNum" sz="quarter" idx="12"/>
          </p:nvPr>
        </p:nvSpPr>
        <p:spPr>
          <a:noFill/>
          <a:ln>
            <a:noFill/>
          </a:ln>
        </p:spPr>
        <p:txBody>
          <a:bodyPr wrap="square" lIns="91440" tIns="45720" rIns="91440" bIns="45720" anchor="ctr"/>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r">
              <a:lnSpc>
                <a:spcPct val="150000"/>
              </a:lnSpc>
              <a:spcBef>
                <a:spcPct val="20000"/>
              </a:spcBef>
              <a:buSzPct val="85000"/>
              <a:buFontTx/>
              <a:buChar char="•"/>
            </a:pPr>
            <a:fld id="{9A0DB2DC-4C9A-4742-B13C-FB6460FD3503}" type="slidenum">
              <a:rPr lang="en-US" altLang="zh-CN" sz="1200" dirty="0">
                <a:solidFill>
                  <a:srgbClr val="898989"/>
                </a:solidFill>
              </a:rPr>
              <a:t>55</a:t>
            </a:fld>
            <a:endParaRPr lang="en-US" altLang="zh-CN" sz="1200" dirty="0">
              <a:solidFill>
                <a:srgbClr val="898989"/>
              </a:solidFill>
            </a:endParaRPr>
          </a:p>
        </p:txBody>
      </p:sp>
      <p:sp>
        <p:nvSpPr>
          <p:cNvPr id="72729" name="Text Box 35"/>
          <p:cNvSpPr txBox="1"/>
          <p:nvPr/>
        </p:nvSpPr>
        <p:spPr>
          <a:xfrm>
            <a:off x="1403648" y="548680"/>
            <a:ext cx="6877050" cy="1476375"/>
          </a:xfrm>
          <a:prstGeom prst="rect">
            <a:avLst/>
          </a:prstGeom>
          <a:noFill/>
          <a:ln w="9525">
            <a:noFill/>
          </a:ln>
        </p:spPr>
        <p:txBody>
          <a:bodyPr anchor="t">
            <a:spAutoFit/>
          </a:bodyPr>
          <a:lstStyle/>
          <a:p>
            <a:pPr>
              <a:lnSpc>
                <a:spcPct val="150000"/>
              </a:lnSpc>
              <a:spcBef>
                <a:spcPct val="50000"/>
              </a:spcBef>
              <a:buSzPct val="85000"/>
            </a:pPr>
            <a:r>
              <a:rPr lang="zh-CN" altLang="en-US" sz="2000" dirty="0">
                <a:latin typeface="Times New Roman" panose="02020603050405020304" pitchFamily="18" charset="0"/>
                <a:ea typeface="楷体_GB2312" pitchFamily="49" charset="-122"/>
              </a:rPr>
              <a:t>设有压力传感器的校准数据列于下表，试求（</a:t>
            </a:r>
            <a:r>
              <a:rPr lang="en-US" altLang="zh-CN" sz="2000" dirty="0">
                <a:latin typeface="Times New Roman" panose="02020603050405020304" pitchFamily="18" charset="0"/>
                <a:ea typeface="楷体_GB2312" pitchFamily="49" charset="-122"/>
              </a:rPr>
              <a:t>1</a:t>
            </a:r>
            <a:r>
              <a:rPr lang="zh-CN" altLang="en-US" sz="2000" dirty="0">
                <a:latin typeface="Times New Roman" panose="02020603050405020304" pitchFamily="18" charset="0"/>
                <a:ea typeface="楷体_GB2312" pitchFamily="49" charset="-122"/>
              </a:rPr>
              <a:t>）端基拟合直线；（</a:t>
            </a:r>
            <a:r>
              <a:rPr lang="en-US" altLang="zh-CN" sz="2000" dirty="0">
                <a:latin typeface="Times New Roman" panose="02020603050405020304" pitchFamily="18" charset="0"/>
                <a:ea typeface="楷体_GB2312" pitchFamily="49" charset="-122"/>
              </a:rPr>
              <a:t>2</a:t>
            </a:r>
            <a:r>
              <a:rPr lang="zh-CN" altLang="en-US" sz="2000" dirty="0">
                <a:latin typeface="Times New Roman" panose="02020603050405020304" pitchFamily="18" charset="0"/>
                <a:ea typeface="楷体_GB2312" pitchFamily="49" charset="-122"/>
              </a:rPr>
              <a:t>）端基线性度；（</a:t>
            </a:r>
            <a:r>
              <a:rPr lang="en-US" altLang="zh-CN" sz="2000" dirty="0">
                <a:latin typeface="Times New Roman" panose="02020603050405020304" pitchFamily="18" charset="0"/>
                <a:ea typeface="楷体_GB2312" pitchFamily="49" charset="-122"/>
              </a:rPr>
              <a:t>3</a:t>
            </a:r>
            <a:r>
              <a:rPr lang="zh-CN" altLang="en-US" sz="2000" dirty="0">
                <a:latin typeface="Times New Roman" panose="02020603050405020304" pitchFamily="18" charset="0"/>
                <a:ea typeface="楷体_GB2312" pitchFamily="49" charset="-122"/>
              </a:rPr>
              <a:t>）滞环误差；（</a:t>
            </a:r>
            <a:r>
              <a:rPr lang="en-US" altLang="zh-CN" sz="2000" dirty="0">
                <a:latin typeface="Times New Roman" panose="02020603050405020304" pitchFamily="18" charset="0"/>
                <a:ea typeface="楷体_GB2312" pitchFamily="49" charset="-122"/>
              </a:rPr>
              <a:t>4</a:t>
            </a:r>
            <a:r>
              <a:rPr lang="zh-CN" altLang="en-US" sz="2000" dirty="0">
                <a:latin typeface="Times New Roman" panose="02020603050405020304" pitchFamily="18" charset="0"/>
                <a:ea typeface="楷体_GB2312" pitchFamily="49" charset="-122"/>
              </a:rPr>
              <a:t>）重复性误差（</a:t>
            </a:r>
            <a:r>
              <a:rPr lang="el-GR" altLang="zh-CN" sz="2000" dirty="0">
                <a:latin typeface="Times New Roman" panose="02020603050405020304" pitchFamily="18" charset="0"/>
                <a:ea typeface="楷体_GB2312" pitchFamily="49" charset="-122"/>
              </a:rPr>
              <a:t>λ</a:t>
            </a:r>
            <a:r>
              <a:rPr lang="en-US" altLang="zh-CN" sz="2000" dirty="0">
                <a:latin typeface="Times New Roman" panose="02020603050405020304" pitchFamily="18" charset="0"/>
                <a:ea typeface="楷体_GB2312" pitchFamily="49" charset="-122"/>
              </a:rPr>
              <a:t>=3</a:t>
            </a:r>
            <a:r>
              <a:rPr lang="zh-CN" altLang="en-US" sz="2000" dirty="0">
                <a:latin typeface="Times New Roman" panose="02020603050405020304" pitchFamily="18" charset="0"/>
                <a:ea typeface="楷体_GB2312" pitchFamily="49" charset="-122"/>
              </a:rPr>
              <a:t>）；（</a:t>
            </a:r>
            <a:r>
              <a:rPr lang="en-US" altLang="zh-CN" sz="2000" dirty="0">
                <a:latin typeface="Times New Roman" panose="02020603050405020304" pitchFamily="18" charset="0"/>
                <a:ea typeface="楷体_GB2312" pitchFamily="49" charset="-122"/>
              </a:rPr>
              <a:t>5</a:t>
            </a:r>
            <a:r>
              <a:rPr lang="zh-CN" altLang="en-US" sz="2000" dirty="0">
                <a:latin typeface="Times New Roman" panose="02020603050405020304" pitchFamily="18" charset="0"/>
                <a:ea typeface="楷体_GB2312" pitchFamily="49" charset="-122"/>
              </a:rPr>
              <a:t>）精（确）度。</a:t>
            </a:r>
            <a:r>
              <a:rPr lang="en-US" altLang="zh-CN" sz="2000" dirty="0">
                <a:latin typeface="Times New Roman" panose="02020603050405020304" pitchFamily="18" charset="0"/>
                <a:ea typeface="楷体_GB2312" pitchFamily="49" charset="-122"/>
              </a:rPr>
              <a:t>——</a:t>
            </a:r>
            <a:r>
              <a:rPr lang="zh-CN" altLang="en-US" sz="2000" dirty="0">
                <a:highlight>
                  <a:srgbClr val="FFFF00"/>
                </a:highlight>
                <a:latin typeface="Times New Roman" panose="02020603050405020304" pitchFamily="18" charset="0"/>
                <a:ea typeface="楷体_GB2312" pitchFamily="49" charset="-122"/>
              </a:rPr>
              <a:t>参考例</a:t>
            </a:r>
            <a:r>
              <a:rPr lang="en-US" altLang="zh-CN" sz="2000" dirty="0">
                <a:highlight>
                  <a:srgbClr val="FFFF00"/>
                </a:highlight>
                <a:latin typeface="Times New Roman" panose="02020603050405020304" pitchFamily="18" charset="0"/>
                <a:ea typeface="楷体_GB2312" pitchFamily="49" charset="-122"/>
              </a:rPr>
              <a:t>2-9</a:t>
            </a:r>
            <a:endParaRPr lang="zh-CN" altLang="en-US" sz="2000" dirty="0">
              <a:highlight>
                <a:srgbClr val="FFFF00"/>
              </a:highlight>
              <a:latin typeface="Times New Roman" panose="02020603050405020304" pitchFamily="18" charset="0"/>
              <a:ea typeface="楷体_GB2312" pitchFamily="49" charset="-122"/>
            </a:endParaRPr>
          </a:p>
        </p:txBody>
      </p:sp>
      <p:sp>
        <p:nvSpPr>
          <p:cNvPr id="72730" name="Text Box 36"/>
          <p:cNvSpPr txBox="1"/>
          <p:nvPr/>
        </p:nvSpPr>
        <p:spPr>
          <a:xfrm>
            <a:off x="143173" y="548680"/>
            <a:ext cx="1225550" cy="499432"/>
          </a:xfrm>
          <a:prstGeom prst="rect">
            <a:avLst/>
          </a:prstGeom>
          <a:noFill/>
          <a:ln w="9525">
            <a:noFill/>
          </a:ln>
        </p:spPr>
        <p:txBody>
          <a:bodyPr anchor="t">
            <a:spAutoFit/>
          </a:bodyPr>
          <a:lstStyle/>
          <a:p>
            <a:pPr>
              <a:lnSpc>
                <a:spcPct val="150000"/>
              </a:lnSpc>
              <a:spcBef>
                <a:spcPct val="50000"/>
              </a:spcBef>
              <a:buSzPct val="85000"/>
            </a:pPr>
            <a:r>
              <a:rPr lang="zh-CN" altLang="en-US" sz="2000" dirty="0">
                <a:latin typeface="Times New Roman" panose="02020603050405020304" pitchFamily="18" charset="0"/>
                <a:ea typeface="楷体_GB2312" pitchFamily="49" charset="-122"/>
              </a:rPr>
              <a:t>作业：</a:t>
            </a:r>
            <a:r>
              <a:rPr lang="en-US" altLang="zh-CN" sz="2000" dirty="0">
                <a:latin typeface="Times New Roman" panose="02020603050405020304" pitchFamily="18" charset="0"/>
                <a:ea typeface="楷体_GB2312" pitchFamily="49" charset="-122"/>
                <a:sym typeface="Wingdings" panose="05000000000000000000" pitchFamily="2" charset="2"/>
              </a:rPr>
              <a:t>1.</a:t>
            </a:r>
            <a:endParaRPr lang="en-US" altLang="zh-CN" sz="2000" dirty="0">
              <a:latin typeface="Times New Roman" panose="02020603050405020304" pitchFamily="18" charset="0"/>
              <a:ea typeface="楷体_GB2312" pitchFamily="49" charset="-122"/>
            </a:endParaRPr>
          </a:p>
        </p:txBody>
      </p:sp>
      <p:sp>
        <p:nvSpPr>
          <p:cNvPr id="4" name="Text Box 36"/>
          <p:cNvSpPr txBox="1"/>
          <p:nvPr/>
        </p:nvSpPr>
        <p:spPr>
          <a:xfrm>
            <a:off x="251520" y="5737880"/>
            <a:ext cx="8100695" cy="499432"/>
          </a:xfrm>
          <a:prstGeom prst="rect">
            <a:avLst/>
          </a:prstGeom>
          <a:noFill/>
          <a:ln w="9525">
            <a:noFill/>
          </a:ln>
        </p:spPr>
        <p:txBody>
          <a:bodyPr wrap="square" anchor="t">
            <a:spAutoFit/>
          </a:bodyPr>
          <a:lstStyle/>
          <a:p>
            <a:pPr>
              <a:lnSpc>
                <a:spcPct val="150000"/>
              </a:lnSpc>
              <a:spcBef>
                <a:spcPct val="50000"/>
              </a:spcBef>
              <a:buSzPct val="85000"/>
            </a:pPr>
            <a:r>
              <a:rPr lang="zh-CN" altLang="en-US" sz="2000" dirty="0">
                <a:latin typeface="Times New Roman" panose="02020603050405020304" pitchFamily="18" charset="0"/>
                <a:ea typeface="楷体_GB2312" pitchFamily="49" charset="-122"/>
              </a:rPr>
              <a:t>作业：</a:t>
            </a:r>
            <a:r>
              <a:rPr lang="en-US" altLang="zh-CN" sz="2000" dirty="0">
                <a:latin typeface="Times New Roman" panose="02020603050405020304" pitchFamily="18" charset="0"/>
                <a:ea typeface="楷体_GB2312" pitchFamily="49" charset="-122"/>
                <a:sym typeface="Wingdings" panose="05000000000000000000" pitchFamily="2" charset="2"/>
              </a:rPr>
              <a:t>2-6</a:t>
            </a:r>
            <a:r>
              <a:rPr lang="zh-CN" altLang="en-US" sz="2000" dirty="0">
                <a:latin typeface="Times New Roman" panose="02020603050405020304" pitchFamily="18" charset="0"/>
                <a:ea typeface="楷体_GB2312" pitchFamily="49" charset="-122"/>
                <a:sym typeface="Wingdings" panose="05000000000000000000" pitchFamily="2" charset="2"/>
              </a:rPr>
              <a:t>，</a:t>
            </a:r>
            <a:r>
              <a:rPr lang="en-US" altLang="zh-CN" sz="2000" dirty="0">
                <a:latin typeface="Times New Roman" panose="02020603050405020304" pitchFamily="18" charset="0"/>
                <a:ea typeface="楷体_GB2312" pitchFamily="49" charset="-122"/>
                <a:sym typeface="Wingdings" panose="05000000000000000000" pitchFamily="2" charset="2"/>
              </a:rPr>
              <a:t>2-11</a:t>
            </a:r>
            <a:r>
              <a:rPr lang="zh-CN" altLang="en-US" sz="2000" dirty="0">
                <a:latin typeface="Times New Roman" panose="02020603050405020304" pitchFamily="18" charset="0"/>
                <a:ea typeface="楷体_GB2312" pitchFamily="49" charset="-122"/>
                <a:sym typeface="Wingdings" panose="05000000000000000000" pitchFamily="2" charset="2"/>
              </a:rPr>
              <a:t>（只考虑端基点法）</a:t>
            </a:r>
            <a:endParaRPr lang="en-US" altLang="zh-CN" sz="2000" dirty="0">
              <a:latin typeface="Times New Roman" panose="02020603050405020304" pitchFamily="18" charset="0"/>
              <a:ea typeface="楷体_GB2312" pitchFamily="49" charset="-122"/>
              <a:sym typeface="Wingdings" panose="05000000000000000000" pitchFamily="2" charset="2"/>
            </a:endParaRPr>
          </a:p>
        </p:txBody>
      </p:sp>
      <p:pic>
        <p:nvPicPr>
          <p:cNvPr id="6" name="图片 5">
            <a:extLst>
              <a:ext uri="{FF2B5EF4-FFF2-40B4-BE49-F238E27FC236}">
                <a16:creationId xmlns:a16="http://schemas.microsoft.com/office/drawing/2014/main" id="{52535990-46F5-47B6-8125-89305E0D91BD}"/>
              </a:ext>
            </a:extLst>
          </p:cNvPr>
          <p:cNvPicPr>
            <a:picLocks noChangeAspect="1"/>
          </p:cNvPicPr>
          <p:nvPr/>
        </p:nvPicPr>
        <p:blipFill>
          <a:blip r:embed="rId2"/>
          <a:stretch>
            <a:fillRect/>
          </a:stretch>
        </p:blipFill>
        <p:spPr>
          <a:xfrm>
            <a:off x="1475954" y="2173804"/>
            <a:ext cx="7029450" cy="3381375"/>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1" name="灯片编号占位符 5"/>
          <p:cNvSpPr>
            <a:spLocks noGrp="1"/>
          </p:cNvSpPr>
          <p:nvPr>
            <p:ph type="sldNum" sz="quarter" idx="12"/>
          </p:nvPr>
        </p:nvSpPr>
        <p:spPr>
          <a:noFill/>
          <a:ln>
            <a:noFill/>
          </a:ln>
        </p:spPr>
        <p:txBody>
          <a:bodyPr wrap="square" lIns="91440" tIns="45720" rIns="91440" bIns="45720" anchor="ctr"/>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r">
              <a:lnSpc>
                <a:spcPct val="150000"/>
              </a:lnSpc>
              <a:spcBef>
                <a:spcPct val="20000"/>
              </a:spcBef>
              <a:buSzPct val="85000"/>
              <a:buFontTx/>
              <a:buChar char="•"/>
            </a:pPr>
            <a:fld id="{9A0DB2DC-4C9A-4742-B13C-FB6460FD3503}" type="slidenum">
              <a:rPr lang="en-US" altLang="zh-CN" sz="1200" dirty="0">
                <a:solidFill>
                  <a:srgbClr val="898989"/>
                </a:solidFill>
              </a:rPr>
              <a:t>56</a:t>
            </a:fld>
            <a:endParaRPr lang="en-US" altLang="zh-CN" sz="1200" dirty="0">
              <a:solidFill>
                <a:srgbClr val="898989"/>
              </a:solidFill>
            </a:endParaRPr>
          </a:p>
        </p:txBody>
      </p:sp>
      <p:sp>
        <p:nvSpPr>
          <p:cNvPr id="38" name="矩形 37"/>
          <p:cNvSpPr/>
          <p:nvPr/>
        </p:nvSpPr>
        <p:spPr>
          <a:xfrm>
            <a:off x="117475" y="1420813"/>
            <a:ext cx="4206875" cy="46038"/>
          </a:xfrm>
          <a:prstGeom prst="rect">
            <a:avLst/>
          </a:prstGeom>
          <a:gradFill flip="none" rotWithShape="1">
            <a:gsLst>
              <a:gs pos="0">
                <a:srgbClr val="5E9EFF"/>
              </a:gs>
              <a:gs pos="39999">
                <a:srgbClr val="85C2FF"/>
              </a:gs>
              <a:gs pos="70000">
                <a:srgbClr val="C4D6EB"/>
              </a:gs>
              <a:gs pos="100000">
                <a:srgbClr val="FFEBFA"/>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50000"/>
              </a:lnSpc>
              <a:spcBef>
                <a:spcPts val="0"/>
              </a:spcBef>
              <a:spcAft>
                <a:spcPts val="0"/>
              </a:spcAft>
              <a:buClrTx/>
              <a:buSzPct val="85000"/>
              <a:buFontTx/>
              <a:buChar char="•"/>
              <a:defRPr/>
            </a:pPr>
            <a:endParaRPr kumimoji="1" lang="zh-CN" altLang="en-US" sz="2400" b="0" i="0" u="none" strike="noStrike" kern="1200" cap="none" spc="0" normalizeH="0" baseline="0" noProof="0">
              <a:ln>
                <a:noFill/>
              </a:ln>
              <a:solidFill>
                <a:schemeClr val="lt1"/>
              </a:solidFill>
              <a:effectLst/>
              <a:uLnTx/>
              <a:uFillTx/>
              <a:latin typeface="+mn-lt"/>
              <a:ea typeface="+mn-ea"/>
              <a:cs typeface="+mn-cs"/>
            </a:endParaRPr>
          </a:p>
        </p:txBody>
      </p:sp>
      <p:sp>
        <p:nvSpPr>
          <p:cNvPr id="39" name="矩形 38"/>
          <p:cNvSpPr/>
          <p:nvPr/>
        </p:nvSpPr>
        <p:spPr>
          <a:xfrm rot="10800000" flipV="1">
            <a:off x="4900613" y="4487863"/>
            <a:ext cx="4089400" cy="46038"/>
          </a:xfrm>
          <a:prstGeom prst="rect">
            <a:avLst/>
          </a:prstGeom>
          <a:gradFill flip="none" rotWithShape="1">
            <a:gsLst>
              <a:gs pos="0">
                <a:srgbClr val="5E9EFF"/>
              </a:gs>
              <a:gs pos="39999">
                <a:srgbClr val="85C2FF"/>
              </a:gs>
              <a:gs pos="70000">
                <a:srgbClr val="C4D6EB"/>
              </a:gs>
              <a:gs pos="100000">
                <a:srgbClr val="FFEBFA"/>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50000"/>
              </a:lnSpc>
              <a:spcBef>
                <a:spcPts val="0"/>
              </a:spcBef>
              <a:spcAft>
                <a:spcPts val="0"/>
              </a:spcAft>
              <a:buClrTx/>
              <a:buSzPct val="85000"/>
              <a:buFontTx/>
              <a:buChar char="•"/>
              <a:defRPr/>
            </a:pPr>
            <a:endParaRPr kumimoji="1" lang="zh-CN" altLang="en-US" sz="2400" b="0" i="0" u="none" strike="noStrike" kern="1200" cap="none" spc="0" normalizeH="0" baseline="0" noProof="0">
              <a:ln>
                <a:noFill/>
              </a:ln>
              <a:solidFill>
                <a:schemeClr val="lt1"/>
              </a:solidFill>
              <a:effectLst/>
              <a:uLnTx/>
              <a:uFillTx/>
              <a:latin typeface="+mn-lt"/>
              <a:ea typeface="+mn-ea"/>
              <a:cs typeface="+mn-cs"/>
            </a:endParaRPr>
          </a:p>
        </p:txBody>
      </p:sp>
      <p:sp>
        <p:nvSpPr>
          <p:cNvPr id="71684" name="TextBox 13"/>
          <p:cNvSpPr txBox="1"/>
          <p:nvPr/>
        </p:nvSpPr>
        <p:spPr>
          <a:xfrm>
            <a:off x="336550" y="2041525"/>
            <a:ext cx="7375525" cy="1006475"/>
          </a:xfrm>
          <a:prstGeom prst="rect">
            <a:avLst/>
          </a:prstGeom>
          <a:noFill/>
          <a:ln w="9525">
            <a:noFill/>
          </a:ln>
        </p:spPr>
        <p:txBody>
          <a:bodyPr anchor="t">
            <a:spAutoFit/>
          </a:bodyPr>
          <a:lstStyle/>
          <a:p>
            <a:pPr algn="ctr">
              <a:lnSpc>
                <a:spcPct val="150000"/>
              </a:lnSpc>
              <a:spcBef>
                <a:spcPct val="20000"/>
              </a:spcBef>
              <a:buSzPct val="85000"/>
            </a:pPr>
            <a:r>
              <a:rPr lang="en-US" altLang="zh-CN" sz="4400" dirty="0">
                <a:solidFill>
                  <a:srgbClr val="C00000"/>
                </a:solidFill>
                <a:latin typeface="华文琥珀" panose="02010800040101010101" pitchFamily="2" charset="-122"/>
                <a:ea typeface="华文琥珀" panose="02010800040101010101" pitchFamily="2" charset="-122"/>
              </a:rPr>
              <a:t>END  !</a:t>
            </a:r>
            <a:endParaRPr lang="zh-CN" altLang="en-US" sz="4400" dirty="0">
              <a:solidFill>
                <a:srgbClr val="C00000"/>
              </a:solidFill>
              <a:latin typeface="华文琥珀" panose="02010800040101010101" pitchFamily="2" charset="-122"/>
              <a:ea typeface="华文琥珀" panose="02010800040101010101" pitchFamily="2" charset="-122"/>
            </a:endParaRPr>
          </a:p>
        </p:txBody>
      </p:sp>
      <p:sp>
        <p:nvSpPr>
          <p:cNvPr id="8" name="页脚占位符 6"/>
          <p:cNvSpPr txBox="1">
            <a:spLocks noGrp="1"/>
          </p:cNvSpPr>
          <p:nvPr>
            <p:ph type="ftr" sz="quarter" idx="11"/>
          </p:nvPr>
        </p:nvSpPr>
        <p:spPr>
          <a:xfrm>
            <a:off x="2843213" y="6411913"/>
            <a:ext cx="3076575" cy="365125"/>
          </a:xfrm>
          <a:noFill/>
        </p:spPr>
        <p:txBody>
          <a:bodyPr vert="horz" lIns="91440" tIns="45720" rIns="91440" bIns="45720" rtlCol="0" anchor="ctr"/>
          <a:lstStyle/>
          <a:p>
            <a:pPr marL="0" marR="0" lvl="0" indent="0" algn="ctr" defTabSz="914400" rtl="0" eaLnBrk="1" fontAlgn="base" latinLnBrk="0" hangingPunct="1">
              <a:lnSpc>
                <a:spcPct val="150000"/>
              </a:lnSpc>
              <a:spcBef>
                <a:spcPct val="20000"/>
              </a:spcBef>
              <a:spcAft>
                <a:spcPct val="0"/>
              </a:spcAft>
              <a:buClrTx/>
              <a:buSzPct val="85000"/>
              <a:buFontTx/>
              <a:buChar char="•"/>
              <a:defRPr/>
            </a:pPr>
            <a:r>
              <a:rPr kumimoji="1" lang="zh-CN" altLang="en-US" sz="1200" b="0" i="0" u="none" strike="noStrike" kern="1200" cap="none" spc="0" normalizeH="0" baseline="0" noProof="0" dirty="0">
                <a:ln>
                  <a:noFill/>
                </a:ln>
                <a:solidFill>
                  <a:schemeClr val="tx1">
                    <a:tint val="75000"/>
                  </a:schemeClr>
                </a:solidFill>
                <a:effectLst/>
                <a:uLnTx/>
                <a:uFillTx/>
                <a:latin typeface="Times New Roman" panose="02020603050405020304" pitchFamily="18" charset="0"/>
                <a:ea typeface="楷体_GB2312" pitchFamily="49" charset="-122"/>
                <a:cs typeface="+mn-cs"/>
              </a:rPr>
              <a:t>人工智能与自动化学院测量科学与仪器系</a:t>
            </a:r>
            <a:endParaRPr kumimoji="1" lang="en-US" altLang="zh-CN" sz="1200" b="0" i="0" u="none" strike="noStrike" kern="1200" cap="none" spc="0" normalizeH="0" baseline="0" noProof="0" dirty="0">
              <a:ln>
                <a:noFill/>
              </a:ln>
              <a:solidFill>
                <a:schemeClr val="tx1">
                  <a:tint val="75000"/>
                </a:schemeClr>
              </a:solidFill>
              <a:effectLst/>
              <a:uLnTx/>
              <a:uFillTx/>
              <a:latin typeface="Times New Roman" panose="02020603050405020304" pitchFamily="18" charset="0"/>
              <a:ea typeface="楷体_GB2312" pitchFamily="49" charset="-122"/>
              <a:cs typeface="+mn-cs"/>
            </a:endParaRPr>
          </a:p>
        </p:txBody>
      </p:sp>
    </p:spTree>
  </p:cSld>
  <p:clrMapOvr>
    <a:masterClrMapping/>
  </p:clrMapOvr>
  <p:transition/>
</p:sld>
</file>

<file path=ppt/tags/tag1.xml><?xml version="1.0" encoding="utf-8"?>
<p:tagLst xmlns:a="http://schemas.openxmlformats.org/drawingml/2006/main" xmlns:r="http://schemas.openxmlformats.org/officeDocument/2006/relationships" xmlns:p="http://schemas.openxmlformats.org/presentationml/2006/main">
  <p:tag name="KSO_WM_UNIT_PLACING_PICTURE_USER_VIEWPORT" val="{&quot;height&quot;:4367.499212598425,&quot;width&quot;:5207.499212598425}"/>
</p:tagLst>
</file>

<file path=ppt/tags/tag2.xml><?xml version="1.0" encoding="utf-8"?>
<p:tagLst xmlns:a="http://schemas.openxmlformats.org/drawingml/2006/main" xmlns:r="http://schemas.openxmlformats.org/officeDocument/2006/relationships" xmlns:p="http://schemas.openxmlformats.org/presentationml/2006/main">
  <p:tag name="KSO_WM_UNIT_PLACING_PICTURE_USER_VIEWPORT" val="{&quot;height&quot;:6225,&quot;width&quot;:12210}"/>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3_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4_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2148</TotalTime>
  <Words>3227</Words>
  <Application>Microsoft Office PowerPoint</Application>
  <PresentationFormat>全屏显示(4:3)</PresentationFormat>
  <Paragraphs>451</Paragraphs>
  <Slides>56</Slides>
  <Notes>1</Notes>
  <HiddenSlides>0</HiddenSlides>
  <MMClips>0</MMClips>
  <ScaleCrop>false</ScaleCrop>
  <HeadingPairs>
    <vt:vector size="8" baseType="variant">
      <vt:variant>
        <vt:lpstr>已用的字体</vt:lpstr>
      </vt:variant>
      <vt:variant>
        <vt:i4>14</vt:i4>
      </vt:variant>
      <vt:variant>
        <vt:lpstr>主题</vt:lpstr>
      </vt:variant>
      <vt:variant>
        <vt:i4>3</vt:i4>
      </vt:variant>
      <vt:variant>
        <vt:lpstr>嵌入 OLE 服务器</vt:lpstr>
      </vt:variant>
      <vt:variant>
        <vt:i4>5</vt:i4>
      </vt:variant>
      <vt:variant>
        <vt:lpstr>幻灯片标题</vt:lpstr>
      </vt:variant>
      <vt:variant>
        <vt:i4>56</vt:i4>
      </vt:variant>
    </vt:vector>
  </HeadingPairs>
  <TitlesOfParts>
    <vt:vector size="78" baseType="lpstr">
      <vt:lpstr>黑体</vt:lpstr>
      <vt:lpstr>华光中长宋_CNKI</vt:lpstr>
      <vt:lpstr>华文琥珀</vt:lpstr>
      <vt:lpstr>华文新魏</vt:lpstr>
      <vt:lpstr>楷体_GB2312</vt:lpstr>
      <vt:lpstr>隶书</vt:lpstr>
      <vt:lpstr>宋体</vt:lpstr>
      <vt:lpstr>Arial</vt:lpstr>
      <vt:lpstr>Arial Black</vt:lpstr>
      <vt:lpstr>Calibri</vt:lpstr>
      <vt:lpstr>Cambria Math</vt:lpstr>
      <vt:lpstr>Courier New</vt:lpstr>
      <vt:lpstr>Times New Roman</vt:lpstr>
      <vt:lpstr>Wingdings</vt:lpstr>
      <vt:lpstr>Office 主题</vt:lpstr>
      <vt:lpstr>3_Office 主题</vt:lpstr>
      <vt:lpstr>4_Office 主题</vt:lpstr>
      <vt:lpstr>Bitmap Image</vt:lpstr>
      <vt:lpstr>Equation.DSMT4</vt:lpstr>
      <vt:lpstr>Equation.3</vt:lpstr>
      <vt:lpstr>Equation.KSEE3</vt:lpstr>
      <vt:lpstr>Microsoft Word 97 - 2003 Document</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本章主要内容</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华中科技大学控制系</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《智能控制》导论</dc:title>
  <dc:creator>程晶晶</dc:creator>
  <cp:lastModifiedBy>Hong Zhang</cp:lastModifiedBy>
  <cp:revision>990</cp:revision>
  <dcterms:created xsi:type="dcterms:W3CDTF">2002-05-22T01:55:00Z</dcterms:created>
  <dcterms:modified xsi:type="dcterms:W3CDTF">2024-09-04T16:01:01Z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2052-11.1.0.10700</vt:lpwstr>
  </property>
  <property fmtid="{D5CDD505-2E9C-101B-9397-08002B2CF9AE}" pid="3" name="ICV">
    <vt:lpwstr>3318B0904A5B4AD48CFA97191204CC19</vt:lpwstr>
  </property>
</Properties>
</file>