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8.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9.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11.xml" ContentType="application/vnd.openxmlformats-officedocument.theme+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12.xml" ContentType="application/vnd.openxmlformats-officedocument.theme+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theme/theme13.xml" ContentType="application/vnd.openxmlformats-officedocument.theme+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14.xml" ContentType="application/vnd.openxmlformats-officedocument.theme+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theme/theme15.xml" ContentType="application/vnd.openxmlformats-officedocument.theme+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6.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theme/theme17.xml" ContentType="application/vnd.openxmlformats-officedocument.theme+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theme/theme18.xml" ContentType="application/vnd.openxmlformats-officedocument.theme+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theme/theme19.xml" ContentType="application/vnd.openxmlformats-officedocument.theme+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theme/theme20.xml" ContentType="application/vnd.openxmlformats-officedocument.theme+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theme/theme21.xml" ContentType="application/vnd.openxmlformats-officedocument.theme+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theme/theme22.xml" ContentType="application/vnd.openxmlformats-officedocument.theme+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theme/theme23.xml" ContentType="application/vnd.openxmlformats-officedocument.theme+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theme/theme24.xml" ContentType="application/vnd.openxmlformats-officedocument.theme+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theme/theme25.xml" ContentType="application/vnd.openxmlformats-officedocument.theme+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theme/theme26.xml" ContentType="application/vnd.openxmlformats-officedocument.theme+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theme/theme27.xml" ContentType="application/vnd.openxmlformats-officedocument.theme+xml"/>
  <Override PartName="/ppt/theme/theme2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7" r:id="rId1"/>
    <p:sldMasterId id="2147483970" r:id="rId2"/>
    <p:sldMasterId id="2147484016" r:id="rId3"/>
    <p:sldMasterId id="2147484043" r:id="rId4"/>
    <p:sldMasterId id="2147484056" r:id="rId5"/>
    <p:sldMasterId id="2147484069" r:id="rId6"/>
    <p:sldMasterId id="2147484081" r:id="rId7"/>
    <p:sldMasterId id="2147484095" r:id="rId8"/>
    <p:sldMasterId id="2147484109" r:id="rId9"/>
    <p:sldMasterId id="2147484122" r:id="rId10"/>
    <p:sldMasterId id="2147484136" r:id="rId11"/>
    <p:sldMasterId id="2147484150" r:id="rId12"/>
    <p:sldMasterId id="2147484164" r:id="rId13"/>
    <p:sldMasterId id="2147484179" r:id="rId14"/>
    <p:sldMasterId id="2147484194" r:id="rId15"/>
    <p:sldMasterId id="2147484209" r:id="rId16"/>
    <p:sldMasterId id="2147484224" r:id="rId17"/>
    <p:sldMasterId id="2147484239" r:id="rId18"/>
    <p:sldMasterId id="2147484254" r:id="rId19"/>
    <p:sldMasterId id="2147484269" r:id="rId20"/>
    <p:sldMasterId id="2147484282" r:id="rId21"/>
    <p:sldMasterId id="2147484295" r:id="rId22"/>
    <p:sldMasterId id="2147484308" r:id="rId23"/>
    <p:sldMasterId id="2147484321" r:id="rId24"/>
    <p:sldMasterId id="2147484334" r:id="rId25"/>
    <p:sldMasterId id="2147484347" r:id="rId26"/>
    <p:sldMasterId id="2147484360" r:id="rId27"/>
  </p:sldMasterIdLst>
  <p:notesMasterIdLst>
    <p:notesMasterId r:id="rId137"/>
  </p:notesMasterIdLst>
  <p:sldIdLst>
    <p:sldId id="410" r:id="rId28"/>
    <p:sldId id="428" r:id="rId29"/>
    <p:sldId id="409" r:id="rId30"/>
    <p:sldId id="385" r:id="rId31"/>
    <p:sldId id="370" r:id="rId32"/>
    <p:sldId id="422" r:id="rId33"/>
    <p:sldId id="451" r:id="rId34"/>
    <p:sldId id="452" r:id="rId35"/>
    <p:sldId id="453" r:id="rId36"/>
    <p:sldId id="454" r:id="rId37"/>
    <p:sldId id="455" r:id="rId38"/>
    <p:sldId id="456" r:id="rId39"/>
    <p:sldId id="457" r:id="rId40"/>
    <p:sldId id="458" r:id="rId41"/>
    <p:sldId id="459" r:id="rId42"/>
    <p:sldId id="461" r:id="rId43"/>
    <p:sldId id="464" r:id="rId44"/>
    <p:sldId id="465" r:id="rId45"/>
    <p:sldId id="466" r:id="rId46"/>
    <p:sldId id="467" r:id="rId47"/>
    <p:sldId id="468" r:id="rId48"/>
    <p:sldId id="469" r:id="rId49"/>
    <p:sldId id="471" r:id="rId50"/>
    <p:sldId id="472" r:id="rId51"/>
    <p:sldId id="480" r:id="rId52"/>
    <p:sldId id="474" r:id="rId53"/>
    <p:sldId id="475" r:id="rId54"/>
    <p:sldId id="476" r:id="rId55"/>
    <p:sldId id="477" r:id="rId56"/>
    <p:sldId id="478" r:id="rId57"/>
    <p:sldId id="479" r:id="rId58"/>
    <p:sldId id="481" r:id="rId59"/>
    <p:sldId id="482" r:id="rId60"/>
    <p:sldId id="483" r:id="rId61"/>
    <p:sldId id="513" r:id="rId62"/>
    <p:sldId id="514" r:id="rId63"/>
    <p:sldId id="516" r:id="rId64"/>
    <p:sldId id="517" r:id="rId65"/>
    <p:sldId id="519" r:id="rId66"/>
    <p:sldId id="520" r:id="rId67"/>
    <p:sldId id="521" r:id="rId68"/>
    <p:sldId id="522" r:id="rId69"/>
    <p:sldId id="523" r:id="rId70"/>
    <p:sldId id="524" r:id="rId71"/>
    <p:sldId id="525" r:id="rId72"/>
    <p:sldId id="526" r:id="rId73"/>
    <p:sldId id="527" r:id="rId74"/>
    <p:sldId id="528" r:id="rId75"/>
    <p:sldId id="529" r:id="rId76"/>
    <p:sldId id="535" r:id="rId77"/>
    <p:sldId id="536" r:id="rId78"/>
    <p:sldId id="537" r:id="rId79"/>
    <p:sldId id="538" r:id="rId80"/>
    <p:sldId id="539" r:id="rId81"/>
    <p:sldId id="540" r:id="rId82"/>
    <p:sldId id="541" r:id="rId83"/>
    <p:sldId id="542" r:id="rId84"/>
    <p:sldId id="543" r:id="rId85"/>
    <p:sldId id="544" r:id="rId86"/>
    <p:sldId id="545" r:id="rId87"/>
    <p:sldId id="546" r:id="rId88"/>
    <p:sldId id="547" r:id="rId89"/>
    <p:sldId id="548" r:id="rId90"/>
    <p:sldId id="549" r:id="rId91"/>
    <p:sldId id="550" r:id="rId92"/>
    <p:sldId id="551" r:id="rId93"/>
    <p:sldId id="552" r:id="rId94"/>
    <p:sldId id="553" r:id="rId95"/>
    <p:sldId id="554" r:id="rId96"/>
    <p:sldId id="555" r:id="rId97"/>
    <p:sldId id="556" r:id="rId98"/>
    <p:sldId id="557" r:id="rId99"/>
    <p:sldId id="558" r:id="rId100"/>
    <p:sldId id="559" r:id="rId101"/>
    <p:sldId id="560" r:id="rId102"/>
    <p:sldId id="561" r:id="rId103"/>
    <p:sldId id="562" r:id="rId104"/>
    <p:sldId id="563" r:id="rId105"/>
    <p:sldId id="564" r:id="rId106"/>
    <p:sldId id="565" r:id="rId107"/>
    <p:sldId id="566" r:id="rId108"/>
    <p:sldId id="567" r:id="rId109"/>
    <p:sldId id="568" r:id="rId110"/>
    <p:sldId id="569" r:id="rId111"/>
    <p:sldId id="573" r:id="rId112"/>
    <p:sldId id="574" r:id="rId113"/>
    <p:sldId id="575" r:id="rId114"/>
    <p:sldId id="576" r:id="rId115"/>
    <p:sldId id="577" r:id="rId116"/>
    <p:sldId id="578" r:id="rId117"/>
    <p:sldId id="579" r:id="rId118"/>
    <p:sldId id="580" r:id="rId119"/>
    <p:sldId id="581" r:id="rId120"/>
    <p:sldId id="582" r:id="rId121"/>
    <p:sldId id="583" r:id="rId122"/>
    <p:sldId id="584" r:id="rId123"/>
    <p:sldId id="585" r:id="rId124"/>
    <p:sldId id="586" r:id="rId125"/>
    <p:sldId id="587" r:id="rId126"/>
    <p:sldId id="588" r:id="rId127"/>
    <p:sldId id="590" r:id="rId128"/>
    <p:sldId id="591" r:id="rId129"/>
    <p:sldId id="592" r:id="rId130"/>
    <p:sldId id="593" r:id="rId131"/>
    <p:sldId id="594" r:id="rId132"/>
    <p:sldId id="595" r:id="rId133"/>
    <p:sldId id="596" r:id="rId134"/>
    <p:sldId id="597" r:id="rId135"/>
    <p:sldId id="598" r:id="rId136"/>
  </p:sldIdLst>
  <p:sldSz cx="9144000" cy="6858000" type="screen4x3"/>
  <p:notesSz cx="7099300" cy="10234613"/>
  <p:defaultTextStyle>
    <a:defPPr>
      <a:defRPr lang="zh-CN"/>
    </a:defPPr>
    <a:lvl1pPr algn="ctr" rtl="0" fontAlgn="base">
      <a:lnSpc>
        <a:spcPct val="150000"/>
      </a:lnSpc>
      <a:spcBef>
        <a:spcPct val="20000"/>
      </a:spcBef>
      <a:spcAft>
        <a:spcPct val="0"/>
      </a:spcAft>
      <a:buSzPct val="85000"/>
      <a:buChar char="•"/>
      <a:defRPr kumimoji="1" sz="2400" kern="1200">
        <a:solidFill>
          <a:schemeClr val="tx1"/>
        </a:solidFill>
        <a:latin typeface="Times New Roman" panose="02020603050405020304" pitchFamily="18" charset="0"/>
        <a:ea typeface="楷体_GB2312" pitchFamily="49" charset="-122"/>
        <a:cs typeface="+mn-cs"/>
      </a:defRPr>
    </a:lvl1pPr>
    <a:lvl2pPr marL="457200" algn="ctr" rtl="0" fontAlgn="base">
      <a:lnSpc>
        <a:spcPct val="150000"/>
      </a:lnSpc>
      <a:spcBef>
        <a:spcPct val="20000"/>
      </a:spcBef>
      <a:spcAft>
        <a:spcPct val="0"/>
      </a:spcAft>
      <a:buSzPct val="85000"/>
      <a:buChar char="•"/>
      <a:defRPr kumimoji="1" sz="2400" kern="1200">
        <a:solidFill>
          <a:schemeClr val="tx1"/>
        </a:solidFill>
        <a:latin typeface="Times New Roman" panose="02020603050405020304" pitchFamily="18" charset="0"/>
        <a:ea typeface="楷体_GB2312" pitchFamily="49" charset="-122"/>
        <a:cs typeface="+mn-cs"/>
      </a:defRPr>
    </a:lvl2pPr>
    <a:lvl3pPr marL="914400" algn="ctr" rtl="0" fontAlgn="base">
      <a:lnSpc>
        <a:spcPct val="150000"/>
      </a:lnSpc>
      <a:spcBef>
        <a:spcPct val="20000"/>
      </a:spcBef>
      <a:spcAft>
        <a:spcPct val="0"/>
      </a:spcAft>
      <a:buSzPct val="85000"/>
      <a:buChar char="•"/>
      <a:defRPr kumimoji="1" sz="2400" kern="1200">
        <a:solidFill>
          <a:schemeClr val="tx1"/>
        </a:solidFill>
        <a:latin typeface="Times New Roman" panose="02020603050405020304" pitchFamily="18" charset="0"/>
        <a:ea typeface="楷体_GB2312" pitchFamily="49" charset="-122"/>
        <a:cs typeface="+mn-cs"/>
      </a:defRPr>
    </a:lvl3pPr>
    <a:lvl4pPr marL="1371600" algn="ctr" rtl="0" fontAlgn="base">
      <a:lnSpc>
        <a:spcPct val="150000"/>
      </a:lnSpc>
      <a:spcBef>
        <a:spcPct val="20000"/>
      </a:spcBef>
      <a:spcAft>
        <a:spcPct val="0"/>
      </a:spcAft>
      <a:buSzPct val="85000"/>
      <a:buChar char="•"/>
      <a:defRPr kumimoji="1" sz="2400" kern="1200">
        <a:solidFill>
          <a:schemeClr val="tx1"/>
        </a:solidFill>
        <a:latin typeface="Times New Roman" panose="02020603050405020304" pitchFamily="18" charset="0"/>
        <a:ea typeface="楷体_GB2312" pitchFamily="49" charset="-122"/>
        <a:cs typeface="+mn-cs"/>
      </a:defRPr>
    </a:lvl4pPr>
    <a:lvl5pPr marL="1828800" algn="ctr" rtl="0" fontAlgn="base">
      <a:lnSpc>
        <a:spcPct val="150000"/>
      </a:lnSpc>
      <a:spcBef>
        <a:spcPct val="20000"/>
      </a:spcBef>
      <a:spcAft>
        <a:spcPct val="0"/>
      </a:spcAft>
      <a:buSzPct val="85000"/>
      <a:buChar char="•"/>
      <a:defRPr kumimoji="1" sz="2400"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3719"/>
    <a:srgbClr val="FFFFFF"/>
    <a:srgbClr val="FFFFCC"/>
    <a:srgbClr val="FF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85" autoAdjust="0"/>
    <p:restoredTop sz="94683" autoAdjust="0"/>
  </p:normalViewPr>
  <p:slideViewPr>
    <p:cSldViewPr>
      <p:cViewPr varScale="1">
        <p:scale>
          <a:sx n="88" d="100"/>
          <a:sy n="88" d="100"/>
        </p:scale>
        <p:origin x="71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784"/>
    </p:cViewPr>
  </p:sorterViewPr>
  <p:gridSpacing cx="36004" cy="36004"/>
</p:viewPr>
</file>

<file path=ppt/_rels/presentation.xml.rels><?xml version="1.0" encoding="UTF-8" standalone="yes"?>
<Relationships xmlns="http://schemas.openxmlformats.org/package/2006/relationships"><Relationship Id="rId117" Type="http://schemas.openxmlformats.org/officeDocument/2006/relationships/slide" Target="slides/slide90.xml"/><Relationship Id="rId21" Type="http://schemas.openxmlformats.org/officeDocument/2006/relationships/slideMaster" Target="slideMasters/slideMaster21.xml"/><Relationship Id="rId42" Type="http://schemas.openxmlformats.org/officeDocument/2006/relationships/slide" Target="slides/slide15.xml"/><Relationship Id="rId63" Type="http://schemas.openxmlformats.org/officeDocument/2006/relationships/slide" Target="slides/slide36.xml"/><Relationship Id="rId84" Type="http://schemas.openxmlformats.org/officeDocument/2006/relationships/slide" Target="slides/slide57.xml"/><Relationship Id="rId138" Type="http://schemas.openxmlformats.org/officeDocument/2006/relationships/presProps" Target="presProps.xml"/><Relationship Id="rId107" Type="http://schemas.openxmlformats.org/officeDocument/2006/relationships/slide" Target="slides/slide80.xml"/><Relationship Id="rId11" Type="http://schemas.openxmlformats.org/officeDocument/2006/relationships/slideMaster" Target="slideMasters/slideMaster11.xml"/><Relationship Id="rId32" Type="http://schemas.openxmlformats.org/officeDocument/2006/relationships/slide" Target="slides/slide5.xml"/><Relationship Id="rId37" Type="http://schemas.openxmlformats.org/officeDocument/2006/relationships/slide" Target="slides/slide10.xml"/><Relationship Id="rId53" Type="http://schemas.openxmlformats.org/officeDocument/2006/relationships/slide" Target="slides/slide26.xml"/><Relationship Id="rId58" Type="http://schemas.openxmlformats.org/officeDocument/2006/relationships/slide" Target="slides/slide31.xml"/><Relationship Id="rId74" Type="http://schemas.openxmlformats.org/officeDocument/2006/relationships/slide" Target="slides/slide47.xml"/><Relationship Id="rId79" Type="http://schemas.openxmlformats.org/officeDocument/2006/relationships/slide" Target="slides/slide52.xml"/><Relationship Id="rId102" Type="http://schemas.openxmlformats.org/officeDocument/2006/relationships/slide" Target="slides/slide75.xml"/><Relationship Id="rId123" Type="http://schemas.openxmlformats.org/officeDocument/2006/relationships/slide" Target="slides/slide96.xml"/><Relationship Id="rId128" Type="http://schemas.openxmlformats.org/officeDocument/2006/relationships/slide" Target="slides/slide101.xml"/><Relationship Id="rId5" Type="http://schemas.openxmlformats.org/officeDocument/2006/relationships/slideMaster" Target="slideMasters/slideMaster5.xml"/><Relationship Id="rId90" Type="http://schemas.openxmlformats.org/officeDocument/2006/relationships/slide" Target="slides/slide63.xml"/><Relationship Id="rId95" Type="http://schemas.openxmlformats.org/officeDocument/2006/relationships/slide" Target="slides/slide68.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43" Type="http://schemas.openxmlformats.org/officeDocument/2006/relationships/slide" Target="slides/slide16.xml"/><Relationship Id="rId48" Type="http://schemas.openxmlformats.org/officeDocument/2006/relationships/slide" Target="slides/slide21.xml"/><Relationship Id="rId64" Type="http://schemas.openxmlformats.org/officeDocument/2006/relationships/slide" Target="slides/slide37.xml"/><Relationship Id="rId69" Type="http://schemas.openxmlformats.org/officeDocument/2006/relationships/slide" Target="slides/slide42.xml"/><Relationship Id="rId113" Type="http://schemas.openxmlformats.org/officeDocument/2006/relationships/slide" Target="slides/slide86.xml"/><Relationship Id="rId118" Type="http://schemas.openxmlformats.org/officeDocument/2006/relationships/slide" Target="slides/slide91.xml"/><Relationship Id="rId134" Type="http://schemas.openxmlformats.org/officeDocument/2006/relationships/slide" Target="slides/slide107.xml"/><Relationship Id="rId139" Type="http://schemas.openxmlformats.org/officeDocument/2006/relationships/viewProps" Target="viewProps.xml"/><Relationship Id="rId80" Type="http://schemas.openxmlformats.org/officeDocument/2006/relationships/slide" Target="slides/slide53.xml"/><Relationship Id="rId85" Type="http://schemas.openxmlformats.org/officeDocument/2006/relationships/slide" Target="slides/slide58.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 Target="slides/slide6.xml"/><Relationship Id="rId38" Type="http://schemas.openxmlformats.org/officeDocument/2006/relationships/slide" Target="slides/slide11.xml"/><Relationship Id="rId59" Type="http://schemas.openxmlformats.org/officeDocument/2006/relationships/slide" Target="slides/slide32.xml"/><Relationship Id="rId103" Type="http://schemas.openxmlformats.org/officeDocument/2006/relationships/slide" Target="slides/slide76.xml"/><Relationship Id="rId108" Type="http://schemas.openxmlformats.org/officeDocument/2006/relationships/slide" Target="slides/slide81.xml"/><Relationship Id="rId124" Type="http://schemas.openxmlformats.org/officeDocument/2006/relationships/slide" Target="slides/slide97.xml"/><Relationship Id="rId129" Type="http://schemas.openxmlformats.org/officeDocument/2006/relationships/slide" Target="slides/slide102.xml"/><Relationship Id="rId54" Type="http://schemas.openxmlformats.org/officeDocument/2006/relationships/slide" Target="slides/slide27.xml"/><Relationship Id="rId70" Type="http://schemas.openxmlformats.org/officeDocument/2006/relationships/slide" Target="slides/slide43.xml"/><Relationship Id="rId75" Type="http://schemas.openxmlformats.org/officeDocument/2006/relationships/slide" Target="slides/slide48.xml"/><Relationship Id="rId91" Type="http://schemas.openxmlformats.org/officeDocument/2006/relationships/slide" Target="slides/slide64.xml"/><Relationship Id="rId96" Type="http://schemas.openxmlformats.org/officeDocument/2006/relationships/slide" Target="slides/slide69.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Master" Target="slideMasters/slideMaster23.xml"/><Relationship Id="rId28" Type="http://schemas.openxmlformats.org/officeDocument/2006/relationships/slide" Target="slides/slide1.xml"/><Relationship Id="rId49" Type="http://schemas.openxmlformats.org/officeDocument/2006/relationships/slide" Target="slides/slide22.xml"/><Relationship Id="rId114" Type="http://schemas.openxmlformats.org/officeDocument/2006/relationships/slide" Target="slides/slide87.xml"/><Relationship Id="rId119" Type="http://schemas.openxmlformats.org/officeDocument/2006/relationships/slide" Target="slides/slide92.xml"/><Relationship Id="rId44" Type="http://schemas.openxmlformats.org/officeDocument/2006/relationships/slide" Target="slides/slide17.xml"/><Relationship Id="rId60" Type="http://schemas.openxmlformats.org/officeDocument/2006/relationships/slide" Target="slides/slide33.xml"/><Relationship Id="rId65" Type="http://schemas.openxmlformats.org/officeDocument/2006/relationships/slide" Target="slides/slide38.xml"/><Relationship Id="rId81" Type="http://schemas.openxmlformats.org/officeDocument/2006/relationships/slide" Target="slides/slide54.xml"/><Relationship Id="rId86" Type="http://schemas.openxmlformats.org/officeDocument/2006/relationships/slide" Target="slides/slide59.xml"/><Relationship Id="rId130" Type="http://schemas.openxmlformats.org/officeDocument/2006/relationships/slide" Target="slides/slide103.xml"/><Relationship Id="rId135" Type="http://schemas.openxmlformats.org/officeDocument/2006/relationships/slide" Target="slides/slide10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2.xml"/><Relationship Id="rId109" Type="http://schemas.openxmlformats.org/officeDocument/2006/relationships/slide" Target="slides/slide82.xml"/><Relationship Id="rId34" Type="http://schemas.openxmlformats.org/officeDocument/2006/relationships/slide" Target="slides/slide7.xml"/><Relationship Id="rId50" Type="http://schemas.openxmlformats.org/officeDocument/2006/relationships/slide" Target="slides/slide23.xml"/><Relationship Id="rId55" Type="http://schemas.openxmlformats.org/officeDocument/2006/relationships/slide" Target="slides/slide28.xml"/><Relationship Id="rId76" Type="http://schemas.openxmlformats.org/officeDocument/2006/relationships/slide" Target="slides/slide49.xml"/><Relationship Id="rId97" Type="http://schemas.openxmlformats.org/officeDocument/2006/relationships/slide" Target="slides/slide70.xml"/><Relationship Id="rId104" Type="http://schemas.openxmlformats.org/officeDocument/2006/relationships/slide" Target="slides/slide77.xml"/><Relationship Id="rId120" Type="http://schemas.openxmlformats.org/officeDocument/2006/relationships/slide" Target="slides/slide93.xml"/><Relationship Id="rId125" Type="http://schemas.openxmlformats.org/officeDocument/2006/relationships/slide" Target="slides/slide98.xml"/><Relationship Id="rId141" Type="http://schemas.openxmlformats.org/officeDocument/2006/relationships/tableStyles" Target="tableStyles.xml"/><Relationship Id="rId7" Type="http://schemas.openxmlformats.org/officeDocument/2006/relationships/slideMaster" Target="slideMasters/slideMaster7.xml"/><Relationship Id="rId71" Type="http://schemas.openxmlformats.org/officeDocument/2006/relationships/slide" Target="slides/slide44.xml"/><Relationship Id="rId92"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xml"/><Relationship Id="rId24" Type="http://schemas.openxmlformats.org/officeDocument/2006/relationships/slideMaster" Target="slideMasters/slideMaster24.xml"/><Relationship Id="rId40" Type="http://schemas.openxmlformats.org/officeDocument/2006/relationships/slide" Target="slides/slide13.xml"/><Relationship Id="rId45" Type="http://schemas.openxmlformats.org/officeDocument/2006/relationships/slide" Target="slides/slide18.xml"/><Relationship Id="rId66" Type="http://schemas.openxmlformats.org/officeDocument/2006/relationships/slide" Target="slides/slide39.xml"/><Relationship Id="rId87" Type="http://schemas.openxmlformats.org/officeDocument/2006/relationships/slide" Target="slides/slide60.xml"/><Relationship Id="rId110" Type="http://schemas.openxmlformats.org/officeDocument/2006/relationships/slide" Target="slides/slide83.xml"/><Relationship Id="rId115" Type="http://schemas.openxmlformats.org/officeDocument/2006/relationships/slide" Target="slides/slide88.xml"/><Relationship Id="rId131" Type="http://schemas.openxmlformats.org/officeDocument/2006/relationships/slide" Target="slides/slide104.xml"/><Relationship Id="rId136" Type="http://schemas.openxmlformats.org/officeDocument/2006/relationships/slide" Target="slides/slide109.xml"/><Relationship Id="rId61" Type="http://schemas.openxmlformats.org/officeDocument/2006/relationships/slide" Target="slides/slide34.xml"/><Relationship Id="rId82" Type="http://schemas.openxmlformats.org/officeDocument/2006/relationships/slide" Target="slides/slide55.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3.xml"/><Relationship Id="rId35" Type="http://schemas.openxmlformats.org/officeDocument/2006/relationships/slide" Target="slides/slide8.xml"/><Relationship Id="rId56" Type="http://schemas.openxmlformats.org/officeDocument/2006/relationships/slide" Target="slides/slide29.xml"/><Relationship Id="rId77" Type="http://schemas.openxmlformats.org/officeDocument/2006/relationships/slide" Target="slides/slide50.xml"/><Relationship Id="rId100" Type="http://schemas.openxmlformats.org/officeDocument/2006/relationships/slide" Target="slides/slide73.xml"/><Relationship Id="rId105" Type="http://schemas.openxmlformats.org/officeDocument/2006/relationships/slide" Target="slides/slide78.xml"/><Relationship Id="rId126" Type="http://schemas.openxmlformats.org/officeDocument/2006/relationships/slide" Target="slides/slide99.xml"/><Relationship Id="rId8" Type="http://schemas.openxmlformats.org/officeDocument/2006/relationships/slideMaster" Target="slideMasters/slideMaster8.xml"/><Relationship Id="rId51" Type="http://schemas.openxmlformats.org/officeDocument/2006/relationships/slide" Target="slides/slide24.xml"/><Relationship Id="rId72" Type="http://schemas.openxmlformats.org/officeDocument/2006/relationships/slide" Target="slides/slide45.xml"/><Relationship Id="rId93" Type="http://schemas.openxmlformats.org/officeDocument/2006/relationships/slide" Target="slides/slide66.xml"/><Relationship Id="rId98" Type="http://schemas.openxmlformats.org/officeDocument/2006/relationships/slide" Target="slides/slide71.xml"/><Relationship Id="rId121" Type="http://schemas.openxmlformats.org/officeDocument/2006/relationships/slide" Target="slides/slide94.xml"/><Relationship Id="rId3" Type="http://schemas.openxmlformats.org/officeDocument/2006/relationships/slideMaster" Target="slideMasters/slideMaster3.xml"/><Relationship Id="rId25" Type="http://schemas.openxmlformats.org/officeDocument/2006/relationships/slideMaster" Target="slideMasters/slideMaster25.xml"/><Relationship Id="rId46" Type="http://schemas.openxmlformats.org/officeDocument/2006/relationships/slide" Target="slides/slide19.xml"/><Relationship Id="rId67" Type="http://schemas.openxmlformats.org/officeDocument/2006/relationships/slide" Target="slides/slide40.xml"/><Relationship Id="rId116" Type="http://schemas.openxmlformats.org/officeDocument/2006/relationships/slide" Target="slides/slide89.xml"/><Relationship Id="rId137" Type="http://schemas.openxmlformats.org/officeDocument/2006/relationships/notesMaster" Target="notesMasters/notesMaster1.xml"/><Relationship Id="rId20" Type="http://schemas.openxmlformats.org/officeDocument/2006/relationships/slideMaster" Target="slideMasters/slideMaster20.xml"/><Relationship Id="rId41" Type="http://schemas.openxmlformats.org/officeDocument/2006/relationships/slide" Target="slides/slide14.xml"/><Relationship Id="rId62" Type="http://schemas.openxmlformats.org/officeDocument/2006/relationships/slide" Target="slides/slide35.xml"/><Relationship Id="rId83" Type="http://schemas.openxmlformats.org/officeDocument/2006/relationships/slide" Target="slides/slide56.xml"/><Relationship Id="rId88" Type="http://schemas.openxmlformats.org/officeDocument/2006/relationships/slide" Target="slides/slide61.xml"/><Relationship Id="rId111" Type="http://schemas.openxmlformats.org/officeDocument/2006/relationships/slide" Target="slides/slide84.xml"/><Relationship Id="rId132" Type="http://schemas.openxmlformats.org/officeDocument/2006/relationships/slide" Target="slides/slide105.xml"/><Relationship Id="rId15" Type="http://schemas.openxmlformats.org/officeDocument/2006/relationships/slideMaster" Target="slideMasters/slideMaster15.xml"/><Relationship Id="rId36" Type="http://schemas.openxmlformats.org/officeDocument/2006/relationships/slide" Target="slides/slide9.xml"/><Relationship Id="rId57" Type="http://schemas.openxmlformats.org/officeDocument/2006/relationships/slide" Target="slides/slide30.xml"/><Relationship Id="rId106" Type="http://schemas.openxmlformats.org/officeDocument/2006/relationships/slide" Target="slides/slide79.xml"/><Relationship Id="rId127" Type="http://schemas.openxmlformats.org/officeDocument/2006/relationships/slide" Target="slides/slide100.xml"/><Relationship Id="rId10" Type="http://schemas.openxmlformats.org/officeDocument/2006/relationships/slideMaster" Target="slideMasters/slideMaster10.xml"/><Relationship Id="rId31" Type="http://schemas.openxmlformats.org/officeDocument/2006/relationships/slide" Target="slides/slide4.xml"/><Relationship Id="rId52" Type="http://schemas.openxmlformats.org/officeDocument/2006/relationships/slide" Target="slides/slide25.xml"/><Relationship Id="rId73" Type="http://schemas.openxmlformats.org/officeDocument/2006/relationships/slide" Target="slides/slide46.xml"/><Relationship Id="rId78" Type="http://schemas.openxmlformats.org/officeDocument/2006/relationships/slide" Target="slides/slide51.xml"/><Relationship Id="rId94" Type="http://schemas.openxmlformats.org/officeDocument/2006/relationships/slide" Target="slides/slide67.xml"/><Relationship Id="rId99" Type="http://schemas.openxmlformats.org/officeDocument/2006/relationships/slide" Target="slides/slide72.xml"/><Relationship Id="rId101" Type="http://schemas.openxmlformats.org/officeDocument/2006/relationships/slide" Target="slides/slide74.xml"/><Relationship Id="rId122" Type="http://schemas.openxmlformats.org/officeDocument/2006/relationships/slide" Target="slides/slide95.xml"/><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Master" Target="slideMasters/slideMaster26.xml"/><Relationship Id="rId47" Type="http://schemas.openxmlformats.org/officeDocument/2006/relationships/slide" Target="slides/slide20.xml"/><Relationship Id="rId68" Type="http://schemas.openxmlformats.org/officeDocument/2006/relationships/slide" Target="slides/slide41.xml"/><Relationship Id="rId89" Type="http://schemas.openxmlformats.org/officeDocument/2006/relationships/slide" Target="slides/slide62.xml"/><Relationship Id="rId112" Type="http://schemas.openxmlformats.org/officeDocument/2006/relationships/slide" Target="slides/slide85.xml"/><Relationship Id="rId133" Type="http://schemas.openxmlformats.org/officeDocument/2006/relationships/slide" Target="slides/slide106.xml"/><Relationship Id="rId16" Type="http://schemas.openxmlformats.org/officeDocument/2006/relationships/slideMaster" Target="slideMasters/slideMaster1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 Id="rId5" Type="http://schemas.openxmlformats.org/officeDocument/2006/relationships/image" Target="../media/image76.wmf"/><Relationship Id="rId4" Type="http://schemas.openxmlformats.org/officeDocument/2006/relationships/image" Target="../media/image7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 Id="rId4" Type="http://schemas.openxmlformats.org/officeDocument/2006/relationships/image" Target="../media/image8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5" Type="http://schemas.openxmlformats.org/officeDocument/2006/relationships/image" Target="../media/image87.wmf"/><Relationship Id="rId4" Type="http://schemas.openxmlformats.org/officeDocument/2006/relationships/image" Target="../media/image86.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 Id="rId5" Type="http://schemas.openxmlformats.org/officeDocument/2006/relationships/image" Target="../media/image98.wmf"/><Relationship Id="rId4" Type="http://schemas.openxmlformats.org/officeDocument/2006/relationships/image" Target="../media/image97.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6.wmf"/><Relationship Id="rId6" Type="http://schemas.openxmlformats.org/officeDocument/2006/relationships/image" Target="../media/image103.wmf"/><Relationship Id="rId5" Type="http://schemas.openxmlformats.org/officeDocument/2006/relationships/image" Target="../media/image102.wmf"/><Relationship Id="rId4" Type="http://schemas.openxmlformats.org/officeDocument/2006/relationships/image" Target="../media/image101.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06.wmf"/><Relationship Id="rId7" Type="http://schemas.openxmlformats.org/officeDocument/2006/relationships/image" Target="../media/image110.wmf"/><Relationship Id="rId2" Type="http://schemas.openxmlformats.org/officeDocument/2006/relationships/image" Target="../media/image105.wmf"/><Relationship Id="rId1" Type="http://schemas.openxmlformats.org/officeDocument/2006/relationships/image" Target="../media/image104.wmf"/><Relationship Id="rId6" Type="http://schemas.openxmlformats.org/officeDocument/2006/relationships/image" Target="../media/image109.wmf"/><Relationship Id="rId5" Type="http://schemas.openxmlformats.org/officeDocument/2006/relationships/image" Target="../media/image108.wmf"/><Relationship Id="rId4" Type="http://schemas.openxmlformats.org/officeDocument/2006/relationships/image" Target="../media/image107.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2.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 Id="rId4" Type="http://schemas.openxmlformats.org/officeDocument/2006/relationships/image" Target="../media/image125.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127.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137.wmf"/><Relationship Id="rId3" Type="http://schemas.openxmlformats.org/officeDocument/2006/relationships/image" Target="../media/image132.emf"/><Relationship Id="rId7" Type="http://schemas.openxmlformats.org/officeDocument/2006/relationships/image" Target="../media/image136.wmf"/><Relationship Id="rId2" Type="http://schemas.openxmlformats.org/officeDocument/2006/relationships/image" Target="../media/image131.emf"/><Relationship Id="rId1" Type="http://schemas.openxmlformats.org/officeDocument/2006/relationships/image" Target="../media/image130.emf"/><Relationship Id="rId6" Type="http://schemas.openxmlformats.org/officeDocument/2006/relationships/image" Target="../media/image135.emf"/><Relationship Id="rId5" Type="http://schemas.openxmlformats.org/officeDocument/2006/relationships/image" Target="../media/image134.emf"/><Relationship Id="rId4" Type="http://schemas.openxmlformats.org/officeDocument/2006/relationships/image" Target="../media/image133.e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41.wmf"/><Relationship Id="rId1" Type="http://schemas.openxmlformats.org/officeDocument/2006/relationships/image" Target="../media/image140.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image" Target="../media/image96.wmf"/><Relationship Id="rId1" Type="http://schemas.openxmlformats.org/officeDocument/2006/relationships/image" Target="../media/image142.wmf"/><Relationship Id="rId4" Type="http://schemas.openxmlformats.org/officeDocument/2006/relationships/image" Target="../media/image144.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149.wmf"/><Relationship Id="rId1" Type="http://schemas.openxmlformats.org/officeDocument/2006/relationships/image" Target="../media/image148.wmf"/><Relationship Id="rId4" Type="http://schemas.openxmlformats.org/officeDocument/2006/relationships/image" Target="../media/image150.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 Id="rId4" Type="http://schemas.openxmlformats.org/officeDocument/2006/relationships/image" Target="../media/image156.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image" Target="../media/image161.wmf"/><Relationship Id="rId1" Type="http://schemas.openxmlformats.org/officeDocument/2006/relationships/image" Target="../media/image160.wmf"/><Relationship Id="rId4" Type="http://schemas.openxmlformats.org/officeDocument/2006/relationships/image" Target="../media/image163.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68.wmf"/><Relationship Id="rId1" Type="http://schemas.openxmlformats.org/officeDocument/2006/relationships/image" Target="../media/image167.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69.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73.wmf"/><Relationship Id="rId1" Type="http://schemas.openxmlformats.org/officeDocument/2006/relationships/image" Target="../media/image172.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75.wmf"/></Relationships>
</file>

<file path=ppt/drawings/_rels/vmlDrawing46.vml.rels><?xml version="1.0" encoding="UTF-8" standalone="yes"?>
<Relationships xmlns="http://schemas.openxmlformats.org/package/2006/relationships"><Relationship Id="rId8" Type="http://schemas.openxmlformats.org/officeDocument/2006/relationships/image" Target="../media/image183.wmf"/><Relationship Id="rId3" Type="http://schemas.openxmlformats.org/officeDocument/2006/relationships/image" Target="../media/image178.wmf"/><Relationship Id="rId7" Type="http://schemas.openxmlformats.org/officeDocument/2006/relationships/image" Target="../media/image182.wmf"/><Relationship Id="rId2" Type="http://schemas.openxmlformats.org/officeDocument/2006/relationships/image" Target="../media/image177.wmf"/><Relationship Id="rId1" Type="http://schemas.openxmlformats.org/officeDocument/2006/relationships/image" Target="../media/image176.wmf"/><Relationship Id="rId6" Type="http://schemas.openxmlformats.org/officeDocument/2006/relationships/image" Target="../media/image181.wmf"/><Relationship Id="rId5" Type="http://schemas.openxmlformats.org/officeDocument/2006/relationships/image" Target="../media/image180.wmf"/><Relationship Id="rId4" Type="http://schemas.openxmlformats.org/officeDocument/2006/relationships/image" Target="../media/image179.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81.wmf"/><Relationship Id="rId2" Type="http://schemas.openxmlformats.org/officeDocument/2006/relationships/image" Target="../media/image185.wmf"/><Relationship Id="rId1" Type="http://schemas.openxmlformats.org/officeDocument/2006/relationships/image" Target="../media/image179.wmf"/><Relationship Id="rId5" Type="http://schemas.openxmlformats.org/officeDocument/2006/relationships/image" Target="../media/image183.wmf"/><Relationship Id="rId4" Type="http://schemas.openxmlformats.org/officeDocument/2006/relationships/image" Target="../media/image182.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81.wmf"/><Relationship Id="rId2" Type="http://schemas.openxmlformats.org/officeDocument/2006/relationships/image" Target="../media/image187.wmf"/><Relationship Id="rId1" Type="http://schemas.openxmlformats.org/officeDocument/2006/relationships/image" Target="../media/image186.wmf"/><Relationship Id="rId5" Type="http://schemas.openxmlformats.org/officeDocument/2006/relationships/image" Target="../media/image183.wmf"/><Relationship Id="rId4" Type="http://schemas.openxmlformats.org/officeDocument/2006/relationships/image" Target="../media/image18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E5A8638-11ED-49BC-85D3-6E04999FADF1}"/>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l" defTabSz="990600">
              <a:lnSpc>
                <a:spcPct val="100000"/>
              </a:lnSpc>
              <a:spcBef>
                <a:spcPct val="0"/>
              </a:spcBef>
              <a:buSzTx/>
              <a:buFontTx/>
              <a:buNone/>
              <a:defRPr sz="1300">
                <a:ea typeface="宋体" pitchFamily="2" charset="-122"/>
              </a:defRPr>
            </a:lvl1pPr>
          </a:lstStyle>
          <a:p>
            <a:pPr>
              <a:defRPr/>
            </a:pPr>
            <a:endParaRPr lang="en-US" altLang="zh-CN"/>
          </a:p>
        </p:txBody>
      </p:sp>
      <p:sp>
        <p:nvSpPr>
          <p:cNvPr id="14339" name="Rectangle 3">
            <a:extLst>
              <a:ext uri="{FF2B5EF4-FFF2-40B4-BE49-F238E27FC236}">
                <a16:creationId xmlns:a16="http://schemas.microsoft.com/office/drawing/2014/main" id="{7A5B96D2-B786-40AC-9778-B416B71508E8}"/>
              </a:ext>
            </a:extLst>
          </p:cNvPr>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lnSpc>
                <a:spcPct val="100000"/>
              </a:lnSpc>
              <a:spcBef>
                <a:spcPct val="0"/>
              </a:spcBef>
              <a:buSzTx/>
              <a:buFontTx/>
              <a:buNone/>
              <a:defRPr sz="1300">
                <a:ea typeface="宋体" pitchFamily="2" charset="-122"/>
              </a:defRPr>
            </a:lvl1pPr>
          </a:lstStyle>
          <a:p>
            <a:pPr>
              <a:defRPr/>
            </a:pPr>
            <a:endParaRPr lang="en-US" altLang="zh-CN"/>
          </a:p>
        </p:txBody>
      </p:sp>
      <p:sp>
        <p:nvSpPr>
          <p:cNvPr id="496644" name="Rectangle 4">
            <a:extLst>
              <a:ext uri="{FF2B5EF4-FFF2-40B4-BE49-F238E27FC236}">
                <a16:creationId xmlns:a16="http://schemas.microsoft.com/office/drawing/2014/main" id="{D0E5EC2B-98EE-42B5-99D0-A78CB2543BA5}"/>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a:extLst>
              <a:ext uri="{FF2B5EF4-FFF2-40B4-BE49-F238E27FC236}">
                <a16:creationId xmlns:a16="http://schemas.microsoft.com/office/drawing/2014/main" id="{386C3A6A-6544-45D0-9282-B7F46908828F}"/>
              </a:ext>
            </a:extLst>
          </p:cNvPr>
          <p:cNvSpPr>
            <a:spLocks noGrp="1" noChangeArrowheads="1"/>
          </p:cNvSpPr>
          <p:nvPr>
            <p:ph type="body" sz="quarter" idx="3"/>
          </p:nvPr>
        </p:nvSpPr>
        <p:spPr bwMode="auto">
          <a:xfrm>
            <a:off x="946150" y="4860925"/>
            <a:ext cx="5207000"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342" name="Rectangle 6">
            <a:extLst>
              <a:ext uri="{FF2B5EF4-FFF2-40B4-BE49-F238E27FC236}">
                <a16:creationId xmlns:a16="http://schemas.microsoft.com/office/drawing/2014/main" id="{B2034594-C47A-4267-A52E-9171C0C30604}"/>
              </a:ext>
            </a:extLst>
          </p:cNvPr>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l" defTabSz="990600">
              <a:lnSpc>
                <a:spcPct val="100000"/>
              </a:lnSpc>
              <a:spcBef>
                <a:spcPct val="0"/>
              </a:spcBef>
              <a:buSzTx/>
              <a:buFontTx/>
              <a:buNone/>
              <a:defRPr sz="1300">
                <a:ea typeface="宋体" pitchFamily="2" charset="-122"/>
              </a:defRPr>
            </a:lvl1pPr>
          </a:lstStyle>
          <a:p>
            <a:pPr>
              <a:defRPr/>
            </a:pPr>
            <a:endParaRPr lang="en-US" altLang="zh-CN"/>
          </a:p>
        </p:txBody>
      </p:sp>
      <p:sp>
        <p:nvSpPr>
          <p:cNvPr id="14343" name="Rectangle 7">
            <a:extLst>
              <a:ext uri="{FF2B5EF4-FFF2-40B4-BE49-F238E27FC236}">
                <a16:creationId xmlns:a16="http://schemas.microsoft.com/office/drawing/2014/main" id="{7D76E829-BED1-4A37-93FC-82222891A2C2}"/>
              </a:ext>
            </a:extLst>
          </p:cNvPr>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lnSpc>
                <a:spcPct val="100000"/>
              </a:lnSpc>
              <a:spcBef>
                <a:spcPct val="0"/>
              </a:spcBef>
              <a:buSzTx/>
              <a:buFontTx/>
              <a:buNone/>
              <a:defRPr sz="1300">
                <a:ea typeface="宋体" panose="02010600030101010101" pitchFamily="2" charset="-122"/>
              </a:defRPr>
            </a:lvl1pPr>
          </a:lstStyle>
          <a:p>
            <a:fld id="{47D939C7-236E-4C05-803E-AE258BF5C768}"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幻灯片图像占位符 1">
            <a:extLst>
              <a:ext uri="{FF2B5EF4-FFF2-40B4-BE49-F238E27FC236}">
                <a16:creationId xmlns:a16="http://schemas.microsoft.com/office/drawing/2014/main" id="{A03E5AB1-FA9A-43B8-BAEA-83B4D998E14E}"/>
              </a:ext>
            </a:extLst>
          </p:cNvPr>
          <p:cNvSpPr>
            <a:spLocks noGrp="1" noRot="1" noChangeAspect="1" noTextEdit="1"/>
          </p:cNvSpPr>
          <p:nvPr>
            <p:ph type="sldImg"/>
          </p:nvPr>
        </p:nvSpPr>
        <p:spPr>
          <a:xfrm>
            <a:off x="992188" y="768350"/>
            <a:ext cx="5114925" cy="3836988"/>
          </a:xfrm>
          <a:ln/>
        </p:spPr>
      </p:sp>
      <p:sp>
        <p:nvSpPr>
          <p:cNvPr id="497667" name="备注占位符 2">
            <a:extLst>
              <a:ext uri="{FF2B5EF4-FFF2-40B4-BE49-F238E27FC236}">
                <a16:creationId xmlns:a16="http://schemas.microsoft.com/office/drawing/2014/main" id="{CAE9CA66-D621-467C-878F-8182D77B800C}"/>
              </a:ext>
            </a:extLst>
          </p:cNvPr>
          <p:cNvSpPr>
            <a:spLocks noGrp="1"/>
          </p:cNvSpPr>
          <p:nvPr>
            <p:ph type="body" idx="1"/>
          </p:nvPr>
        </p:nvSpPr>
        <p:spPr>
          <a:xfrm>
            <a:off x="709613" y="4926013"/>
            <a:ext cx="5680075" cy="4029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latin typeface="黑体" panose="02010609060101010101" pitchFamily="49" charset="-122"/>
                <a:ea typeface="黑体" panose="02010609060101010101" pitchFamily="49" charset="-122"/>
              </a:rPr>
              <a:t>仪表的绝对误差限，即在仪表量程范围内可能的最大误差</a:t>
            </a:r>
            <a:endParaRPr lang="zh-CN" altLang="en-US">
              <a:latin typeface="Arial" panose="020B0604020202020204" pitchFamily="34" charset="0"/>
            </a:endParaRPr>
          </a:p>
        </p:txBody>
      </p:sp>
      <p:sp>
        <p:nvSpPr>
          <p:cNvPr id="497668" name="日期占位符 3">
            <a:extLst>
              <a:ext uri="{FF2B5EF4-FFF2-40B4-BE49-F238E27FC236}">
                <a16:creationId xmlns:a16="http://schemas.microsoft.com/office/drawing/2014/main" id="{AC5BB9EA-0F43-4521-B43C-E4385F74998B}"/>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buFont typeface="Arial" panose="020B0604020202020204" pitchFamily="34" charset="0"/>
              <a:buNone/>
            </a:pPr>
            <a:fld id="{2A2BDEBD-11B3-4C13-8FE1-66A0FDF0B8D7}" type="datetime1">
              <a:rPr lang="zh-CN" altLang="en-US" sz="1300" smtClean="0">
                <a:latin typeface="Arial" panose="020B0604020202020204" pitchFamily="34" charset="0"/>
                <a:ea typeface="宋体" panose="02010600030101010101" pitchFamily="2" charset="-122"/>
              </a:rPr>
              <a:pPr eaLnBrk="1" hangingPunct="1">
                <a:buFont typeface="Arial" panose="020B0604020202020204" pitchFamily="34" charset="0"/>
                <a:buNone/>
              </a:pPr>
              <a:t>2025/10/20</a:t>
            </a:fld>
            <a:endParaRPr lang="zh-CN" altLang="en-US" sz="1300">
              <a:latin typeface="Calibri" panose="020F0502020204030204" pitchFamily="34" charset="0"/>
              <a:ea typeface="宋体" panose="02010600030101010101" pitchFamily="2" charset="-122"/>
            </a:endParaRPr>
          </a:p>
        </p:txBody>
      </p:sp>
      <p:sp>
        <p:nvSpPr>
          <p:cNvPr id="497669" name="灯片编号占位符 4">
            <a:extLst>
              <a:ext uri="{FF2B5EF4-FFF2-40B4-BE49-F238E27FC236}">
                <a16:creationId xmlns:a16="http://schemas.microsoft.com/office/drawing/2014/main" id="{14883355-21B1-401E-A84B-A497C138CC9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1F07E24E-1021-4499-87F7-A5B17F9093F9}" type="slidenum">
              <a:rPr lang="zh-CN" altLang="en-US" sz="1300">
                <a:latin typeface="Arial" panose="020B0604020202020204" pitchFamily="34" charset="0"/>
                <a:ea typeface="宋体" panose="02010600030101010101" pitchFamily="2" charset="-122"/>
              </a:rPr>
              <a:pPr eaLnBrk="1" hangingPunct="1"/>
              <a:t>7</a:t>
            </a:fld>
            <a:endParaRPr lang="zh-CN" altLang="en-US" sz="13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幻灯片图像占位符 1">
            <a:extLst>
              <a:ext uri="{FF2B5EF4-FFF2-40B4-BE49-F238E27FC236}">
                <a16:creationId xmlns:a16="http://schemas.microsoft.com/office/drawing/2014/main" id="{A4CE58E5-FDBD-4626-B79E-CCF49ADBFA25}"/>
              </a:ext>
            </a:extLst>
          </p:cNvPr>
          <p:cNvSpPr>
            <a:spLocks noGrp="1" noRot="1" noChangeAspect="1" noTextEdit="1"/>
          </p:cNvSpPr>
          <p:nvPr>
            <p:ph type="sldImg"/>
          </p:nvPr>
        </p:nvSpPr>
        <p:spPr>
          <a:xfrm>
            <a:off x="812800" y="860425"/>
            <a:ext cx="5722938" cy="4294188"/>
          </a:xfrm>
          <a:ln/>
        </p:spPr>
      </p:sp>
      <p:sp>
        <p:nvSpPr>
          <p:cNvPr id="498691" name="备注占位符 2">
            <a:extLst>
              <a:ext uri="{FF2B5EF4-FFF2-40B4-BE49-F238E27FC236}">
                <a16:creationId xmlns:a16="http://schemas.microsoft.com/office/drawing/2014/main" id="{079B6331-3229-4B21-ACB4-40769BF69A2E}"/>
              </a:ext>
            </a:extLst>
          </p:cNvPr>
          <p:cNvSpPr>
            <a:spLocks noGrp="1"/>
          </p:cNvSpPr>
          <p:nvPr>
            <p:ph type="body" idx="1"/>
          </p:nvPr>
        </p:nvSpPr>
        <p:spPr>
          <a:xfrm>
            <a:off x="979488" y="5440363"/>
            <a:ext cx="5389562" cy="51546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不同行业规定的精度等级不同</a:t>
            </a:r>
          </a:p>
        </p:txBody>
      </p:sp>
      <p:sp>
        <p:nvSpPr>
          <p:cNvPr id="498692" name="灯片编号占位符 3">
            <a:extLst>
              <a:ext uri="{FF2B5EF4-FFF2-40B4-BE49-F238E27FC236}">
                <a16:creationId xmlns:a16="http://schemas.microsoft.com/office/drawing/2014/main" id="{5854208C-A277-4557-92DD-48C716795C0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1563" eaLnBrk="0" hangingPunct="0">
              <a:defRPr kumimoji="1" sz="2400">
                <a:solidFill>
                  <a:schemeClr val="tx1"/>
                </a:solidFill>
                <a:latin typeface="Times New Roman" panose="02020603050405020304" pitchFamily="18" charset="0"/>
                <a:ea typeface="楷体_GB2312" pitchFamily="49" charset="-122"/>
              </a:defRPr>
            </a:lvl1pPr>
            <a:lvl2pPr marL="742950" indent="-285750" defTabSz="1071563"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1071563"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1071563"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1071563"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1071563"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1071563"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1071563"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1071563"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901C806E-28ED-43F3-B239-379AE674E1FF}" type="slidenum">
              <a:rPr lang="en-US" altLang="zh-CN" sz="1400">
                <a:ea typeface="宋体" panose="02010600030101010101" pitchFamily="2" charset="-122"/>
              </a:rPr>
              <a:pPr eaLnBrk="1" hangingPunct="1"/>
              <a:t>8</a:t>
            </a:fld>
            <a:endParaRPr lang="en-US" altLang="zh-CN" sz="140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幻灯片图像占位符 1">
            <a:extLst>
              <a:ext uri="{FF2B5EF4-FFF2-40B4-BE49-F238E27FC236}">
                <a16:creationId xmlns:a16="http://schemas.microsoft.com/office/drawing/2014/main" id="{AB836BDF-EDFD-4D83-A327-7BE6C68C7F17}"/>
              </a:ext>
            </a:extLst>
          </p:cNvPr>
          <p:cNvSpPr>
            <a:spLocks noGrp="1" noRot="1" noChangeAspect="1" noTextEdit="1"/>
          </p:cNvSpPr>
          <p:nvPr>
            <p:ph type="sldImg"/>
          </p:nvPr>
        </p:nvSpPr>
        <p:spPr>
          <a:xfrm>
            <a:off x="992188" y="768350"/>
            <a:ext cx="5114925" cy="3836988"/>
          </a:xfrm>
          <a:ln/>
        </p:spPr>
      </p:sp>
      <p:sp>
        <p:nvSpPr>
          <p:cNvPr id="500739" name="备注占位符 2">
            <a:extLst>
              <a:ext uri="{FF2B5EF4-FFF2-40B4-BE49-F238E27FC236}">
                <a16:creationId xmlns:a16="http://schemas.microsoft.com/office/drawing/2014/main" id="{31206BF8-E49F-4A96-A776-4013D2319D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人</a:t>
            </a:r>
          </a:p>
        </p:txBody>
      </p:sp>
      <p:sp>
        <p:nvSpPr>
          <p:cNvPr id="500740" name="灯片编号占位符 3">
            <a:extLst>
              <a:ext uri="{FF2B5EF4-FFF2-40B4-BE49-F238E27FC236}">
                <a16:creationId xmlns:a16="http://schemas.microsoft.com/office/drawing/2014/main" id="{54B9618F-84AA-4DE4-B84C-06847F6AAB0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EEB3131-AA02-4F45-ADA9-29D8CEEB3E07}" type="slidenum">
              <a:rPr lang="ja-JP" altLang="en-US" sz="1300">
                <a:solidFill>
                  <a:srgbClr val="000000"/>
                </a:solidFill>
                <a:ea typeface="宋体" panose="02010600030101010101" pitchFamily="2" charset="-122"/>
              </a:rPr>
              <a:pPr eaLnBrk="1" hangingPunct="1"/>
              <a:t>50</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幻灯片图像占位符 1">
            <a:extLst>
              <a:ext uri="{FF2B5EF4-FFF2-40B4-BE49-F238E27FC236}">
                <a16:creationId xmlns:a16="http://schemas.microsoft.com/office/drawing/2014/main" id="{2B873B47-57EF-48DF-B58C-8FDCF5D461DE}"/>
              </a:ext>
            </a:extLst>
          </p:cNvPr>
          <p:cNvSpPr>
            <a:spLocks noGrp="1" noRot="1" noChangeAspect="1" noTextEdit="1"/>
          </p:cNvSpPr>
          <p:nvPr>
            <p:ph type="sldImg"/>
          </p:nvPr>
        </p:nvSpPr>
        <p:spPr>
          <a:xfrm>
            <a:off x="992188" y="768350"/>
            <a:ext cx="5114925" cy="3836988"/>
          </a:xfrm>
          <a:ln/>
        </p:spPr>
      </p:sp>
      <p:sp>
        <p:nvSpPr>
          <p:cNvPr id="501763" name="备注占位符 2">
            <a:extLst>
              <a:ext uri="{FF2B5EF4-FFF2-40B4-BE49-F238E27FC236}">
                <a16:creationId xmlns:a16="http://schemas.microsoft.com/office/drawing/2014/main" id="{D1DFD192-D879-43A9-9DA5-B6DCB44B1A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1764" name="灯片编号占位符 3">
            <a:extLst>
              <a:ext uri="{FF2B5EF4-FFF2-40B4-BE49-F238E27FC236}">
                <a16:creationId xmlns:a16="http://schemas.microsoft.com/office/drawing/2014/main" id="{F6523B68-3AAC-4D2E-B0B6-7B7E6551675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D8704FAA-F140-448C-A83B-35AF9697F549}" type="slidenum">
              <a:rPr lang="ja-JP" altLang="en-US" sz="1300">
                <a:solidFill>
                  <a:srgbClr val="000000"/>
                </a:solidFill>
                <a:ea typeface="宋体" panose="02010600030101010101" pitchFamily="2" charset="-122"/>
              </a:rPr>
              <a:pPr eaLnBrk="1" hangingPunct="1"/>
              <a:t>52</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幻灯片图像占位符 1">
            <a:extLst>
              <a:ext uri="{FF2B5EF4-FFF2-40B4-BE49-F238E27FC236}">
                <a16:creationId xmlns:a16="http://schemas.microsoft.com/office/drawing/2014/main" id="{EF00AA66-C42B-4A55-9C57-19FEEC37DB3C}"/>
              </a:ext>
            </a:extLst>
          </p:cNvPr>
          <p:cNvSpPr>
            <a:spLocks noGrp="1" noRot="1" noChangeAspect="1" noTextEdit="1"/>
          </p:cNvSpPr>
          <p:nvPr>
            <p:ph type="sldImg"/>
          </p:nvPr>
        </p:nvSpPr>
        <p:spPr>
          <a:xfrm>
            <a:off x="992188" y="768350"/>
            <a:ext cx="5114925" cy="3836988"/>
          </a:xfrm>
          <a:ln/>
        </p:spPr>
      </p:sp>
      <p:sp>
        <p:nvSpPr>
          <p:cNvPr id="502787" name="备注占位符 2">
            <a:extLst>
              <a:ext uri="{FF2B5EF4-FFF2-40B4-BE49-F238E27FC236}">
                <a16:creationId xmlns:a16="http://schemas.microsoft.com/office/drawing/2014/main" id="{2A683E1D-0E97-4884-9AE5-8F3F0A91D2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2788" name="灯片编号占位符 3">
            <a:extLst>
              <a:ext uri="{FF2B5EF4-FFF2-40B4-BE49-F238E27FC236}">
                <a16:creationId xmlns:a16="http://schemas.microsoft.com/office/drawing/2014/main" id="{F9B4BE61-43DE-49C9-B3E5-192608B3B9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C661E4A8-1382-4C6D-A23B-EDC33E5CAC57}" type="slidenum">
              <a:rPr lang="ja-JP" altLang="en-US" sz="1300">
                <a:solidFill>
                  <a:srgbClr val="000000"/>
                </a:solidFill>
                <a:ea typeface="宋体" panose="02010600030101010101" pitchFamily="2" charset="-122"/>
              </a:rPr>
              <a:pPr eaLnBrk="1" hangingPunct="1"/>
              <a:t>53</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幻灯片图像占位符 1">
            <a:extLst>
              <a:ext uri="{FF2B5EF4-FFF2-40B4-BE49-F238E27FC236}">
                <a16:creationId xmlns:a16="http://schemas.microsoft.com/office/drawing/2014/main" id="{F0F8A07F-27CA-433F-89E3-B47588CDCE08}"/>
              </a:ext>
            </a:extLst>
          </p:cNvPr>
          <p:cNvSpPr>
            <a:spLocks noGrp="1" noRot="1" noChangeAspect="1" noTextEdit="1"/>
          </p:cNvSpPr>
          <p:nvPr>
            <p:ph type="sldImg"/>
          </p:nvPr>
        </p:nvSpPr>
        <p:spPr>
          <a:xfrm>
            <a:off x="992188" y="768350"/>
            <a:ext cx="5114925" cy="3836988"/>
          </a:xfrm>
          <a:ln/>
        </p:spPr>
      </p:sp>
      <p:sp>
        <p:nvSpPr>
          <p:cNvPr id="503811" name="备注占位符 2">
            <a:extLst>
              <a:ext uri="{FF2B5EF4-FFF2-40B4-BE49-F238E27FC236}">
                <a16:creationId xmlns:a16="http://schemas.microsoft.com/office/drawing/2014/main" id="{6673D472-0410-4498-8D93-CC209C4755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3812" name="灯片编号占位符 3">
            <a:extLst>
              <a:ext uri="{FF2B5EF4-FFF2-40B4-BE49-F238E27FC236}">
                <a16:creationId xmlns:a16="http://schemas.microsoft.com/office/drawing/2014/main" id="{C5BEDDA4-3E66-46F4-9510-6B1E0F9875D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1AC901B6-A42E-4896-AB8D-1213C1227476}" type="slidenum">
              <a:rPr lang="ja-JP" altLang="en-US" sz="1300">
                <a:solidFill>
                  <a:srgbClr val="000000"/>
                </a:solidFill>
                <a:ea typeface="宋体" panose="02010600030101010101" pitchFamily="2" charset="-122"/>
              </a:rPr>
              <a:pPr eaLnBrk="1" hangingPunct="1"/>
              <a:t>54</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幻灯片图像占位符 1">
            <a:extLst>
              <a:ext uri="{FF2B5EF4-FFF2-40B4-BE49-F238E27FC236}">
                <a16:creationId xmlns:a16="http://schemas.microsoft.com/office/drawing/2014/main" id="{7C35BB3F-231C-41D4-8B64-51A3926EC04F}"/>
              </a:ext>
            </a:extLst>
          </p:cNvPr>
          <p:cNvSpPr>
            <a:spLocks noGrp="1" noRot="1" noChangeAspect="1" noTextEdit="1"/>
          </p:cNvSpPr>
          <p:nvPr>
            <p:ph type="sldImg"/>
          </p:nvPr>
        </p:nvSpPr>
        <p:spPr>
          <a:xfrm>
            <a:off x="992188" y="768350"/>
            <a:ext cx="5114925" cy="3836988"/>
          </a:xfrm>
          <a:ln/>
        </p:spPr>
      </p:sp>
      <p:sp>
        <p:nvSpPr>
          <p:cNvPr id="504835" name="备注占位符 2">
            <a:extLst>
              <a:ext uri="{FF2B5EF4-FFF2-40B4-BE49-F238E27FC236}">
                <a16:creationId xmlns:a16="http://schemas.microsoft.com/office/drawing/2014/main" id="{791D80BE-D67F-49A5-9F88-E885A72809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4836" name="灯片编号占位符 3">
            <a:extLst>
              <a:ext uri="{FF2B5EF4-FFF2-40B4-BE49-F238E27FC236}">
                <a16:creationId xmlns:a16="http://schemas.microsoft.com/office/drawing/2014/main" id="{7EBBAFF2-BFC1-4070-8C2A-C7A3BC08C86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E1FDC518-9ACD-4775-A110-777700F8F2A4}" type="slidenum">
              <a:rPr lang="ja-JP" altLang="en-US" sz="1300">
                <a:solidFill>
                  <a:srgbClr val="000000"/>
                </a:solidFill>
                <a:ea typeface="宋体" panose="02010600030101010101" pitchFamily="2" charset="-122"/>
              </a:rPr>
              <a:pPr eaLnBrk="1" hangingPunct="1"/>
              <a:t>55</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幻灯片图像占位符 1">
            <a:extLst>
              <a:ext uri="{FF2B5EF4-FFF2-40B4-BE49-F238E27FC236}">
                <a16:creationId xmlns:a16="http://schemas.microsoft.com/office/drawing/2014/main" id="{D6AC1CAA-40E9-465D-940F-EDE938E34248}"/>
              </a:ext>
            </a:extLst>
          </p:cNvPr>
          <p:cNvSpPr>
            <a:spLocks noGrp="1" noRot="1" noChangeAspect="1" noTextEdit="1"/>
          </p:cNvSpPr>
          <p:nvPr>
            <p:ph type="sldImg"/>
          </p:nvPr>
        </p:nvSpPr>
        <p:spPr>
          <a:xfrm>
            <a:off x="992188" y="768350"/>
            <a:ext cx="5114925" cy="3836988"/>
          </a:xfrm>
          <a:ln/>
        </p:spPr>
      </p:sp>
      <p:sp>
        <p:nvSpPr>
          <p:cNvPr id="505859" name="备注占位符 2">
            <a:extLst>
              <a:ext uri="{FF2B5EF4-FFF2-40B4-BE49-F238E27FC236}">
                <a16:creationId xmlns:a16="http://schemas.microsoft.com/office/drawing/2014/main" id="{EA260689-6F6D-441A-B817-94EB71E2500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5860" name="灯片编号占位符 3">
            <a:extLst>
              <a:ext uri="{FF2B5EF4-FFF2-40B4-BE49-F238E27FC236}">
                <a16:creationId xmlns:a16="http://schemas.microsoft.com/office/drawing/2014/main" id="{0F5B7E8C-4006-49DC-964B-58C2621FE5E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E9CD5A14-F0A5-4E6A-A086-024739799B34}" type="slidenum">
              <a:rPr lang="ja-JP" altLang="en-US" sz="1300">
                <a:solidFill>
                  <a:srgbClr val="000000"/>
                </a:solidFill>
                <a:ea typeface="宋体" panose="02010600030101010101" pitchFamily="2" charset="-122"/>
              </a:rPr>
              <a:pPr eaLnBrk="1" hangingPunct="1"/>
              <a:t>56</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幻灯片图像占位符 1">
            <a:extLst>
              <a:ext uri="{FF2B5EF4-FFF2-40B4-BE49-F238E27FC236}">
                <a16:creationId xmlns:a16="http://schemas.microsoft.com/office/drawing/2014/main" id="{D7FCD5CF-9521-411F-B305-B3DD3CD13EE8}"/>
              </a:ext>
            </a:extLst>
          </p:cNvPr>
          <p:cNvSpPr>
            <a:spLocks noGrp="1" noRot="1" noChangeAspect="1" noTextEdit="1"/>
          </p:cNvSpPr>
          <p:nvPr>
            <p:ph type="sldImg"/>
          </p:nvPr>
        </p:nvSpPr>
        <p:spPr>
          <a:xfrm>
            <a:off x="992188" y="768350"/>
            <a:ext cx="5114925" cy="3836988"/>
          </a:xfrm>
          <a:ln/>
        </p:spPr>
      </p:sp>
      <p:sp>
        <p:nvSpPr>
          <p:cNvPr id="506883" name="备注占位符 2">
            <a:extLst>
              <a:ext uri="{FF2B5EF4-FFF2-40B4-BE49-F238E27FC236}">
                <a16:creationId xmlns:a16="http://schemas.microsoft.com/office/drawing/2014/main" id="{C6CDA897-AFE8-49B2-8EC6-B5E338539DC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从压电元件的等效电路看：电荷发生器</a:t>
            </a:r>
            <a:r>
              <a:rPr lang="en-US" altLang="zh-CN"/>
              <a:t>---</a:t>
            </a:r>
            <a:r>
              <a:rPr lang="zh-CN" altLang="en-US"/>
              <a:t>相当于电流源</a:t>
            </a:r>
            <a:r>
              <a:rPr lang="en-US" altLang="zh-CN"/>
              <a:t>----</a:t>
            </a:r>
            <a:r>
              <a:rPr lang="zh-CN" altLang="en-US"/>
              <a:t>期望负载阻抗为</a:t>
            </a:r>
            <a:r>
              <a:rPr lang="en-US" altLang="zh-CN"/>
              <a:t>0</a:t>
            </a:r>
          </a:p>
          <a:p>
            <a:r>
              <a:rPr lang="zh-CN" altLang="en-US"/>
              <a:t>从压电元件的机电转换看：期望电边界为短路以阻断逆压电效应</a:t>
            </a:r>
            <a:endParaRPr lang="en-US" altLang="zh-CN"/>
          </a:p>
          <a:p>
            <a:r>
              <a:rPr lang="zh-CN" altLang="en-US"/>
              <a:t>总之，期望前置测量电路的输入阻抗趋近</a:t>
            </a:r>
            <a:r>
              <a:rPr lang="en-US" altLang="zh-CN"/>
              <a:t>0</a:t>
            </a:r>
            <a:endParaRPr lang="zh-CN" altLang="en-US"/>
          </a:p>
        </p:txBody>
      </p:sp>
      <p:sp>
        <p:nvSpPr>
          <p:cNvPr id="506884" name="灯片编号占位符 3">
            <a:extLst>
              <a:ext uri="{FF2B5EF4-FFF2-40B4-BE49-F238E27FC236}">
                <a16:creationId xmlns:a16="http://schemas.microsoft.com/office/drawing/2014/main" id="{D9DA9621-2C06-4E20-8330-8D4299443D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FA462EEC-0C68-4EE1-914C-E95D90EFD4B1}" type="slidenum">
              <a:rPr lang="ja-JP" altLang="en-US" sz="1300">
                <a:solidFill>
                  <a:srgbClr val="000000"/>
                </a:solidFill>
                <a:ea typeface="宋体" panose="02010600030101010101" pitchFamily="2" charset="-122"/>
              </a:rPr>
              <a:pPr eaLnBrk="1" hangingPunct="1"/>
              <a:t>57</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幻灯片图像占位符 1">
            <a:extLst>
              <a:ext uri="{FF2B5EF4-FFF2-40B4-BE49-F238E27FC236}">
                <a16:creationId xmlns:a16="http://schemas.microsoft.com/office/drawing/2014/main" id="{C93639E7-B004-4590-8D69-6B18B97EACFB}"/>
              </a:ext>
            </a:extLst>
          </p:cNvPr>
          <p:cNvSpPr>
            <a:spLocks noGrp="1" noRot="1" noChangeAspect="1" noTextEdit="1"/>
          </p:cNvSpPr>
          <p:nvPr>
            <p:ph type="sldImg"/>
          </p:nvPr>
        </p:nvSpPr>
        <p:spPr>
          <a:xfrm>
            <a:off x="992188" y="768350"/>
            <a:ext cx="5114925" cy="3836988"/>
          </a:xfrm>
          <a:ln/>
        </p:spPr>
      </p:sp>
      <p:sp>
        <p:nvSpPr>
          <p:cNvPr id="507907" name="备注占位符 2">
            <a:extLst>
              <a:ext uri="{FF2B5EF4-FFF2-40B4-BE49-F238E27FC236}">
                <a16:creationId xmlns:a16="http://schemas.microsoft.com/office/drawing/2014/main" id="{9214E748-AF1F-41A3-9DFB-57D8A78206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7908" name="灯片编号占位符 3">
            <a:extLst>
              <a:ext uri="{FF2B5EF4-FFF2-40B4-BE49-F238E27FC236}">
                <a16:creationId xmlns:a16="http://schemas.microsoft.com/office/drawing/2014/main" id="{41C9F02A-3C1D-4124-8D59-89DA365E813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46C4331C-4E46-4975-9F3A-FAAC06E0722D}" type="slidenum">
              <a:rPr lang="ja-JP" altLang="en-US" sz="1300">
                <a:solidFill>
                  <a:srgbClr val="000000"/>
                </a:solidFill>
                <a:ea typeface="宋体" panose="02010600030101010101" pitchFamily="2" charset="-122"/>
              </a:rPr>
              <a:pPr eaLnBrk="1" hangingPunct="1"/>
              <a:t>64</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幻灯片图像占位符 1">
            <a:extLst>
              <a:ext uri="{FF2B5EF4-FFF2-40B4-BE49-F238E27FC236}">
                <a16:creationId xmlns:a16="http://schemas.microsoft.com/office/drawing/2014/main" id="{BD39FA57-4D2E-42B6-B396-9464F309D598}"/>
              </a:ext>
            </a:extLst>
          </p:cNvPr>
          <p:cNvSpPr>
            <a:spLocks noGrp="1" noRot="1" noChangeAspect="1" noTextEdit="1"/>
          </p:cNvSpPr>
          <p:nvPr>
            <p:ph type="sldImg"/>
          </p:nvPr>
        </p:nvSpPr>
        <p:spPr>
          <a:xfrm>
            <a:off x="992188" y="768350"/>
            <a:ext cx="5114925" cy="3836988"/>
          </a:xfrm>
          <a:ln/>
        </p:spPr>
      </p:sp>
      <p:sp>
        <p:nvSpPr>
          <p:cNvPr id="508931" name="备注占位符 2">
            <a:extLst>
              <a:ext uri="{FF2B5EF4-FFF2-40B4-BE49-F238E27FC236}">
                <a16:creationId xmlns:a16="http://schemas.microsoft.com/office/drawing/2014/main" id="{14E09ED2-DF90-4DB5-A2D6-BA73548F52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8932" name="灯片编号占位符 3">
            <a:extLst>
              <a:ext uri="{FF2B5EF4-FFF2-40B4-BE49-F238E27FC236}">
                <a16:creationId xmlns:a16="http://schemas.microsoft.com/office/drawing/2014/main" id="{52732D96-E502-46B2-81EC-7ABCD5A1824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3149690C-5891-491C-8C2A-42E2E4226DB8}" type="slidenum">
              <a:rPr lang="ja-JP" altLang="en-US" sz="1300">
                <a:solidFill>
                  <a:srgbClr val="000000"/>
                </a:solidFill>
                <a:ea typeface="宋体" panose="02010600030101010101" pitchFamily="2" charset="-122"/>
              </a:rPr>
              <a:pPr eaLnBrk="1" hangingPunct="1"/>
              <a:t>65</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幻灯片图像占位符 1">
            <a:extLst>
              <a:ext uri="{FF2B5EF4-FFF2-40B4-BE49-F238E27FC236}">
                <a16:creationId xmlns:a16="http://schemas.microsoft.com/office/drawing/2014/main" id="{00B117D6-4F15-4EFF-ADD5-CAB25FC39012}"/>
              </a:ext>
            </a:extLst>
          </p:cNvPr>
          <p:cNvSpPr>
            <a:spLocks noGrp="1" noRot="1" noChangeAspect="1" noTextEdit="1"/>
          </p:cNvSpPr>
          <p:nvPr>
            <p:ph type="sldImg"/>
          </p:nvPr>
        </p:nvSpPr>
        <p:spPr>
          <a:xfrm>
            <a:off x="992188" y="768350"/>
            <a:ext cx="5114925" cy="3836988"/>
          </a:xfrm>
          <a:ln/>
        </p:spPr>
      </p:sp>
      <p:sp>
        <p:nvSpPr>
          <p:cNvPr id="509955" name="备注占位符 2">
            <a:extLst>
              <a:ext uri="{FF2B5EF4-FFF2-40B4-BE49-F238E27FC236}">
                <a16:creationId xmlns:a16="http://schemas.microsoft.com/office/drawing/2014/main" id="{B125E453-D981-445E-8DB8-EEF66286C0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9956" name="灯片编号占位符 3">
            <a:extLst>
              <a:ext uri="{FF2B5EF4-FFF2-40B4-BE49-F238E27FC236}">
                <a16:creationId xmlns:a16="http://schemas.microsoft.com/office/drawing/2014/main" id="{9A588858-1213-4470-A9FF-82E219E3D78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8FAABDE8-6B12-43CC-BAF7-C1E443A81186}" type="slidenum">
              <a:rPr lang="ja-JP" altLang="en-US" sz="1300">
                <a:solidFill>
                  <a:srgbClr val="000000"/>
                </a:solidFill>
                <a:ea typeface="宋体" panose="02010600030101010101" pitchFamily="2" charset="-122"/>
              </a:rPr>
              <a:pPr eaLnBrk="1" hangingPunct="1"/>
              <a:t>66</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幻灯片图像占位符 1">
            <a:extLst>
              <a:ext uri="{FF2B5EF4-FFF2-40B4-BE49-F238E27FC236}">
                <a16:creationId xmlns:a16="http://schemas.microsoft.com/office/drawing/2014/main" id="{D74137C0-F1D6-405C-B268-0743E525A7EA}"/>
              </a:ext>
            </a:extLst>
          </p:cNvPr>
          <p:cNvSpPr>
            <a:spLocks noGrp="1" noRot="1" noChangeAspect="1" noTextEdit="1"/>
          </p:cNvSpPr>
          <p:nvPr>
            <p:ph type="sldImg"/>
          </p:nvPr>
        </p:nvSpPr>
        <p:spPr>
          <a:xfrm>
            <a:off x="992188" y="768350"/>
            <a:ext cx="5114925" cy="3836988"/>
          </a:xfrm>
          <a:ln/>
        </p:spPr>
      </p:sp>
      <p:sp>
        <p:nvSpPr>
          <p:cNvPr id="510979" name="备注占位符 2">
            <a:extLst>
              <a:ext uri="{FF2B5EF4-FFF2-40B4-BE49-F238E27FC236}">
                <a16:creationId xmlns:a16="http://schemas.microsoft.com/office/drawing/2014/main" id="{D5400AB6-E710-460E-B246-84EC9A646DC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0980" name="灯片编号占位符 3">
            <a:extLst>
              <a:ext uri="{FF2B5EF4-FFF2-40B4-BE49-F238E27FC236}">
                <a16:creationId xmlns:a16="http://schemas.microsoft.com/office/drawing/2014/main" id="{5465C3F4-6A62-4BCF-828B-33ECC72718C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3450BDB3-283A-4B9B-B50E-1D7CA9B224C3}" type="slidenum">
              <a:rPr lang="ja-JP" altLang="en-US" sz="1300">
                <a:solidFill>
                  <a:srgbClr val="000000"/>
                </a:solidFill>
                <a:ea typeface="宋体" panose="02010600030101010101" pitchFamily="2" charset="-122"/>
              </a:rPr>
              <a:pPr eaLnBrk="1" hangingPunct="1"/>
              <a:t>67</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幻灯片图像占位符 1">
            <a:extLst>
              <a:ext uri="{FF2B5EF4-FFF2-40B4-BE49-F238E27FC236}">
                <a16:creationId xmlns:a16="http://schemas.microsoft.com/office/drawing/2014/main" id="{C67D6C2B-6FE7-40AE-8452-11771950EB6C}"/>
              </a:ext>
            </a:extLst>
          </p:cNvPr>
          <p:cNvSpPr>
            <a:spLocks noGrp="1" noRot="1" noChangeAspect="1" noTextEdit="1"/>
          </p:cNvSpPr>
          <p:nvPr>
            <p:ph type="sldImg"/>
          </p:nvPr>
        </p:nvSpPr>
        <p:spPr>
          <a:xfrm>
            <a:off x="992188" y="768350"/>
            <a:ext cx="5114925" cy="3836988"/>
          </a:xfrm>
          <a:ln/>
        </p:spPr>
      </p:sp>
      <p:sp>
        <p:nvSpPr>
          <p:cNvPr id="512003" name="备注占位符 2">
            <a:extLst>
              <a:ext uri="{FF2B5EF4-FFF2-40B4-BE49-F238E27FC236}">
                <a16:creationId xmlns:a16="http://schemas.microsoft.com/office/drawing/2014/main" id="{471C098E-B53F-4433-AD50-1B3E17F6E8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04" name="灯片编号占位符 3">
            <a:extLst>
              <a:ext uri="{FF2B5EF4-FFF2-40B4-BE49-F238E27FC236}">
                <a16:creationId xmlns:a16="http://schemas.microsoft.com/office/drawing/2014/main" id="{BE026FE3-41A2-43D2-9502-CF6538FBC83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1CA5B5D6-EA52-426A-ABE0-C79BA460D6B6}" type="slidenum">
              <a:rPr lang="ja-JP" altLang="en-US" sz="1300">
                <a:solidFill>
                  <a:srgbClr val="000000"/>
                </a:solidFill>
                <a:ea typeface="宋体" panose="02010600030101010101" pitchFamily="2" charset="-122"/>
              </a:rPr>
              <a:pPr eaLnBrk="1" hangingPunct="1"/>
              <a:t>68</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幻灯片图像占位符 1">
            <a:extLst>
              <a:ext uri="{FF2B5EF4-FFF2-40B4-BE49-F238E27FC236}">
                <a16:creationId xmlns:a16="http://schemas.microsoft.com/office/drawing/2014/main" id="{F3CF79A3-460B-4344-B187-0DF6A1556EE4}"/>
              </a:ext>
            </a:extLst>
          </p:cNvPr>
          <p:cNvSpPr>
            <a:spLocks noGrp="1" noRot="1" noChangeAspect="1" noTextEdit="1"/>
          </p:cNvSpPr>
          <p:nvPr>
            <p:ph type="sldImg"/>
          </p:nvPr>
        </p:nvSpPr>
        <p:spPr>
          <a:xfrm>
            <a:off x="992188" y="768350"/>
            <a:ext cx="5114925" cy="3836988"/>
          </a:xfrm>
          <a:ln/>
        </p:spPr>
      </p:sp>
      <p:sp>
        <p:nvSpPr>
          <p:cNvPr id="513027" name="备注占位符 2">
            <a:extLst>
              <a:ext uri="{FF2B5EF4-FFF2-40B4-BE49-F238E27FC236}">
                <a16:creationId xmlns:a16="http://schemas.microsoft.com/office/drawing/2014/main" id="{342A85EC-5BFB-4F5A-846B-B512F180B4C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3028" name="灯片编号占位符 3">
            <a:extLst>
              <a:ext uri="{FF2B5EF4-FFF2-40B4-BE49-F238E27FC236}">
                <a16:creationId xmlns:a16="http://schemas.microsoft.com/office/drawing/2014/main" id="{51536FD5-9117-46AD-B625-60A8DED95F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071DE995-7F78-4130-BC88-DE82CA5B024E}" type="slidenum">
              <a:rPr lang="ja-JP" altLang="en-US" sz="1300">
                <a:solidFill>
                  <a:srgbClr val="000000"/>
                </a:solidFill>
                <a:ea typeface="宋体" panose="02010600030101010101" pitchFamily="2" charset="-122"/>
              </a:rPr>
              <a:pPr eaLnBrk="1" hangingPunct="1"/>
              <a:t>69</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幻灯片图像占位符 1">
            <a:extLst>
              <a:ext uri="{FF2B5EF4-FFF2-40B4-BE49-F238E27FC236}">
                <a16:creationId xmlns:a16="http://schemas.microsoft.com/office/drawing/2014/main" id="{8F4ABEDE-9014-4633-A841-6ADC171FDCA9}"/>
              </a:ext>
            </a:extLst>
          </p:cNvPr>
          <p:cNvSpPr>
            <a:spLocks noGrp="1" noRot="1" noChangeAspect="1" noTextEdit="1"/>
          </p:cNvSpPr>
          <p:nvPr>
            <p:ph type="sldImg"/>
          </p:nvPr>
        </p:nvSpPr>
        <p:spPr>
          <a:xfrm>
            <a:off x="992188" y="768350"/>
            <a:ext cx="5114925" cy="3836988"/>
          </a:xfrm>
          <a:ln/>
        </p:spPr>
      </p:sp>
      <p:sp>
        <p:nvSpPr>
          <p:cNvPr id="514051" name="备注占位符 2">
            <a:extLst>
              <a:ext uri="{FF2B5EF4-FFF2-40B4-BE49-F238E27FC236}">
                <a16:creationId xmlns:a16="http://schemas.microsoft.com/office/drawing/2014/main" id="{F19BD42C-5F89-4B5A-AEED-ABBAAC7A5981}"/>
              </a:ext>
            </a:extLst>
          </p:cNvPr>
          <p:cNvSpPr>
            <a:spLocks noGrp="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30000"/>
              </a:lnSpc>
            </a:pPr>
            <a:r>
              <a:rPr lang="zh-CN" altLang="en-US"/>
              <a:t>凡入射角大于临界角的那些光线进入光纤后都不能反射传播而在包层中消失；相反只有小于临界角的那些入射光线才可以进入光纤被全反射传播。</a:t>
            </a:r>
          </a:p>
          <a:p>
            <a:pPr>
              <a:lnSpc>
                <a:spcPct val="130000"/>
              </a:lnSpc>
            </a:pPr>
            <a:r>
              <a:rPr lang="zh-CN" altLang="en-US"/>
              <a:t>数值孔径越大，则光纤接收光的能力越强，但数值孔径太大，光信号畸变也越严重。从立体的观点来看入射角是一个圆锥角，从光源发出的光，只有入射在该圆锥角以内的光才能在光纤中形成全反射传播</a:t>
            </a:r>
          </a:p>
          <a:p>
            <a:endParaRPr lang="zh-CN" altLang="en-US"/>
          </a:p>
        </p:txBody>
      </p:sp>
      <p:sp>
        <p:nvSpPr>
          <p:cNvPr id="514052" name="灯片编号占位符 3">
            <a:extLst>
              <a:ext uri="{FF2B5EF4-FFF2-40B4-BE49-F238E27FC236}">
                <a16:creationId xmlns:a16="http://schemas.microsoft.com/office/drawing/2014/main" id="{4842E1A8-4785-4036-99E2-6D65F681D2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9E0856E7-E30E-4C0E-81B6-10372F51E742}" type="slidenum">
              <a:rPr lang="zh-CN" altLang="en-US" sz="1300">
                <a:solidFill>
                  <a:srgbClr val="000000"/>
                </a:solidFill>
                <a:ea typeface="宋体" panose="02010600030101010101" pitchFamily="2" charset="-122"/>
              </a:rPr>
              <a:pPr eaLnBrk="1" hangingPunct="1"/>
              <a:t>107</a:t>
            </a:fld>
            <a:endParaRPr lang="zh-CN" altLang="en-US" sz="1300">
              <a:solidFill>
                <a:srgbClr val="000000"/>
              </a:solidFill>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幻灯片图像占位符 1">
            <a:extLst>
              <a:ext uri="{FF2B5EF4-FFF2-40B4-BE49-F238E27FC236}">
                <a16:creationId xmlns:a16="http://schemas.microsoft.com/office/drawing/2014/main" id="{63B9AF2D-E455-4638-9446-46000868AD94}"/>
              </a:ext>
            </a:extLst>
          </p:cNvPr>
          <p:cNvSpPr>
            <a:spLocks noGrp="1" noRot="1" noChangeAspect="1" noTextEdit="1"/>
          </p:cNvSpPr>
          <p:nvPr>
            <p:ph type="sldImg"/>
          </p:nvPr>
        </p:nvSpPr>
        <p:spPr>
          <a:xfrm>
            <a:off x="992188" y="768350"/>
            <a:ext cx="5114925" cy="3836988"/>
          </a:xfrm>
          <a:ln/>
        </p:spPr>
      </p:sp>
      <p:sp>
        <p:nvSpPr>
          <p:cNvPr id="515075" name="备注占位符 2">
            <a:extLst>
              <a:ext uri="{FF2B5EF4-FFF2-40B4-BE49-F238E27FC236}">
                <a16:creationId xmlns:a16="http://schemas.microsoft.com/office/drawing/2014/main" id="{4B41EE9E-5851-4245-B0A2-DE26B8CB48EB}"/>
              </a:ext>
            </a:extLst>
          </p:cNvPr>
          <p:cNvSpPr>
            <a:spLocks noGrp="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30000"/>
              </a:lnSpc>
            </a:pPr>
            <a:r>
              <a:rPr lang="zh-CN" altLang="en-US"/>
              <a:t>凡入射角大于临界角的那些光线进入光纤后都不能反射传播而在包层中消失；相反只有小于临界角的那些入射光线才可以进入光纤被全反射传播。</a:t>
            </a:r>
          </a:p>
          <a:p>
            <a:pPr>
              <a:lnSpc>
                <a:spcPct val="130000"/>
              </a:lnSpc>
            </a:pPr>
            <a:r>
              <a:rPr lang="zh-CN" altLang="en-US"/>
              <a:t>数值孔径越大，则光纤接收光的能力越强，但数值孔径太大，光信号畸变也越严重。从立体的观点来看入射角是一个圆锥角，从光源发出的光，只有入射在该圆锥角以内的光才能在光纤中形成全反射传播</a:t>
            </a:r>
          </a:p>
          <a:p>
            <a:endParaRPr lang="zh-CN" altLang="en-US"/>
          </a:p>
        </p:txBody>
      </p:sp>
      <p:sp>
        <p:nvSpPr>
          <p:cNvPr id="515076" name="灯片编号占位符 3">
            <a:extLst>
              <a:ext uri="{FF2B5EF4-FFF2-40B4-BE49-F238E27FC236}">
                <a16:creationId xmlns:a16="http://schemas.microsoft.com/office/drawing/2014/main" id="{E275F3D6-A484-454B-B7B8-7FAEA7E220A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926BCB03-ACA8-4B94-8904-0A8347F30B37}" type="slidenum">
              <a:rPr lang="zh-CN" altLang="en-US" sz="1300">
                <a:solidFill>
                  <a:srgbClr val="000000"/>
                </a:solidFill>
                <a:ea typeface="宋体" panose="02010600030101010101" pitchFamily="2" charset="-122"/>
              </a:rPr>
              <a:pPr eaLnBrk="1" hangingPunct="1"/>
              <a:t>108</a:t>
            </a:fld>
            <a:endParaRPr lang="zh-CN" altLang="en-US" sz="1300">
              <a:solidFill>
                <a:srgbClr val="000000"/>
              </a:solidFill>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幻灯片图像占位符 1">
            <a:extLst>
              <a:ext uri="{FF2B5EF4-FFF2-40B4-BE49-F238E27FC236}">
                <a16:creationId xmlns:a16="http://schemas.microsoft.com/office/drawing/2014/main" id="{81058A2A-CFFB-4710-8CF1-0E069F492C30}"/>
              </a:ext>
            </a:extLst>
          </p:cNvPr>
          <p:cNvSpPr>
            <a:spLocks noGrp="1" noRot="1" noChangeAspect="1" noTextEdit="1"/>
          </p:cNvSpPr>
          <p:nvPr>
            <p:ph type="sldImg"/>
          </p:nvPr>
        </p:nvSpPr>
        <p:spPr>
          <a:xfrm>
            <a:off x="992188" y="768350"/>
            <a:ext cx="5114925" cy="3836988"/>
          </a:xfrm>
          <a:ln/>
        </p:spPr>
      </p:sp>
      <p:sp>
        <p:nvSpPr>
          <p:cNvPr id="516099" name="备注占位符 2">
            <a:extLst>
              <a:ext uri="{FF2B5EF4-FFF2-40B4-BE49-F238E27FC236}">
                <a16:creationId xmlns:a16="http://schemas.microsoft.com/office/drawing/2014/main" id="{091E77AA-BF7D-473C-AAA7-A53D55528A64}"/>
              </a:ext>
            </a:extLst>
          </p:cNvPr>
          <p:cNvSpPr>
            <a:spLocks noGrp="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30000"/>
              </a:lnSpc>
            </a:pPr>
            <a:r>
              <a:rPr lang="zh-CN" altLang="en-US"/>
              <a:t>凡入射角大于临界角的那些光线进入光纤后都不能反射传播而在包层中消失；相反只有小于临界角的那些入射光线才可以进入光纤被全反射传播。</a:t>
            </a:r>
          </a:p>
          <a:p>
            <a:pPr>
              <a:lnSpc>
                <a:spcPct val="130000"/>
              </a:lnSpc>
            </a:pPr>
            <a:r>
              <a:rPr lang="zh-CN" altLang="en-US"/>
              <a:t>数值孔径越大，则光纤接收光的能力越强，但数值孔径太大，光信号畸变也越严重。从立体的观点来看入射角是一个圆锥角，从光源发出的光，只有入射在该圆锥角以内的光才能在光纤中形成全反射传播</a:t>
            </a:r>
          </a:p>
          <a:p>
            <a:endParaRPr lang="zh-CN" altLang="en-US"/>
          </a:p>
        </p:txBody>
      </p:sp>
      <p:sp>
        <p:nvSpPr>
          <p:cNvPr id="516100" name="灯片编号占位符 3">
            <a:extLst>
              <a:ext uri="{FF2B5EF4-FFF2-40B4-BE49-F238E27FC236}">
                <a16:creationId xmlns:a16="http://schemas.microsoft.com/office/drawing/2014/main" id="{19D7E52C-633C-45F1-8417-42D38D6D97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95C531FE-E57A-4394-8A73-1E12B76BA9DC}" type="slidenum">
              <a:rPr lang="zh-CN" altLang="en-US" sz="1300">
                <a:solidFill>
                  <a:srgbClr val="000000"/>
                </a:solidFill>
                <a:ea typeface="宋体" panose="02010600030101010101" pitchFamily="2" charset="-122"/>
              </a:rPr>
              <a:pPr eaLnBrk="1" hangingPunct="1"/>
              <a:t>109</a:t>
            </a:fld>
            <a:endParaRPr lang="zh-CN" altLang="en-US" sz="1300">
              <a:solidFill>
                <a:srgbClr val="000000"/>
              </a:solidFill>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2F3E3328-4437-4706-8DED-840FC91349A5}"/>
              </a:ext>
            </a:extLst>
          </p:cNvPr>
          <p:cNvSpPr>
            <a:spLocks noGrp="1"/>
          </p:cNvSpPr>
          <p:nvPr>
            <p:ph type="dt" sz="half" idx="10"/>
          </p:nvPr>
        </p:nvSpPr>
        <p:spPr/>
        <p:txBody>
          <a:bodyPr/>
          <a:lstStyle>
            <a:lvl1pPr>
              <a:defRPr/>
            </a:lvl1pPr>
          </a:lstStyle>
          <a:p>
            <a:pPr>
              <a:defRPr/>
            </a:pPr>
            <a:fld id="{E7EAB3BF-18C8-41CA-862C-854C60EA3E67}" type="datetime8">
              <a:rPr lang="zh-CN" altLang="en-US"/>
              <a:pPr>
                <a:defRPr/>
              </a:pPr>
              <a:t>2025年10月20日10时11分</a:t>
            </a:fld>
            <a:endParaRPr lang="en-US" altLang="zh-CN"/>
          </a:p>
        </p:txBody>
      </p:sp>
      <p:sp>
        <p:nvSpPr>
          <p:cNvPr id="5" name="页脚占位符 4">
            <a:extLst>
              <a:ext uri="{FF2B5EF4-FFF2-40B4-BE49-F238E27FC236}">
                <a16:creationId xmlns:a16="http://schemas.microsoft.com/office/drawing/2014/main" id="{198941DE-2B18-4FBD-B08A-38D039FDDBDF}"/>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6" name="灯片编号占位符 5">
            <a:extLst>
              <a:ext uri="{FF2B5EF4-FFF2-40B4-BE49-F238E27FC236}">
                <a16:creationId xmlns:a16="http://schemas.microsoft.com/office/drawing/2014/main" id="{E1087814-1C36-47AB-B639-60F24836C5E6}"/>
              </a:ext>
            </a:extLst>
          </p:cNvPr>
          <p:cNvSpPr>
            <a:spLocks noGrp="1"/>
          </p:cNvSpPr>
          <p:nvPr>
            <p:ph type="sldNum" sz="quarter" idx="12"/>
          </p:nvPr>
        </p:nvSpPr>
        <p:spPr/>
        <p:txBody>
          <a:bodyPr/>
          <a:lstStyle>
            <a:lvl1pPr>
              <a:defRPr/>
            </a:lvl1pPr>
          </a:lstStyle>
          <a:p>
            <a:fld id="{7F522756-64C3-4C2C-99F3-61962F23F536}" type="slidenum">
              <a:rPr lang="en-US" altLang="zh-CN"/>
              <a:pPr/>
              <a:t>‹#›</a:t>
            </a:fld>
            <a:endParaRPr lang="en-US" altLang="zh-CN"/>
          </a:p>
        </p:txBody>
      </p:sp>
    </p:spTree>
    <p:extLst>
      <p:ext uri="{BB962C8B-B14F-4D97-AF65-F5344CB8AC3E}">
        <p14:creationId xmlns:p14="http://schemas.microsoft.com/office/powerpoint/2010/main" val="3084823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84B64E9-92FC-4E14-80D4-D3ABC6CDB494}"/>
              </a:ext>
            </a:extLst>
          </p:cNvPr>
          <p:cNvSpPr>
            <a:spLocks noGrp="1"/>
          </p:cNvSpPr>
          <p:nvPr>
            <p:ph type="dt" sz="half" idx="10"/>
          </p:nvPr>
        </p:nvSpPr>
        <p:spPr/>
        <p:txBody>
          <a:bodyPr/>
          <a:lstStyle>
            <a:lvl1pPr>
              <a:defRPr/>
            </a:lvl1pPr>
          </a:lstStyle>
          <a:p>
            <a:pPr>
              <a:defRPr/>
            </a:pPr>
            <a:fld id="{EF6E54EC-2AA0-4FD5-A3AE-8D56DEFE4312}" type="datetime8">
              <a:rPr lang="zh-CN" altLang="en-US"/>
              <a:pPr>
                <a:defRPr/>
              </a:pPr>
              <a:t>2025年10月20日10时11分</a:t>
            </a:fld>
            <a:endParaRPr lang="en-US" altLang="zh-CN"/>
          </a:p>
        </p:txBody>
      </p:sp>
      <p:sp>
        <p:nvSpPr>
          <p:cNvPr id="5" name="页脚占位符 4">
            <a:extLst>
              <a:ext uri="{FF2B5EF4-FFF2-40B4-BE49-F238E27FC236}">
                <a16:creationId xmlns:a16="http://schemas.microsoft.com/office/drawing/2014/main" id="{FA6D984D-3DD7-414F-AEC0-0B7922BB3D83}"/>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6" name="灯片编号占位符 5">
            <a:extLst>
              <a:ext uri="{FF2B5EF4-FFF2-40B4-BE49-F238E27FC236}">
                <a16:creationId xmlns:a16="http://schemas.microsoft.com/office/drawing/2014/main" id="{453CB29E-EF8C-44CD-A598-8C21B6D66069}"/>
              </a:ext>
            </a:extLst>
          </p:cNvPr>
          <p:cNvSpPr>
            <a:spLocks noGrp="1"/>
          </p:cNvSpPr>
          <p:nvPr>
            <p:ph type="sldNum" sz="quarter" idx="12"/>
          </p:nvPr>
        </p:nvSpPr>
        <p:spPr/>
        <p:txBody>
          <a:bodyPr/>
          <a:lstStyle>
            <a:lvl1pPr>
              <a:defRPr/>
            </a:lvl1pPr>
          </a:lstStyle>
          <a:p>
            <a:fld id="{D81BC6BB-A220-4F66-B064-BECC642AC0AB}" type="slidenum">
              <a:rPr lang="en-US" altLang="zh-CN"/>
              <a:pPr/>
              <a:t>‹#›</a:t>
            </a:fld>
            <a:endParaRPr lang="en-US" altLang="zh-CN"/>
          </a:p>
        </p:txBody>
      </p:sp>
    </p:spTree>
    <p:extLst>
      <p:ext uri="{BB962C8B-B14F-4D97-AF65-F5344CB8AC3E}">
        <p14:creationId xmlns:p14="http://schemas.microsoft.com/office/powerpoint/2010/main" val="1601477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F06FAB9-BC0F-4167-89E5-9BF9E311365F}"/>
              </a:ext>
            </a:extLst>
          </p:cNvPr>
          <p:cNvSpPr>
            <a:spLocks noGrp="1"/>
          </p:cNvSpPr>
          <p:nvPr>
            <p:ph type="dt" sz="half" idx="10"/>
          </p:nvPr>
        </p:nvSpPr>
        <p:spPr/>
        <p:txBody>
          <a:bodyPr/>
          <a:lstStyle>
            <a:lvl1pPr>
              <a:defRPr/>
            </a:lvl1pPr>
          </a:lstStyle>
          <a:p>
            <a:pPr>
              <a:defRPr/>
            </a:pPr>
            <a:fld id="{43ED2BEE-90FB-4BF0-8F78-D11FFA6A8B76}" type="datetime8">
              <a:rPr lang="zh-CN" altLang="en-US"/>
              <a:pPr>
                <a:defRPr/>
              </a:pPr>
              <a:t>2025年10月20日10时11分</a:t>
            </a:fld>
            <a:endParaRPr lang="en-US" altLang="zh-CN"/>
          </a:p>
        </p:txBody>
      </p:sp>
      <p:sp>
        <p:nvSpPr>
          <p:cNvPr id="5" name="页脚占位符 4">
            <a:extLst>
              <a:ext uri="{FF2B5EF4-FFF2-40B4-BE49-F238E27FC236}">
                <a16:creationId xmlns:a16="http://schemas.microsoft.com/office/drawing/2014/main" id="{7A3A83C3-202D-4E71-A8DD-715E7C049ED6}"/>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6" name="灯片编号占位符 5">
            <a:extLst>
              <a:ext uri="{FF2B5EF4-FFF2-40B4-BE49-F238E27FC236}">
                <a16:creationId xmlns:a16="http://schemas.microsoft.com/office/drawing/2014/main" id="{A4A77DE1-CD6C-441B-B4FA-6602E7F77704}"/>
              </a:ext>
            </a:extLst>
          </p:cNvPr>
          <p:cNvSpPr>
            <a:spLocks noGrp="1"/>
          </p:cNvSpPr>
          <p:nvPr>
            <p:ph type="sldNum" sz="quarter" idx="12"/>
          </p:nvPr>
        </p:nvSpPr>
        <p:spPr/>
        <p:txBody>
          <a:bodyPr/>
          <a:lstStyle>
            <a:lvl1pPr>
              <a:defRPr/>
            </a:lvl1pPr>
          </a:lstStyle>
          <a:p>
            <a:fld id="{6592F177-1CA3-4A10-B558-651B74BB5C4C}" type="slidenum">
              <a:rPr lang="en-US" altLang="zh-CN"/>
              <a:pPr/>
              <a:t>‹#›</a:t>
            </a:fld>
            <a:endParaRPr lang="en-US" altLang="zh-CN"/>
          </a:p>
        </p:txBody>
      </p:sp>
    </p:spTree>
    <p:extLst>
      <p:ext uri="{BB962C8B-B14F-4D97-AF65-F5344CB8AC3E}">
        <p14:creationId xmlns:p14="http://schemas.microsoft.com/office/powerpoint/2010/main" val="3320699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E4B130FC-3AE4-4E8F-A46F-C8BB6005AA10}"/>
              </a:ext>
            </a:extLst>
          </p:cNvPr>
          <p:cNvSpPr>
            <a:spLocks noGrp="1"/>
          </p:cNvSpPr>
          <p:nvPr>
            <p:ph type="dt" sz="half" idx="10"/>
          </p:nvPr>
        </p:nvSpPr>
        <p:spPr/>
        <p:txBody>
          <a:bodyPr/>
          <a:lstStyle>
            <a:lvl1pPr>
              <a:defRPr/>
            </a:lvl1pPr>
          </a:lstStyle>
          <a:p>
            <a:pPr>
              <a:defRPr/>
            </a:pPr>
            <a:fld id="{65268B68-1B44-41F2-AFDC-16F0B53680B3}" type="datetime8">
              <a:rPr lang="zh-CN" altLang="en-US"/>
              <a:pPr>
                <a:defRPr/>
              </a:pPr>
              <a:t>2025年10月20日10时11分</a:t>
            </a:fld>
            <a:endParaRPr lang="en-US" altLang="zh-CN"/>
          </a:p>
        </p:txBody>
      </p:sp>
      <p:sp>
        <p:nvSpPr>
          <p:cNvPr id="6" name="页脚占位符 4">
            <a:extLst>
              <a:ext uri="{FF2B5EF4-FFF2-40B4-BE49-F238E27FC236}">
                <a16:creationId xmlns:a16="http://schemas.microsoft.com/office/drawing/2014/main" id="{48C7641E-8FC5-4723-9863-DD147438D3A2}"/>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7" name="灯片编号占位符 5">
            <a:extLst>
              <a:ext uri="{FF2B5EF4-FFF2-40B4-BE49-F238E27FC236}">
                <a16:creationId xmlns:a16="http://schemas.microsoft.com/office/drawing/2014/main" id="{1531A94A-900D-4D56-80CB-8FF072099FEA}"/>
              </a:ext>
            </a:extLst>
          </p:cNvPr>
          <p:cNvSpPr>
            <a:spLocks noGrp="1"/>
          </p:cNvSpPr>
          <p:nvPr>
            <p:ph type="sldNum" sz="quarter" idx="12"/>
          </p:nvPr>
        </p:nvSpPr>
        <p:spPr/>
        <p:txBody>
          <a:bodyPr/>
          <a:lstStyle>
            <a:lvl1pPr>
              <a:defRPr/>
            </a:lvl1pPr>
          </a:lstStyle>
          <a:p>
            <a:fld id="{3A8D3434-73C8-4DBD-842C-CED8614C5E40}" type="slidenum">
              <a:rPr lang="en-US" altLang="zh-CN"/>
              <a:pPr/>
              <a:t>‹#›</a:t>
            </a:fld>
            <a:endParaRPr lang="en-US" altLang="zh-CN"/>
          </a:p>
        </p:txBody>
      </p:sp>
    </p:spTree>
    <p:extLst>
      <p:ext uri="{BB962C8B-B14F-4D97-AF65-F5344CB8AC3E}">
        <p14:creationId xmlns:p14="http://schemas.microsoft.com/office/powerpoint/2010/main" val="37384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483201C5-AE6C-414C-A27C-AE7F331DA600}"/>
              </a:ext>
            </a:extLst>
          </p:cNvPr>
          <p:cNvSpPr>
            <a:spLocks noGrp="1"/>
          </p:cNvSpPr>
          <p:nvPr>
            <p:ph type="dt" sz="half" idx="10"/>
          </p:nvPr>
        </p:nvSpPr>
        <p:spPr/>
        <p:txBody>
          <a:bodyPr/>
          <a:lstStyle>
            <a:lvl1pPr>
              <a:defRPr/>
            </a:lvl1pPr>
          </a:lstStyle>
          <a:p>
            <a:pPr>
              <a:defRPr/>
            </a:pPr>
            <a:fld id="{363348E3-4E09-4DDA-AEDD-D086B323A42F}" type="datetime8">
              <a:rPr lang="zh-CN" altLang="en-US"/>
              <a:pPr>
                <a:defRPr/>
              </a:pPr>
              <a:t>2025年10月20日10时11分</a:t>
            </a:fld>
            <a:endParaRPr lang="en-US" altLang="zh-CN"/>
          </a:p>
        </p:txBody>
      </p:sp>
      <p:sp>
        <p:nvSpPr>
          <p:cNvPr id="8" name="页脚占位符 4">
            <a:extLst>
              <a:ext uri="{FF2B5EF4-FFF2-40B4-BE49-F238E27FC236}">
                <a16:creationId xmlns:a16="http://schemas.microsoft.com/office/drawing/2014/main" id="{C41DA253-341A-4B3D-BFA0-DB52993F29D1}"/>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9" name="灯片编号占位符 5">
            <a:extLst>
              <a:ext uri="{FF2B5EF4-FFF2-40B4-BE49-F238E27FC236}">
                <a16:creationId xmlns:a16="http://schemas.microsoft.com/office/drawing/2014/main" id="{8D50F049-272A-4A51-8AC8-53C3FC74C865}"/>
              </a:ext>
            </a:extLst>
          </p:cNvPr>
          <p:cNvSpPr>
            <a:spLocks noGrp="1"/>
          </p:cNvSpPr>
          <p:nvPr>
            <p:ph type="sldNum" sz="quarter" idx="12"/>
          </p:nvPr>
        </p:nvSpPr>
        <p:spPr/>
        <p:txBody>
          <a:bodyPr/>
          <a:lstStyle>
            <a:lvl1pPr>
              <a:defRPr/>
            </a:lvl1pPr>
          </a:lstStyle>
          <a:p>
            <a:fld id="{2DAEE78C-BD39-4E27-8593-D0A4DE33084A}" type="slidenum">
              <a:rPr lang="en-US" altLang="zh-CN"/>
              <a:pPr/>
              <a:t>‹#›</a:t>
            </a:fld>
            <a:endParaRPr lang="en-US" altLang="zh-CN"/>
          </a:p>
        </p:txBody>
      </p:sp>
    </p:spTree>
    <p:extLst>
      <p:ext uri="{BB962C8B-B14F-4D97-AF65-F5344CB8AC3E}">
        <p14:creationId xmlns:p14="http://schemas.microsoft.com/office/powerpoint/2010/main" val="1671744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5D9BDBC-04F6-49EF-AB58-0324A97D1A2B}"/>
              </a:ext>
            </a:extLst>
          </p:cNvPr>
          <p:cNvSpPr>
            <a:spLocks noGrp="1"/>
          </p:cNvSpPr>
          <p:nvPr>
            <p:ph type="dt" sz="half" idx="10"/>
          </p:nvPr>
        </p:nvSpPr>
        <p:spPr/>
        <p:txBody>
          <a:bodyPr/>
          <a:lstStyle>
            <a:lvl1pPr>
              <a:defRPr/>
            </a:lvl1pPr>
          </a:lstStyle>
          <a:p>
            <a:pPr>
              <a:defRPr/>
            </a:pPr>
            <a:fld id="{51A28CAA-B0B5-475C-B6DD-943B66054D53}" type="datetime8">
              <a:rPr lang="zh-CN" altLang="en-US"/>
              <a:pPr>
                <a:defRPr/>
              </a:pPr>
              <a:t>2025年10月20日10时11分</a:t>
            </a:fld>
            <a:endParaRPr lang="en-US" altLang="zh-CN"/>
          </a:p>
        </p:txBody>
      </p:sp>
      <p:sp>
        <p:nvSpPr>
          <p:cNvPr id="4" name="页脚占位符 4">
            <a:extLst>
              <a:ext uri="{FF2B5EF4-FFF2-40B4-BE49-F238E27FC236}">
                <a16:creationId xmlns:a16="http://schemas.microsoft.com/office/drawing/2014/main" id="{956EB29A-A358-4DC4-938C-A5555BE63470}"/>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5" name="灯片编号占位符 5">
            <a:extLst>
              <a:ext uri="{FF2B5EF4-FFF2-40B4-BE49-F238E27FC236}">
                <a16:creationId xmlns:a16="http://schemas.microsoft.com/office/drawing/2014/main" id="{AC3E1346-A8BA-4CD5-BEDF-77F69DBECA2F}"/>
              </a:ext>
            </a:extLst>
          </p:cNvPr>
          <p:cNvSpPr>
            <a:spLocks noGrp="1"/>
          </p:cNvSpPr>
          <p:nvPr>
            <p:ph type="sldNum" sz="quarter" idx="12"/>
          </p:nvPr>
        </p:nvSpPr>
        <p:spPr/>
        <p:txBody>
          <a:bodyPr/>
          <a:lstStyle>
            <a:lvl1pPr>
              <a:defRPr/>
            </a:lvl1pPr>
          </a:lstStyle>
          <a:p>
            <a:fld id="{972A5702-02E2-4779-9A6E-244F2B286873}" type="slidenum">
              <a:rPr lang="en-US" altLang="zh-CN"/>
              <a:pPr/>
              <a:t>‹#›</a:t>
            </a:fld>
            <a:endParaRPr lang="en-US" altLang="zh-CN"/>
          </a:p>
        </p:txBody>
      </p:sp>
    </p:spTree>
    <p:extLst>
      <p:ext uri="{BB962C8B-B14F-4D97-AF65-F5344CB8AC3E}">
        <p14:creationId xmlns:p14="http://schemas.microsoft.com/office/powerpoint/2010/main" val="3104118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E9C2E316-22D1-408A-89CD-9BC2D2A4473B}"/>
              </a:ext>
            </a:extLst>
          </p:cNvPr>
          <p:cNvSpPr>
            <a:spLocks noGrp="1"/>
          </p:cNvSpPr>
          <p:nvPr>
            <p:ph type="dt" sz="half" idx="10"/>
          </p:nvPr>
        </p:nvSpPr>
        <p:spPr/>
        <p:txBody>
          <a:bodyPr/>
          <a:lstStyle>
            <a:lvl1pPr>
              <a:defRPr/>
            </a:lvl1pPr>
          </a:lstStyle>
          <a:p>
            <a:pPr>
              <a:defRPr/>
            </a:pPr>
            <a:fld id="{AE6B4F45-6579-467E-8C53-106F02F50E3A}" type="datetime8">
              <a:rPr lang="zh-CN" altLang="en-US"/>
              <a:pPr>
                <a:defRPr/>
              </a:pPr>
              <a:t>2025年10月20日10时11分</a:t>
            </a:fld>
            <a:endParaRPr lang="en-US" altLang="zh-CN"/>
          </a:p>
        </p:txBody>
      </p:sp>
      <p:sp>
        <p:nvSpPr>
          <p:cNvPr id="3" name="页脚占位符 4">
            <a:extLst>
              <a:ext uri="{FF2B5EF4-FFF2-40B4-BE49-F238E27FC236}">
                <a16:creationId xmlns:a16="http://schemas.microsoft.com/office/drawing/2014/main" id="{3E4D42D8-E27B-4819-A6E2-95269D06AB61}"/>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4" name="灯片编号占位符 5">
            <a:extLst>
              <a:ext uri="{FF2B5EF4-FFF2-40B4-BE49-F238E27FC236}">
                <a16:creationId xmlns:a16="http://schemas.microsoft.com/office/drawing/2014/main" id="{B217A56B-812D-420A-9FA9-2BF83CD6DA7C}"/>
              </a:ext>
            </a:extLst>
          </p:cNvPr>
          <p:cNvSpPr>
            <a:spLocks noGrp="1"/>
          </p:cNvSpPr>
          <p:nvPr>
            <p:ph type="sldNum" sz="quarter" idx="12"/>
          </p:nvPr>
        </p:nvSpPr>
        <p:spPr/>
        <p:txBody>
          <a:bodyPr/>
          <a:lstStyle>
            <a:lvl1pPr>
              <a:defRPr/>
            </a:lvl1pPr>
          </a:lstStyle>
          <a:p>
            <a:fld id="{59763D50-C51E-4053-8354-017D20B416D8}" type="slidenum">
              <a:rPr lang="en-US" altLang="zh-CN"/>
              <a:pPr/>
              <a:t>‹#›</a:t>
            </a:fld>
            <a:endParaRPr lang="en-US" altLang="zh-CN"/>
          </a:p>
        </p:txBody>
      </p:sp>
    </p:spTree>
    <p:extLst>
      <p:ext uri="{BB962C8B-B14F-4D97-AF65-F5344CB8AC3E}">
        <p14:creationId xmlns:p14="http://schemas.microsoft.com/office/powerpoint/2010/main" val="2716301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E2C24A04-D4B0-41BA-AC7B-677B84FA101D}"/>
              </a:ext>
            </a:extLst>
          </p:cNvPr>
          <p:cNvSpPr>
            <a:spLocks noGrp="1"/>
          </p:cNvSpPr>
          <p:nvPr>
            <p:ph type="dt" sz="half" idx="10"/>
          </p:nvPr>
        </p:nvSpPr>
        <p:spPr/>
        <p:txBody>
          <a:bodyPr/>
          <a:lstStyle>
            <a:lvl1pPr>
              <a:defRPr/>
            </a:lvl1pPr>
          </a:lstStyle>
          <a:p>
            <a:pPr>
              <a:defRPr/>
            </a:pPr>
            <a:fld id="{05D1E0CD-F9C5-4880-9FA3-2E9DAC0212BD}" type="datetime8">
              <a:rPr lang="zh-CN" altLang="en-US"/>
              <a:pPr>
                <a:defRPr/>
              </a:pPr>
              <a:t>2025年10月20日10时11分</a:t>
            </a:fld>
            <a:endParaRPr lang="en-US" altLang="zh-CN"/>
          </a:p>
        </p:txBody>
      </p:sp>
      <p:sp>
        <p:nvSpPr>
          <p:cNvPr id="6" name="页脚占位符 4">
            <a:extLst>
              <a:ext uri="{FF2B5EF4-FFF2-40B4-BE49-F238E27FC236}">
                <a16:creationId xmlns:a16="http://schemas.microsoft.com/office/drawing/2014/main" id="{1BDE7B07-C664-43D6-B3EC-49513B28DFEC}"/>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7" name="灯片编号占位符 5">
            <a:extLst>
              <a:ext uri="{FF2B5EF4-FFF2-40B4-BE49-F238E27FC236}">
                <a16:creationId xmlns:a16="http://schemas.microsoft.com/office/drawing/2014/main" id="{8979F470-2CFD-4A01-B9EB-5C8F45F14752}"/>
              </a:ext>
            </a:extLst>
          </p:cNvPr>
          <p:cNvSpPr>
            <a:spLocks noGrp="1"/>
          </p:cNvSpPr>
          <p:nvPr>
            <p:ph type="sldNum" sz="quarter" idx="12"/>
          </p:nvPr>
        </p:nvSpPr>
        <p:spPr/>
        <p:txBody>
          <a:bodyPr/>
          <a:lstStyle>
            <a:lvl1pPr>
              <a:defRPr/>
            </a:lvl1pPr>
          </a:lstStyle>
          <a:p>
            <a:fld id="{95C0CAB1-ADEF-420C-9129-AA31645E7908}" type="slidenum">
              <a:rPr lang="en-US" altLang="zh-CN"/>
              <a:pPr/>
              <a:t>‹#›</a:t>
            </a:fld>
            <a:endParaRPr lang="en-US" altLang="zh-CN"/>
          </a:p>
        </p:txBody>
      </p:sp>
    </p:spTree>
    <p:extLst>
      <p:ext uri="{BB962C8B-B14F-4D97-AF65-F5344CB8AC3E}">
        <p14:creationId xmlns:p14="http://schemas.microsoft.com/office/powerpoint/2010/main" val="316385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AFCE579-1B10-4699-88F6-8AD7C1AB1000}"/>
              </a:ext>
            </a:extLst>
          </p:cNvPr>
          <p:cNvSpPr>
            <a:spLocks noGrp="1"/>
          </p:cNvSpPr>
          <p:nvPr>
            <p:ph type="dt" sz="half" idx="10"/>
          </p:nvPr>
        </p:nvSpPr>
        <p:spPr/>
        <p:txBody>
          <a:bodyPr/>
          <a:lstStyle>
            <a:lvl1pPr>
              <a:defRPr/>
            </a:lvl1pPr>
          </a:lstStyle>
          <a:p>
            <a:pPr>
              <a:defRPr/>
            </a:pPr>
            <a:fld id="{9098BB9C-04EF-4631-AF7C-411FE7B159A2}" type="datetime8">
              <a:rPr lang="zh-CN" altLang="en-US"/>
              <a:pPr>
                <a:defRPr/>
              </a:pPr>
              <a:t>2025年10月20日10时11分</a:t>
            </a:fld>
            <a:endParaRPr lang="en-US" altLang="zh-CN"/>
          </a:p>
        </p:txBody>
      </p:sp>
      <p:sp>
        <p:nvSpPr>
          <p:cNvPr id="6" name="页脚占位符 4">
            <a:extLst>
              <a:ext uri="{FF2B5EF4-FFF2-40B4-BE49-F238E27FC236}">
                <a16:creationId xmlns:a16="http://schemas.microsoft.com/office/drawing/2014/main" id="{EBA2407A-391A-4A9A-924B-CFC323C733BC}"/>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7" name="灯片编号占位符 5">
            <a:extLst>
              <a:ext uri="{FF2B5EF4-FFF2-40B4-BE49-F238E27FC236}">
                <a16:creationId xmlns:a16="http://schemas.microsoft.com/office/drawing/2014/main" id="{D414A946-1527-4488-88E7-AD475CDC8133}"/>
              </a:ext>
            </a:extLst>
          </p:cNvPr>
          <p:cNvSpPr>
            <a:spLocks noGrp="1"/>
          </p:cNvSpPr>
          <p:nvPr>
            <p:ph type="sldNum" sz="quarter" idx="12"/>
          </p:nvPr>
        </p:nvSpPr>
        <p:spPr/>
        <p:txBody>
          <a:bodyPr/>
          <a:lstStyle>
            <a:lvl1pPr>
              <a:defRPr/>
            </a:lvl1pPr>
          </a:lstStyle>
          <a:p>
            <a:fld id="{CDE2986A-E130-42DB-A980-0DB3FFE81126}" type="slidenum">
              <a:rPr lang="en-US" altLang="zh-CN"/>
              <a:pPr/>
              <a:t>‹#›</a:t>
            </a:fld>
            <a:endParaRPr lang="en-US" altLang="zh-CN"/>
          </a:p>
        </p:txBody>
      </p:sp>
    </p:spTree>
    <p:extLst>
      <p:ext uri="{BB962C8B-B14F-4D97-AF65-F5344CB8AC3E}">
        <p14:creationId xmlns:p14="http://schemas.microsoft.com/office/powerpoint/2010/main" val="337016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B26AEF6-1BE5-4433-B923-0145E5DF3F31}"/>
              </a:ext>
            </a:extLst>
          </p:cNvPr>
          <p:cNvSpPr>
            <a:spLocks noGrp="1"/>
          </p:cNvSpPr>
          <p:nvPr>
            <p:ph type="dt" sz="half" idx="10"/>
          </p:nvPr>
        </p:nvSpPr>
        <p:spPr/>
        <p:txBody>
          <a:bodyPr/>
          <a:lstStyle>
            <a:lvl1pPr>
              <a:defRPr/>
            </a:lvl1pPr>
          </a:lstStyle>
          <a:p>
            <a:pPr>
              <a:defRPr/>
            </a:pPr>
            <a:fld id="{F561B20B-65BD-4F95-B481-D0824E6A28FA}" type="datetime8">
              <a:rPr lang="zh-CN" altLang="en-US"/>
              <a:pPr>
                <a:defRPr/>
              </a:pPr>
              <a:t>2025年10月20日10时11分</a:t>
            </a:fld>
            <a:endParaRPr lang="en-US" altLang="zh-CN"/>
          </a:p>
        </p:txBody>
      </p:sp>
      <p:sp>
        <p:nvSpPr>
          <p:cNvPr id="5" name="页脚占位符 4">
            <a:extLst>
              <a:ext uri="{FF2B5EF4-FFF2-40B4-BE49-F238E27FC236}">
                <a16:creationId xmlns:a16="http://schemas.microsoft.com/office/drawing/2014/main" id="{03EE6F0A-8707-47DA-B917-C4F928785260}"/>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6" name="灯片编号占位符 5">
            <a:extLst>
              <a:ext uri="{FF2B5EF4-FFF2-40B4-BE49-F238E27FC236}">
                <a16:creationId xmlns:a16="http://schemas.microsoft.com/office/drawing/2014/main" id="{732027B5-3343-4FA9-A60B-8B4A5146C552}"/>
              </a:ext>
            </a:extLst>
          </p:cNvPr>
          <p:cNvSpPr>
            <a:spLocks noGrp="1"/>
          </p:cNvSpPr>
          <p:nvPr>
            <p:ph type="sldNum" sz="quarter" idx="12"/>
          </p:nvPr>
        </p:nvSpPr>
        <p:spPr/>
        <p:txBody>
          <a:bodyPr/>
          <a:lstStyle>
            <a:lvl1pPr>
              <a:defRPr/>
            </a:lvl1pPr>
          </a:lstStyle>
          <a:p>
            <a:fld id="{D240758A-9904-40D0-8090-A966078FC43D}" type="slidenum">
              <a:rPr lang="en-US" altLang="zh-CN"/>
              <a:pPr/>
              <a:t>‹#›</a:t>
            </a:fld>
            <a:endParaRPr lang="en-US" altLang="zh-CN"/>
          </a:p>
        </p:txBody>
      </p:sp>
    </p:spTree>
    <p:extLst>
      <p:ext uri="{BB962C8B-B14F-4D97-AF65-F5344CB8AC3E}">
        <p14:creationId xmlns:p14="http://schemas.microsoft.com/office/powerpoint/2010/main" val="453599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24976F7-164F-4DB7-8066-B11C718F94FE}"/>
              </a:ext>
            </a:extLst>
          </p:cNvPr>
          <p:cNvSpPr>
            <a:spLocks noGrp="1"/>
          </p:cNvSpPr>
          <p:nvPr>
            <p:ph type="dt" sz="half" idx="10"/>
          </p:nvPr>
        </p:nvSpPr>
        <p:spPr/>
        <p:txBody>
          <a:bodyPr/>
          <a:lstStyle>
            <a:lvl1pPr>
              <a:defRPr/>
            </a:lvl1pPr>
          </a:lstStyle>
          <a:p>
            <a:pPr>
              <a:defRPr/>
            </a:pPr>
            <a:fld id="{B8B01C9F-63AF-40F2-9E3C-524E0A8CCEA8}" type="datetime8">
              <a:rPr lang="zh-CN" altLang="en-US"/>
              <a:pPr>
                <a:defRPr/>
              </a:pPr>
              <a:t>2025年10月20日10时11分</a:t>
            </a:fld>
            <a:endParaRPr lang="en-US" altLang="zh-CN"/>
          </a:p>
        </p:txBody>
      </p:sp>
      <p:sp>
        <p:nvSpPr>
          <p:cNvPr id="5" name="页脚占位符 4">
            <a:extLst>
              <a:ext uri="{FF2B5EF4-FFF2-40B4-BE49-F238E27FC236}">
                <a16:creationId xmlns:a16="http://schemas.microsoft.com/office/drawing/2014/main" id="{9547F660-B52C-4928-BE83-A57CC161C436}"/>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6" name="灯片编号占位符 5">
            <a:extLst>
              <a:ext uri="{FF2B5EF4-FFF2-40B4-BE49-F238E27FC236}">
                <a16:creationId xmlns:a16="http://schemas.microsoft.com/office/drawing/2014/main" id="{222D824C-5DF3-455D-8578-0D4819C5A896}"/>
              </a:ext>
            </a:extLst>
          </p:cNvPr>
          <p:cNvSpPr>
            <a:spLocks noGrp="1"/>
          </p:cNvSpPr>
          <p:nvPr>
            <p:ph type="sldNum" sz="quarter" idx="12"/>
          </p:nvPr>
        </p:nvSpPr>
        <p:spPr/>
        <p:txBody>
          <a:bodyPr/>
          <a:lstStyle>
            <a:lvl1pPr>
              <a:defRPr/>
            </a:lvl1pPr>
          </a:lstStyle>
          <a:p>
            <a:fld id="{D6002FAA-6471-4C3C-9ECD-4DE234BC4245}" type="slidenum">
              <a:rPr lang="en-US" altLang="zh-CN"/>
              <a:pPr/>
              <a:t>‹#›</a:t>
            </a:fld>
            <a:endParaRPr lang="en-US" altLang="zh-CN"/>
          </a:p>
        </p:txBody>
      </p:sp>
    </p:spTree>
    <p:extLst>
      <p:ext uri="{BB962C8B-B14F-4D97-AF65-F5344CB8AC3E}">
        <p14:creationId xmlns:p14="http://schemas.microsoft.com/office/powerpoint/2010/main" val="1928119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65138"/>
            <a:ext cx="7772400" cy="56308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a:extLst>
              <a:ext uri="{FF2B5EF4-FFF2-40B4-BE49-F238E27FC236}">
                <a16:creationId xmlns:a16="http://schemas.microsoft.com/office/drawing/2014/main" id="{05AC82A3-770B-490F-8092-F4B126250718}"/>
              </a:ext>
            </a:extLst>
          </p:cNvPr>
          <p:cNvSpPr>
            <a:spLocks noGrp="1"/>
          </p:cNvSpPr>
          <p:nvPr>
            <p:ph type="dt" sz="half" idx="10"/>
          </p:nvPr>
        </p:nvSpPr>
        <p:spPr/>
        <p:txBody>
          <a:bodyPr/>
          <a:lstStyle>
            <a:lvl1pPr>
              <a:defRPr/>
            </a:lvl1pPr>
          </a:lstStyle>
          <a:p>
            <a:pPr>
              <a:defRPr/>
            </a:pPr>
            <a:fld id="{4D297E9E-8168-454D-8C4D-06C7DEA4771D}" type="datetime8">
              <a:rPr lang="zh-CN" altLang="en-US"/>
              <a:pPr>
                <a:defRPr/>
              </a:pPr>
              <a:t>2025年10月20日10时11分</a:t>
            </a:fld>
            <a:endParaRPr lang="en-US" altLang="zh-CN"/>
          </a:p>
        </p:txBody>
      </p:sp>
      <p:sp>
        <p:nvSpPr>
          <p:cNvPr id="4" name="页脚占位符 4">
            <a:extLst>
              <a:ext uri="{FF2B5EF4-FFF2-40B4-BE49-F238E27FC236}">
                <a16:creationId xmlns:a16="http://schemas.microsoft.com/office/drawing/2014/main" id="{0ED78035-7A58-46D7-8829-E612A8C78C36}"/>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5" name="灯片编号占位符 5">
            <a:extLst>
              <a:ext uri="{FF2B5EF4-FFF2-40B4-BE49-F238E27FC236}">
                <a16:creationId xmlns:a16="http://schemas.microsoft.com/office/drawing/2014/main" id="{4EEDAFC3-748E-41E2-914E-12597C2007B3}"/>
              </a:ext>
            </a:extLst>
          </p:cNvPr>
          <p:cNvSpPr>
            <a:spLocks noGrp="1"/>
          </p:cNvSpPr>
          <p:nvPr>
            <p:ph type="sldNum" sz="quarter" idx="12"/>
          </p:nvPr>
        </p:nvSpPr>
        <p:spPr/>
        <p:txBody>
          <a:bodyPr/>
          <a:lstStyle>
            <a:lvl1pPr>
              <a:defRPr/>
            </a:lvl1pPr>
          </a:lstStyle>
          <a:p>
            <a:fld id="{575DA985-9F8A-4016-A89D-E35D3A4E74EE}" type="slidenum">
              <a:rPr lang="en-US" altLang="zh-CN"/>
              <a:pPr/>
              <a:t>‹#›</a:t>
            </a:fld>
            <a:endParaRPr lang="en-US" altLang="zh-CN"/>
          </a:p>
        </p:txBody>
      </p:sp>
    </p:spTree>
    <p:extLst>
      <p:ext uri="{BB962C8B-B14F-4D97-AF65-F5344CB8AC3E}">
        <p14:creationId xmlns:p14="http://schemas.microsoft.com/office/powerpoint/2010/main" val="177556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日期占位符 3">
            <a:extLst>
              <a:ext uri="{FF2B5EF4-FFF2-40B4-BE49-F238E27FC236}">
                <a16:creationId xmlns:a16="http://schemas.microsoft.com/office/drawing/2014/main" id="{652E6BA5-FEE8-443E-98FC-D5CA207102D7}"/>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D176FA7F-87E4-4885-9F4A-87E6012BFF01}" type="datetime1">
              <a:rPr lang="zh-CN" altLang="en-US"/>
              <a:pPr>
                <a:defRPr/>
              </a:pPr>
              <a:t>2025/10/20</a:t>
            </a:fld>
            <a:endParaRPr lang="zh-CN" altLang="en-US" sz="1800">
              <a:solidFill>
                <a:srgbClr val="000000"/>
              </a:solidFill>
              <a:latin typeface="Arial" pitchFamily="34" charset="0"/>
            </a:endParaRPr>
          </a:p>
        </p:txBody>
      </p:sp>
      <p:sp>
        <p:nvSpPr>
          <p:cNvPr id="5" name="页脚占位符 4">
            <a:extLst>
              <a:ext uri="{FF2B5EF4-FFF2-40B4-BE49-F238E27FC236}">
                <a16:creationId xmlns:a16="http://schemas.microsoft.com/office/drawing/2014/main" id="{74F7EDC0-4D3F-48FB-8966-C76471B3C85E}"/>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6" name="灯片编号占位符 5">
            <a:extLst>
              <a:ext uri="{FF2B5EF4-FFF2-40B4-BE49-F238E27FC236}">
                <a16:creationId xmlns:a16="http://schemas.microsoft.com/office/drawing/2014/main" id="{6025F8B2-9C97-474E-9077-3FDDA7C1D895}"/>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574FBF71-A6E1-496A-9956-1BF05FE6F6EA}" type="slidenum">
              <a:rPr lang="zh-CN" altLang="en-US"/>
              <a:pPr/>
              <a:t>‹#›</a:t>
            </a:fld>
            <a:endParaRPr lang="zh-CN" altLang="en-US"/>
          </a:p>
        </p:txBody>
      </p:sp>
    </p:spTree>
    <p:extLst>
      <p:ext uri="{BB962C8B-B14F-4D97-AF65-F5344CB8AC3E}">
        <p14:creationId xmlns:p14="http://schemas.microsoft.com/office/powerpoint/2010/main" val="1943460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FE3698F7-1C54-45D1-AD80-0E9C14B50753}"/>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815B0DF8-686F-437C-8B5B-89261699D95A}" type="datetime1">
              <a:rPr lang="zh-CN" altLang="en-US"/>
              <a:pPr>
                <a:defRPr/>
              </a:pPr>
              <a:t>2025/10/20</a:t>
            </a:fld>
            <a:endParaRPr lang="zh-CN" altLang="en-US" sz="1800">
              <a:solidFill>
                <a:srgbClr val="000000"/>
              </a:solidFill>
              <a:latin typeface="Arial" pitchFamily="34" charset="0"/>
            </a:endParaRPr>
          </a:p>
        </p:txBody>
      </p:sp>
      <p:sp>
        <p:nvSpPr>
          <p:cNvPr id="5" name="页脚占位符 4">
            <a:extLst>
              <a:ext uri="{FF2B5EF4-FFF2-40B4-BE49-F238E27FC236}">
                <a16:creationId xmlns:a16="http://schemas.microsoft.com/office/drawing/2014/main" id="{175C718D-DD0B-4F16-874E-4CFE0377CC6D}"/>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6" name="灯片编号占位符 5">
            <a:extLst>
              <a:ext uri="{FF2B5EF4-FFF2-40B4-BE49-F238E27FC236}">
                <a16:creationId xmlns:a16="http://schemas.microsoft.com/office/drawing/2014/main" id="{44883872-768E-4190-9E59-9CAD599D365E}"/>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934316A7-A3C3-4E0F-A16A-F131620AFED3}" type="slidenum">
              <a:rPr lang="zh-CN" altLang="en-US"/>
              <a:pPr/>
              <a:t>‹#›</a:t>
            </a:fld>
            <a:endParaRPr lang="zh-CN" altLang="en-US"/>
          </a:p>
        </p:txBody>
      </p:sp>
    </p:spTree>
    <p:extLst>
      <p:ext uri="{BB962C8B-B14F-4D97-AF65-F5344CB8AC3E}">
        <p14:creationId xmlns:p14="http://schemas.microsoft.com/office/powerpoint/2010/main" val="41374745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a:extLst>
              <a:ext uri="{FF2B5EF4-FFF2-40B4-BE49-F238E27FC236}">
                <a16:creationId xmlns:a16="http://schemas.microsoft.com/office/drawing/2014/main" id="{BE46F912-A7AA-4AF7-AFC8-843938E1CD8D}"/>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ACE9C109-3C35-44EF-8422-04515672FB91}" type="datetime1">
              <a:rPr lang="zh-CN" altLang="en-US"/>
              <a:pPr>
                <a:defRPr/>
              </a:pPr>
              <a:t>2025/10/20</a:t>
            </a:fld>
            <a:endParaRPr lang="zh-CN" altLang="en-US" sz="1800">
              <a:solidFill>
                <a:srgbClr val="000000"/>
              </a:solidFill>
              <a:latin typeface="Arial" pitchFamily="34" charset="0"/>
            </a:endParaRPr>
          </a:p>
        </p:txBody>
      </p:sp>
      <p:sp>
        <p:nvSpPr>
          <p:cNvPr id="5" name="页脚占位符 4">
            <a:extLst>
              <a:ext uri="{FF2B5EF4-FFF2-40B4-BE49-F238E27FC236}">
                <a16:creationId xmlns:a16="http://schemas.microsoft.com/office/drawing/2014/main" id="{A8703299-1206-48B0-A875-006E8D77CCBA}"/>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6" name="灯片编号占位符 5">
            <a:extLst>
              <a:ext uri="{FF2B5EF4-FFF2-40B4-BE49-F238E27FC236}">
                <a16:creationId xmlns:a16="http://schemas.microsoft.com/office/drawing/2014/main" id="{15B8A71C-5B8A-4D74-BB9B-BD243B15CA12}"/>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0168F117-85FE-4E3A-AC4B-ED38D231C29E}" type="slidenum">
              <a:rPr lang="zh-CN" altLang="en-US"/>
              <a:pPr/>
              <a:t>‹#›</a:t>
            </a:fld>
            <a:endParaRPr lang="zh-CN" altLang="en-US"/>
          </a:p>
        </p:txBody>
      </p:sp>
    </p:spTree>
    <p:extLst>
      <p:ext uri="{BB962C8B-B14F-4D97-AF65-F5344CB8AC3E}">
        <p14:creationId xmlns:p14="http://schemas.microsoft.com/office/powerpoint/2010/main" val="39802410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72657779-BD59-4B6C-B885-75BAA5243B85}"/>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EC40B7C1-06CD-489A-A191-1EFB165EF64C}" type="datetime1">
              <a:rPr lang="zh-CN" altLang="en-US"/>
              <a:pPr>
                <a:defRPr/>
              </a:pPr>
              <a:t>2025/10/20</a:t>
            </a:fld>
            <a:endParaRPr lang="zh-CN" altLang="en-US" sz="1800">
              <a:solidFill>
                <a:srgbClr val="000000"/>
              </a:solidFill>
              <a:latin typeface="Arial" pitchFamily="34" charset="0"/>
            </a:endParaRPr>
          </a:p>
        </p:txBody>
      </p:sp>
      <p:sp>
        <p:nvSpPr>
          <p:cNvPr id="6" name="页脚占位符 4">
            <a:extLst>
              <a:ext uri="{FF2B5EF4-FFF2-40B4-BE49-F238E27FC236}">
                <a16:creationId xmlns:a16="http://schemas.microsoft.com/office/drawing/2014/main" id="{3B6DE8DC-2357-44A5-8E14-4EDA2D411E20}"/>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7" name="灯片编号占位符 5">
            <a:extLst>
              <a:ext uri="{FF2B5EF4-FFF2-40B4-BE49-F238E27FC236}">
                <a16:creationId xmlns:a16="http://schemas.microsoft.com/office/drawing/2014/main" id="{81B5CE33-8109-4C70-8B59-338E8BF1F2E3}"/>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16D24262-E79E-4C66-AA09-CE4FC10CBC9B}" type="slidenum">
              <a:rPr lang="zh-CN" altLang="en-US"/>
              <a:pPr/>
              <a:t>‹#›</a:t>
            </a:fld>
            <a:endParaRPr lang="zh-CN" altLang="en-US"/>
          </a:p>
        </p:txBody>
      </p:sp>
    </p:spTree>
    <p:extLst>
      <p:ext uri="{BB962C8B-B14F-4D97-AF65-F5344CB8AC3E}">
        <p14:creationId xmlns:p14="http://schemas.microsoft.com/office/powerpoint/2010/main" val="40070753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3">
            <a:extLst>
              <a:ext uri="{FF2B5EF4-FFF2-40B4-BE49-F238E27FC236}">
                <a16:creationId xmlns:a16="http://schemas.microsoft.com/office/drawing/2014/main" id="{811616F4-8E5F-43D5-BDF5-49C8722BE33B}"/>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C4C3EB46-1247-4C5B-9624-2A4458CE31E8}" type="datetime1">
              <a:rPr lang="zh-CN" altLang="en-US"/>
              <a:pPr>
                <a:defRPr/>
              </a:pPr>
              <a:t>2025/10/20</a:t>
            </a:fld>
            <a:endParaRPr lang="zh-CN" altLang="en-US" sz="1800">
              <a:solidFill>
                <a:srgbClr val="000000"/>
              </a:solidFill>
              <a:latin typeface="Arial" pitchFamily="34" charset="0"/>
            </a:endParaRPr>
          </a:p>
        </p:txBody>
      </p:sp>
      <p:sp>
        <p:nvSpPr>
          <p:cNvPr id="8" name="页脚占位符 4">
            <a:extLst>
              <a:ext uri="{FF2B5EF4-FFF2-40B4-BE49-F238E27FC236}">
                <a16:creationId xmlns:a16="http://schemas.microsoft.com/office/drawing/2014/main" id="{E1173071-9A0A-4243-8372-C1E8351732BD}"/>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9" name="灯片编号占位符 5">
            <a:extLst>
              <a:ext uri="{FF2B5EF4-FFF2-40B4-BE49-F238E27FC236}">
                <a16:creationId xmlns:a16="http://schemas.microsoft.com/office/drawing/2014/main" id="{B944C93C-2BFD-4692-9539-A93BD0F7E648}"/>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5F51EAB5-CE5A-4BF6-970D-948A123EE9A0}" type="slidenum">
              <a:rPr lang="zh-CN" altLang="en-US"/>
              <a:pPr/>
              <a:t>‹#›</a:t>
            </a:fld>
            <a:endParaRPr lang="zh-CN" altLang="en-US"/>
          </a:p>
        </p:txBody>
      </p:sp>
    </p:spTree>
    <p:extLst>
      <p:ext uri="{BB962C8B-B14F-4D97-AF65-F5344CB8AC3E}">
        <p14:creationId xmlns:p14="http://schemas.microsoft.com/office/powerpoint/2010/main" val="12115693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a:extLst>
              <a:ext uri="{FF2B5EF4-FFF2-40B4-BE49-F238E27FC236}">
                <a16:creationId xmlns:a16="http://schemas.microsoft.com/office/drawing/2014/main" id="{B93E0F1F-41DD-4894-BA35-2173507F54B5}"/>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B2F779EC-1FE1-4B17-8875-59AB6870071B}" type="datetime1">
              <a:rPr lang="zh-CN" altLang="en-US"/>
              <a:pPr>
                <a:defRPr/>
              </a:pPr>
              <a:t>2025/10/20</a:t>
            </a:fld>
            <a:endParaRPr lang="zh-CN" altLang="en-US" sz="1800">
              <a:solidFill>
                <a:srgbClr val="000000"/>
              </a:solidFill>
              <a:latin typeface="Arial" pitchFamily="34" charset="0"/>
            </a:endParaRPr>
          </a:p>
        </p:txBody>
      </p:sp>
      <p:sp>
        <p:nvSpPr>
          <p:cNvPr id="4" name="页脚占位符 4">
            <a:extLst>
              <a:ext uri="{FF2B5EF4-FFF2-40B4-BE49-F238E27FC236}">
                <a16:creationId xmlns:a16="http://schemas.microsoft.com/office/drawing/2014/main" id="{8B80484B-AE80-4CA4-9F5B-01E30C6B3A94}"/>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5" name="灯片编号占位符 5">
            <a:extLst>
              <a:ext uri="{FF2B5EF4-FFF2-40B4-BE49-F238E27FC236}">
                <a16:creationId xmlns:a16="http://schemas.microsoft.com/office/drawing/2014/main" id="{31E91ED2-4D03-4E69-B6FF-EC957BA282D6}"/>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5750ED9C-542B-4FBF-B02D-9F7BD635A8CA}" type="slidenum">
              <a:rPr lang="zh-CN" altLang="en-US"/>
              <a:pPr/>
              <a:t>‹#›</a:t>
            </a:fld>
            <a:endParaRPr lang="zh-CN" altLang="en-US"/>
          </a:p>
        </p:txBody>
      </p:sp>
    </p:spTree>
    <p:extLst>
      <p:ext uri="{BB962C8B-B14F-4D97-AF65-F5344CB8AC3E}">
        <p14:creationId xmlns:p14="http://schemas.microsoft.com/office/powerpoint/2010/main" val="21147061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83E9124E-46D9-495B-A599-9990327C5367}"/>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A266374C-C2B4-4C7E-A0F2-32D044CAAEF2}" type="datetime1">
              <a:rPr lang="zh-CN" altLang="en-US"/>
              <a:pPr>
                <a:defRPr/>
              </a:pPr>
              <a:t>2025/10/20</a:t>
            </a:fld>
            <a:endParaRPr lang="zh-CN" altLang="en-US" sz="1800">
              <a:solidFill>
                <a:srgbClr val="000000"/>
              </a:solidFill>
              <a:latin typeface="Arial" pitchFamily="34" charset="0"/>
            </a:endParaRPr>
          </a:p>
        </p:txBody>
      </p:sp>
      <p:sp>
        <p:nvSpPr>
          <p:cNvPr id="3" name="页脚占位符 4">
            <a:extLst>
              <a:ext uri="{FF2B5EF4-FFF2-40B4-BE49-F238E27FC236}">
                <a16:creationId xmlns:a16="http://schemas.microsoft.com/office/drawing/2014/main" id="{5962F5F7-BF32-4CF2-B8EF-874669E80481}"/>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4" name="灯片编号占位符 5">
            <a:extLst>
              <a:ext uri="{FF2B5EF4-FFF2-40B4-BE49-F238E27FC236}">
                <a16:creationId xmlns:a16="http://schemas.microsoft.com/office/drawing/2014/main" id="{8E176FC0-7406-4701-ABEC-62557F54E763}"/>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912BDD30-898B-4D86-93DC-BF857E7B60AF}" type="slidenum">
              <a:rPr lang="zh-CN" altLang="en-US"/>
              <a:pPr/>
              <a:t>‹#›</a:t>
            </a:fld>
            <a:endParaRPr lang="zh-CN" altLang="en-US"/>
          </a:p>
        </p:txBody>
      </p:sp>
    </p:spTree>
    <p:extLst>
      <p:ext uri="{BB962C8B-B14F-4D97-AF65-F5344CB8AC3E}">
        <p14:creationId xmlns:p14="http://schemas.microsoft.com/office/powerpoint/2010/main" val="35752371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CB0C53EC-09F2-47F4-BAF1-58760C2D70DD}"/>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0E2F6D88-049B-4D47-A999-90C8F022CA51}" type="datetime1">
              <a:rPr lang="zh-CN" altLang="en-US"/>
              <a:pPr>
                <a:defRPr/>
              </a:pPr>
              <a:t>2025/10/20</a:t>
            </a:fld>
            <a:endParaRPr lang="zh-CN" altLang="en-US" sz="1800">
              <a:solidFill>
                <a:srgbClr val="000000"/>
              </a:solidFill>
              <a:latin typeface="Arial" pitchFamily="34" charset="0"/>
            </a:endParaRPr>
          </a:p>
        </p:txBody>
      </p:sp>
      <p:sp>
        <p:nvSpPr>
          <p:cNvPr id="6" name="页脚占位符 4">
            <a:extLst>
              <a:ext uri="{FF2B5EF4-FFF2-40B4-BE49-F238E27FC236}">
                <a16:creationId xmlns:a16="http://schemas.microsoft.com/office/drawing/2014/main" id="{19FAF515-54A1-4FFD-9875-5CA8C0697DEA}"/>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7" name="灯片编号占位符 5">
            <a:extLst>
              <a:ext uri="{FF2B5EF4-FFF2-40B4-BE49-F238E27FC236}">
                <a16:creationId xmlns:a16="http://schemas.microsoft.com/office/drawing/2014/main" id="{F7B46B7A-682F-415F-B688-D2A3B34D1BE5}"/>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0C3880CB-4931-48DD-9EF1-5B8F6CC04291}" type="slidenum">
              <a:rPr lang="zh-CN" altLang="en-US"/>
              <a:pPr/>
              <a:t>‹#›</a:t>
            </a:fld>
            <a:endParaRPr lang="zh-CN" altLang="en-US"/>
          </a:p>
        </p:txBody>
      </p:sp>
    </p:spTree>
    <p:extLst>
      <p:ext uri="{BB962C8B-B14F-4D97-AF65-F5344CB8AC3E}">
        <p14:creationId xmlns:p14="http://schemas.microsoft.com/office/powerpoint/2010/main" val="14239597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6823FAC1-128C-47C4-8991-629AD798C3E7}"/>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E178F487-E92A-445C-A908-DEB132AAB8F1}" type="datetime1">
              <a:rPr lang="zh-CN" altLang="en-US"/>
              <a:pPr>
                <a:defRPr/>
              </a:pPr>
              <a:t>2025/10/20</a:t>
            </a:fld>
            <a:endParaRPr lang="zh-CN" altLang="en-US" sz="1800">
              <a:solidFill>
                <a:srgbClr val="000000"/>
              </a:solidFill>
              <a:latin typeface="Arial" pitchFamily="34" charset="0"/>
            </a:endParaRPr>
          </a:p>
        </p:txBody>
      </p:sp>
      <p:sp>
        <p:nvSpPr>
          <p:cNvPr id="6" name="页脚占位符 4">
            <a:extLst>
              <a:ext uri="{FF2B5EF4-FFF2-40B4-BE49-F238E27FC236}">
                <a16:creationId xmlns:a16="http://schemas.microsoft.com/office/drawing/2014/main" id="{C9E2203C-345B-43F4-9E32-26F087E23D6E}"/>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7" name="灯片编号占位符 5">
            <a:extLst>
              <a:ext uri="{FF2B5EF4-FFF2-40B4-BE49-F238E27FC236}">
                <a16:creationId xmlns:a16="http://schemas.microsoft.com/office/drawing/2014/main" id="{545BCEFE-67A8-410E-9356-0E3E9CCC4DE2}"/>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8264753E-B646-4CE1-992D-EB04A2390385}" type="slidenum">
              <a:rPr lang="zh-CN" altLang="en-US"/>
              <a:pPr/>
              <a:t>‹#›</a:t>
            </a:fld>
            <a:endParaRPr lang="zh-CN" altLang="en-US"/>
          </a:p>
        </p:txBody>
      </p:sp>
    </p:spTree>
    <p:extLst>
      <p:ext uri="{BB962C8B-B14F-4D97-AF65-F5344CB8AC3E}">
        <p14:creationId xmlns:p14="http://schemas.microsoft.com/office/powerpoint/2010/main" val="29689560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C8BAFAD6-AB5D-4BBE-AE63-21CD1B9C683C}"/>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623987EA-2342-4442-AF72-6CE452E54C93}" type="datetime1">
              <a:rPr lang="zh-CN" altLang="en-US"/>
              <a:pPr>
                <a:defRPr/>
              </a:pPr>
              <a:t>2025/10/20</a:t>
            </a:fld>
            <a:endParaRPr lang="zh-CN" altLang="en-US" sz="1800">
              <a:solidFill>
                <a:srgbClr val="000000"/>
              </a:solidFill>
              <a:latin typeface="Arial" pitchFamily="34" charset="0"/>
            </a:endParaRPr>
          </a:p>
        </p:txBody>
      </p:sp>
      <p:sp>
        <p:nvSpPr>
          <p:cNvPr id="5" name="页脚占位符 4">
            <a:extLst>
              <a:ext uri="{FF2B5EF4-FFF2-40B4-BE49-F238E27FC236}">
                <a16:creationId xmlns:a16="http://schemas.microsoft.com/office/drawing/2014/main" id="{627B3628-852A-4FE7-A002-3B7E6516C056}"/>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6" name="灯片编号占位符 5">
            <a:extLst>
              <a:ext uri="{FF2B5EF4-FFF2-40B4-BE49-F238E27FC236}">
                <a16:creationId xmlns:a16="http://schemas.microsoft.com/office/drawing/2014/main" id="{7C79E93A-31FE-4E97-83C9-011C2E5D57C2}"/>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D8115620-1753-446F-A614-4330B170E4B8}" type="slidenum">
              <a:rPr lang="zh-CN" altLang="en-US"/>
              <a:pPr/>
              <a:t>‹#›</a:t>
            </a:fld>
            <a:endParaRPr lang="zh-CN" altLang="en-US"/>
          </a:p>
        </p:txBody>
      </p:sp>
    </p:spTree>
    <p:extLst>
      <p:ext uri="{BB962C8B-B14F-4D97-AF65-F5344CB8AC3E}">
        <p14:creationId xmlns:p14="http://schemas.microsoft.com/office/powerpoint/2010/main" val="34678782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90057101-8485-49F6-882A-59D27CB20A67}"/>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07B4DF55-CF51-49C2-A4BF-A2FB17CA462C}" type="datetime1">
              <a:rPr lang="zh-CN" altLang="en-US"/>
              <a:pPr>
                <a:defRPr/>
              </a:pPr>
              <a:t>2025/10/20</a:t>
            </a:fld>
            <a:endParaRPr lang="zh-CN" altLang="en-US" sz="1800">
              <a:solidFill>
                <a:srgbClr val="000000"/>
              </a:solidFill>
              <a:latin typeface="Arial" pitchFamily="34" charset="0"/>
            </a:endParaRPr>
          </a:p>
        </p:txBody>
      </p:sp>
      <p:sp>
        <p:nvSpPr>
          <p:cNvPr id="5" name="页脚占位符 4">
            <a:extLst>
              <a:ext uri="{FF2B5EF4-FFF2-40B4-BE49-F238E27FC236}">
                <a16:creationId xmlns:a16="http://schemas.microsoft.com/office/drawing/2014/main" id="{411085E8-3527-4C21-B6E4-EB5B3E0ADADB}"/>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6" name="灯片编号占位符 5">
            <a:extLst>
              <a:ext uri="{FF2B5EF4-FFF2-40B4-BE49-F238E27FC236}">
                <a16:creationId xmlns:a16="http://schemas.microsoft.com/office/drawing/2014/main" id="{A1BCCE54-7DD2-4D88-B3B5-1F3406E5385C}"/>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F074482B-5D6E-47BD-B063-7EB10D753E70}" type="slidenum">
              <a:rPr lang="zh-CN" altLang="en-US"/>
              <a:pPr/>
              <a:t>‹#›</a:t>
            </a:fld>
            <a:endParaRPr lang="zh-CN" altLang="en-US"/>
          </a:p>
        </p:txBody>
      </p:sp>
    </p:spTree>
    <p:extLst>
      <p:ext uri="{BB962C8B-B14F-4D97-AF65-F5344CB8AC3E}">
        <p14:creationId xmlns:p14="http://schemas.microsoft.com/office/powerpoint/2010/main" val="5661642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3439640B-2FF0-49B9-AFBA-EB0D353807F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E8AF2421-6086-43D4-8E7A-D5227A8BA01D}"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1DEA49A4-92A2-4450-B2EB-17A3442D62B7}"/>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7F8E971C-EE2B-4F96-B925-BA3CC914774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35E94536-08A9-4B52-91B2-D35064A5AF71}" type="slidenum">
              <a:rPr lang="en-US" altLang="zh-CN"/>
              <a:pPr/>
              <a:t>‹#›</a:t>
            </a:fld>
            <a:endParaRPr lang="en-US" altLang="zh-CN"/>
          </a:p>
        </p:txBody>
      </p:sp>
    </p:spTree>
    <p:extLst>
      <p:ext uri="{BB962C8B-B14F-4D97-AF65-F5344CB8AC3E}">
        <p14:creationId xmlns:p14="http://schemas.microsoft.com/office/powerpoint/2010/main" val="3983730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957DA50-9F75-4B12-8A79-1A4877C62E4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DEAD2C12-553C-4F20-9803-9E7E37E109BC}"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0856D5C3-DC2F-43A2-8E57-38DE24FF512E}"/>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548FBB8D-A530-49CB-9D6B-CB65280759E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AE209050-D0DF-4309-B13C-09E85B536712}" type="slidenum">
              <a:rPr lang="en-US" altLang="zh-CN"/>
              <a:pPr/>
              <a:t>‹#›</a:t>
            </a:fld>
            <a:endParaRPr lang="en-US" altLang="zh-CN"/>
          </a:p>
        </p:txBody>
      </p:sp>
    </p:spTree>
    <p:extLst>
      <p:ext uri="{BB962C8B-B14F-4D97-AF65-F5344CB8AC3E}">
        <p14:creationId xmlns:p14="http://schemas.microsoft.com/office/powerpoint/2010/main" val="17572270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545119A0-958F-4E8A-A5DC-36574CBA12DB}"/>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CB5DC1E7-3247-4F2B-B11C-61A0F15AC5F6}"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23F36619-1A53-4B78-B807-51D64AA03801}"/>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C419BB4F-1B8A-421C-9B5A-AE86AB5DE00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6D358030-85BA-47AD-96B2-87470511B842}" type="slidenum">
              <a:rPr lang="en-US" altLang="zh-CN"/>
              <a:pPr/>
              <a:t>‹#›</a:t>
            </a:fld>
            <a:endParaRPr lang="en-US" altLang="zh-CN"/>
          </a:p>
        </p:txBody>
      </p:sp>
    </p:spTree>
    <p:extLst>
      <p:ext uri="{BB962C8B-B14F-4D97-AF65-F5344CB8AC3E}">
        <p14:creationId xmlns:p14="http://schemas.microsoft.com/office/powerpoint/2010/main" val="39231098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A029D463-8FAD-4736-89DE-18AEF60B51F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747A2A9C-6A90-4513-A644-BA97EB1B02A6}"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FCFD348C-605B-4110-8258-F4D24541E21A}"/>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83FEE44F-93BB-4852-B3DA-EB0A1D37651F}"/>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3F1A4A62-8B45-4769-80B4-EFE036E66E13}" type="slidenum">
              <a:rPr lang="en-US" altLang="zh-CN"/>
              <a:pPr/>
              <a:t>‹#›</a:t>
            </a:fld>
            <a:endParaRPr lang="en-US" altLang="zh-CN"/>
          </a:p>
        </p:txBody>
      </p:sp>
    </p:spTree>
    <p:extLst>
      <p:ext uri="{BB962C8B-B14F-4D97-AF65-F5344CB8AC3E}">
        <p14:creationId xmlns:p14="http://schemas.microsoft.com/office/powerpoint/2010/main" val="12658558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4FB74DFC-611F-42A5-B564-9E4722A9C1B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770747AF-5BB4-4C37-8892-146B98E44CB9}"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3B8592A0-97A6-4213-8313-8C9B1E601607}"/>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9" name="Rectangle 6">
            <a:extLst>
              <a:ext uri="{FF2B5EF4-FFF2-40B4-BE49-F238E27FC236}">
                <a16:creationId xmlns:a16="http://schemas.microsoft.com/office/drawing/2014/main" id="{869E5CE2-C2CF-4D62-BA0C-47D445A7A66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00A7C09D-00C2-4D16-A8FE-B49717F20421}" type="slidenum">
              <a:rPr lang="en-US" altLang="zh-CN"/>
              <a:pPr/>
              <a:t>‹#›</a:t>
            </a:fld>
            <a:endParaRPr lang="en-US" altLang="zh-CN"/>
          </a:p>
        </p:txBody>
      </p:sp>
    </p:spTree>
    <p:extLst>
      <p:ext uri="{BB962C8B-B14F-4D97-AF65-F5344CB8AC3E}">
        <p14:creationId xmlns:p14="http://schemas.microsoft.com/office/powerpoint/2010/main" val="2192026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3C7ECE00-795A-4973-959D-BFC057266F4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5AC36AEE-72DC-4A74-93A2-5EB7547D5415}"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03952EA7-6F72-4EC2-95E9-0E3360A28616}"/>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0E635368-5E5E-4430-B081-1D6E842ADC9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DBF88A9B-8807-4602-8E72-F7C6F8E21C4D}" type="slidenum">
              <a:rPr lang="en-US" altLang="zh-CN"/>
              <a:pPr/>
              <a:t>‹#›</a:t>
            </a:fld>
            <a:endParaRPr lang="en-US" altLang="zh-CN"/>
          </a:p>
        </p:txBody>
      </p:sp>
    </p:spTree>
    <p:extLst>
      <p:ext uri="{BB962C8B-B14F-4D97-AF65-F5344CB8AC3E}">
        <p14:creationId xmlns:p14="http://schemas.microsoft.com/office/powerpoint/2010/main" val="12901854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AFD1285-AEF0-4751-B185-9C8D450FA3A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9352B89F-D965-4299-A3DD-2CB76CFDDB4E}"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4A447B23-05C3-4245-AE95-09F731F78F03}"/>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75C348E8-7FEE-49F8-97FF-523EEFF35147}"/>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6AF5734C-3996-4D74-BC34-1F38343F361A}" type="slidenum">
              <a:rPr lang="en-US" altLang="zh-CN"/>
              <a:pPr/>
              <a:t>‹#›</a:t>
            </a:fld>
            <a:endParaRPr lang="en-US" altLang="zh-CN"/>
          </a:p>
        </p:txBody>
      </p:sp>
    </p:spTree>
    <p:extLst>
      <p:ext uri="{BB962C8B-B14F-4D97-AF65-F5344CB8AC3E}">
        <p14:creationId xmlns:p14="http://schemas.microsoft.com/office/powerpoint/2010/main" val="37355635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F6D62102-F083-4D00-AA0D-7AEE489D33B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775B4AB2-0E9B-4D77-A130-2B7BD3D0B0B6}"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B0B87EE6-A981-47A5-A1EA-BB40E906DADB}"/>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801B009A-56D0-4F13-980C-A143933238F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4EFCF0C3-3CD9-4015-8204-555E74E53D7C}" type="slidenum">
              <a:rPr lang="en-US" altLang="zh-CN"/>
              <a:pPr/>
              <a:t>‹#›</a:t>
            </a:fld>
            <a:endParaRPr lang="en-US" altLang="zh-CN"/>
          </a:p>
        </p:txBody>
      </p:sp>
    </p:spTree>
    <p:extLst>
      <p:ext uri="{BB962C8B-B14F-4D97-AF65-F5344CB8AC3E}">
        <p14:creationId xmlns:p14="http://schemas.microsoft.com/office/powerpoint/2010/main" val="33377019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8B7CC72C-4DBF-4364-8F13-3E68F6C42D1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2BFE22C7-278C-4E6E-AFEC-7F2E8FB055E5}"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B07600CE-8C52-4127-B88B-F864FDEE7557}"/>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6F4E6A3A-5C7F-4748-BE43-9BFB2354591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92467441-05BA-48DB-8931-221FF64F4938}" type="slidenum">
              <a:rPr lang="en-US" altLang="zh-CN"/>
              <a:pPr/>
              <a:t>‹#›</a:t>
            </a:fld>
            <a:endParaRPr lang="en-US" altLang="zh-CN"/>
          </a:p>
        </p:txBody>
      </p:sp>
    </p:spTree>
    <p:extLst>
      <p:ext uri="{BB962C8B-B14F-4D97-AF65-F5344CB8AC3E}">
        <p14:creationId xmlns:p14="http://schemas.microsoft.com/office/powerpoint/2010/main" val="21747689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183AC79-8A14-4AAC-9251-D2D248B177E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5818CF34-A1CE-4727-B070-27EDE1EA3C6F}"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0CB2CEDB-6613-45C7-A57A-DA89B385B011}"/>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6FF99D36-B07E-41E5-8094-DDCA9FA86E3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B5D2188F-0726-45A5-8989-C101F4FB02DA}" type="slidenum">
              <a:rPr lang="en-US" altLang="zh-CN"/>
              <a:pPr/>
              <a:t>‹#›</a:t>
            </a:fld>
            <a:endParaRPr lang="en-US" altLang="zh-CN"/>
          </a:p>
        </p:txBody>
      </p:sp>
    </p:spTree>
    <p:extLst>
      <p:ext uri="{BB962C8B-B14F-4D97-AF65-F5344CB8AC3E}">
        <p14:creationId xmlns:p14="http://schemas.microsoft.com/office/powerpoint/2010/main" val="38518320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E3C7A91-1535-447B-9B3D-7CF8EF60EACD}"/>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A2DF9E13-971B-46AC-A97A-7796D882F770}"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A41B1800-F06A-4A49-8F21-653BAF6FF3B5}"/>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AAE53825-88F5-47E3-8385-FC88C97E03DE}"/>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DA9DD6D4-7CE4-4806-B0B1-0D7497A85BC2}" type="slidenum">
              <a:rPr lang="en-US" altLang="zh-CN"/>
              <a:pPr/>
              <a:t>‹#›</a:t>
            </a:fld>
            <a:endParaRPr lang="en-US" altLang="zh-CN"/>
          </a:p>
        </p:txBody>
      </p:sp>
    </p:spTree>
    <p:extLst>
      <p:ext uri="{BB962C8B-B14F-4D97-AF65-F5344CB8AC3E}">
        <p14:creationId xmlns:p14="http://schemas.microsoft.com/office/powerpoint/2010/main" val="31512202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1964E9AD-BF22-4764-BD3A-AD86DEC4684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0366893A-0CD4-4D3F-A5B6-0C52A1503DBF}"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AC6C90E1-30E2-4DC3-8187-C349EDA50552}"/>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FE38496F-2837-4465-9BD5-FDD8AEE3DC0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67CAB1B6-858E-4491-A583-CDF9F20D747B}" type="slidenum">
              <a:rPr lang="en-US" altLang="zh-CN"/>
              <a:pPr/>
              <a:t>‹#›</a:t>
            </a:fld>
            <a:endParaRPr lang="en-US" altLang="zh-CN"/>
          </a:p>
        </p:txBody>
      </p:sp>
    </p:spTree>
    <p:extLst>
      <p:ext uri="{BB962C8B-B14F-4D97-AF65-F5344CB8AC3E}">
        <p14:creationId xmlns:p14="http://schemas.microsoft.com/office/powerpoint/2010/main" val="5949321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148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25B4F794-8D7C-494A-B02B-4D1E307BED8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5EBD2321-7CFA-440A-A67D-0DCB7454B8E2}"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2EA524BD-C32F-444C-9AD4-52E3E4871B6F}"/>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F67BB451-7687-443B-89A2-229B9476D3A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09C516C5-1FEB-450B-8131-EA9D4F679959}" type="slidenum">
              <a:rPr lang="en-US" altLang="zh-CN"/>
              <a:pPr/>
              <a:t>‹#›</a:t>
            </a:fld>
            <a:endParaRPr lang="en-US" altLang="zh-CN"/>
          </a:p>
        </p:txBody>
      </p:sp>
    </p:spTree>
    <p:extLst>
      <p:ext uri="{BB962C8B-B14F-4D97-AF65-F5344CB8AC3E}">
        <p14:creationId xmlns:p14="http://schemas.microsoft.com/office/powerpoint/2010/main" val="36003609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865EC463-F1A2-4089-BC76-A492B6B5E351}"/>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A1A41AAF-DD05-49B0-9E30-5BAED852146E}"/>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15C7F557-16BE-4176-B8EC-F94DC74C1CD6}"/>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B2A2616-5A01-4621-BC6D-6AB023447BEB}" type="slidenum">
              <a:rPr lang="zh-CN" altLang="en-US"/>
              <a:pPr/>
              <a:t>‹#›</a:t>
            </a:fld>
            <a:endParaRPr lang="zh-CN" altLang="en-US"/>
          </a:p>
        </p:txBody>
      </p:sp>
    </p:spTree>
    <p:extLst>
      <p:ext uri="{BB962C8B-B14F-4D97-AF65-F5344CB8AC3E}">
        <p14:creationId xmlns:p14="http://schemas.microsoft.com/office/powerpoint/2010/main" val="40663823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F907951-2BE0-48B5-A87A-1D253E9F4522}"/>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20991064-173F-4FAF-8557-7DA68B30B522}"/>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AF19117F-6342-4E6A-AF8C-85A1715DA648}"/>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B38B7ED-B9A0-40F9-A9FB-1CB8899E8002}" type="slidenum">
              <a:rPr lang="zh-CN" altLang="en-US"/>
              <a:pPr/>
              <a:t>‹#›</a:t>
            </a:fld>
            <a:endParaRPr lang="zh-CN" altLang="en-US"/>
          </a:p>
        </p:txBody>
      </p:sp>
    </p:spTree>
    <p:extLst>
      <p:ext uri="{BB962C8B-B14F-4D97-AF65-F5344CB8AC3E}">
        <p14:creationId xmlns:p14="http://schemas.microsoft.com/office/powerpoint/2010/main" val="24211765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7225EB3-697B-48C9-BAB4-13793A9CC288}"/>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65152D50-53D1-44D7-B303-A7F1D29E211B}"/>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D85B270A-B246-4104-A270-88D61811E933}"/>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200B7D3-377C-490C-93FE-F65A2CE35E0E}" type="slidenum">
              <a:rPr lang="zh-CN" altLang="en-US"/>
              <a:pPr/>
              <a:t>‹#›</a:t>
            </a:fld>
            <a:endParaRPr lang="zh-CN" altLang="en-US"/>
          </a:p>
        </p:txBody>
      </p:sp>
    </p:spTree>
    <p:extLst>
      <p:ext uri="{BB962C8B-B14F-4D97-AF65-F5344CB8AC3E}">
        <p14:creationId xmlns:p14="http://schemas.microsoft.com/office/powerpoint/2010/main" val="26386882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E787B7A8-6C78-4576-87CF-B33E3A5266DE}"/>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6" name="页脚占位符 5">
            <a:extLst>
              <a:ext uri="{FF2B5EF4-FFF2-40B4-BE49-F238E27FC236}">
                <a16:creationId xmlns:a16="http://schemas.microsoft.com/office/drawing/2014/main" id="{D8AEE725-5B6E-4566-9A2F-06939C2EC461}"/>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4E42D62D-18E4-4791-845A-C72C02985778}"/>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B292FE68-B332-4932-BC9F-7C42718745E0}" type="slidenum">
              <a:rPr lang="zh-CN" altLang="en-US"/>
              <a:pPr/>
              <a:t>‹#›</a:t>
            </a:fld>
            <a:endParaRPr lang="zh-CN" altLang="en-US"/>
          </a:p>
        </p:txBody>
      </p:sp>
    </p:spTree>
    <p:extLst>
      <p:ext uri="{BB962C8B-B14F-4D97-AF65-F5344CB8AC3E}">
        <p14:creationId xmlns:p14="http://schemas.microsoft.com/office/powerpoint/2010/main" val="36471950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C1976257-630D-4FE4-8857-CE7AB9085675}"/>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8" name="页脚占位符 7">
            <a:extLst>
              <a:ext uri="{FF2B5EF4-FFF2-40B4-BE49-F238E27FC236}">
                <a16:creationId xmlns:a16="http://schemas.microsoft.com/office/drawing/2014/main" id="{F2085E7A-6DA8-4A80-8FEC-3674AE6223A4}"/>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9" name="灯片编号占位符 8">
            <a:extLst>
              <a:ext uri="{FF2B5EF4-FFF2-40B4-BE49-F238E27FC236}">
                <a16:creationId xmlns:a16="http://schemas.microsoft.com/office/drawing/2014/main" id="{CBA139E2-9D8E-4D4B-9C1F-89F90EC44865}"/>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492F5C4-DDF4-4D84-A6D0-8CC50405E0A6}" type="slidenum">
              <a:rPr lang="zh-CN" altLang="en-US"/>
              <a:pPr/>
              <a:t>‹#›</a:t>
            </a:fld>
            <a:endParaRPr lang="zh-CN" altLang="en-US"/>
          </a:p>
        </p:txBody>
      </p:sp>
    </p:spTree>
    <p:extLst>
      <p:ext uri="{BB962C8B-B14F-4D97-AF65-F5344CB8AC3E}">
        <p14:creationId xmlns:p14="http://schemas.microsoft.com/office/powerpoint/2010/main" val="24827720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DB5ACE7-3E97-4D6D-B6E7-E74531F828CD}"/>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4" name="页脚占位符 3">
            <a:extLst>
              <a:ext uri="{FF2B5EF4-FFF2-40B4-BE49-F238E27FC236}">
                <a16:creationId xmlns:a16="http://schemas.microsoft.com/office/drawing/2014/main" id="{44399E93-A51B-491A-B027-C42756F60715}"/>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5" name="灯片编号占位符 4">
            <a:extLst>
              <a:ext uri="{FF2B5EF4-FFF2-40B4-BE49-F238E27FC236}">
                <a16:creationId xmlns:a16="http://schemas.microsoft.com/office/drawing/2014/main" id="{87120AC2-AB36-404D-8491-10172FC8ECFE}"/>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CF657069-790E-460F-BA9D-470DE8C4C338}" type="slidenum">
              <a:rPr lang="zh-CN" altLang="en-US"/>
              <a:pPr/>
              <a:t>‹#›</a:t>
            </a:fld>
            <a:endParaRPr lang="zh-CN" altLang="en-US"/>
          </a:p>
        </p:txBody>
      </p:sp>
    </p:spTree>
    <p:extLst>
      <p:ext uri="{BB962C8B-B14F-4D97-AF65-F5344CB8AC3E}">
        <p14:creationId xmlns:p14="http://schemas.microsoft.com/office/powerpoint/2010/main" val="11648439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39FB420-2CF4-4F4E-B9F3-931BB03E8B2B}"/>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3" name="页脚占位符 2">
            <a:extLst>
              <a:ext uri="{FF2B5EF4-FFF2-40B4-BE49-F238E27FC236}">
                <a16:creationId xmlns:a16="http://schemas.microsoft.com/office/drawing/2014/main" id="{EE45652B-9B6C-4EE1-BB30-2906BD19A7FD}"/>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4" name="灯片编号占位符 3">
            <a:extLst>
              <a:ext uri="{FF2B5EF4-FFF2-40B4-BE49-F238E27FC236}">
                <a16:creationId xmlns:a16="http://schemas.microsoft.com/office/drawing/2014/main" id="{8C5ADA4C-04EA-4C75-B94A-5F20E3AAC1FF}"/>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0689FBBE-9EBD-498D-B8DC-F1B674380DF6}" type="slidenum">
              <a:rPr lang="zh-CN" altLang="en-US"/>
              <a:pPr/>
              <a:t>‹#›</a:t>
            </a:fld>
            <a:endParaRPr lang="zh-CN" altLang="en-US"/>
          </a:p>
        </p:txBody>
      </p:sp>
    </p:spTree>
    <p:extLst>
      <p:ext uri="{BB962C8B-B14F-4D97-AF65-F5344CB8AC3E}">
        <p14:creationId xmlns:p14="http://schemas.microsoft.com/office/powerpoint/2010/main" val="41492671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C215323-BFAF-4FD4-A632-96930DB1ED88}"/>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6" name="页脚占位符 5">
            <a:extLst>
              <a:ext uri="{FF2B5EF4-FFF2-40B4-BE49-F238E27FC236}">
                <a16:creationId xmlns:a16="http://schemas.microsoft.com/office/drawing/2014/main" id="{C5C742D9-1CA8-469B-B316-8F105EF52D6C}"/>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EB90026C-E723-48C6-B009-5EB4C89A2617}"/>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BE66AEE4-00A0-4278-8037-19B186CFB09E}" type="slidenum">
              <a:rPr lang="zh-CN" altLang="en-US"/>
              <a:pPr/>
              <a:t>‹#›</a:t>
            </a:fld>
            <a:endParaRPr lang="zh-CN" altLang="en-US"/>
          </a:p>
        </p:txBody>
      </p:sp>
    </p:spTree>
    <p:extLst>
      <p:ext uri="{BB962C8B-B14F-4D97-AF65-F5344CB8AC3E}">
        <p14:creationId xmlns:p14="http://schemas.microsoft.com/office/powerpoint/2010/main" val="42076227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D526789-8376-418F-9578-1968A408BBDE}"/>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6" name="页脚占位符 5">
            <a:extLst>
              <a:ext uri="{FF2B5EF4-FFF2-40B4-BE49-F238E27FC236}">
                <a16:creationId xmlns:a16="http://schemas.microsoft.com/office/drawing/2014/main" id="{11FFD5DA-45EB-48AF-AE16-D11947B9B84D}"/>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F2A690F5-85D1-4577-94C3-59DB6DEB6ECE}"/>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3D0E35A1-5066-404B-A5F9-CEAAB20F5575}" type="slidenum">
              <a:rPr lang="zh-CN" altLang="en-US"/>
              <a:pPr/>
              <a:t>‹#›</a:t>
            </a:fld>
            <a:endParaRPr lang="zh-CN" altLang="en-US"/>
          </a:p>
        </p:txBody>
      </p:sp>
    </p:spTree>
    <p:extLst>
      <p:ext uri="{BB962C8B-B14F-4D97-AF65-F5344CB8AC3E}">
        <p14:creationId xmlns:p14="http://schemas.microsoft.com/office/powerpoint/2010/main" val="41248433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F1D3C99-0050-4034-849D-512D61991B4A}"/>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31671D51-FBEC-45DB-AFD5-9EABBCBFBFE0}"/>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83C606F5-1E05-4079-82A4-9369E9A92429}"/>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F79421F-444C-4898-8A3D-A4E1E8176A20}" type="slidenum">
              <a:rPr lang="zh-CN" altLang="en-US"/>
              <a:pPr/>
              <a:t>‹#›</a:t>
            </a:fld>
            <a:endParaRPr lang="zh-CN" altLang="en-US"/>
          </a:p>
        </p:txBody>
      </p:sp>
    </p:spTree>
    <p:extLst>
      <p:ext uri="{BB962C8B-B14F-4D97-AF65-F5344CB8AC3E}">
        <p14:creationId xmlns:p14="http://schemas.microsoft.com/office/powerpoint/2010/main" val="16050873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CBDC1E9-AA59-48F1-B26D-2CDE00E78FCD}"/>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7E54B317-DFC6-4C42-B5EB-3B9D1F3126DA}"/>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29ECDEC6-4BD0-41A2-BC50-C49DC6BA4399}"/>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5E9E9DF-C6C9-4432-BE54-C57A2B78DD0C}" type="slidenum">
              <a:rPr lang="zh-CN" altLang="en-US"/>
              <a:pPr/>
              <a:t>‹#›</a:t>
            </a:fld>
            <a:endParaRPr lang="zh-CN" altLang="en-US"/>
          </a:p>
        </p:txBody>
      </p:sp>
    </p:spTree>
    <p:extLst>
      <p:ext uri="{BB962C8B-B14F-4D97-AF65-F5344CB8AC3E}">
        <p14:creationId xmlns:p14="http://schemas.microsoft.com/office/powerpoint/2010/main" val="17754237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52400"/>
            <a:ext cx="7696200" cy="5334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灯片编号占位符 4">
            <a:extLst>
              <a:ext uri="{FF2B5EF4-FFF2-40B4-BE49-F238E27FC236}">
                <a16:creationId xmlns:a16="http://schemas.microsoft.com/office/drawing/2014/main" id="{836BFA99-1DD3-4F2A-83A7-F7164B62673A}"/>
              </a:ext>
            </a:extLst>
          </p:cNvPr>
          <p:cNvSpPr>
            <a:spLocks noGrp="1"/>
          </p:cNvSpPr>
          <p:nvPr>
            <p:ph type="sldNum" sz="quarter" idx="10"/>
          </p:nvPr>
        </p:nvSpPr>
        <p:spPr>
          <a:xfrm>
            <a:off x="67183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C70601E-01D2-434A-8B64-954E711E2F65}" type="slidenum">
              <a:rPr lang="en-US" altLang="zh-CN"/>
              <a:pPr/>
              <a:t>‹#›</a:t>
            </a:fld>
            <a:endParaRPr lang="en-US" altLang="zh-CN"/>
          </a:p>
        </p:txBody>
      </p:sp>
    </p:spTree>
    <p:extLst>
      <p:ext uri="{BB962C8B-B14F-4D97-AF65-F5344CB8AC3E}">
        <p14:creationId xmlns:p14="http://schemas.microsoft.com/office/powerpoint/2010/main" val="2928189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128B5CDB-2E7C-48F3-ABB3-8B5B78408841}"/>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DF10C2CC-8A7D-4019-8B44-E92B8E2937D6}"/>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1827AFB5-31A0-4A45-BB53-4B2883ABC79B}"/>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7411E16-3B8F-45BC-A1E7-DDF945E831CA}" type="slidenum">
              <a:rPr lang="zh-CN" altLang="en-US"/>
              <a:pPr/>
              <a:t>‹#›</a:t>
            </a:fld>
            <a:endParaRPr lang="zh-CN" altLang="en-US"/>
          </a:p>
        </p:txBody>
      </p:sp>
    </p:spTree>
    <p:extLst>
      <p:ext uri="{BB962C8B-B14F-4D97-AF65-F5344CB8AC3E}">
        <p14:creationId xmlns:p14="http://schemas.microsoft.com/office/powerpoint/2010/main" val="7053458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DFDD40E-1814-4904-ABC7-D6DA6045DBE5}"/>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5D07C5F1-93FD-4012-AF0F-86DBD0DDC015}"/>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FAF1C94A-82F5-4B88-9070-37D01CB164BC}"/>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50A60A4-53A1-426F-A942-05A7CBC67831}" type="slidenum">
              <a:rPr lang="zh-CN" altLang="en-US"/>
              <a:pPr/>
              <a:t>‹#›</a:t>
            </a:fld>
            <a:endParaRPr lang="zh-CN" altLang="en-US"/>
          </a:p>
        </p:txBody>
      </p:sp>
    </p:spTree>
    <p:extLst>
      <p:ext uri="{BB962C8B-B14F-4D97-AF65-F5344CB8AC3E}">
        <p14:creationId xmlns:p14="http://schemas.microsoft.com/office/powerpoint/2010/main" val="42598698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7B2C70D-EFF0-4481-AB6B-D6F95CB847AE}"/>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C33C361E-75FE-436C-8249-898460C1A070}"/>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0396B43C-7A2B-447D-AD71-2010841A3BB9}"/>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D38568B-3E08-4EAE-B435-2E90B75BA83F}" type="slidenum">
              <a:rPr lang="zh-CN" altLang="en-US"/>
              <a:pPr/>
              <a:t>‹#›</a:t>
            </a:fld>
            <a:endParaRPr lang="zh-CN" altLang="en-US"/>
          </a:p>
        </p:txBody>
      </p:sp>
    </p:spTree>
    <p:extLst>
      <p:ext uri="{BB962C8B-B14F-4D97-AF65-F5344CB8AC3E}">
        <p14:creationId xmlns:p14="http://schemas.microsoft.com/office/powerpoint/2010/main" val="83806459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2F9C1A66-3B29-4C8E-861A-E910DEDA70D6}"/>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6" name="页脚占位符 5">
            <a:extLst>
              <a:ext uri="{FF2B5EF4-FFF2-40B4-BE49-F238E27FC236}">
                <a16:creationId xmlns:a16="http://schemas.microsoft.com/office/drawing/2014/main" id="{735C7E59-78DC-4B37-B760-327355B63BE3}"/>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4554618C-47FC-42B2-A90B-4962D081F0AD}"/>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10079325-54FB-428F-83A5-86FB5B4B4B06}" type="slidenum">
              <a:rPr lang="zh-CN" altLang="en-US"/>
              <a:pPr/>
              <a:t>‹#›</a:t>
            </a:fld>
            <a:endParaRPr lang="zh-CN" altLang="en-US"/>
          </a:p>
        </p:txBody>
      </p:sp>
    </p:spTree>
    <p:extLst>
      <p:ext uri="{BB962C8B-B14F-4D97-AF65-F5344CB8AC3E}">
        <p14:creationId xmlns:p14="http://schemas.microsoft.com/office/powerpoint/2010/main" val="128239505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01AA68FC-9C99-44B0-9B2F-80D164508B8B}"/>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8" name="页脚占位符 7">
            <a:extLst>
              <a:ext uri="{FF2B5EF4-FFF2-40B4-BE49-F238E27FC236}">
                <a16:creationId xmlns:a16="http://schemas.microsoft.com/office/drawing/2014/main" id="{BA924CF2-E545-4EFD-8A47-751F40186302}"/>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9" name="灯片编号占位符 8">
            <a:extLst>
              <a:ext uri="{FF2B5EF4-FFF2-40B4-BE49-F238E27FC236}">
                <a16:creationId xmlns:a16="http://schemas.microsoft.com/office/drawing/2014/main" id="{42F638F1-0226-44CB-B68D-613E54C9497C}"/>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120170A-F9EA-4F59-8804-2A50F6837E03}" type="slidenum">
              <a:rPr lang="zh-CN" altLang="en-US"/>
              <a:pPr/>
              <a:t>‹#›</a:t>
            </a:fld>
            <a:endParaRPr lang="zh-CN" altLang="en-US"/>
          </a:p>
        </p:txBody>
      </p:sp>
    </p:spTree>
    <p:extLst>
      <p:ext uri="{BB962C8B-B14F-4D97-AF65-F5344CB8AC3E}">
        <p14:creationId xmlns:p14="http://schemas.microsoft.com/office/powerpoint/2010/main" val="24978549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567E825-D95B-4D07-A795-41DBEA464C7B}"/>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4" name="页脚占位符 3">
            <a:extLst>
              <a:ext uri="{FF2B5EF4-FFF2-40B4-BE49-F238E27FC236}">
                <a16:creationId xmlns:a16="http://schemas.microsoft.com/office/drawing/2014/main" id="{B5FB39EE-106D-4247-B37C-48F836B87F73}"/>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5" name="灯片编号占位符 4">
            <a:extLst>
              <a:ext uri="{FF2B5EF4-FFF2-40B4-BE49-F238E27FC236}">
                <a16:creationId xmlns:a16="http://schemas.microsoft.com/office/drawing/2014/main" id="{63A8EA45-7DBB-456B-940F-D4F396B50D0E}"/>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D4EB6CDA-F736-4853-ACAA-DD1D6CEDB92A}" type="slidenum">
              <a:rPr lang="zh-CN" altLang="en-US"/>
              <a:pPr/>
              <a:t>‹#›</a:t>
            </a:fld>
            <a:endParaRPr lang="zh-CN" altLang="en-US"/>
          </a:p>
        </p:txBody>
      </p:sp>
    </p:spTree>
    <p:extLst>
      <p:ext uri="{BB962C8B-B14F-4D97-AF65-F5344CB8AC3E}">
        <p14:creationId xmlns:p14="http://schemas.microsoft.com/office/powerpoint/2010/main" val="97523298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15B403E-FB0F-421F-8963-A8D950E40EFB}"/>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3" name="页脚占位符 2">
            <a:extLst>
              <a:ext uri="{FF2B5EF4-FFF2-40B4-BE49-F238E27FC236}">
                <a16:creationId xmlns:a16="http://schemas.microsoft.com/office/drawing/2014/main" id="{151A0988-3F50-47CA-8F2A-0E70F303F258}"/>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4" name="灯片编号占位符 3">
            <a:extLst>
              <a:ext uri="{FF2B5EF4-FFF2-40B4-BE49-F238E27FC236}">
                <a16:creationId xmlns:a16="http://schemas.microsoft.com/office/drawing/2014/main" id="{D0DAC4AF-AAEE-45D7-8247-DD20C2BB7103}"/>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4A55F691-88E7-4EC9-8BD5-FDC85D47E494}" type="slidenum">
              <a:rPr lang="zh-CN" altLang="en-US"/>
              <a:pPr/>
              <a:t>‹#›</a:t>
            </a:fld>
            <a:endParaRPr lang="zh-CN" altLang="en-US"/>
          </a:p>
        </p:txBody>
      </p:sp>
    </p:spTree>
    <p:extLst>
      <p:ext uri="{BB962C8B-B14F-4D97-AF65-F5344CB8AC3E}">
        <p14:creationId xmlns:p14="http://schemas.microsoft.com/office/powerpoint/2010/main" val="9263799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6BD4B34-3B2D-4882-8DC1-BC7470957BA6}"/>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6" name="页脚占位符 5">
            <a:extLst>
              <a:ext uri="{FF2B5EF4-FFF2-40B4-BE49-F238E27FC236}">
                <a16:creationId xmlns:a16="http://schemas.microsoft.com/office/drawing/2014/main" id="{7C922AD6-20CE-4907-9973-C280D279CB38}"/>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7FA6D72F-B497-41FD-8450-EF8A1E34A709}"/>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E03DB7C-11E5-4E88-A0BA-D0C7CBF50CA4}" type="slidenum">
              <a:rPr lang="zh-CN" altLang="en-US"/>
              <a:pPr/>
              <a:t>‹#›</a:t>
            </a:fld>
            <a:endParaRPr lang="zh-CN" altLang="en-US"/>
          </a:p>
        </p:txBody>
      </p:sp>
    </p:spTree>
    <p:extLst>
      <p:ext uri="{BB962C8B-B14F-4D97-AF65-F5344CB8AC3E}">
        <p14:creationId xmlns:p14="http://schemas.microsoft.com/office/powerpoint/2010/main" val="74459406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D19B41E-F91D-420B-AB08-235AA439AE2B}"/>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6" name="页脚占位符 5">
            <a:extLst>
              <a:ext uri="{FF2B5EF4-FFF2-40B4-BE49-F238E27FC236}">
                <a16:creationId xmlns:a16="http://schemas.microsoft.com/office/drawing/2014/main" id="{A20C9208-24E8-42BD-A095-EF57622887A2}"/>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033D2548-1056-4F67-BDB9-F4A285D817D0}"/>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9B5D959D-2D45-42A6-B5B1-920930D63346}" type="slidenum">
              <a:rPr lang="zh-CN" altLang="en-US"/>
              <a:pPr/>
              <a:t>‹#›</a:t>
            </a:fld>
            <a:endParaRPr lang="zh-CN" altLang="en-US"/>
          </a:p>
        </p:txBody>
      </p:sp>
    </p:spTree>
    <p:extLst>
      <p:ext uri="{BB962C8B-B14F-4D97-AF65-F5344CB8AC3E}">
        <p14:creationId xmlns:p14="http://schemas.microsoft.com/office/powerpoint/2010/main" val="376580987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5F81027-FF5F-42CD-AAB5-AE6D4FF54166}"/>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308647E0-646C-4328-AD3C-AD19A6D41459}"/>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AF4015D0-9C91-4AE6-BDD9-F36BA890A4D5}"/>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5B00FE9-0FAB-4081-B09C-368A397D5655}" type="slidenum">
              <a:rPr lang="zh-CN" altLang="en-US"/>
              <a:pPr/>
              <a:t>‹#›</a:t>
            </a:fld>
            <a:endParaRPr lang="zh-CN" altLang="en-US"/>
          </a:p>
        </p:txBody>
      </p:sp>
    </p:spTree>
    <p:extLst>
      <p:ext uri="{BB962C8B-B14F-4D97-AF65-F5344CB8AC3E}">
        <p14:creationId xmlns:p14="http://schemas.microsoft.com/office/powerpoint/2010/main" val="230640652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3D05041-07B2-49E9-9C4B-F7F759C43058}"/>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27A09AF3-6528-462A-898E-7A7F0E33EA74}"/>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B44CFE95-3CCB-4FBE-93AC-8D3C656E3008}"/>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6560ACF-856B-4071-8EF8-0573D75FD85C}" type="slidenum">
              <a:rPr lang="zh-CN" altLang="en-US"/>
              <a:pPr/>
              <a:t>‹#›</a:t>
            </a:fld>
            <a:endParaRPr lang="zh-CN" altLang="en-US"/>
          </a:p>
        </p:txBody>
      </p:sp>
    </p:spTree>
    <p:extLst>
      <p:ext uri="{BB962C8B-B14F-4D97-AF65-F5344CB8AC3E}">
        <p14:creationId xmlns:p14="http://schemas.microsoft.com/office/powerpoint/2010/main" val="273520236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52400"/>
            <a:ext cx="7696200" cy="5334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灯片编号占位符 4">
            <a:extLst>
              <a:ext uri="{FF2B5EF4-FFF2-40B4-BE49-F238E27FC236}">
                <a16:creationId xmlns:a16="http://schemas.microsoft.com/office/drawing/2014/main" id="{D72DEC65-68FD-4DE9-89CE-9FB58CB5B3D3}"/>
              </a:ext>
            </a:extLst>
          </p:cNvPr>
          <p:cNvSpPr>
            <a:spLocks noGrp="1"/>
          </p:cNvSpPr>
          <p:nvPr>
            <p:ph type="sldNum" sz="quarter" idx="10"/>
          </p:nvPr>
        </p:nvSpPr>
        <p:spPr>
          <a:xfrm>
            <a:off x="67183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5832E34-B56A-4666-89C6-C569E12FE5DA}" type="slidenum">
              <a:rPr lang="en-US" altLang="zh-CN"/>
              <a:pPr/>
              <a:t>‹#›</a:t>
            </a:fld>
            <a:endParaRPr lang="en-US" altLang="zh-CN"/>
          </a:p>
        </p:txBody>
      </p:sp>
    </p:spTree>
    <p:extLst>
      <p:ext uri="{BB962C8B-B14F-4D97-AF65-F5344CB8AC3E}">
        <p14:creationId xmlns:p14="http://schemas.microsoft.com/office/powerpoint/2010/main" val="316980979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AC615A63-490D-43EF-81F0-A915BC32E725}"/>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AF5685B2-D9F1-4FFC-BEC7-302E7C193ABD}"/>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3CD0A8E8-25E9-4BC6-BDB8-9616E9D1DA75}"/>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7895723D-8587-4F29-900F-E753A4B1BF13}" type="slidenum">
              <a:rPr lang="zh-CN" altLang="en-US"/>
              <a:pPr/>
              <a:t>‹#›</a:t>
            </a:fld>
            <a:endParaRPr lang="zh-CN" altLang="en-US"/>
          </a:p>
        </p:txBody>
      </p:sp>
    </p:spTree>
    <p:extLst>
      <p:ext uri="{BB962C8B-B14F-4D97-AF65-F5344CB8AC3E}">
        <p14:creationId xmlns:p14="http://schemas.microsoft.com/office/powerpoint/2010/main" val="11700897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A5B4B21-88AA-45BA-A45D-55F79C2A17C9}"/>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EBECE8DC-2DFA-40BA-8C6D-F86761C0F557}"/>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AC41E0A0-C60F-4C0D-A434-32E464BE3606}"/>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A35C112-7A7B-4619-85D0-EC476817BF35}" type="slidenum">
              <a:rPr lang="zh-CN" altLang="en-US"/>
              <a:pPr/>
              <a:t>‹#›</a:t>
            </a:fld>
            <a:endParaRPr lang="zh-CN" altLang="en-US"/>
          </a:p>
        </p:txBody>
      </p:sp>
    </p:spTree>
    <p:extLst>
      <p:ext uri="{BB962C8B-B14F-4D97-AF65-F5344CB8AC3E}">
        <p14:creationId xmlns:p14="http://schemas.microsoft.com/office/powerpoint/2010/main" val="99470465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0787EDD-36D3-4281-B9DA-F380708F648A}"/>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98850C79-7E12-4111-8981-7260F5F9B95D}"/>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78AB9CB1-56EF-49B1-9048-EC3A0B65BB5A}"/>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85194A0-329A-4E83-AE1C-81DBB6E04111}" type="slidenum">
              <a:rPr lang="zh-CN" altLang="en-US"/>
              <a:pPr/>
              <a:t>‹#›</a:t>
            </a:fld>
            <a:endParaRPr lang="zh-CN" altLang="en-US"/>
          </a:p>
        </p:txBody>
      </p:sp>
    </p:spTree>
    <p:extLst>
      <p:ext uri="{BB962C8B-B14F-4D97-AF65-F5344CB8AC3E}">
        <p14:creationId xmlns:p14="http://schemas.microsoft.com/office/powerpoint/2010/main" val="23601195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24E1064-2D3E-42FF-8B34-A0EC0D2AA699}"/>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6" name="页脚占位符 5">
            <a:extLst>
              <a:ext uri="{FF2B5EF4-FFF2-40B4-BE49-F238E27FC236}">
                <a16:creationId xmlns:a16="http://schemas.microsoft.com/office/drawing/2014/main" id="{85A045FD-712C-4CB9-B18F-68AD92E495BB}"/>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73E2E7D7-41B7-4B51-94E8-A0E87447CCCF}"/>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776A6CB-4232-4682-8EB9-B40767E3D38A}" type="slidenum">
              <a:rPr lang="zh-CN" altLang="en-US"/>
              <a:pPr/>
              <a:t>‹#›</a:t>
            </a:fld>
            <a:endParaRPr lang="zh-CN" altLang="en-US"/>
          </a:p>
        </p:txBody>
      </p:sp>
    </p:spTree>
    <p:extLst>
      <p:ext uri="{BB962C8B-B14F-4D97-AF65-F5344CB8AC3E}">
        <p14:creationId xmlns:p14="http://schemas.microsoft.com/office/powerpoint/2010/main" val="16689958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3D38AA59-DA7E-437A-A9D1-1A2CF249886C}"/>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8" name="页脚占位符 7">
            <a:extLst>
              <a:ext uri="{FF2B5EF4-FFF2-40B4-BE49-F238E27FC236}">
                <a16:creationId xmlns:a16="http://schemas.microsoft.com/office/drawing/2014/main" id="{D7F5D190-58FE-4EEB-BED3-94710A9CAE8F}"/>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9" name="灯片编号占位符 8">
            <a:extLst>
              <a:ext uri="{FF2B5EF4-FFF2-40B4-BE49-F238E27FC236}">
                <a16:creationId xmlns:a16="http://schemas.microsoft.com/office/drawing/2014/main" id="{B15FC057-10BC-47B9-8D16-80CCCE51393E}"/>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0A984DC9-E8C5-4B07-ADC9-F9367B90986B}" type="slidenum">
              <a:rPr lang="zh-CN" altLang="en-US"/>
              <a:pPr/>
              <a:t>‹#›</a:t>
            </a:fld>
            <a:endParaRPr lang="zh-CN" altLang="en-US"/>
          </a:p>
        </p:txBody>
      </p:sp>
    </p:spTree>
    <p:extLst>
      <p:ext uri="{BB962C8B-B14F-4D97-AF65-F5344CB8AC3E}">
        <p14:creationId xmlns:p14="http://schemas.microsoft.com/office/powerpoint/2010/main" val="327688316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6843157-3204-4B70-95AB-44C3F27F5558}"/>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4" name="页脚占位符 3">
            <a:extLst>
              <a:ext uri="{FF2B5EF4-FFF2-40B4-BE49-F238E27FC236}">
                <a16:creationId xmlns:a16="http://schemas.microsoft.com/office/drawing/2014/main" id="{23BBCACB-08D3-47C8-A2DD-B7BAB5DC6D7B}"/>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5" name="灯片编号占位符 4">
            <a:extLst>
              <a:ext uri="{FF2B5EF4-FFF2-40B4-BE49-F238E27FC236}">
                <a16:creationId xmlns:a16="http://schemas.microsoft.com/office/drawing/2014/main" id="{44123F5A-F753-4FAD-88F4-D9AB7A4E1A76}"/>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3E26A007-6996-4A19-A7D4-901C8E6F9EFB}" type="slidenum">
              <a:rPr lang="zh-CN" altLang="en-US"/>
              <a:pPr/>
              <a:t>‹#›</a:t>
            </a:fld>
            <a:endParaRPr lang="zh-CN" altLang="en-US"/>
          </a:p>
        </p:txBody>
      </p:sp>
    </p:spTree>
    <p:extLst>
      <p:ext uri="{BB962C8B-B14F-4D97-AF65-F5344CB8AC3E}">
        <p14:creationId xmlns:p14="http://schemas.microsoft.com/office/powerpoint/2010/main" val="13416893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2E46FFE-A794-41C1-9E55-C75CE30194E0}"/>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3" name="页脚占位符 2">
            <a:extLst>
              <a:ext uri="{FF2B5EF4-FFF2-40B4-BE49-F238E27FC236}">
                <a16:creationId xmlns:a16="http://schemas.microsoft.com/office/drawing/2014/main" id="{49CB2058-ABEE-4BCB-9594-8FFCF1A6262D}"/>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4" name="灯片编号占位符 3">
            <a:extLst>
              <a:ext uri="{FF2B5EF4-FFF2-40B4-BE49-F238E27FC236}">
                <a16:creationId xmlns:a16="http://schemas.microsoft.com/office/drawing/2014/main" id="{5DBB153F-357D-44EC-BBC7-FD04E547EB3B}"/>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C2FCF95A-5CC6-4A56-A101-EFD14EC6A238}" type="slidenum">
              <a:rPr lang="zh-CN" altLang="en-US"/>
              <a:pPr/>
              <a:t>‹#›</a:t>
            </a:fld>
            <a:endParaRPr lang="zh-CN" altLang="en-US"/>
          </a:p>
        </p:txBody>
      </p:sp>
    </p:spTree>
    <p:extLst>
      <p:ext uri="{BB962C8B-B14F-4D97-AF65-F5344CB8AC3E}">
        <p14:creationId xmlns:p14="http://schemas.microsoft.com/office/powerpoint/2010/main" val="147261347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F24F80D-E253-4542-A6DB-FAAB4232DE77}"/>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6" name="页脚占位符 5">
            <a:extLst>
              <a:ext uri="{FF2B5EF4-FFF2-40B4-BE49-F238E27FC236}">
                <a16:creationId xmlns:a16="http://schemas.microsoft.com/office/drawing/2014/main" id="{B56AE21E-70E2-452D-974C-2CE927F837BD}"/>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D694B651-3897-4358-8D07-C97D7B76FCAD}"/>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CFD40E93-2EC6-425E-AC9B-ABF24C91B0BB}" type="slidenum">
              <a:rPr lang="zh-CN" altLang="en-US"/>
              <a:pPr/>
              <a:t>‹#›</a:t>
            </a:fld>
            <a:endParaRPr lang="zh-CN" altLang="en-US"/>
          </a:p>
        </p:txBody>
      </p:sp>
    </p:spTree>
    <p:extLst>
      <p:ext uri="{BB962C8B-B14F-4D97-AF65-F5344CB8AC3E}">
        <p14:creationId xmlns:p14="http://schemas.microsoft.com/office/powerpoint/2010/main" val="6319119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FBE1909-BE33-43B1-9C6F-F985C0FA2A69}"/>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6" name="页脚占位符 5">
            <a:extLst>
              <a:ext uri="{FF2B5EF4-FFF2-40B4-BE49-F238E27FC236}">
                <a16:creationId xmlns:a16="http://schemas.microsoft.com/office/drawing/2014/main" id="{64259FF2-AA35-4B60-8B3E-27BE8449C414}"/>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75DDBEE5-0482-4DBD-A929-8D2AF0F1B545}"/>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D900C6F-4F89-4914-926B-77368BED89F3}" type="slidenum">
              <a:rPr lang="zh-CN" altLang="en-US"/>
              <a:pPr/>
              <a:t>‹#›</a:t>
            </a:fld>
            <a:endParaRPr lang="zh-CN" altLang="en-US"/>
          </a:p>
        </p:txBody>
      </p:sp>
    </p:spTree>
    <p:extLst>
      <p:ext uri="{BB962C8B-B14F-4D97-AF65-F5344CB8AC3E}">
        <p14:creationId xmlns:p14="http://schemas.microsoft.com/office/powerpoint/2010/main" val="27856415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B859877-0B31-4E54-B209-B3D7A27C72CD}"/>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6BF02AF3-4151-4FAD-A0F6-ACD2FD74FD18}"/>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D7673CBE-6DD9-47E2-AA0E-F08F3012591F}"/>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FCA5578-FE22-498B-9EAC-621E8880D3A1}" type="slidenum">
              <a:rPr lang="zh-CN" altLang="en-US"/>
              <a:pPr/>
              <a:t>‹#›</a:t>
            </a:fld>
            <a:endParaRPr lang="zh-CN" altLang="en-US"/>
          </a:p>
        </p:txBody>
      </p:sp>
    </p:spTree>
    <p:extLst>
      <p:ext uri="{BB962C8B-B14F-4D97-AF65-F5344CB8AC3E}">
        <p14:creationId xmlns:p14="http://schemas.microsoft.com/office/powerpoint/2010/main" val="12882302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C9958FD-5A4E-4B0C-8233-BB059961818D}"/>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BEA3E8B5-4CD8-4C96-B0AD-77EEE35582C3}"/>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96F2EAA3-400D-4CF0-B897-C79F64D7FDD1}"/>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1AD9A3E-E1AB-439D-A020-7A867F45D06F}" type="slidenum">
              <a:rPr lang="zh-CN" altLang="en-US"/>
              <a:pPr/>
              <a:t>‹#›</a:t>
            </a:fld>
            <a:endParaRPr lang="zh-CN" altLang="en-US"/>
          </a:p>
        </p:txBody>
      </p:sp>
    </p:spTree>
    <p:extLst>
      <p:ext uri="{BB962C8B-B14F-4D97-AF65-F5344CB8AC3E}">
        <p14:creationId xmlns:p14="http://schemas.microsoft.com/office/powerpoint/2010/main" val="217805264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F747957A-FD50-47DB-A2E3-5BEF4EDFEB8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E8AF2421-6086-43D4-8E7A-D5227A8BA01D}"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34767A88-108A-4A9E-B922-7C45850DE487}"/>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D2698101-1229-482E-B47F-03DF36582EC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2ADD4DD7-47FA-49C1-96B3-2C0211C81911}" type="slidenum">
              <a:rPr lang="en-US" altLang="zh-CN"/>
              <a:pPr/>
              <a:t>‹#›</a:t>
            </a:fld>
            <a:endParaRPr lang="en-US" altLang="zh-CN"/>
          </a:p>
        </p:txBody>
      </p:sp>
    </p:spTree>
    <p:extLst>
      <p:ext uri="{BB962C8B-B14F-4D97-AF65-F5344CB8AC3E}">
        <p14:creationId xmlns:p14="http://schemas.microsoft.com/office/powerpoint/2010/main" val="26891549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A1AD4AE-8966-47DB-AAB8-46524DF1E4C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DEAD2C12-553C-4F20-9803-9E7E37E109BC}"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D9A68F2F-16C5-43E5-BAF2-0E5B9076001F}"/>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EA2FCA57-9D12-4B87-A6BE-91E66871AC2A}"/>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9BB8CA29-72BA-4950-BDB6-9FD6CA67F5E7}" type="slidenum">
              <a:rPr lang="en-US" altLang="zh-CN"/>
              <a:pPr/>
              <a:t>‹#›</a:t>
            </a:fld>
            <a:endParaRPr lang="en-US" altLang="zh-CN"/>
          </a:p>
        </p:txBody>
      </p:sp>
    </p:spTree>
    <p:extLst>
      <p:ext uri="{BB962C8B-B14F-4D97-AF65-F5344CB8AC3E}">
        <p14:creationId xmlns:p14="http://schemas.microsoft.com/office/powerpoint/2010/main" val="403953550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F3F7FD2C-2015-44BC-AD74-FFCFD975315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CB5DC1E7-3247-4F2B-B11C-61A0F15AC5F6}"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418E807A-1346-4B27-BB18-A9747704587E}"/>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07C0321A-F539-4B39-AA9C-FA1704A44EF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65887362-E8F0-4A7B-B2D5-D65FD5C5E549}" type="slidenum">
              <a:rPr lang="en-US" altLang="zh-CN"/>
              <a:pPr/>
              <a:t>‹#›</a:t>
            </a:fld>
            <a:endParaRPr lang="en-US" altLang="zh-CN"/>
          </a:p>
        </p:txBody>
      </p:sp>
    </p:spTree>
    <p:extLst>
      <p:ext uri="{BB962C8B-B14F-4D97-AF65-F5344CB8AC3E}">
        <p14:creationId xmlns:p14="http://schemas.microsoft.com/office/powerpoint/2010/main" val="350660280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BE047A2A-A572-46D8-A00D-B5B3C4B6DC9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747A2A9C-6A90-4513-A644-BA97EB1B02A6}"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0DF7F5F1-AAB6-4D25-976C-2E70E0991205}"/>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89DD7FF4-DEF7-44EE-A21E-C1D99B593057}"/>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55D8942C-C5EF-4B84-8FCA-E550C460CE98}" type="slidenum">
              <a:rPr lang="en-US" altLang="zh-CN"/>
              <a:pPr/>
              <a:t>‹#›</a:t>
            </a:fld>
            <a:endParaRPr lang="en-US" altLang="zh-CN"/>
          </a:p>
        </p:txBody>
      </p:sp>
    </p:spTree>
    <p:extLst>
      <p:ext uri="{BB962C8B-B14F-4D97-AF65-F5344CB8AC3E}">
        <p14:creationId xmlns:p14="http://schemas.microsoft.com/office/powerpoint/2010/main" val="290274690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DC64DC18-90AD-425A-B92A-4D20A6D1FA6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770747AF-5BB4-4C37-8892-146B98E44CB9}"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6018EF90-335E-4D17-9AEC-4A841EFAF2B6}"/>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9" name="Rectangle 6">
            <a:extLst>
              <a:ext uri="{FF2B5EF4-FFF2-40B4-BE49-F238E27FC236}">
                <a16:creationId xmlns:a16="http://schemas.microsoft.com/office/drawing/2014/main" id="{BA0673F5-D56E-4A79-8CF3-D99D7D14FD79}"/>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EEBBC10A-833E-4025-B3A8-DBD37F1B53D5}" type="slidenum">
              <a:rPr lang="en-US" altLang="zh-CN"/>
              <a:pPr/>
              <a:t>‹#›</a:t>
            </a:fld>
            <a:endParaRPr lang="en-US" altLang="zh-CN"/>
          </a:p>
        </p:txBody>
      </p:sp>
    </p:spTree>
    <p:extLst>
      <p:ext uri="{BB962C8B-B14F-4D97-AF65-F5344CB8AC3E}">
        <p14:creationId xmlns:p14="http://schemas.microsoft.com/office/powerpoint/2010/main" val="245468566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88DBB4AF-3FD5-4254-94BC-72367F3DC53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5AC36AEE-72DC-4A74-93A2-5EB7547D5415}"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40A87A36-6B86-4D5F-9F4C-D2E1769B23DF}"/>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3983DC7F-FDB7-4B68-8A53-51484140EA8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14EF6B21-A74C-4043-B864-A94394A7466B}" type="slidenum">
              <a:rPr lang="en-US" altLang="zh-CN"/>
              <a:pPr/>
              <a:t>‹#›</a:t>
            </a:fld>
            <a:endParaRPr lang="en-US" altLang="zh-CN"/>
          </a:p>
        </p:txBody>
      </p:sp>
    </p:spTree>
    <p:extLst>
      <p:ext uri="{BB962C8B-B14F-4D97-AF65-F5344CB8AC3E}">
        <p14:creationId xmlns:p14="http://schemas.microsoft.com/office/powerpoint/2010/main" val="219546743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0A3BACE-BE71-4365-931C-5D518AF4B47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9352B89F-D965-4299-A3DD-2CB76CFDDB4E}"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41820E82-E7A5-4376-87BA-1F17469DEE45}"/>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3ECD7847-9212-4D57-A56E-ABAFFF6E32E7}"/>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2AEE15BA-E2B5-42D0-846F-E65FBDA08D1B}" type="slidenum">
              <a:rPr lang="en-US" altLang="zh-CN"/>
              <a:pPr/>
              <a:t>‹#›</a:t>
            </a:fld>
            <a:endParaRPr lang="en-US" altLang="zh-CN"/>
          </a:p>
        </p:txBody>
      </p:sp>
    </p:spTree>
    <p:extLst>
      <p:ext uri="{BB962C8B-B14F-4D97-AF65-F5344CB8AC3E}">
        <p14:creationId xmlns:p14="http://schemas.microsoft.com/office/powerpoint/2010/main" val="100198170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C7FDD560-C22D-49F8-BBB4-CC488E6EB74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775B4AB2-0E9B-4D77-A130-2B7BD3D0B0B6}"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9E9258EE-430E-4BBF-8B71-80AC3D1FA4F3}"/>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519B8706-D521-4EDE-8B20-B748C73CE57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94D1DAE9-266B-4DB7-B7FC-39B9EF204563}" type="slidenum">
              <a:rPr lang="en-US" altLang="zh-CN"/>
              <a:pPr/>
              <a:t>‹#›</a:t>
            </a:fld>
            <a:endParaRPr lang="en-US" altLang="zh-CN"/>
          </a:p>
        </p:txBody>
      </p:sp>
    </p:spTree>
    <p:extLst>
      <p:ext uri="{BB962C8B-B14F-4D97-AF65-F5344CB8AC3E}">
        <p14:creationId xmlns:p14="http://schemas.microsoft.com/office/powerpoint/2010/main" val="395744290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CC3F8D2-96CB-42A1-B896-C88B95AB2106}"/>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2BFE22C7-278C-4E6E-AFEC-7F2E8FB055E5}"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1EEDADF7-08BC-443F-B07E-4DF937236AE4}"/>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C6F5E8D4-D69E-485B-ABDD-4C92E024174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BBAC3992-2852-475C-AF5A-11FC655F36A9}" type="slidenum">
              <a:rPr lang="en-US" altLang="zh-CN"/>
              <a:pPr/>
              <a:t>‹#›</a:t>
            </a:fld>
            <a:endParaRPr lang="en-US" altLang="zh-CN"/>
          </a:p>
        </p:txBody>
      </p:sp>
    </p:spTree>
    <p:extLst>
      <p:ext uri="{BB962C8B-B14F-4D97-AF65-F5344CB8AC3E}">
        <p14:creationId xmlns:p14="http://schemas.microsoft.com/office/powerpoint/2010/main" val="348373312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67E77A3-3E4A-42D3-A2B4-F3D62EADDDCD}"/>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5818CF34-A1CE-4727-B070-27EDE1EA3C6F}"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7DE1C4FB-3E99-4D93-8ACB-D2F235EDCFCF}"/>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8EDEF78D-2281-404C-A346-D9C23CAE92DB}"/>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5664240B-917B-4A13-9104-AC58FBDDFFC5}" type="slidenum">
              <a:rPr lang="en-US" altLang="zh-CN"/>
              <a:pPr/>
              <a:t>‹#›</a:t>
            </a:fld>
            <a:endParaRPr lang="en-US" altLang="zh-CN"/>
          </a:p>
        </p:txBody>
      </p:sp>
    </p:spTree>
    <p:extLst>
      <p:ext uri="{BB962C8B-B14F-4D97-AF65-F5344CB8AC3E}">
        <p14:creationId xmlns:p14="http://schemas.microsoft.com/office/powerpoint/2010/main" val="20962157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6DA9F15-C839-4951-ADD8-D0D9BAAA476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A2DF9E13-971B-46AC-A97A-7796D882F770}"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A8BCFE22-0A20-4711-BC0C-5FD97926A048}"/>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B1FE2024-6454-423E-B04B-19C8C73539F8}"/>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CE61D616-4D26-402A-A603-9A88A36AD864}" type="slidenum">
              <a:rPr lang="en-US" altLang="zh-CN"/>
              <a:pPr/>
              <a:t>‹#›</a:t>
            </a:fld>
            <a:endParaRPr lang="en-US" altLang="zh-CN"/>
          </a:p>
        </p:txBody>
      </p:sp>
    </p:spTree>
    <p:extLst>
      <p:ext uri="{BB962C8B-B14F-4D97-AF65-F5344CB8AC3E}">
        <p14:creationId xmlns:p14="http://schemas.microsoft.com/office/powerpoint/2010/main" val="299293065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CB4DFA91-3554-427F-A178-F738ADBAAD5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0366893A-0CD4-4D3F-A5B6-0C52A1503DBF}"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EC6D6D94-02A8-48BB-97E4-33689529EDD6}"/>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10B084B1-7697-4587-910E-7AFC897A6E14}"/>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F95CB335-35A3-4DDD-9844-B1EF7D4996D8}" type="slidenum">
              <a:rPr lang="en-US" altLang="zh-CN"/>
              <a:pPr/>
              <a:t>‹#›</a:t>
            </a:fld>
            <a:endParaRPr lang="en-US" altLang="zh-CN"/>
          </a:p>
        </p:txBody>
      </p:sp>
    </p:spTree>
    <p:extLst>
      <p:ext uri="{BB962C8B-B14F-4D97-AF65-F5344CB8AC3E}">
        <p14:creationId xmlns:p14="http://schemas.microsoft.com/office/powerpoint/2010/main" val="17757333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148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8D19841F-2785-4D69-96F1-623793D921EB}"/>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5EBD2321-7CFA-440A-A67D-0DCB7454B8E2}"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FFB14DB1-DDEE-4255-996A-D66F9F8B1B9A}"/>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B14E414A-C75E-4138-98EA-A398BE74B289}"/>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1E6FA425-6967-47EC-BE14-04A0E6EF2126}" type="slidenum">
              <a:rPr lang="en-US" altLang="zh-CN"/>
              <a:pPr/>
              <a:t>‹#›</a:t>
            </a:fld>
            <a:endParaRPr lang="en-US" altLang="zh-CN"/>
          </a:p>
        </p:txBody>
      </p:sp>
    </p:spTree>
    <p:extLst>
      <p:ext uri="{BB962C8B-B14F-4D97-AF65-F5344CB8AC3E}">
        <p14:creationId xmlns:p14="http://schemas.microsoft.com/office/powerpoint/2010/main" val="250346021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87E41A8B-CC93-4B5F-91B9-FB3010630E86}"/>
              </a:ext>
            </a:extLst>
          </p:cNvPr>
          <p:cNvSpPr>
            <a:spLocks/>
          </p:cNvSpPr>
          <p:nvPr/>
        </p:nvSpPr>
        <p:spPr bwMode="blackWhite">
          <a:xfrm>
            <a:off x="20638" y="12700"/>
            <a:ext cx="8896350" cy="6780213"/>
          </a:xfrm>
          <a:custGeom>
            <a:avLst/>
            <a:gdLst>
              <a:gd name="T0" fmla="*/ 2147483647 w 3985"/>
              <a:gd name="T1" fmla="*/ 0 h 3619"/>
              <a:gd name="T2" fmla="*/ 0 w 3985"/>
              <a:gd name="T3" fmla="*/ 2147483647 h 3619"/>
              <a:gd name="T4" fmla="*/ 2147483647 w 3985"/>
              <a:gd name="T5" fmla="*/ 2147483647 h 3619"/>
              <a:gd name="T6" fmla="*/ 2147483647 w 3985"/>
              <a:gd name="T7" fmla="*/ 2147483647 h 3619"/>
              <a:gd name="T8" fmla="*/ 2147483647 w 3985"/>
              <a:gd name="T9" fmla="*/ 0 h 3619"/>
              <a:gd name="T10" fmla="*/ 2147483647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 name="Group 8">
            <a:extLst>
              <a:ext uri="{FF2B5EF4-FFF2-40B4-BE49-F238E27FC236}">
                <a16:creationId xmlns:a16="http://schemas.microsoft.com/office/drawing/2014/main" id="{1D1BED7E-FC5F-46D2-A3BD-A6F54BC0E353}"/>
              </a:ext>
            </a:extLst>
          </p:cNvPr>
          <p:cNvGrpSpPr>
            <a:grpSpLocks/>
          </p:cNvGrpSpPr>
          <p:nvPr/>
        </p:nvGrpSpPr>
        <p:grpSpPr bwMode="auto">
          <a:xfrm>
            <a:off x="195263" y="234950"/>
            <a:ext cx="3787775" cy="1778000"/>
            <a:chOff x="123" y="148"/>
            <a:chExt cx="2386" cy="1120"/>
          </a:xfrm>
        </p:grpSpPr>
        <p:sp>
          <p:nvSpPr>
            <p:cNvPr id="6" name="Freeform 9">
              <a:extLst>
                <a:ext uri="{FF2B5EF4-FFF2-40B4-BE49-F238E27FC236}">
                  <a16:creationId xmlns:a16="http://schemas.microsoft.com/office/drawing/2014/main" id="{06DD6AA6-1C74-4416-9F88-A36F6388F10B}"/>
                </a:ext>
              </a:extLst>
            </p:cNvPr>
            <p:cNvSpPr>
              <a:spLocks/>
            </p:cNvSpPr>
            <p:nvPr userDrawn="1"/>
          </p:nvSpPr>
          <p:spPr bwMode="auto">
            <a:xfrm>
              <a:off x="177" y="177"/>
              <a:ext cx="2250" cy="1017"/>
            </a:xfrm>
            <a:custGeom>
              <a:avLst/>
              <a:gdLst>
                <a:gd name="T0" fmla="*/ 1709583146 w 794"/>
                <a:gd name="T1" fmla="*/ 115072248 h 414"/>
                <a:gd name="T2" fmla="*/ 1528876213 w 794"/>
                <a:gd name="T3" fmla="*/ 92666539 h 414"/>
                <a:gd name="T4" fmla="*/ 1197511090 w 794"/>
                <a:gd name="T5" fmla="*/ 61231109 h 414"/>
                <a:gd name="T6" fmla="*/ 152827569 w 794"/>
                <a:gd name="T7" fmla="*/ 0 h 414"/>
                <a:gd name="T8" fmla="*/ 49289971 w 794"/>
                <a:gd name="T9" fmla="*/ 5801295 h 414"/>
                <a:gd name="T10" fmla="*/ 0 w 794"/>
                <a:gd name="T11" fmla="*/ 24200972 h 414"/>
                <a:gd name="T12" fmla="*/ 60067782 w 794"/>
                <a:gd name="T13" fmla="*/ 45194728 h 414"/>
                <a:gd name="T14" fmla="*/ 1227229359 w 794"/>
                <a:gd name="T15" fmla="*/ 119225010 h 414"/>
                <a:gd name="T16" fmla="*/ 1482956490 w 794"/>
                <a:gd name="T17" fmla="*/ 114484439 h 414"/>
                <a:gd name="T18" fmla="*/ 1689715221 w 794"/>
                <a:gd name="T19" fmla="*/ 120616028 h 414"/>
                <a:gd name="T20" fmla="*/ 1709583146 w 794"/>
                <a:gd name="T21" fmla="*/ 115072248 h 414"/>
                <a:gd name="T22" fmla="*/ 1709583146 w 794"/>
                <a:gd name="T23" fmla="*/ 115072248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
              <a:extLst>
                <a:ext uri="{FF2B5EF4-FFF2-40B4-BE49-F238E27FC236}">
                  <a16:creationId xmlns:a16="http://schemas.microsoft.com/office/drawing/2014/main" id="{F6CCE5DC-BE98-49FE-8259-B0E305AF8BA2}"/>
                </a:ext>
              </a:extLst>
            </p:cNvPr>
            <p:cNvSpPr>
              <a:spLocks/>
            </p:cNvSpPr>
            <p:nvPr userDrawn="1"/>
          </p:nvSpPr>
          <p:spPr bwMode="auto">
            <a:xfrm>
              <a:off x="166" y="261"/>
              <a:ext cx="2244" cy="1007"/>
            </a:xfrm>
            <a:custGeom>
              <a:avLst/>
              <a:gdLst>
                <a:gd name="T0" fmla="*/ 17655 w 1586"/>
                <a:gd name="T1" fmla="*/ 0 h 821"/>
                <a:gd name="T2" fmla="*/ 171483 w 1586"/>
                <a:gd name="T3" fmla="*/ 9051 h 821"/>
                <a:gd name="T4" fmla="*/ 183970 w 1586"/>
                <a:gd name="T5" fmla="*/ 11127 h 821"/>
                <a:gd name="T6" fmla="*/ 204354 w 1586"/>
                <a:gd name="T7" fmla="*/ 13811 h 821"/>
                <a:gd name="T8" fmla="*/ 201650 w 1586"/>
                <a:gd name="T9" fmla="*/ 14319 h 821"/>
                <a:gd name="T10" fmla="*/ 173900 w 1586"/>
                <a:gd name="T11" fmla="*/ 13724 h 821"/>
                <a:gd name="T12" fmla="*/ 147498 w 1586"/>
                <a:gd name="T13" fmla="*/ 14145 h 821"/>
                <a:gd name="T14" fmla="*/ 5333 w 1586"/>
                <a:gd name="T15" fmla="*/ 5212 h 821"/>
                <a:gd name="T16" fmla="*/ 0 w 1586"/>
                <a:gd name="T17" fmla="*/ 2617 h 821"/>
                <a:gd name="T18" fmla="*/ 5914 w 1586"/>
                <a:gd name="T19" fmla="*/ 552 h 821"/>
                <a:gd name="T20" fmla="*/ 17655 w 1586"/>
                <a:gd name="T21" fmla="*/ 0 h 821"/>
                <a:gd name="T22" fmla="*/ 17655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1">
              <a:extLst>
                <a:ext uri="{FF2B5EF4-FFF2-40B4-BE49-F238E27FC236}">
                  <a16:creationId xmlns:a16="http://schemas.microsoft.com/office/drawing/2014/main" id="{B1223C6E-88A1-4711-915E-B751A5201D5E}"/>
                </a:ext>
              </a:extLst>
            </p:cNvPr>
            <p:cNvSpPr>
              <a:spLocks/>
            </p:cNvSpPr>
            <p:nvPr userDrawn="1"/>
          </p:nvSpPr>
          <p:spPr bwMode="auto">
            <a:xfrm>
              <a:off x="474" y="344"/>
              <a:ext cx="1488" cy="919"/>
            </a:xfrm>
            <a:custGeom>
              <a:avLst/>
              <a:gdLst>
                <a:gd name="T0" fmla="*/ 0 w 1049"/>
                <a:gd name="T1" fmla="*/ 5909 h 747"/>
                <a:gd name="T2" fmla="*/ 123098 w 1049"/>
                <a:gd name="T3" fmla="*/ 13593 h 747"/>
                <a:gd name="T4" fmla="*/ 125388 w 1049"/>
                <a:gd name="T5" fmla="*/ 9718 h 747"/>
                <a:gd name="T6" fmla="*/ 140072 w 1049"/>
                <a:gd name="T7" fmla="*/ 7683 h 747"/>
                <a:gd name="T8" fmla="*/ 10413 w 1049"/>
                <a:gd name="T9" fmla="*/ 0 h 747"/>
                <a:gd name="T10" fmla="*/ 0 w 1049"/>
                <a:gd name="T11" fmla="*/ 2302 h 747"/>
                <a:gd name="T12" fmla="*/ 0 w 1049"/>
                <a:gd name="T13" fmla="*/ 5909 h 747"/>
                <a:gd name="T14" fmla="*/ 0 w 1049"/>
                <a:gd name="T15" fmla="*/ 5909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 name="Group 12">
              <a:extLst>
                <a:ext uri="{FF2B5EF4-FFF2-40B4-BE49-F238E27FC236}">
                  <a16:creationId xmlns:a16="http://schemas.microsoft.com/office/drawing/2014/main" id="{814ED2EA-9D80-4E5B-9AF3-0EA32C4EC828}"/>
                </a:ext>
              </a:extLst>
            </p:cNvPr>
            <p:cNvGrpSpPr>
              <a:grpSpLocks/>
            </p:cNvGrpSpPr>
            <p:nvPr userDrawn="1"/>
          </p:nvGrpSpPr>
          <p:grpSpPr bwMode="auto">
            <a:xfrm>
              <a:off x="123" y="148"/>
              <a:ext cx="2386" cy="1081"/>
              <a:chOff x="123" y="148"/>
              <a:chExt cx="2386" cy="1081"/>
            </a:xfrm>
          </p:grpSpPr>
          <p:sp>
            <p:nvSpPr>
              <p:cNvPr id="10" name="Freeform 13">
                <a:extLst>
                  <a:ext uri="{FF2B5EF4-FFF2-40B4-BE49-F238E27FC236}">
                    <a16:creationId xmlns:a16="http://schemas.microsoft.com/office/drawing/2014/main" id="{8E277869-F19E-49FC-9D2B-ACF4BF98C864}"/>
                  </a:ext>
                </a:extLst>
              </p:cNvPr>
              <p:cNvSpPr>
                <a:spLocks/>
              </p:cNvSpPr>
              <p:nvPr userDrawn="1"/>
            </p:nvSpPr>
            <p:spPr bwMode="auto">
              <a:xfrm>
                <a:off x="2005" y="934"/>
                <a:ext cx="212" cy="214"/>
              </a:xfrm>
              <a:custGeom>
                <a:avLst/>
                <a:gdLst>
                  <a:gd name="T0" fmla="*/ 13933 w 150"/>
                  <a:gd name="T1" fmla="*/ 0 h 173"/>
                  <a:gd name="T2" fmla="*/ 5128 w 150"/>
                  <a:gd name="T3" fmla="*/ 1304 h 173"/>
                  <a:gd name="T4" fmla="*/ 0 w 150"/>
                  <a:gd name="T5" fmla="*/ 3402 h 173"/>
                  <a:gd name="T6" fmla="*/ 10138 w 150"/>
                  <a:gd name="T7" fmla="*/ 3144 h 173"/>
                  <a:gd name="T8" fmla="*/ 13059 w 150"/>
                  <a:gd name="T9" fmla="*/ 1661 h 173"/>
                  <a:gd name="T10" fmla="*/ 19056 w 150"/>
                  <a:gd name="T11" fmla="*/ 527 h 173"/>
                  <a:gd name="T12" fmla="*/ 13933 w 150"/>
                  <a:gd name="T13" fmla="*/ 0 h 173"/>
                  <a:gd name="T14" fmla="*/ 13933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4">
                <a:extLst>
                  <a:ext uri="{FF2B5EF4-FFF2-40B4-BE49-F238E27FC236}">
                    <a16:creationId xmlns:a16="http://schemas.microsoft.com/office/drawing/2014/main" id="{E0CF1E3A-AEED-4613-830A-B366B3584BF1}"/>
                  </a:ext>
                </a:extLst>
              </p:cNvPr>
              <p:cNvSpPr>
                <a:spLocks/>
              </p:cNvSpPr>
              <p:nvPr userDrawn="1"/>
            </p:nvSpPr>
            <p:spPr bwMode="auto">
              <a:xfrm>
                <a:off x="123" y="148"/>
                <a:ext cx="2386" cy="1081"/>
              </a:xfrm>
              <a:custGeom>
                <a:avLst/>
                <a:gdLst>
                  <a:gd name="T0" fmla="*/ 20489 w 1684"/>
                  <a:gd name="T1" fmla="*/ 0 h 880"/>
                  <a:gd name="T2" fmla="*/ 8284 w 1684"/>
                  <a:gd name="T3" fmla="*/ 927 h 880"/>
                  <a:gd name="T4" fmla="*/ 0 w 1684"/>
                  <a:gd name="T5" fmla="*/ 3707 h 880"/>
                  <a:gd name="T6" fmla="*/ 8836 w 1684"/>
                  <a:gd name="T7" fmla="*/ 6394 h 880"/>
                  <a:gd name="T8" fmla="*/ 155303 w 1684"/>
                  <a:gd name="T9" fmla="*/ 15445 h 880"/>
                  <a:gd name="T10" fmla="*/ 186855 w 1684"/>
                  <a:gd name="T11" fmla="*/ 14882 h 880"/>
                  <a:gd name="T12" fmla="*/ 212422 w 1684"/>
                  <a:gd name="T13" fmla="*/ 15679 h 880"/>
                  <a:gd name="T14" fmla="*/ 221293 w 1684"/>
                  <a:gd name="T15" fmla="*/ 14413 h 880"/>
                  <a:gd name="T16" fmla="*/ 197354 w 1684"/>
                  <a:gd name="T17" fmla="*/ 11826 h 880"/>
                  <a:gd name="T18" fmla="*/ 187627 w 1684"/>
                  <a:gd name="T19" fmla="*/ 9132 h 880"/>
                  <a:gd name="T20" fmla="*/ 179950 w 1684"/>
                  <a:gd name="T21" fmla="*/ 9390 h 880"/>
                  <a:gd name="T22" fmla="*/ 189071 w 1684"/>
                  <a:gd name="T23" fmla="*/ 11826 h 880"/>
                  <a:gd name="T24" fmla="*/ 207357 w 1684"/>
                  <a:gd name="T25" fmla="*/ 14423 h 880"/>
                  <a:gd name="T26" fmla="*/ 185696 w 1684"/>
                  <a:gd name="T27" fmla="*/ 14024 h 880"/>
                  <a:gd name="T28" fmla="*/ 160155 w 1684"/>
                  <a:gd name="T29" fmla="*/ 14488 h 880"/>
                  <a:gd name="T30" fmla="*/ 164882 w 1684"/>
                  <a:gd name="T31" fmla="*/ 11573 h 880"/>
                  <a:gd name="T32" fmla="*/ 175833 w 1684"/>
                  <a:gd name="T33" fmla="*/ 9587 h 880"/>
                  <a:gd name="T34" fmla="*/ 163013 w 1684"/>
                  <a:gd name="T35" fmla="*/ 9835 h 880"/>
                  <a:gd name="T36" fmla="*/ 153074 w 1684"/>
                  <a:gd name="T37" fmla="*/ 11733 h 880"/>
                  <a:gd name="T38" fmla="*/ 149696 w 1684"/>
                  <a:gd name="T39" fmla="*/ 14098 h 880"/>
                  <a:gd name="T40" fmla="*/ 14077 w 1684"/>
                  <a:gd name="T41" fmla="*/ 5522 h 880"/>
                  <a:gd name="T42" fmla="*/ 10481 w 1684"/>
                  <a:gd name="T43" fmla="*/ 3825 h 880"/>
                  <a:gd name="T44" fmla="*/ 13528 w 1684"/>
                  <a:gd name="T45" fmla="*/ 1703 h 880"/>
                  <a:gd name="T46" fmla="*/ 28469 w 1684"/>
                  <a:gd name="T47" fmla="*/ 0 h 880"/>
                  <a:gd name="T48" fmla="*/ 20489 w 1684"/>
                  <a:gd name="T49" fmla="*/ 0 h 880"/>
                  <a:gd name="T50" fmla="*/ 20489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5">
                <a:extLst>
                  <a:ext uri="{FF2B5EF4-FFF2-40B4-BE49-F238E27FC236}">
                    <a16:creationId xmlns:a16="http://schemas.microsoft.com/office/drawing/2014/main" id="{4D145BCD-5A09-43D8-B0B2-FAA2E42B72EF}"/>
                  </a:ext>
                </a:extLst>
              </p:cNvPr>
              <p:cNvSpPr>
                <a:spLocks/>
              </p:cNvSpPr>
              <p:nvPr userDrawn="1"/>
            </p:nvSpPr>
            <p:spPr bwMode="auto">
              <a:xfrm>
                <a:off x="324" y="158"/>
                <a:ext cx="1686" cy="614"/>
              </a:xfrm>
              <a:custGeom>
                <a:avLst/>
                <a:gdLst>
                  <a:gd name="T0" fmla="*/ 13151 w 1190"/>
                  <a:gd name="T1" fmla="*/ 0 h 500"/>
                  <a:gd name="T2" fmla="*/ 156309 w 1190"/>
                  <a:gd name="T3" fmla="*/ 8688 h 500"/>
                  <a:gd name="T4" fmla="*/ 141239 w 1190"/>
                  <a:gd name="T5" fmla="*/ 8864 h 500"/>
                  <a:gd name="T6" fmla="*/ 0 w 1190"/>
                  <a:gd name="T7" fmla="*/ 478 h 500"/>
                  <a:gd name="T8" fmla="*/ 13151 w 1190"/>
                  <a:gd name="T9" fmla="*/ 0 h 500"/>
                  <a:gd name="T10" fmla="*/ 1315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6">
                <a:extLst>
                  <a:ext uri="{FF2B5EF4-FFF2-40B4-BE49-F238E27FC236}">
                    <a16:creationId xmlns:a16="http://schemas.microsoft.com/office/drawing/2014/main" id="{35090CF3-143E-4F99-9732-CB8323278074}"/>
                  </a:ext>
                </a:extLst>
              </p:cNvPr>
              <p:cNvSpPr>
                <a:spLocks/>
              </p:cNvSpPr>
              <p:nvPr userDrawn="1"/>
            </p:nvSpPr>
            <p:spPr bwMode="auto">
              <a:xfrm>
                <a:off x="409" y="251"/>
                <a:ext cx="227" cy="410"/>
              </a:xfrm>
              <a:custGeom>
                <a:avLst/>
                <a:gdLst>
                  <a:gd name="T0" fmla="*/ 15561 w 160"/>
                  <a:gd name="T1" fmla="*/ 0 h 335"/>
                  <a:gd name="T2" fmla="*/ 2548 w 160"/>
                  <a:gd name="T3" fmla="*/ 1804 h 335"/>
                  <a:gd name="T4" fmla="*/ 0 w 160"/>
                  <a:gd name="T5" fmla="*/ 3885 h 335"/>
                  <a:gd name="T6" fmla="*/ 4465 w 160"/>
                  <a:gd name="T7" fmla="*/ 5312 h 335"/>
                  <a:gd name="T8" fmla="*/ 12547 w 160"/>
                  <a:gd name="T9" fmla="*/ 5663 h 335"/>
                  <a:gd name="T10" fmla="*/ 10187 w 160"/>
                  <a:gd name="T11" fmla="*/ 2593 h 335"/>
                  <a:gd name="T12" fmla="*/ 21405 w 160"/>
                  <a:gd name="T13" fmla="*/ 296 h 335"/>
                  <a:gd name="T14" fmla="*/ 15561 w 160"/>
                  <a:gd name="T15" fmla="*/ 0 h 335"/>
                  <a:gd name="T16" fmla="*/ 1556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a:extLst>
                  <a:ext uri="{FF2B5EF4-FFF2-40B4-BE49-F238E27FC236}">
                    <a16:creationId xmlns:a16="http://schemas.microsoft.com/office/drawing/2014/main" id="{2EC77B77-8DE2-44BB-BDD9-FD8D29891B3F}"/>
                  </a:ext>
                </a:extLst>
              </p:cNvPr>
              <p:cNvSpPr>
                <a:spLocks/>
              </p:cNvSpPr>
              <p:nvPr userDrawn="1"/>
            </p:nvSpPr>
            <p:spPr bwMode="auto">
              <a:xfrm>
                <a:off x="846" y="536"/>
                <a:ext cx="691" cy="364"/>
              </a:xfrm>
              <a:custGeom>
                <a:avLst/>
                <a:gdLst>
                  <a:gd name="T0" fmla="*/ 1814 w 489"/>
                  <a:gd name="T1" fmla="*/ 621 h 296"/>
                  <a:gd name="T2" fmla="*/ 20214 w 489"/>
                  <a:gd name="T3" fmla="*/ 1200 h 296"/>
                  <a:gd name="T4" fmla="*/ 41016 w 489"/>
                  <a:gd name="T5" fmla="*/ 2483 h 296"/>
                  <a:gd name="T6" fmla="*/ 55704 w 489"/>
                  <a:gd name="T7" fmla="*/ 4402 h 296"/>
                  <a:gd name="T8" fmla="*/ 41264 w 489"/>
                  <a:gd name="T9" fmla="*/ 4163 h 296"/>
                  <a:gd name="T10" fmla="*/ 17546 w 489"/>
                  <a:gd name="T11" fmla="*/ 2645 h 296"/>
                  <a:gd name="T12" fmla="*/ 6314 w 489"/>
                  <a:gd name="T13" fmla="*/ 1447 h 296"/>
                  <a:gd name="T14" fmla="*/ 13505 w 489"/>
                  <a:gd name="T15" fmla="*/ 2949 h 296"/>
                  <a:gd name="T16" fmla="*/ 34421 w 489"/>
                  <a:gd name="T17" fmla="*/ 4880 h 296"/>
                  <a:gd name="T18" fmla="*/ 58958 w 489"/>
                  <a:gd name="T19" fmla="*/ 5369 h 296"/>
                  <a:gd name="T20" fmla="*/ 61882 w 489"/>
                  <a:gd name="T21" fmla="*/ 4053 h 296"/>
                  <a:gd name="T22" fmla="*/ 49876 w 489"/>
                  <a:gd name="T23" fmla="*/ 2179 h 296"/>
                  <a:gd name="T24" fmla="*/ 21492 w 489"/>
                  <a:gd name="T25" fmla="*/ 314 h 296"/>
                  <a:gd name="T26" fmla="*/ 0 w 489"/>
                  <a:gd name="T27" fmla="*/ 0 h 296"/>
                  <a:gd name="T28" fmla="*/ 1814 w 489"/>
                  <a:gd name="T29" fmla="*/ 621 h 296"/>
                  <a:gd name="T30" fmla="*/ 1814 w 489"/>
                  <a:gd name="T31" fmla="*/ 6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5" name="Group 18">
            <a:extLst>
              <a:ext uri="{FF2B5EF4-FFF2-40B4-BE49-F238E27FC236}">
                <a16:creationId xmlns:a16="http://schemas.microsoft.com/office/drawing/2014/main" id="{4C1D77B5-15CE-4D60-880A-6D71FD7FC51F}"/>
              </a:ext>
            </a:extLst>
          </p:cNvPr>
          <p:cNvGrpSpPr>
            <a:grpSpLocks/>
          </p:cNvGrpSpPr>
          <p:nvPr/>
        </p:nvGrpSpPr>
        <p:grpSpPr bwMode="auto">
          <a:xfrm>
            <a:off x="7915275" y="4368800"/>
            <a:ext cx="742950" cy="1058863"/>
            <a:chOff x="4986" y="2752"/>
            <a:chExt cx="468" cy="667"/>
          </a:xfrm>
        </p:grpSpPr>
        <p:sp>
          <p:nvSpPr>
            <p:cNvPr id="16" name="Freeform 19">
              <a:extLst>
                <a:ext uri="{FF2B5EF4-FFF2-40B4-BE49-F238E27FC236}">
                  <a16:creationId xmlns:a16="http://schemas.microsoft.com/office/drawing/2014/main" id="{C5662076-FB36-4702-BDE3-ED8513471AE5}"/>
                </a:ext>
              </a:extLst>
            </p:cNvPr>
            <p:cNvSpPr>
              <a:spLocks/>
            </p:cNvSpPr>
            <p:nvPr userDrawn="1"/>
          </p:nvSpPr>
          <p:spPr bwMode="auto">
            <a:xfrm rot="7320404">
              <a:off x="4909" y="2936"/>
              <a:ext cx="629" cy="293"/>
            </a:xfrm>
            <a:custGeom>
              <a:avLst/>
              <a:gdLst>
                <a:gd name="T0" fmla="*/ 30 w 794"/>
                <a:gd name="T1" fmla="*/ 3 h 414"/>
                <a:gd name="T2" fmla="*/ 28 w 794"/>
                <a:gd name="T3" fmla="*/ 3 h 414"/>
                <a:gd name="T4" fmla="*/ 21 w 794"/>
                <a:gd name="T5" fmla="*/ 1 h 414"/>
                <a:gd name="T6" fmla="*/ 2 w 794"/>
                <a:gd name="T7" fmla="*/ 0 h 414"/>
                <a:gd name="T8" fmla="*/ 2 w 794"/>
                <a:gd name="T9" fmla="*/ 1 h 414"/>
                <a:gd name="T10" fmla="*/ 0 w 794"/>
                <a:gd name="T11" fmla="*/ 1 h 414"/>
                <a:gd name="T12" fmla="*/ 2 w 794"/>
                <a:gd name="T13" fmla="*/ 1 h 414"/>
                <a:gd name="T14" fmla="*/ 22 w 794"/>
                <a:gd name="T15" fmla="*/ 3 h 414"/>
                <a:gd name="T16" fmla="*/ 26 w 794"/>
                <a:gd name="T17" fmla="*/ 3 h 414"/>
                <a:gd name="T18" fmla="*/ 30 w 794"/>
                <a:gd name="T19" fmla="*/ 3 h 414"/>
                <a:gd name="T20" fmla="*/ 30 w 794"/>
                <a:gd name="T21" fmla="*/ 3 h 414"/>
                <a:gd name="T22" fmla="*/ 30 w 794"/>
                <a:gd name="T23" fmla="*/ 3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0">
              <a:extLst>
                <a:ext uri="{FF2B5EF4-FFF2-40B4-BE49-F238E27FC236}">
                  <a16:creationId xmlns:a16="http://schemas.microsoft.com/office/drawing/2014/main" id="{0AB1B740-5763-425A-85FD-4F6124B5C96C}"/>
                </a:ext>
              </a:extLst>
            </p:cNvPr>
            <p:cNvSpPr>
              <a:spLocks/>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1">
              <a:extLst>
                <a:ext uri="{FF2B5EF4-FFF2-40B4-BE49-F238E27FC236}">
                  <a16:creationId xmlns:a16="http://schemas.microsoft.com/office/drawing/2014/main" id="{D48CCF66-61FE-4EED-A2A0-E689F4C54964}"/>
                </a:ext>
              </a:extLst>
            </p:cNvPr>
            <p:cNvSpPr>
              <a:spLocks/>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9" name="Group 22">
              <a:extLst>
                <a:ext uri="{FF2B5EF4-FFF2-40B4-BE49-F238E27FC236}">
                  <a16:creationId xmlns:a16="http://schemas.microsoft.com/office/drawing/2014/main" id="{178CE594-BB73-412F-BC8D-3DA61B6042EE}"/>
                </a:ext>
              </a:extLst>
            </p:cNvPr>
            <p:cNvGrpSpPr>
              <a:grpSpLocks/>
            </p:cNvGrpSpPr>
            <p:nvPr userDrawn="1"/>
          </p:nvGrpSpPr>
          <p:grpSpPr bwMode="auto">
            <a:xfrm>
              <a:off x="4986" y="2752"/>
              <a:ext cx="468" cy="667"/>
              <a:chOff x="4986" y="2752"/>
              <a:chExt cx="468" cy="667"/>
            </a:xfrm>
          </p:grpSpPr>
          <p:sp>
            <p:nvSpPr>
              <p:cNvPr id="20" name="Freeform 23">
                <a:extLst>
                  <a:ext uri="{FF2B5EF4-FFF2-40B4-BE49-F238E27FC236}">
                    <a16:creationId xmlns:a16="http://schemas.microsoft.com/office/drawing/2014/main" id="{A9218943-AE8D-4C3A-BD1F-914643389F8C}"/>
                  </a:ext>
                </a:extLst>
              </p:cNvPr>
              <p:cNvSpPr>
                <a:spLocks/>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4">
                <a:extLst>
                  <a:ext uri="{FF2B5EF4-FFF2-40B4-BE49-F238E27FC236}">
                    <a16:creationId xmlns:a16="http://schemas.microsoft.com/office/drawing/2014/main" id="{30686ED4-998B-446E-BD5E-54155D8E19BC}"/>
                  </a:ext>
                </a:extLst>
              </p:cNvPr>
              <p:cNvSpPr>
                <a:spLocks/>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5">
                <a:extLst>
                  <a:ext uri="{FF2B5EF4-FFF2-40B4-BE49-F238E27FC236}">
                    <a16:creationId xmlns:a16="http://schemas.microsoft.com/office/drawing/2014/main" id="{0085AC85-1FBA-43E2-BEAF-378A2C664562}"/>
                  </a:ext>
                </a:extLst>
              </p:cNvPr>
              <p:cNvSpPr>
                <a:spLocks/>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6">
                <a:extLst>
                  <a:ext uri="{FF2B5EF4-FFF2-40B4-BE49-F238E27FC236}">
                    <a16:creationId xmlns:a16="http://schemas.microsoft.com/office/drawing/2014/main" id="{53C50A9F-6472-4D87-B0CC-4DE655D1AA03}"/>
                  </a:ext>
                </a:extLst>
              </p:cNvPr>
              <p:cNvSpPr>
                <a:spLocks/>
              </p:cNvSpPr>
              <p:nvPr userDrawn="1"/>
            </p:nvSpPr>
            <p:spPr bwMode="auto">
              <a:xfrm rot="7320404">
                <a:off x="5365"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7">
                <a:extLst>
                  <a:ext uri="{FF2B5EF4-FFF2-40B4-BE49-F238E27FC236}">
                    <a16:creationId xmlns:a16="http://schemas.microsoft.com/office/drawing/2014/main" id="{06A30496-B972-483E-B10F-D5FBAD664CB7}"/>
                  </a:ext>
                </a:extLst>
              </p:cNvPr>
              <p:cNvSpPr>
                <a:spLocks/>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 name="Freeform 28">
            <a:extLst>
              <a:ext uri="{FF2B5EF4-FFF2-40B4-BE49-F238E27FC236}">
                <a16:creationId xmlns:a16="http://schemas.microsoft.com/office/drawing/2014/main" id="{A710CE10-01EF-44EE-848E-5C44ECB69A1F}"/>
              </a:ext>
            </a:extLst>
          </p:cNvPr>
          <p:cNvSpPr>
            <a:spLocks/>
          </p:cNvSpPr>
          <p:nvPr/>
        </p:nvSpPr>
        <p:spPr bwMode="auto">
          <a:xfrm>
            <a:off x="901700" y="5054600"/>
            <a:ext cx="6807200" cy="728663"/>
          </a:xfrm>
          <a:custGeom>
            <a:avLst/>
            <a:gdLst>
              <a:gd name="T0" fmla="*/ 0 w 4288"/>
              <a:gd name="T1" fmla="*/ 0 h 459"/>
              <a:gd name="T2" fmla="*/ 2147483647 w 4288"/>
              <a:gd name="T3" fmla="*/ 2147483647 h 459"/>
              <a:gd name="T4" fmla="*/ 2147483647 w 4288"/>
              <a:gd name="T5" fmla="*/ 2147483647 h 459"/>
              <a:gd name="T6" fmla="*/ 2147483647 w 4288"/>
              <a:gd name="T7" fmla="*/ 2147483647 h 459"/>
              <a:gd name="T8" fmla="*/ 2147483647 w 4288"/>
              <a:gd name="T9" fmla="*/ 2147483647 h 459"/>
              <a:gd name="T10" fmla="*/ 2147483647 w 4288"/>
              <a:gd name="T11" fmla="*/ 2147483647 h 459"/>
              <a:gd name="T12" fmla="*/ 2147483647 w 4288"/>
              <a:gd name="T13" fmla="*/ 2147483647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29">
            <a:extLst>
              <a:ext uri="{FF2B5EF4-FFF2-40B4-BE49-F238E27FC236}">
                <a16:creationId xmlns:a16="http://schemas.microsoft.com/office/drawing/2014/main" id="{E45FBB1C-9377-4192-AA8E-05AB5F44C88B}"/>
              </a:ext>
            </a:extLst>
          </p:cNvPr>
          <p:cNvSpPr>
            <a:spLocks/>
          </p:cNvSpPr>
          <p:nvPr/>
        </p:nvSpPr>
        <p:spPr bwMode="auto">
          <a:xfrm>
            <a:off x="4076700" y="1930400"/>
            <a:ext cx="889000" cy="381000"/>
          </a:xfrm>
          <a:custGeom>
            <a:avLst/>
            <a:gdLst>
              <a:gd name="T0" fmla="*/ 0 w 560"/>
              <a:gd name="T1" fmla="*/ 2147483647 h 240"/>
              <a:gd name="T2" fmla="*/ 2147483647 w 560"/>
              <a:gd name="T3" fmla="*/ 2147483647 h 240"/>
              <a:gd name="T4" fmla="*/ 2147483647 w 560"/>
              <a:gd name="T5" fmla="*/ 2147483647 h 240"/>
              <a:gd name="T6" fmla="*/ 2147483647 w 560"/>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p>
        </p:txBody>
      </p:sp>
      <p:sp>
        <p:nvSpPr>
          <p:cNvPr id="51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p>
        </p:txBody>
      </p:sp>
      <p:sp>
        <p:nvSpPr>
          <p:cNvPr id="27" name="Rectangle 5">
            <a:extLst>
              <a:ext uri="{FF2B5EF4-FFF2-40B4-BE49-F238E27FC236}">
                <a16:creationId xmlns:a16="http://schemas.microsoft.com/office/drawing/2014/main" id="{7BE0CD53-9470-430D-A10D-B068B856E863}"/>
              </a:ext>
            </a:extLst>
          </p:cNvPr>
          <p:cNvSpPr>
            <a:spLocks noGrp="1" noChangeArrowheads="1"/>
          </p:cNvSpPr>
          <p:nvPr>
            <p:ph type="dt" sz="half" idx="10"/>
          </p:nvPr>
        </p:nvSpPr>
        <p:spPr>
          <a:xfrm>
            <a:off x="685800" y="6248400"/>
            <a:ext cx="1905000" cy="457200"/>
          </a:xfrm>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28" name="Rectangle 6">
            <a:extLst>
              <a:ext uri="{FF2B5EF4-FFF2-40B4-BE49-F238E27FC236}">
                <a16:creationId xmlns:a16="http://schemas.microsoft.com/office/drawing/2014/main" id="{30858A7D-78D9-45BB-8916-CB9BF3B9196F}"/>
              </a:ext>
            </a:extLst>
          </p:cNvPr>
          <p:cNvSpPr>
            <a:spLocks noGrp="1" noChangeArrowheads="1"/>
          </p:cNvSpPr>
          <p:nvPr>
            <p:ph type="ftr" sz="quarter" idx="11"/>
          </p:nvPr>
        </p:nvSpPr>
        <p:spPr>
          <a:xfrm>
            <a:off x="3124200" y="6248400"/>
            <a:ext cx="2895600" cy="457200"/>
          </a:xfrm>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29" name="Rectangle 7">
            <a:extLst>
              <a:ext uri="{FF2B5EF4-FFF2-40B4-BE49-F238E27FC236}">
                <a16:creationId xmlns:a16="http://schemas.microsoft.com/office/drawing/2014/main" id="{26B78285-8237-401B-8D36-EF398ACE8579}"/>
              </a:ext>
            </a:extLst>
          </p:cNvPr>
          <p:cNvSpPr>
            <a:spLocks noGrp="1" noChangeArrowheads="1"/>
          </p:cNvSpPr>
          <p:nvPr>
            <p:ph type="sldNum" sz="quarter" idx="12"/>
          </p:nvPr>
        </p:nvSpPr>
        <p:spPr>
          <a:xfrm>
            <a:off x="65532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DA8A72E-C068-4323-BBE1-3367F12964C8}" type="slidenum">
              <a:rPr lang="en-US" altLang="zh-CN"/>
              <a:pPr/>
              <a:t>‹#›</a:t>
            </a:fld>
            <a:endParaRPr lang="en-US" altLang="zh-CN"/>
          </a:p>
        </p:txBody>
      </p:sp>
    </p:spTree>
    <p:extLst>
      <p:ext uri="{BB962C8B-B14F-4D97-AF65-F5344CB8AC3E}">
        <p14:creationId xmlns:p14="http://schemas.microsoft.com/office/powerpoint/2010/main" val="359169704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EBEE4C3D-72BD-4CF3-96C2-429716F6350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BE210F69-0510-47F6-AAD6-A3731C89D63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A096F7C1-3E79-45DC-B3B4-CEED47420A2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333FE25-14FC-47D6-99E3-D3A14A69E8DB}" type="slidenum">
              <a:rPr lang="en-US" altLang="zh-CN"/>
              <a:pPr/>
              <a:t>‹#›</a:t>
            </a:fld>
            <a:endParaRPr lang="en-US" altLang="zh-CN"/>
          </a:p>
        </p:txBody>
      </p:sp>
    </p:spTree>
    <p:extLst>
      <p:ext uri="{BB962C8B-B14F-4D97-AF65-F5344CB8AC3E}">
        <p14:creationId xmlns:p14="http://schemas.microsoft.com/office/powerpoint/2010/main" val="343426337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7416B48E-12A2-4876-B09F-91AC13ADD6C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9AA04876-8923-4042-A5FF-7CFF879A04C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B82BCBC6-12E4-4A8F-9981-285BD3AD0F2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438169A-7F11-4AFE-9000-4ED0881752BC}" type="slidenum">
              <a:rPr lang="en-US" altLang="zh-CN"/>
              <a:pPr/>
              <a:t>‹#›</a:t>
            </a:fld>
            <a:endParaRPr lang="en-US" altLang="zh-CN"/>
          </a:p>
        </p:txBody>
      </p:sp>
    </p:spTree>
    <p:extLst>
      <p:ext uri="{BB962C8B-B14F-4D97-AF65-F5344CB8AC3E}">
        <p14:creationId xmlns:p14="http://schemas.microsoft.com/office/powerpoint/2010/main" val="329231875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57800E68-5A33-4A18-933B-15F1EE9B9EC6}"/>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D45753F0-4F0D-4F4F-8512-1A46E83D619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952CF422-1E49-4F61-9516-77A02E24DAF2}"/>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7015331-D5E9-48AE-B31D-AEE4578BD5FB}" type="slidenum">
              <a:rPr lang="en-US" altLang="zh-CN"/>
              <a:pPr/>
              <a:t>‹#›</a:t>
            </a:fld>
            <a:endParaRPr lang="en-US" altLang="zh-CN"/>
          </a:p>
        </p:txBody>
      </p:sp>
    </p:spTree>
    <p:extLst>
      <p:ext uri="{BB962C8B-B14F-4D97-AF65-F5344CB8AC3E}">
        <p14:creationId xmlns:p14="http://schemas.microsoft.com/office/powerpoint/2010/main" val="416902463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4A745C3C-0C2C-488A-B408-DD57C35322B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2A661F0D-EB66-4460-8E8A-4D7F023B3164}"/>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9" name="Rectangle 7">
            <a:extLst>
              <a:ext uri="{FF2B5EF4-FFF2-40B4-BE49-F238E27FC236}">
                <a16:creationId xmlns:a16="http://schemas.microsoft.com/office/drawing/2014/main" id="{901FF170-8B7B-4CAE-8426-ED101504793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47DC38A-F4FE-4E44-ABD4-E1D85A54DACC}" type="slidenum">
              <a:rPr lang="en-US" altLang="zh-CN"/>
              <a:pPr/>
              <a:t>‹#›</a:t>
            </a:fld>
            <a:endParaRPr lang="en-US" altLang="zh-CN"/>
          </a:p>
        </p:txBody>
      </p:sp>
    </p:spTree>
    <p:extLst>
      <p:ext uri="{BB962C8B-B14F-4D97-AF65-F5344CB8AC3E}">
        <p14:creationId xmlns:p14="http://schemas.microsoft.com/office/powerpoint/2010/main" val="360239514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A4BEE3D0-1F0D-417D-ACC3-E1CE8463830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163D86CF-3316-4DB7-B1F3-58791468130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5" name="Rectangle 7">
            <a:extLst>
              <a:ext uri="{FF2B5EF4-FFF2-40B4-BE49-F238E27FC236}">
                <a16:creationId xmlns:a16="http://schemas.microsoft.com/office/drawing/2014/main" id="{745FA18D-DF0C-4011-AC97-B07A617E724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B7950D0-1D87-45F2-9450-58F6CDE130E2}" type="slidenum">
              <a:rPr lang="en-US" altLang="zh-CN"/>
              <a:pPr/>
              <a:t>‹#›</a:t>
            </a:fld>
            <a:endParaRPr lang="en-US" altLang="zh-CN"/>
          </a:p>
        </p:txBody>
      </p:sp>
    </p:spTree>
    <p:extLst>
      <p:ext uri="{BB962C8B-B14F-4D97-AF65-F5344CB8AC3E}">
        <p14:creationId xmlns:p14="http://schemas.microsoft.com/office/powerpoint/2010/main" val="216681789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7BD52991-0A82-466F-8278-A6B97243A67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3" name="Rectangle 6">
            <a:extLst>
              <a:ext uri="{FF2B5EF4-FFF2-40B4-BE49-F238E27FC236}">
                <a16:creationId xmlns:a16="http://schemas.microsoft.com/office/drawing/2014/main" id="{06844290-4954-4AD4-8746-008408340AF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4" name="Rectangle 7">
            <a:extLst>
              <a:ext uri="{FF2B5EF4-FFF2-40B4-BE49-F238E27FC236}">
                <a16:creationId xmlns:a16="http://schemas.microsoft.com/office/drawing/2014/main" id="{60AC2B07-A2C9-45DD-9DA4-7684C4C0CABB}"/>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87CB031-7457-49ED-A6D1-FE6A75F6E22A}" type="slidenum">
              <a:rPr lang="en-US" altLang="zh-CN"/>
              <a:pPr/>
              <a:t>‹#›</a:t>
            </a:fld>
            <a:endParaRPr lang="en-US" altLang="zh-CN"/>
          </a:p>
        </p:txBody>
      </p:sp>
    </p:spTree>
    <p:extLst>
      <p:ext uri="{BB962C8B-B14F-4D97-AF65-F5344CB8AC3E}">
        <p14:creationId xmlns:p14="http://schemas.microsoft.com/office/powerpoint/2010/main" val="324604398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4B95E743-7A22-40AF-9777-DCC5A2C9F05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32F7FDF2-F45F-420D-96B6-2823E6C4BBA2}"/>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024B23CC-D675-4273-9F2D-B871BAE1CE29}"/>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098F2918-202E-4378-8710-BE3CBDB9871B}" type="slidenum">
              <a:rPr lang="en-US" altLang="zh-CN"/>
              <a:pPr/>
              <a:t>‹#›</a:t>
            </a:fld>
            <a:endParaRPr lang="en-US" altLang="zh-CN"/>
          </a:p>
        </p:txBody>
      </p:sp>
    </p:spTree>
    <p:extLst>
      <p:ext uri="{BB962C8B-B14F-4D97-AF65-F5344CB8AC3E}">
        <p14:creationId xmlns:p14="http://schemas.microsoft.com/office/powerpoint/2010/main" val="337698304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E8358A17-A542-4605-9C51-EEB7248EAEC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F9A6CD51-1A69-4195-A355-AA451AC9B2AE}"/>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ADA7BE33-598D-42CF-B52E-854F35CA8FB0}"/>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A449952-52E1-43FD-A091-24753E2A457E}" type="slidenum">
              <a:rPr lang="en-US" altLang="zh-CN"/>
              <a:pPr/>
              <a:t>‹#›</a:t>
            </a:fld>
            <a:endParaRPr lang="en-US" altLang="zh-CN"/>
          </a:p>
        </p:txBody>
      </p:sp>
    </p:spTree>
    <p:extLst>
      <p:ext uri="{BB962C8B-B14F-4D97-AF65-F5344CB8AC3E}">
        <p14:creationId xmlns:p14="http://schemas.microsoft.com/office/powerpoint/2010/main" val="69451365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89A570FC-1788-44BF-8AB8-C84AAF42FE1D}"/>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4FCD4263-3A65-4FD4-AE1D-504AD887F794}"/>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490BE1BC-813B-4096-BFCD-91990D793C8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F2097B8-6964-47CC-A43F-575CC0AF5857}" type="slidenum">
              <a:rPr lang="en-US" altLang="zh-CN"/>
              <a:pPr/>
              <a:t>‹#›</a:t>
            </a:fld>
            <a:endParaRPr lang="en-US" altLang="zh-CN"/>
          </a:p>
        </p:txBody>
      </p:sp>
    </p:spTree>
    <p:extLst>
      <p:ext uri="{BB962C8B-B14F-4D97-AF65-F5344CB8AC3E}">
        <p14:creationId xmlns:p14="http://schemas.microsoft.com/office/powerpoint/2010/main" val="357024190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A47ECF6A-D393-4982-9399-10A6AC06E77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1008242F-B6E7-4CFB-A931-F8A100D2A87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1EBD34AD-58F2-40D6-9835-ED06D33AE0F4}"/>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1BA4E44A-9394-4EF9-AEB1-B634B97C8465}" type="slidenum">
              <a:rPr lang="en-US" altLang="zh-CN"/>
              <a:pPr/>
              <a:t>‹#›</a:t>
            </a:fld>
            <a:endParaRPr lang="en-US" altLang="zh-CN"/>
          </a:p>
        </p:txBody>
      </p:sp>
    </p:spTree>
    <p:extLst>
      <p:ext uri="{BB962C8B-B14F-4D97-AF65-F5344CB8AC3E}">
        <p14:creationId xmlns:p14="http://schemas.microsoft.com/office/powerpoint/2010/main" val="118261150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a:extLst>
              <a:ext uri="{FF2B5EF4-FFF2-40B4-BE49-F238E27FC236}">
                <a16:creationId xmlns:a16="http://schemas.microsoft.com/office/drawing/2014/main" id="{8A945DC9-1257-43E9-A60B-CD2335446876}"/>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1150CE45-C0D6-466A-92CD-0DECCEE84BCB}"/>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8" name="Rectangle 7">
            <a:extLst>
              <a:ext uri="{FF2B5EF4-FFF2-40B4-BE49-F238E27FC236}">
                <a16:creationId xmlns:a16="http://schemas.microsoft.com/office/drawing/2014/main" id="{0F7E2291-0DE2-44D5-8275-E9B72FC72F7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92C8A841-2BA4-4810-BB5E-24FF96E7510B}" type="slidenum">
              <a:rPr lang="en-US" altLang="zh-CN"/>
              <a:pPr/>
              <a:t>‹#›</a:t>
            </a:fld>
            <a:endParaRPr lang="en-US" altLang="zh-CN"/>
          </a:p>
        </p:txBody>
      </p:sp>
    </p:spTree>
    <p:extLst>
      <p:ext uri="{BB962C8B-B14F-4D97-AF65-F5344CB8AC3E}">
        <p14:creationId xmlns:p14="http://schemas.microsoft.com/office/powerpoint/2010/main" val="14256990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内容">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A146B2B-1862-4476-B0A7-0A46036FA3B7}"/>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fld id="{9A215B9B-AB06-4927-A17F-4DBF28DB9902}"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B76C851A-13E1-4DA3-852E-8DCBFDF2CD4D}"/>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E418F3B4-2636-422D-AB8D-C1DBE890AA3E}"/>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C90143C4-9DAC-403F-8ED0-A740D04E8CD3}" type="slidenum">
              <a:rPr lang="en-US" altLang="zh-CN"/>
              <a:pPr/>
              <a:t>‹#›</a:t>
            </a:fld>
            <a:endParaRPr lang="en-US" altLang="zh-CN"/>
          </a:p>
        </p:txBody>
      </p:sp>
    </p:spTree>
    <p:extLst>
      <p:ext uri="{BB962C8B-B14F-4D97-AF65-F5344CB8AC3E}">
        <p14:creationId xmlns:p14="http://schemas.microsoft.com/office/powerpoint/2010/main" val="2195173533"/>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EA5E276B-7133-437D-9030-43588FF4C624}"/>
              </a:ext>
            </a:extLst>
          </p:cNvPr>
          <p:cNvSpPr>
            <a:spLocks/>
          </p:cNvSpPr>
          <p:nvPr/>
        </p:nvSpPr>
        <p:spPr bwMode="blackWhite">
          <a:xfrm>
            <a:off x="20638" y="12700"/>
            <a:ext cx="8896350" cy="6780213"/>
          </a:xfrm>
          <a:custGeom>
            <a:avLst/>
            <a:gdLst>
              <a:gd name="T0" fmla="*/ 2147483647 w 3985"/>
              <a:gd name="T1" fmla="*/ 0 h 3619"/>
              <a:gd name="T2" fmla="*/ 0 w 3985"/>
              <a:gd name="T3" fmla="*/ 2147483647 h 3619"/>
              <a:gd name="T4" fmla="*/ 2147483647 w 3985"/>
              <a:gd name="T5" fmla="*/ 2147483647 h 3619"/>
              <a:gd name="T6" fmla="*/ 2147483647 w 3985"/>
              <a:gd name="T7" fmla="*/ 2147483647 h 3619"/>
              <a:gd name="T8" fmla="*/ 2147483647 w 3985"/>
              <a:gd name="T9" fmla="*/ 0 h 3619"/>
              <a:gd name="T10" fmla="*/ 2147483647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 name="Group 8">
            <a:extLst>
              <a:ext uri="{FF2B5EF4-FFF2-40B4-BE49-F238E27FC236}">
                <a16:creationId xmlns:a16="http://schemas.microsoft.com/office/drawing/2014/main" id="{51650FE3-2FEC-4F27-A1C0-3800472A5760}"/>
              </a:ext>
            </a:extLst>
          </p:cNvPr>
          <p:cNvGrpSpPr>
            <a:grpSpLocks/>
          </p:cNvGrpSpPr>
          <p:nvPr/>
        </p:nvGrpSpPr>
        <p:grpSpPr bwMode="auto">
          <a:xfrm>
            <a:off x="195263" y="234950"/>
            <a:ext cx="3787775" cy="1778000"/>
            <a:chOff x="123" y="148"/>
            <a:chExt cx="2386" cy="1120"/>
          </a:xfrm>
        </p:grpSpPr>
        <p:sp>
          <p:nvSpPr>
            <p:cNvPr id="6" name="Freeform 9">
              <a:extLst>
                <a:ext uri="{FF2B5EF4-FFF2-40B4-BE49-F238E27FC236}">
                  <a16:creationId xmlns:a16="http://schemas.microsoft.com/office/drawing/2014/main" id="{42090683-8E6D-44CC-8D61-AD407D533831}"/>
                </a:ext>
              </a:extLst>
            </p:cNvPr>
            <p:cNvSpPr>
              <a:spLocks/>
            </p:cNvSpPr>
            <p:nvPr userDrawn="1"/>
          </p:nvSpPr>
          <p:spPr bwMode="auto">
            <a:xfrm>
              <a:off x="177" y="177"/>
              <a:ext cx="2250" cy="1017"/>
            </a:xfrm>
            <a:custGeom>
              <a:avLst/>
              <a:gdLst>
                <a:gd name="T0" fmla="*/ 1709583146 w 794"/>
                <a:gd name="T1" fmla="*/ 115072248 h 414"/>
                <a:gd name="T2" fmla="*/ 1528876213 w 794"/>
                <a:gd name="T3" fmla="*/ 92666539 h 414"/>
                <a:gd name="T4" fmla="*/ 1197511090 w 794"/>
                <a:gd name="T5" fmla="*/ 61231109 h 414"/>
                <a:gd name="T6" fmla="*/ 152827569 w 794"/>
                <a:gd name="T7" fmla="*/ 0 h 414"/>
                <a:gd name="T8" fmla="*/ 49289971 w 794"/>
                <a:gd name="T9" fmla="*/ 5801295 h 414"/>
                <a:gd name="T10" fmla="*/ 0 w 794"/>
                <a:gd name="T11" fmla="*/ 24200972 h 414"/>
                <a:gd name="T12" fmla="*/ 60067782 w 794"/>
                <a:gd name="T13" fmla="*/ 45194728 h 414"/>
                <a:gd name="T14" fmla="*/ 1227229359 w 794"/>
                <a:gd name="T15" fmla="*/ 119225010 h 414"/>
                <a:gd name="T16" fmla="*/ 1482956490 w 794"/>
                <a:gd name="T17" fmla="*/ 114484439 h 414"/>
                <a:gd name="T18" fmla="*/ 1689715221 w 794"/>
                <a:gd name="T19" fmla="*/ 120616028 h 414"/>
                <a:gd name="T20" fmla="*/ 1709583146 w 794"/>
                <a:gd name="T21" fmla="*/ 115072248 h 414"/>
                <a:gd name="T22" fmla="*/ 1709583146 w 794"/>
                <a:gd name="T23" fmla="*/ 115072248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
              <a:extLst>
                <a:ext uri="{FF2B5EF4-FFF2-40B4-BE49-F238E27FC236}">
                  <a16:creationId xmlns:a16="http://schemas.microsoft.com/office/drawing/2014/main" id="{98939A41-7309-4614-B840-80ACCDD2C8B6}"/>
                </a:ext>
              </a:extLst>
            </p:cNvPr>
            <p:cNvSpPr>
              <a:spLocks/>
            </p:cNvSpPr>
            <p:nvPr userDrawn="1"/>
          </p:nvSpPr>
          <p:spPr bwMode="auto">
            <a:xfrm>
              <a:off x="166" y="261"/>
              <a:ext cx="2244" cy="1007"/>
            </a:xfrm>
            <a:custGeom>
              <a:avLst/>
              <a:gdLst>
                <a:gd name="T0" fmla="*/ 17655 w 1586"/>
                <a:gd name="T1" fmla="*/ 0 h 821"/>
                <a:gd name="T2" fmla="*/ 171483 w 1586"/>
                <a:gd name="T3" fmla="*/ 9051 h 821"/>
                <a:gd name="T4" fmla="*/ 183970 w 1586"/>
                <a:gd name="T5" fmla="*/ 11127 h 821"/>
                <a:gd name="T6" fmla="*/ 204354 w 1586"/>
                <a:gd name="T7" fmla="*/ 13811 h 821"/>
                <a:gd name="T8" fmla="*/ 201650 w 1586"/>
                <a:gd name="T9" fmla="*/ 14319 h 821"/>
                <a:gd name="T10" fmla="*/ 173900 w 1586"/>
                <a:gd name="T11" fmla="*/ 13724 h 821"/>
                <a:gd name="T12" fmla="*/ 147498 w 1586"/>
                <a:gd name="T13" fmla="*/ 14145 h 821"/>
                <a:gd name="T14" fmla="*/ 5333 w 1586"/>
                <a:gd name="T15" fmla="*/ 5212 h 821"/>
                <a:gd name="T16" fmla="*/ 0 w 1586"/>
                <a:gd name="T17" fmla="*/ 2617 h 821"/>
                <a:gd name="T18" fmla="*/ 5914 w 1586"/>
                <a:gd name="T19" fmla="*/ 552 h 821"/>
                <a:gd name="T20" fmla="*/ 17655 w 1586"/>
                <a:gd name="T21" fmla="*/ 0 h 821"/>
                <a:gd name="T22" fmla="*/ 17655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1">
              <a:extLst>
                <a:ext uri="{FF2B5EF4-FFF2-40B4-BE49-F238E27FC236}">
                  <a16:creationId xmlns:a16="http://schemas.microsoft.com/office/drawing/2014/main" id="{CA931145-308F-471C-8D6F-E9B1C63664D0}"/>
                </a:ext>
              </a:extLst>
            </p:cNvPr>
            <p:cNvSpPr>
              <a:spLocks/>
            </p:cNvSpPr>
            <p:nvPr userDrawn="1"/>
          </p:nvSpPr>
          <p:spPr bwMode="auto">
            <a:xfrm>
              <a:off x="474" y="344"/>
              <a:ext cx="1488" cy="919"/>
            </a:xfrm>
            <a:custGeom>
              <a:avLst/>
              <a:gdLst>
                <a:gd name="T0" fmla="*/ 0 w 1049"/>
                <a:gd name="T1" fmla="*/ 5909 h 747"/>
                <a:gd name="T2" fmla="*/ 123098 w 1049"/>
                <a:gd name="T3" fmla="*/ 13593 h 747"/>
                <a:gd name="T4" fmla="*/ 125388 w 1049"/>
                <a:gd name="T5" fmla="*/ 9718 h 747"/>
                <a:gd name="T6" fmla="*/ 140072 w 1049"/>
                <a:gd name="T7" fmla="*/ 7683 h 747"/>
                <a:gd name="T8" fmla="*/ 10413 w 1049"/>
                <a:gd name="T9" fmla="*/ 0 h 747"/>
                <a:gd name="T10" fmla="*/ 0 w 1049"/>
                <a:gd name="T11" fmla="*/ 2302 h 747"/>
                <a:gd name="T12" fmla="*/ 0 w 1049"/>
                <a:gd name="T13" fmla="*/ 5909 h 747"/>
                <a:gd name="T14" fmla="*/ 0 w 1049"/>
                <a:gd name="T15" fmla="*/ 5909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 name="Group 12">
              <a:extLst>
                <a:ext uri="{FF2B5EF4-FFF2-40B4-BE49-F238E27FC236}">
                  <a16:creationId xmlns:a16="http://schemas.microsoft.com/office/drawing/2014/main" id="{C1E29969-1672-44F2-8D43-FEC48EF84553}"/>
                </a:ext>
              </a:extLst>
            </p:cNvPr>
            <p:cNvGrpSpPr>
              <a:grpSpLocks/>
            </p:cNvGrpSpPr>
            <p:nvPr userDrawn="1"/>
          </p:nvGrpSpPr>
          <p:grpSpPr bwMode="auto">
            <a:xfrm>
              <a:off x="123" y="148"/>
              <a:ext cx="2386" cy="1081"/>
              <a:chOff x="123" y="148"/>
              <a:chExt cx="2386" cy="1081"/>
            </a:xfrm>
          </p:grpSpPr>
          <p:sp>
            <p:nvSpPr>
              <p:cNvPr id="10" name="Freeform 13">
                <a:extLst>
                  <a:ext uri="{FF2B5EF4-FFF2-40B4-BE49-F238E27FC236}">
                    <a16:creationId xmlns:a16="http://schemas.microsoft.com/office/drawing/2014/main" id="{B49DAF11-E912-4435-B368-17048154F31E}"/>
                  </a:ext>
                </a:extLst>
              </p:cNvPr>
              <p:cNvSpPr>
                <a:spLocks/>
              </p:cNvSpPr>
              <p:nvPr userDrawn="1"/>
            </p:nvSpPr>
            <p:spPr bwMode="auto">
              <a:xfrm>
                <a:off x="2005" y="934"/>
                <a:ext cx="212" cy="214"/>
              </a:xfrm>
              <a:custGeom>
                <a:avLst/>
                <a:gdLst>
                  <a:gd name="T0" fmla="*/ 13933 w 150"/>
                  <a:gd name="T1" fmla="*/ 0 h 173"/>
                  <a:gd name="T2" fmla="*/ 5128 w 150"/>
                  <a:gd name="T3" fmla="*/ 1304 h 173"/>
                  <a:gd name="T4" fmla="*/ 0 w 150"/>
                  <a:gd name="T5" fmla="*/ 3402 h 173"/>
                  <a:gd name="T6" fmla="*/ 10138 w 150"/>
                  <a:gd name="T7" fmla="*/ 3144 h 173"/>
                  <a:gd name="T8" fmla="*/ 13059 w 150"/>
                  <a:gd name="T9" fmla="*/ 1661 h 173"/>
                  <a:gd name="T10" fmla="*/ 19056 w 150"/>
                  <a:gd name="T11" fmla="*/ 527 h 173"/>
                  <a:gd name="T12" fmla="*/ 13933 w 150"/>
                  <a:gd name="T13" fmla="*/ 0 h 173"/>
                  <a:gd name="T14" fmla="*/ 13933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4">
                <a:extLst>
                  <a:ext uri="{FF2B5EF4-FFF2-40B4-BE49-F238E27FC236}">
                    <a16:creationId xmlns:a16="http://schemas.microsoft.com/office/drawing/2014/main" id="{CEC05C9B-9251-4B7D-BC2D-A499A40ED4F3}"/>
                  </a:ext>
                </a:extLst>
              </p:cNvPr>
              <p:cNvSpPr>
                <a:spLocks/>
              </p:cNvSpPr>
              <p:nvPr userDrawn="1"/>
            </p:nvSpPr>
            <p:spPr bwMode="auto">
              <a:xfrm>
                <a:off x="123" y="148"/>
                <a:ext cx="2386" cy="1081"/>
              </a:xfrm>
              <a:custGeom>
                <a:avLst/>
                <a:gdLst>
                  <a:gd name="T0" fmla="*/ 20489 w 1684"/>
                  <a:gd name="T1" fmla="*/ 0 h 880"/>
                  <a:gd name="T2" fmla="*/ 8284 w 1684"/>
                  <a:gd name="T3" fmla="*/ 927 h 880"/>
                  <a:gd name="T4" fmla="*/ 0 w 1684"/>
                  <a:gd name="T5" fmla="*/ 3707 h 880"/>
                  <a:gd name="T6" fmla="*/ 8836 w 1684"/>
                  <a:gd name="T7" fmla="*/ 6394 h 880"/>
                  <a:gd name="T8" fmla="*/ 155303 w 1684"/>
                  <a:gd name="T9" fmla="*/ 15445 h 880"/>
                  <a:gd name="T10" fmla="*/ 186855 w 1684"/>
                  <a:gd name="T11" fmla="*/ 14882 h 880"/>
                  <a:gd name="T12" fmla="*/ 212422 w 1684"/>
                  <a:gd name="T13" fmla="*/ 15679 h 880"/>
                  <a:gd name="T14" fmla="*/ 221293 w 1684"/>
                  <a:gd name="T15" fmla="*/ 14413 h 880"/>
                  <a:gd name="T16" fmla="*/ 197354 w 1684"/>
                  <a:gd name="T17" fmla="*/ 11826 h 880"/>
                  <a:gd name="T18" fmla="*/ 187627 w 1684"/>
                  <a:gd name="T19" fmla="*/ 9132 h 880"/>
                  <a:gd name="T20" fmla="*/ 179950 w 1684"/>
                  <a:gd name="T21" fmla="*/ 9390 h 880"/>
                  <a:gd name="T22" fmla="*/ 189071 w 1684"/>
                  <a:gd name="T23" fmla="*/ 11826 h 880"/>
                  <a:gd name="T24" fmla="*/ 207357 w 1684"/>
                  <a:gd name="T25" fmla="*/ 14423 h 880"/>
                  <a:gd name="T26" fmla="*/ 185696 w 1684"/>
                  <a:gd name="T27" fmla="*/ 14024 h 880"/>
                  <a:gd name="T28" fmla="*/ 160155 w 1684"/>
                  <a:gd name="T29" fmla="*/ 14488 h 880"/>
                  <a:gd name="T30" fmla="*/ 164882 w 1684"/>
                  <a:gd name="T31" fmla="*/ 11573 h 880"/>
                  <a:gd name="T32" fmla="*/ 175833 w 1684"/>
                  <a:gd name="T33" fmla="*/ 9587 h 880"/>
                  <a:gd name="T34" fmla="*/ 163013 w 1684"/>
                  <a:gd name="T35" fmla="*/ 9835 h 880"/>
                  <a:gd name="T36" fmla="*/ 153074 w 1684"/>
                  <a:gd name="T37" fmla="*/ 11733 h 880"/>
                  <a:gd name="T38" fmla="*/ 149696 w 1684"/>
                  <a:gd name="T39" fmla="*/ 14098 h 880"/>
                  <a:gd name="T40" fmla="*/ 14077 w 1684"/>
                  <a:gd name="T41" fmla="*/ 5522 h 880"/>
                  <a:gd name="T42" fmla="*/ 10481 w 1684"/>
                  <a:gd name="T43" fmla="*/ 3825 h 880"/>
                  <a:gd name="T44" fmla="*/ 13528 w 1684"/>
                  <a:gd name="T45" fmla="*/ 1703 h 880"/>
                  <a:gd name="T46" fmla="*/ 28469 w 1684"/>
                  <a:gd name="T47" fmla="*/ 0 h 880"/>
                  <a:gd name="T48" fmla="*/ 20489 w 1684"/>
                  <a:gd name="T49" fmla="*/ 0 h 880"/>
                  <a:gd name="T50" fmla="*/ 20489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5">
                <a:extLst>
                  <a:ext uri="{FF2B5EF4-FFF2-40B4-BE49-F238E27FC236}">
                    <a16:creationId xmlns:a16="http://schemas.microsoft.com/office/drawing/2014/main" id="{BAB6C597-7A3C-41B5-9585-B71DC6E5D7D9}"/>
                  </a:ext>
                </a:extLst>
              </p:cNvPr>
              <p:cNvSpPr>
                <a:spLocks/>
              </p:cNvSpPr>
              <p:nvPr userDrawn="1"/>
            </p:nvSpPr>
            <p:spPr bwMode="auto">
              <a:xfrm>
                <a:off x="324" y="158"/>
                <a:ext cx="1686" cy="614"/>
              </a:xfrm>
              <a:custGeom>
                <a:avLst/>
                <a:gdLst>
                  <a:gd name="T0" fmla="*/ 13151 w 1190"/>
                  <a:gd name="T1" fmla="*/ 0 h 500"/>
                  <a:gd name="T2" fmla="*/ 156309 w 1190"/>
                  <a:gd name="T3" fmla="*/ 8688 h 500"/>
                  <a:gd name="T4" fmla="*/ 141239 w 1190"/>
                  <a:gd name="T5" fmla="*/ 8864 h 500"/>
                  <a:gd name="T6" fmla="*/ 0 w 1190"/>
                  <a:gd name="T7" fmla="*/ 478 h 500"/>
                  <a:gd name="T8" fmla="*/ 13151 w 1190"/>
                  <a:gd name="T9" fmla="*/ 0 h 500"/>
                  <a:gd name="T10" fmla="*/ 1315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6">
                <a:extLst>
                  <a:ext uri="{FF2B5EF4-FFF2-40B4-BE49-F238E27FC236}">
                    <a16:creationId xmlns:a16="http://schemas.microsoft.com/office/drawing/2014/main" id="{F939FEC6-0698-4E71-A656-2DE6A0F145CE}"/>
                  </a:ext>
                </a:extLst>
              </p:cNvPr>
              <p:cNvSpPr>
                <a:spLocks/>
              </p:cNvSpPr>
              <p:nvPr userDrawn="1"/>
            </p:nvSpPr>
            <p:spPr bwMode="auto">
              <a:xfrm>
                <a:off x="409" y="251"/>
                <a:ext cx="227" cy="410"/>
              </a:xfrm>
              <a:custGeom>
                <a:avLst/>
                <a:gdLst>
                  <a:gd name="T0" fmla="*/ 15561 w 160"/>
                  <a:gd name="T1" fmla="*/ 0 h 335"/>
                  <a:gd name="T2" fmla="*/ 2548 w 160"/>
                  <a:gd name="T3" fmla="*/ 1804 h 335"/>
                  <a:gd name="T4" fmla="*/ 0 w 160"/>
                  <a:gd name="T5" fmla="*/ 3885 h 335"/>
                  <a:gd name="T6" fmla="*/ 4465 w 160"/>
                  <a:gd name="T7" fmla="*/ 5312 h 335"/>
                  <a:gd name="T8" fmla="*/ 12547 w 160"/>
                  <a:gd name="T9" fmla="*/ 5663 h 335"/>
                  <a:gd name="T10" fmla="*/ 10187 w 160"/>
                  <a:gd name="T11" fmla="*/ 2593 h 335"/>
                  <a:gd name="T12" fmla="*/ 21405 w 160"/>
                  <a:gd name="T13" fmla="*/ 296 h 335"/>
                  <a:gd name="T14" fmla="*/ 15561 w 160"/>
                  <a:gd name="T15" fmla="*/ 0 h 335"/>
                  <a:gd name="T16" fmla="*/ 1556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a:extLst>
                  <a:ext uri="{FF2B5EF4-FFF2-40B4-BE49-F238E27FC236}">
                    <a16:creationId xmlns:a16="http://schemas.microsoft.com/office/drawing/2014/main" id="{C87E06E6-C4F0-45ED-9609-5888A14B2322}"/>
                  </a:ext>
                </a:extLst>
              </p:cNvPr>
              <p:cNvSpPr>
                <a:spLocks/>
              </p:cNvSpPr>
              <p:nvPr userDrawn="1"/>
            </p:nvSpPr>
            <p:spPr bwMode="auto">
              <a:xfrm>
                <a:off x="846" y="536"/>
                <a:ext cx="691" cy="364"/>
              </a:xfrm>
              <a:custGeom>
                <a:avLst/>
                <a:gdLst>
                  <a:gd name="T0" fmla="*/ 1814 w 489"/>
                  <a:gd name="T1" fmla="*/ 621 h 296"/>
                  <a:gd name="T2" fmla="*/ 20214 w 489"/>
                  <a:gd name="T3" fmla="*/ 1200 h 296"/>
                  <a:gd name="T4" fmla="*/ 41016 w 489"/>
                  <a:gd name="T5" fmla="*/ 2483 h 296"/>
                  <a:gd name="T6" fmla="*/ 55704 w 489"/>
                  <a:gd name="T7" fmla="*/ 4402 h 296"/>
                  <a:gd name="T8" fmla="*/ 41264 w 489"/>
                  <a:gd name="T9" fmla="*/ 4163 h 296"/>
                  <a:gd name="T10" fmla="*/ 17546 w 489"/>
                  <a:gd name="T11" fmla="*/ 2645 h 296"/>
                  <a:gd name="T12" fmla="*/ 6314 w 489"/>
                  <a:gd name="T13" fmla="*/ 1447 h 296"/>
                  <a:gd name="T14" fmla="*/ 13505 w 489"/>
                  <a:gd name="T15" fmla="*/ 2949 h 296"/>
                  <a:gd name="T16" fmla="*/ 34421 w 489"/>
                  <a:gd name="T17" fmla="*/ 4880 h 296"/>
                  <a:gd name="T18" fmla="*/ 58958 w 489"/>
                  <a:gd name="T19" fmla="*/ 5369 h 296"/>
                  <a:gd name="T20" fmla="*/ 61882 w 489"/>
                  <a:gd name="T21" fmla="*/ 4053 h 296"/>
                  <a:gd name="T22" fmla="*/ 49876 w 489"/>
                  <a:gd name="T23" fmla="*/ 2179 h 296"/>
                  <a:gd name="T24" fmla="*/ 21492 w 489"/>
                  <a:gd name="T25" fmla="*/ 314 h 296"/>
                  <a:gd name="T26" fmla="*/ 0 w 489"/>
                  <a:gd name="T27" fmla="*/ 0 h 296"/>
                  <a:gd name="T28" fmla="*/ 1814 w 489"/>
                  <a:gd name="T29" fmla="*/ 621 h 296"/>
                  <a:gd name="T30" fmla="*/ 1814 w 489"/>
                  <a:gd name="T31" fmla="*/ 6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5" name="Group 18">
            <a:extLst>
              <a:ext uri="{FF2B5EF4-FFF2-40B4-BE49-F238E27FC236}">
                <a16:creationId xmlns:a16="http://schemas.microsoft.com/office/drawing/2014/main" id="{A82D8662-57CF-4429-A065-DA9D8DB2FD0C}"/>
              </a:ext>
            </a:extLst>
          </p:cNvPr>
          <p:cNvGrpSpPr>
            <a:grpSpLocks/>
          </p:cNvGrpSpPr>
          <p:nvPr/>
        </p:nvGrpSpPr>
        <p:grpSpPr bwMode="auto">
          <a:xfrm>
            <a:off x="7915275" y="4368800"/>
            <a:ext cx="742950" cy="1058863"/>
            <a:chOff x="4986" y="2752"/>
            <a:chExt cx="468" cy="667"/>
          </a:xfrm>
        </p:grpSpPr>
        <p:sp>
          <p:nvSpPr>
            <p:cNvPr id="16" name="Freeform 19">
              <a:extLst>
                <a:ext uri="{FF2B5EF4-FFF2-40B4-BE49-F238E27FC236}">
                  <a16:creationId xmlns:a16="http://schemas.microsoft.com/office/drawing/2014/main" id="{F26884EB-75E0-4061-A6DE-A8C43B83218F}"/>
                </a:ext>
              </a:extLst>
            </p:cNvPr>
            <p:cNvSpPr>
              <a:spLocks/>
            </p:cNvSpPr>
            <p:nvPr userDrawn="1"/>
          </p:nvSpPr>
          <p:spPr bwMode="auto">
            <a:xfrm rot="7320404">
              <a:off x="4909" y="2936"/>
              <a:ext cx="629" cy="293"/>
            </a:xfrm>
            <a:custGeom>
              <a:avLst/>
              <a:gdLst>
                <a:gd name="T0" fmla="*/ 30 w 794"/>
                <a:gd name="T1" fmla="*/ 3 h 414"/>
                <a:gd name="T2" fmla="*/ 28 w 794"/>
                <a:gd name="T3" fmla="*/ 3 h 414"/>
                <a:gd name="T4" fmla="*/ 21 w 794"/>
                <a:gd name="T5" fmla="*/ 1 h 414"/>
                <a:gd name="T6" fmla="*/ 2 w 794"/>
                <a:gd name="T7" fmla="*/ 0 h 414"/>
                <a:gd name="T8" fmla="*/ 2 w 794"/>
                <a:gd name="T9" fmla="*/ 1 h 414"/>
                <a:gd name="T10" fmla="*/ 0 w 794"/>
                <a:gd name="T11" fmla="*/ 1 h 414"/>
                <a:gd name="T12" fmla="*/ 2 w 794"/>
                <a:gd name="T13" fmla="*/ 1 h 414"/>
                <a:gd name="T14" fmla="*/ 22 w 794"/>
                <a:gd name="T15" fmla="*/ 3 h 414"/>
                <a:gd name="T16" fmla="*/ 26 w 794"/>
                <a:gd name="T17" fmla="*/ 3 h 414"/>
                <a:gd name="T18" fmla="*/ 30 w 794"/>
                <a:gd name="T19" fmla="*/ 3 h 414"/>
                <a:gd name="T20" fmla="*/ 30 w 794"/>
                <a:gd name="T21" fmla="*/ 3 h 414"/>
                <a:gd name="T22" fmla="*/ 30 w 794"/>
                <a:gd name="T23" fmla="*/ 3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0">
              <a:extLst>
                <a:ext uri="{FF2B5EF4-FFF2-40B4-BE49-F238E27FC236}">
                  <a16:creationId xmlns:a16="http://schemas.microsoft.com/office/drawing/2014/main" id="{10CA0B9E-D437-4CBB-9156-5EBE85096342}"/>
                </a:ext>
              </a:extLst>
            </p:cNvPr>
            <p:cNvSpPr>
              <a:spLocks/>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1">
              <a:extLst>
                <a:ext uri="{FF2B5EF4-FFF2-40B4-BE49-F238E27FC236}">
                  <a16:creationId xmlns:a16="http://schemas.microsoft.com/office/drawing/2014/main" id="{F3E0EA0F-B0DC-4847-8817-D97A07B11173}"/>
                </a:ext>
              </a:extLst>
            </p:cNvPr>
            <p:cNvSpPr>
              <a:spLocks/>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9" name="Group 22">
              <a:extLst>
                <a:ext uri="{FF2B5EF4-FFF2-40B4-BE49-F238E27FC236}">
                  <a16:creationId xmlns:a16="http://schemas.microsoft.com/office/drawing/2014/main" id="{B166B939-E0B2-4C5A-A31C-CD6D7B5BF145}"/>
                </a:ext>
              </a:extLst>
            </p:cNvPr>
            <p:cNvGrpSpPr>
              <a:grpSpLocks/>
            </p:cNvGrpSpPr>
            <p:nvPr userDrawn="1"/>
          </p:nvGrpSpPr>
          <p:grpSpPr bwMode="auto">
            <a:xfrm>
              <a:off x="4986" y="2752"/>
              <a:ext cx="468" cy="667"/>
              <a:chOff x="4986" y="2752"/>
              <a:chExt cx="468" cy="667"/>
            </a:xfrm>
          </p:grpSpPr>
          <p:sp>
            <p:nvSpPr>
              <p:cNvPr id="20" name="Freeform 23">
                <a:extLst>
                  <a:ext uri="{FF2B5EF4-FFF2-40B4-BE49-F238E27FC236}">
                    <a16:creationId xmlns:a16="http://schemas.microsoft.com/office/drawing/2014/main" id="{C38541EE-67F0-4B51-A784-3CB16A60B2CD}"/>
                  </a:ext>
                </a:extLst>
              </p:cNvPr>
              <p:cNvSpPr>
                <a:spLocks/>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4">
                <a:extLst>
                  <a:ext uri="{FF2B5EF4-FFF2-40B4-BE49-F238E27FC236}">
                    <a16:creationId xmlns:a16="http://schemas.microsoft.com/office/drawing/2014/main" id="{BE6EDF55-6DA7-48C0-8A8C-6658F9FCF919}"/>
                  </a:ext>
                </a:extLst>
              </p:cNvPr>
              <p:cNvSpPr>
                <a:spLocks/>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5">
                <a:extLst>
                  <a:ext uri="{FF2B5EF4-FFF2-40B4-BE49-F238E27FC236}">
                    <a16:creationId xmlns:a16="http://schemas.microsoft.com/office/drawing/2014/main" id="{2E67952E-4E03-48EF-95DC-7C4CC282D3FD}"/>
                  </a:ext>
                </a:extLst>
              </p:cNvPr>
              <p:cNvSpPr>
                <a:spLocks/>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6">
                <a:extLst>
                  <a:ext uri="{FF2B5EF4-FFF2-40B4-BE49-F238E27FC236}">
                    <a16:creationId xmlns:a16="http://schemas.microsoft.com/office/drawing/2014/main" id="{E4FBF53D-0292-4DD1-A86D-69313A24D679}"/>
                  </a:ext>
                </a:extLst>
              </p:cNvPr>
              <p:cNvSpPr>
                <a:spLocks/>
              </p:cNvSpPr>
              <p:nvPr userDrawn="1"/>
            </p:nvSpPr>
            <p:spPr bwMode="auto">
              <a:xfrm rot="7320404">
                <a:off x="5365"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7">
                <a:extLst>
                  <a:ext uri="{FF2B5EF4-FFF2-40B4-BE49-F238E27FC236}">
                    <a16:creationId xmlns:a16="http://schemas.microsoft.com/office/drawing/2014/main" id="{BA61E5A7-FFAB-47A6-9A10-E768F4FD9752}"/>
                  </a:ext>
                </a:extLst>
              </p:cNvPr>
              <p:cNvSpPr>
                <a:spLocks/>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 name="Freeform 28">
            <a:extLst>
              <a:ext uri="{FF2B5EF4-FFF2-40B4-BE49-F238E27FC236}">
                <a16:creationId xmlns:a16="http://schemas.microsoft.com/office/drawing/2014/main" id="{502A46D1-EA71-4FFC-9521-D1113D854264}"/>
              </a:ext>
            </a:extLst>
          </p:cNvPr>
          <p:cNvSpPr>
            <a:spLocks/>
          </p:cNvSpPr>
          <p:nvPr/>
        </p:nvSpPr>
        <p:spPr bwMode="auto">
          <a:xfrm>
            <a:off x="901700" y="5054600"/>
            <a:ext cx="6807200" cy="728663"/>
          </a:xfrm>
          <a:custGeom>
            <a:avLst/>
            <a:gdLst>
              <a:gd name="T0" fmla="*/ 0 w 4288"/>
              <a:gd name="T1" fmla="*/ 0 h 459"/>
              <a:gd name="T2" fmla="*/ 2147483647 w 4288"/>
              <a:gd name="T3" fmla="*/ 2147483647 h 459"/>
              <a:gd name="T4" fmla="*/ 2147483647 w 4288"/>
              <a:gd name="T5" fmla="*/ 2147483647 h 459"/>
              <a:gd name="T6" fmla="*/ 2147483647 w 4288"/>
              <a:gd name="T7" fmla="*/ 2147483647 h 459"/>
              <a:gd name="T8" fmla="*/ 2147483647 w 4288"/>
              <a:gd name="T9" fmla="*/ 2147483647 h 459"/>
              <a:gd name="T10" fmla="*/ 2147483647 w 4288"/>
              <a:gd name="T11" fmla="*/ 2147483647 h 459"/>
              <a:gd name="T12" fmla="*/ 2147483647 w 4288"/>
              <a:gd name="T13" fmla="*/ 2147483647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29">
            <a:extLst>
              <a:ext uri="{FF2B5EF4-FFF2-40B4-BE49-F238E27FC236}">
                <a16:creationId xmlns:a16="http://schemas.microsoft.com/office/drawing/2014/main" id="{7AE82E04-E6C7-4746-9D41-81B631C46585}"/>
              </a:ext>
            </a:extLst>
          </p:cNvPr>
          <p:cNvSpPr>
            <a:spLocks/>
          </p:cNvSpPr>
          <p:nvPr/>
        </p:nvSpPr>
        <p:spPr bwMode="auto">
          <a:xfrm>
            <a:off x="4076700" y="1930400"/>
            <a:ext cx="889000" cy="381000"/>
          </a:xfrm>
          <a:custGeom>
            <a:avLst/>
            <a:gdLst>
              <a:gd name="T0" fmla="*/ 0 w 560"/>
              <a:gd name="T1" fmla="*/ 2147483647 h 240"/>
              <a:gd name="T2" fmla="*/ 2147483647 w 560"/>
              <a:gd name="T3" fmla="*/ 2147483647 h 240"/>
              <a:gd name="T4" fmla="*/ 2147483647 w 560"/>
              <a:gd name="T5" fmla="*/ 2147483647 h 240"/>
              <a:gd name="T6" fmla="*/ 2147483647 w 560"/>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p>
        </p:txBody>
      </p:sp>
      <p:sp>
        <p:nvSpPr>
          <p:cNvPr id="51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p>
        </p:txBody>
      </p:sp>
      <p:sp>
        <p:nvSpPr>
          <p:cNvPr id="27" name="Rectangle 5">
            <a:extLst>
              <a:ext uri="{FF2B5EF4-FFF2-40B4-BE49-F238E27FC236}">
                <a16:creationId xmlns:a16="http://schemas.microsoft.com/office/drawing/2014/main" id="{D093A97F-CCD0-4F0D-AB42-C23805594839}"/>
              </a:ext>
            </a:extLst>
          </p:cNvPr>
          <p:cNvSpPr>
            <a:spLocks noGrp="1" noChangeArrowheads="1"/>
          </p:cNvSpPr>
          <p:nvPr>
            <p:ph type="dt" sz="half" idx="10"/>
          </p:nvPr>
        </p:nvSpPr>
        <p:spPr>
          <a:xfrm>
            <a:off x="685800" y="6248400"/>
            <a:ext cx="1905000" cy="457200"/>
          </a:xfrm>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28" name="Rectangle 6">
            <a:extLst>
              <a:ext uri="{FF2B5EF4-FFF2-40B4-BE49-F238E27FC236}">
                <a16:creationId xmlns:a16="http://schemas.microsoft.com/office/drawing/2014/main" id="{DC3D80CE-6360-4481-849A-DB9DB7E3D2D4}"/>
              </a:ext>
            </a:extLst>
          </p:cNvPr>
          <p:cNvSpPr>
            <a:spLocks noGrp="1" noChangeArrowheads="1"/>
          </p:cNvSpPr>
          <p:nvPr>
            <p:ph type="ftr" sz="quarter" idx="11"/>
          </p:nvPr>
        </p:nvSpPr>
        <p:spPr>
          <a:xfrm>
            <a:off x="3124200" y="6248400"/>
            <a:ext cx="2895600" cy="457200"/>
          </a:xfrm>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29" name="Rectangle 7">
            <a:extLst>
              <a:ext uri="{FF2B5EF4-FFF2-40B4-BE49-F238E27FC236}">
                <a16:creationId xmlns:a16="http://schemas.microsoft.com/office/drawing/2014/main" id="{2826E855-B681-49A1-BB7C-2DEC6A704CBE}"/>
              </a:ext>
            </a:extLst>
          </p:cNvPr>
          <p:cNvSpPr>
            <a:spLocks noGrp="1" noChangeArrowheads="1"/>
          </p:cNvSpPr>
          <p:nvPr>
            <p:ph type="sldNum" sz="quarter" idx="12"/>
          </p:nvPr>
        </p:nvSpPr>
        <p:spPr>
          <a:xfrm>
            <a:off x="65532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52499EC-8515-4A19-9C4D-F32E49EE1F69}" type="slidenum">
              <a:rPr lang="en-US" altLang="zh-CN"/>
              <a:pPr/>
              <a:t>‹#›</a:t>
            </a:fld>
            <a:endParaRPr lang="en-US" altLang="zh-CN"/>
          </a:p>
        </p:txBody>
      </p:sp>
    </p:spTree>
    <p:extLst>
      <p:ext uri="{BB962C8B-B14F-4D97-AF65-F5344CB8AC3E}">
        <p14:creationId xmlns:p14="http://schemas.microsoft.com/office/powerpoint/2010/main" val="222940883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3ACFBAB9-2EC4-45C9-A6F9-5B1354731AB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0CE2771D-5DF4-4D78-8296-9AC79A0951EB}"/>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FA6CD3C8-AA32-4804-856D-7D5C9EED113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962FC70F-889D-40C1-8923-16D4B56E4E95}" type="slidenum">
              <a:rPr lang="en-US" altLang="zh-CN"/>
              <a:pPr/>
              <a:t>‹#›</a:t>
            </a:fld>
            <a:endParaRPr lang="en-US" altLang="zh-CN"/>
          </a:p>
        </p:txBody>
      </p:sp>
    </p:spTree>
    <p:extLst>
      <p:ext uri="{BB962C8B-B14F-4D97-AF65-F5344CB8AC3E}">
        <p14:creationId xmlns:p14="http://schemas.microsoft.com/office/powerpoint/2010/main" val="123504396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A5505007-47EA-49AA-93EB-4D4780D0C06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6A92E14D-F6A1-4AB5-A25B-3316A7FEEB18}"/>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E75CB35B-359A-498A-BF64-E98FDDA9881F}"/>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051AE62-04F0-4F01-AB70-88373B732D3B}" type="slidenum">
              <a:rPr lang="en-US" altLang="zh-CN"/>
              <a:pPr/>
              <a:t>‹#›</a:t>
            </a:fld>
            <a:endParaRPr lang="en-US" altLang="zh-CN"/>
          </a:p>
        </p:txBody>
      </p:sp>
    </p:spTree>
    <p:extLst>
      <p:ext uri="{BB962C8B-B14F-4D97-AF65-F5344CB8AC3E}">
        <p14:creationId xmlns:p14="http://schemas.microsoft.com/office/powerpoint/2010/main" val="205993465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F64F44C6-81B3-4321-A91B-163EB2D8A1D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ECF22986-CE36-484E-8C66-83CD94701178}"/>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3926FA4B-6ACB-48BD-90B9-F550CF3563D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7AFC614-392C-4983-B102-1C880866C523}" type="slidenum">
              <a:rPr lang="en-US" altLang="zh-CN"/>
              <a:pPr/>
              <a:t>‹#›</a:t>
            </a:fld>
            <a:endParaRPr lang="en-US" altLang="zh-CN"/>
          </a:p>
        </p:txBody>
      </p:sp>
    </p:spTree>
    <p:extLst>
      <p:ext uri="{BB962C8B-B14F-4D97-AF65-F5344CB8AC3E}">
        <p14:creationId xmlns:p14="http://schemas.microsoft.com/office/powerpoint/2010/main" val="214561066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F6C17490-404E-4A0D-A244-E427626F4BD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4ED2AFA9-A730-4539-ACE2-918FB323864B}"/>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9" name="Rectangle 7">
            <a:extLst>
              <a:ext uri="{FF2B5EF4-FFF2-40B4-BE49-F238E27FC236}">
                <a16:creationId xmlns:a16="http://schemas.microsoft.com/office/drawing/2014/main" id="{F357FC84-A57C-4544-A176-08BC64B0FDFA}"/>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1F3A58F-7A3B-4709-B113-E5F84DF35B8B}" type="slidenum">
              <a:rPr lang="en-US" altLang="zh-CN"/>
              <a:pPr/>
              <a:t>‹#›</a:t>
            </a:fld>
            <a:endParaRPr lang="en-US" altLang="zh-CN"/>
          </a:p>
        </p:txBody>
      </p:sp>
    </p:spTree>
    <p:extLst>
      <p:ext uri="{BB962C8B-B14F-4D97-AF65-F5344CB8AC3E}">
        <p14:creationId xmlns:p14="http://schemas.microsoft.com/office/powerpoint/2010/main" val="216154153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446C8899-3984-4389-83A2-7C5278A57D6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56D8C8FF-32E5-4D75-9946-D365A31C7DDD}"/>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5" name="Rectangle 7">
            <a:extLst>
              <a:ext uri="{FF2B5EF4-FFF2-40B4-BE49-F238E27FC236}">
                <a16:creationId xmlns:a16="http://schemas.microsoft.com/office/drawing/2014/main" id="{EAA20AF0-42F9-4154-8B25-56C6346FE32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CE5BB7B-B6EA-4322-9A8D-8884E7D9975C}" type="slidenum">
              <a:rPr lang="en-US" altLang="zh-CN"/>
              <a:pPr/>
              <a:t>‹#›</a:t>
            </a:fld>
            <a:endParaRPr lang="en-US" altLang="zh-CN"/>
          </a:p>
        </p:txBody>
      </p:sp>
    </p:spTree>
    <p:extLst>
      <p:ext uri="{BB962C8B-B14F-4D97-AF65-F5344CB8AC3E}">
        <p14:creationId xmlns:p14="http://schemas.microsoft.com/office/powerpoint/2010/main" val="393870093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37C4D85D-738B-4D52-8B04-F8383462643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3" name="Rectangle 6">
            <a:extLst>
              <a:ext uri="{FF2B5EF4-FFF2-40B4-BE49-F238E27FC236}">
                <a16:creationId xmlns:a16="http://schemas.microsoft.com/office/drawing/2014/main" id="{B4C9689E-4941-4649-A26E-6EEC9029D8FC}"/>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4" name="Rectangle 7">
            <a:extLst>
              <a:ext uri="{FF2B5EF4-FFF2-40B4-BE49-F238E27FC236}">
                <a16:creationId xmlns:a16="http://schemas.microsoft.com/office/drawing/2014/main" id="{C045C73E-A573-433E-A2D2-54165D29ADB4}"/>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9105CC5A-8729-4C64-880D-9FC3A52B8245}" type="slidenum">
              <a:rPr lang="en-US" altLang="zh-CN"/>
              <a:pPr/>
              <a:t>‹#›</a:t>
            </a:fld>
            <a:endParaRPr lang="en-US" altLang="zh-CN"/>
          </a:p>
        </p:txBody>
      </p:sp>
    </p:spTree>
    <p:extLst>
      <p:ext uri="{BB962C8B-B14F-4D97-AF65-F5344CB8AC3E}">
        <p14:creationId xmlns:p14="http://schemas.microsoft.com/office/powerpoint/2010/main" val="95442853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F4E9EB18-7EA6-4835-B2F8-EDD323DF82D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931E5768-5E7A-4E8A-8D08-FC0AF48DCBD6}"/>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2E755AB1-EAC1-4AF9-8E0A-BBE6401D0A5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244A6DA-9015-4516-A6E1-59DF9353C32B}" type="slidenum">
              <a:rPr lang="en-US" altLang="zh-CN"/>
              <a:pPr/>
              <a:t>‹#›</a:t>
            </a:fld>
            <a:endParaRPr lang="en-US" altLang="zh-CN"/>
          </a:p>
        </p:txBody>
      </p:sp>
    </p:spTree>
    <p:extLst>
      <p:ext uri="{BB962C8B-B14F-4D97-AF65-F5344CB8AC3E}">
        <p14:creationId xmlns:p14="http://schemas.microsoft.com/office/powerpoint/2010/main" val="230909870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DFEDC5B9-0D0D-4302-8BFE-BB705A330B0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19E92C11-0E1E-419A-BB80-DAF670E02CAE}"/>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85A72895-764A-490B-AB26-678F6740CA30}"/>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7CFE4171-598A-457C-8D29-187B9AEF32B8}" type="slidenum">
              <a:rPr lang="en-US" altLang="zh-CN"/>
              <a:pPr/>
              <a:t>‹#›</a:t>
            </a:fld>
            <a:endParaRPr lang="en-US" altLang="zh-CN"/>
          </a:p>
        </p:txBody>
      </p:sp>
    </p:spTree>
    <p:extLst>
      <p:ext uri="{BB962C8B-B14F-4D97-AF65-F5344CB8AC3E}">
        <p14:creationId xmlns:p14="http://schemas.microsoft.com/office/powerpoint/2010/main" val="301742598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EBFB545F-3C49-4DB5-B018-310B8A730378}"/>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9FF02DB6-859A-40DA-819D-40302333C2BA}"/>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D41C6841-432B-4A7C-8A51-E0787BFFBD7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FBCE4D8-CE86-42D0-87DC-EA1D7DE43E83}" type="slidenum">
              <a:rPr lang="en-US" altLang="zh-CN"/>
              <a:pPr/>
              <a:t>‹#›</a:t>
            </a:fld>
            <a:endParaRPr lang="en-US" altLang="zh-CN"/>
          </a:p>
        </p:txBody>
      </p:sp>
    </p:spTree>
    <p:extLst>
      <p:ext uri="{BB962C8B-B14F-4D97-AF65-F5344CB8AC3E}">
        <p14:creationId xmlns:p14="http://schemas.microsoft.com/office/powerpoint/2010/main" val="260695682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D053DEA3-2CCA-464E-A86C-9D2396ACF3C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1E9DABDA-A977-4990-9DD5-A1128F08AEC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348FB46B-0E00-498D-8487-416DED882308}"/>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97C15B0B-35DC-49B9-8F76-8703F86E184B}" type="slidenum">
              <a:rPr lang="en-US" altLang="zh-CN"/>
              <a:pPr/>
              <a:t>‹#›</a:t>
            </a:fld>
            <a:endParaRPr lang="en-US" altLang="zh-CN"/>
          </a:p>
        </p:txBody>
      </p:sp>
    </p:spTree>
    <p:extLst>
      <p:ext uri="{BB962C8B-B14F-4D97-AF65-F5344CB8AC3E}">
        <p14:creationId xmlns:p14="http://schemas.microsoft.com/office/powerpoint/2010/main" val="256316596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a:extLst>
              <a:ext uri="{FF2B5EF4-FFF2-40B4-BE49-F238E27FC236}">
                <a16:creationId xmlns:a16="http://schemas.microsoft.com/office/drawing/2014/main" id="{BB64AA09-5E4B-438C-BB08-3ADE11CB7337}"/>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86FCCED9-DB0D-4B19-8E80-02A9A001E990}"/>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8" name="Rectangle 7">
            <a:extLst>
              <a:ext uri="{FF2B5EF4-FFF2-40B4-BE49-F238E27FC236}">
                <a16:creationId xmlns:a16="http://schemas.microsoft.com/office/drawing/2014/main" id="{163E2C15-B9E0-42BA-9C93-1D6E78421E8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3D2C51BF-BF4A-4DDF-8C11-00C2C1B40D07}" type="slidenum">
              <a:rPr lang="en-US" altLang="zh-CN"/>
              <a:pPr/>
              <a:t>‹#›</a:t>
            </a:fld>
            <a:endParaRPr lang="en-US" altLang="zh-CN"/>
          </a:p>
        </p:txBody>
      </p:sp>
    </p:spTree>
    <p:extLst>
      <p:ext uri="{BB962C8B-B14F-4D97-AF65-F5344CB8AC3E}">
        <p14:creationId xmlns:p14="http://schemas.microsoft.com/office/powerpoint/2010/main" val="95568100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710A2287-2DA7-4F78-AB1B-B25B6B9CB9CE}"/>
              </a:ext>
            </a:extLst>
          </p:cNvPr>
          <p:cNvSpPr>
            <a:spLocks/>
          </p:cNvSpPr>
          <p:nvPr/>
        </p:nvSpPr>
        <p:spPr bwMode="blackWhite">
          <a:xfrm>
            <a:off x="20638" y="12700"/>
            <a:ext cx="8896350" cy="6780213"/>
          </a:xfrm>
          <a:custGeom>
            <a:avLst/>
            <a:gdLst>
              <a:gd name="T0" fmla="*/ 2147483647 w 3985"/>
              <a:gd name="T1" fmla="*/ 0 h 3619"/>
              <a:gd name="T2" fmla="*/ 0 w 3985"/>
              <a:gd name="T3" fmla="*/ 2147483647 h 3619"/>
              <a:gd name="T4" fmla="*/ 2147483647 w 3985"/>
              <a:gd name="T5" fmla="*/ 2147483647 h 3619"/>
              <a:gd name="T6" fmla="*/ 2147483647 w 3985"/>
              <a:gd name="T7" fmla="*/ 2147483647 h 3619"/>
              <a:gd name="T8" fmla="*/ 2147483647 w 3985"/>
              <a:gd name="T9" fmla="*/ 0 h 3619"/>
              <a:gd name="T10" fmla="*/ 2147483647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 name="Group 8">
            <a:extLst>
              <a:ext uri="{FF2B5EF4-FFF2-40B4-BE49-F238E27FC236}">
                <a16:creationId xmlns:a16="http://schemas.microsoft.com/office/drawing/2014/main" id="{8782BB7B-6A84-42D3-A48B-194E61E74C3E}"/>
              </a:ext>
            </a:extLst>
          </p:cNvPr>
          <p:cNvGrpSpPr>
            <a:grpSpLocks/>
          </p:cNvGrpSpPr>
          <p:nvPr/>
        </p:nvGrpSpPr>
        <p:grpSpPr bwMode="auto">
          <a:xfrm>
            <a:off x="195263" y="234950"/>
            <a:ext cx="3787775" cy="1778000"/>
            <a:chOff x="123" y="148"/>
            <a:chExt cx="2386" cy="1120"/>
          </a:xfrm>
        </p:grpSpPr>
        <p:sp>
          <p:nvSpPr>
            <p:cNvPr id="6" name="Freeform 9">
              <a:extLst>
                <a:ext uri="{FF2B5EF4-FFF2-40B4-BE49-F238E27FC236}">
                  <a16:creationId xmlns:a16="http://schemas.microsoft.com/office/drawing/2014/main" id="{5F67F72A-F9C6-4447-82E6-9EDC79CE9096}"/>
                </a:ext>
              </a:extLst>
            </p:cNvPr>
            <p:cNvSpPr>
              <a:spLocks/>
            </p:cNvSpPr>
            <p:nvPr userDrawn="1"/>
          </p:nvSpPr>
          <p:spPr bwMode="auto">
            <a:xfrm>
              <a:off x="177" y="177"/>
              <a:ext cx="2250" cy="1017"/>
            </a:xfrm>
            <a:custGeom>
              <a:avLst/>
              <a:gdLst>
                <a:gd name="T0" fmla="*/ 1709583146 w 794"/>
                <a:gd name="T1" fmla="*/ 115072248 h 414"/>
                <a:gd name="T2" fmla="*/ 1528876213 w 794"/>
                <a:gd name="T3" fmla="*/ 92666539 h 414"/>
                <a:gd name="T4" fmla="*/ 1197511090 w 794"/>
                <a:gd name="T5" fmla="*/ 61231109 h 414"/>
                <a:gd name="T6" fmla="*/ 152827569 w 794"/>
                <a:gd name="T7" fmla="*/ 0 h 414"/>
                <a:gd name="T8" fmla="*/ 49289971 w 794"/>
                <a:gd name="T9" fmla="*/ 5801295 h 414"/>
                <a:gd name="T10" fmla="*/ 0 w 794"/>
                <a:gd name="T11" fmla="*/ 24200972 h 414"/>
                <a:gd name="T12" fmla="*/ 60067782 w 794"/>
                <a:gd name="T13" fmla="*/ 45194728 h 414"/>
                <a:gd name="T14" fmla="*/ 1227229359 w 794"/>
                <a:gd name="T15" fmla="*/ 119225010 h 414"/>
                <a:gd name="T16" fmla="*/ 1482956490 w 794"/>
                <a:gd name="T17" fmla="*/ 114484439 h 414"/>
                <a:gd name="T18" fmla="*/ 1689715221 w 794"/>
                <a:gd name="T19" fmla="*/ 120616028 h 414"/>
                <a:gd name="T20" fmla="*/ 1709583146 w 794"/>
                <a:gd name="T21" fmla="*/ 115072248 h 414"/>
                <a:gd name="T22" fmla="*/ 1709583146 w 794"/>
                <a:gd name="T23" fmla="*/ 115072248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
              <a:extLst>
                <a:ext uri="{FF2B5EF4-FFF2-40B4-BE49-F238E27FC236}">
                  <a16:creationId xmlns:a16="http://schemas.microsoft.com/office/drawing/2014/main" id="{1E056620-2FF2-41A7-927C-A9EF16942887}"/>
                </a:ext>
              </a:extLst>
            </p:cNvPr>
            <p:cNvSpPr>
              <a:spLocks/>
            </p:cNvSpPr>
            <p:nvPr userDrawn="1"/>
          </p:nvSpPr>
          <p:spPr bwMode="auto">
            <a:xfrm>
              <a:off x="166" y="261"/>
              <a:ext cx="2244" cy="1007"/>
            </a:xfrm>
            <a:custGeom>
              <a:avLst/>
              <a:gdLst>
                <a:gd name="T0" fmla="*/ 17655 w 1586"/>
                <a:gd name="T1" fmla="*/ 0 h 821"/>
                <a:gd name="T2" fmla="*/ 171483 w 1586"/>
                <a:gd name="T3" fmla="*/ 9051 h 821"/>
                <a:gd name="T4" fmla="*/ 183970 w 1586"/>
                <a:gd name="T5" fmla="*/ 11127 h 821"/>
                <a:gd name="T6" fmla="*/ 204354 w 1586"/>
                <a:gd name="T7" fmla="*/ 13811 h 821"/>
                <a:gd name="T8" fmla="*/ 201650 w 1586"/>
                <a:gd name="T9" fmla="*/ 14319 h 821"/>
                <a:gd name="T10" fmla="*/ 173900 w 1586"/>
                <a:gd name="T11" fmla="*/ 13724 h 821"/>
                <a:gd name="T12" fmla="*/ 147498 w 1586"/>
                <a:gd name="T13" fmla="*/ 14145 h 821"/>
                <a:gd name="T14" fmla="*/ 5333 w 1586"/>
                <a:gd name="T15" fmla="*/ 5212 h 821"/>
                <a:gd name="T16" fmla="*/ 0 w 1586"/>
                <a:gd name="T17" fmla="*/ 2617 h 821"/>
                <a:gd name="T18" fmla="*/ 5914 w 1586"/>
                <a:gd name="T19" fmla="*/ 552 h 821"/>
                <a:gd name="T20" fmla="*/ 17655 w 1586"/>
                <a:gd name="T21" fmla="*/ 0 h 821"/>
                <a:gd name="T22" fmla="*/ 17655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1">
              <a:extLst>
                <a:ext uri="{FF2B5EF4-FFF2-40B4-BE49-F238E27FC236}">
                  <a16:creationId xmlns:a16="http://schemas.microsoft.com/office/drawing/2014/main" id="{239D5B3E-4F88-4860-A706-D2E5F83EBDAD}"/>
                </a:ext>
              </a:extLst>
            </p:cNvPr>
            <p:cNvSpPr>
              <a:spLocks/>
            </p:cNvSpPr>
            <p:nvPr userDrawn="1"/>
          </p:nvSpPr>
          <p:spPr bwMode="auto">
            <a:xfrm>
              <a:off x="474" y="344"/>
              <a:ext cx="1488" cy="919"/>
            </a:xfrm>
            <a:custGeom>
              <a:avLst/>
              <a:gdLst>
                <a:gd name="T0" fmla="*/ 0 w 1049"/>
                <a:gd name="T1" fmla="*/ 5909 h 747"/>
                <a:gd name="T2" fmla="*/ 123098 w 1049"/>
                <a:gd name="T3" fmla="*/ 13593 h 747"/>
                <a:gd name="T4" fmla="*/ 125388 w 1049"/>
                <a:gd name="T5" fmla="*/ 9718 h 747"/>
                <a:gd name="T6" fmla="*/ 140072 w 1049"/>
                <a:gd name="T7" fmla="*/ 7683 h 747"/>
                <a:gd name="T8" fmla="*/ 10413 w 1049"/>
                <a:gd name="T9" fmla="*/ 0 h 747"/>
                <a:gd name="T10" fmla="*/ 0 w 1049"/>
                <a:gd name="T11" fmla="*/ 2302 h 747"/>
                <a:gd name="T12" fmla="*/ 0 w 1049"/>
                <a:gd name="T13" fmla="*/ 5909 h 747"/>
                <a:gd name="T14" fmla="*/ 0 w 1049"/>
                <a:gd name="T15" fmla="*/ 5909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 name="Group 12">
              <a:extLst>
                <a:ext uri="{FF2B5EF4-FFF2-40B4-BE49-F238E27FC236}">
                  <a16:creationId xmlns:a16="http://schemas.microsoft.com/office/drawing/2014/main" id="{796EA0B4-2537-41D4-A295-9EC964CFF2BE}"/>
                </a:ext>
              </a:extLst>
            </p:cNvPr>
            <p:cNvGrpSpPr>
              <a:grpSpLocks/>
            </p:cNvGrpSpPr>
            <p:nvPr userDrawn="1"/>
          </p:nvGrpSpPr>
          <p:grpSpPr bwMode="auto">
            <a:xfrm>
              <a:off x="123" y="148"/>
              <a:ext cx="2386" cy="1081"/>
              <a:chOff x="123" y="148"/>
              <a:chExt cx="2386" cy="1081"/>
            </a:xfrm>
          </p:grpSpPr>
          <p:sp>
            <p:nvSpPr>
              <p:cNvPr id="10" name="Freeform 13">
                <a:extLst>
                  <a:ext uri="{FF2B5EF4-FFF2-40B4-BE49-F238E27FC236}">
                    <a16:creationId xmlns:a16="http://schemas.microsoft.com/office/drawing/2014/main" id="{4D39D18D-4F8C-49D0-A0B2-DDD28566D724}"/>
                  </a:ext>
                </a:extLst>
              </p:cNvPr>
              <p:cNvSpPr>
                <a:spLocks/>
              </p:cNvSpPr>
              <p:nvPr userDrawn="1"/>
            </p:nvSpPr>
            <p:spPr bwMode="auto">
              <a:xfrm>
                <a:off x="2005" y="934"/>
                <a:ext cx="212" cy="214"/>
              </a:xfrm>
              <a:custGeom>
                <a:avLst/>
                <a:gdLst>
                  <a:gd name="T0" fmla="*/ 13933 w 150"/>
                  <a:gd name="T1" fmla="*/ 0 h 173"/>
                  <a:gd name="T2" fmla="*/ 5128 w 150"/>
                  <a:gd name="T3" fmla="*/ 1304 h 173"/>
                  <a:gd name="T4" fmla="*/ 0 w 150"/>
                  <a:gd name="T5" fmla="*/ 3402 h 173"/>
                  <a:gd name="T6" fmla="*/ 10138 w 150"/>
                  <a:gd name="T7" fmla="*/ 3144 h 173"/>
                  <a:gd name="T8" fmla="*/ 13059 w 150"/>
                  <a:gd name="T9" fmla="*/ 1661 h 173"/>
                  <a:gd name="T10" fmla="*/ 19056 w 150"/>
                  <a:gd name="T11" fmla="*/ 527 h 173"/>
                  <a:gd name="T12" fmla="*/ 13933 w 150"/>
                  <a:gd name="T13" fmla="*/ 0 h 173"/>
                  <a:gd name="T14" fmla="*/ 13933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4">
                <a:extLst>
                  <a:ext uri="{FF2B5EF4-FFF2-40B4-BE49-F238E27FC236}">
                    <a16:creationId xmlns:a16="http://schemas.microsoft.com/office/drawing/2014/main" id="{BD599A94-8FBC-4649-877B-FECE4021D9C6}"/>
                  </a:ext>
                </a:extLst>
              </p:cNvPr>
              <p:cNvSpPr>
                <a:spLocks/>
              </p:cNvSpPr>
              <p:nvPr userDrawn="1"/>
            </p:nvSpPr>
            <p:spPr bwMode="auto">
              <a:xfrm>
                <a:off x="123" y="148"/>
                <a:ext cx="2386" cy="1081"/>
              </a:xfrm>
              <a:custGeom>
                <a:avLst/>
                <a:gdLst>
                  <a:gd name="T0" fmla="*/ 20489 w 1684"/>
                  <a:gd name="T1" fmla="*/ 0 h 880"/>
                  <a:gd name="T2" fmla="*/ 8284 w 1684"/>
                  <a:gd name="T3" fmla="*/ 927 h 880"/>
                  <a:gd name="T4" fmla="*/ 0 w 1684"/>
                  <a:gd name="T5" fmla="*/ 3707 h 880"/>
                  <a:gd name="T6" fmla="*/ 8836 w 1684"/>
                  <a:gd name="T7" fmla="*/ 6394 h 880"/>
                  <a:gd name="T8" fmla="*/ 155303 w 1684"/>
                  <a:gd name="T9" fmla="*/ 15445 h 880"/>
                  <a:gd name="T10" fmla="*/ 186855 w 1684"/>
                  <a:gd name="T11" fmla="*/ 14882 h 880"/>
                  <a:gd name="T12" fmla="*/ 212422 w 1684"/>
                  <a:gd name="T13" fmla="*/ 15679 h 880"/>
                  <a:gd name="T14" fmla="*/ 221293 w 1684"/>
                  <a:gd name="T15" fmla="*/ 14413 h 880"/>
                  <a:gd name="T16" fmla="*/ 197354 w 1684"/>
                  <a:gd name="T17" fmla="*/ 11826 h 880"/>
                  <a:gd name="T18" fmla="*/ 187627 w 1684"/>
                  <a:gd name="T19" fmla="*/ 9132 h 880"/>
                  <a:gd name="T20" fmla="*/ 179950 w 1684"/>
                  <a:gd name="T21" fmla="*/ 9390 h 880"/>
                  <a:gd name="T22" fmla="*/ 189071 w 1684"/>
                  <a:gd name="T23" fmla="*/ 11826 h 880"/>
                  <a:gd name="T24" fmla="*/ 207357 w 1684"/>
                  <a:gd name="T25" fmla="*/ 14423 h 880"/>
                  <a:gd name="T26" fmla="*/ 185696 w 1684"/>
                  <a:gd name="T27" fmla="*/ 14024 h 880"/>
                  <a:gd name="T28" fmla="*/ 160155 w 1684"/>
                  <a:gd name="T29" fmla="*/ 14488 h 880"/>
                  <a:gd name="T30" fmla="*/ 164882 w 1684"/>
                  <a:gd name="T31" fmla="*/ 11573 h 880"/>
                  <a:gd name="T32" fmla="*/ 175833 w 1684"/>
                  <a:gd name="T33" fmla="*/ 9587 h 880"/>
                  <a:gd name="T34" fmla="*/ 163013 w 1684"/>
                  <a:gd name="T35" fmla="*/ 9835 h 880"/>
                  <a:gd name="T36" fmla="*/ 153074 w 1684"/>
                  <a:gd name="T37" fmla="*/ 11733 h 880"/>
                  <a:gd name="T38" fmla="*/ 149696 w 1684"/>
                  <a:gd name="T39" fmla="*/ 14098 h 880"/>
                  <a:gd name="T40" fmla="*/ 14077 w 1684"/>
                  <a:gd name="T41" fmla="*/ 5522 h 880"/>
                  <a:gd name="T42" fmla="*/ 10481 w 1684"/>
                  <a:gd name="T43" fmla="*/ 3825 h 880"/>
                  <a:gd name="T44" fmla="*/ 13528 w 1684"/>
                  <a:gd name="T45" fmla="*/ 1703 h 880"/>
                  <a:gd name="T46" fmla="*/ 28469 w 1684"/>
                  <a:gd name="T47" fmla="*/ 0 h 880"/>
                  <a:gd name="T48" fmla="*/ 20489 w 1684"/>
                  <a:gd name="T49" fmla="*/ 0 h 880"/>
                  <a:gd name="T50" fmla="*/ 20489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5">
                <a:extLst>
                  <a:ext uri="{FF2B5EF4-FFF2-40B4-BE49-F238E27FC236}">
                    <a16:creationId xmlns:a16="http://schemas.microsoft.com/office/drawing/2014/main" id="{CD7A682D-5D8E-4E73-9531-0614B952BAAA}"/>
                  </a:ext>
                </a:extLst>
              </p:cNvPr>
              <p:cNvSpPr>
                <a:spLocks/>
              </p:cNvSpPr>
              <p:nvPr userDrawn="1"/>
            </p:nvSpPr>
            <p:spPr bwMode="auto">
              <a:xfrm>
                <a:off x="324" y="158"/>
                <a:ext cx="1686" cy="614"/>
              </a:xfrm>
              <a:custGeom>
                <a:avLst/>
                <a:gdLst>
                  <a:gd name="T0" fmla="*/ 13151 w 1190"/>
                  <a:gd name="T1" fmla="*/ 0 h 500"/>
                  <a:gd name="T2" fmla="*/ 156309 w 1190"/>
                  <a:gd name="T3" fmla="*/ 8688 h 500"/>
                  <a:gd name="T4" fmla="*/ 141239 w 1190"/>
                  <a:gd name="T5" fmla="*/ 8864 h 500"/>
                  <a:gd name="T6" fmla="*/ 0 w 1190"/>
                  <a:gd name="T7" fmla="*/ 478 h 500"/>
                  <a:gd name="T8" fmla="*/ 13151 w 1190"/>
                  <a:gd name="T9" fmla="*/ 0 h 500"/>
                  <a:gd name="T10" fmla="*/ 1315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6">
                <a:extLst>
                  <a:ext uri="{FF2B5EF4-FFF2-40B4-BE49-F238E27FC236}">
                    <a16:creationId xmlns:a16="http://schemas.microsoft.com/office/drawing/2014/main" id="{28BFFAB9-5BB8-4FCB-AD4F-A6C71F455448}"/>
                  </a:ext>
                </a:extLst>
              </p:cNvPr>
              <p:cNvSpPr>
                <a:spLocks/>
              </p:cNvSpPr>
              <p:nvPr userDrawn="1"/>
            </p:nvSpPr>
            <p:spPr bwMode="auto">
              <a:xfrm>
                <a:off x="409" y="251"/>
                <a:ext cx="227" cy="410"/>
              </a:xfrm>
              <a:custGeom>
                <a:avLst/>
                <a:gdLst>
                  <a:gd name="T0" fmla="*/ 15561 w 160"/>
                  <a:gd name="T1" fmla="*/ 0 h 335"/>
                  <a:gd name="T2" fmla="*/ 2548 w 160"/>
                  <a:gd name="T3" fmla="*/ 1804 h 335"/>
                  <a:gd name="T4" fmla="*/ 0 w 160"/>
                  <a:gd name="T5" fmla="*/ 3885 h 335"/>
                  <a:gd name="T6" fmla="*/ 4465 w 160"/>
                  <a:gd name="T7" fmla="*/ 5312 h 335"/>
                  <a:gd name="T8" fmla="*/ 12547 w 160"/>
                  <a:gd name="T9" fmla="*/ 5663 h 335"/>
                  <a:gd name="T10" fmla="*/ 10187 w 160"/>
                  <a:gd name="T11" fmla="*/ 2593 h 335"/>
                  <a:gd name="T12" fmla="*/ 21405 w 160"/>
                  <a:gd name="T13" fmla="*/ 296 h 335"/>
                  <a:gd name="T14" fmla="*/ 15561 w 160"/>
                  <a:gd name="T15" fmla="*/ 0 h 335"/>
                  <a:gd name="T16" fmla="*/ 1556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a:extLst>
                  <a:ext uri="{FF2B5EF4-FFF2-40B4-BE49-F238E27FC236}">
                    <a16:creationId xmlns:a16="http://schemas.microsoft.com/office/drawing/2014/main" id="{8D85F5DF-4250-4375-BC1D-2A0FDEAF4249}"/>
                  </a:ext>
                </a:extLst>
              </p:cNvPr>
              <p:cNvSpPr>
                <a:spLocks/>
              </p:cNvSpPr>
              <p:nvPr userDrawn="1"/>
            </p:nvSpPr>
            <p:spPr bwMode="auto">
              <a:xfrm>
                <a:off x="846" y="536"/>
                <a:ext cx="691" cy="364"/>
              </a:xfrm>
              <a:custGeom>
                <a:avLst/>
                <a:gdLst>
                  <a:gd name="T0" fmla="*/ 1814 w 489"/>
                  <a:gd name="T1" fmla="*/ 621 h 296"/>
                  <a:gd name="T2" fmla="*/ 20214 w 489"/>
                  <a:gd name="T3" fmla="*/ 1200 h 296"/>
                  <a:gd name="T4" fmla="*/ 41016 w 489"/>
                  <a:gd name="T5" fmla="*/ 2483 h 296"/>
                  <a:gd name="T6" fmla="*/ 55704 w 489"/>
                  <a:gd name="T7" fmla="*/ 4402 h 296"/>
                  <a:gd name="T8" fmla="*/ 41264 w 489"/>
                  <a:gd name="T9" fmla="*/ 4163 h 296"/>
                  <a:gd name="T10" fmla="*/ 17546 w 489"/>
                  <a:gd name="T11" fmla="*/ 2645 h 296"/>
                  <a:gd name="T12" fmla="*/ 6314 w 489"/>
                  <a:gd name="T13" fmla="*/ 1447 h 296"/>
                  <a:gd name="T14" fmla="*/ 13505 w 489"/>
                  <a:gd name="T15" fmla="*/ 2949 h 296"/>
                  <a:gd name="T16" fmla="*/ 34421 w 489"/>
                  <a:gd name="T17" fmla="*/ 4880 h 296"/>
                  <a:gd name="T18" fmla="*/ 58958 w 489"/>
                  <a:gd name="T19" fmla="*/ 5369 h 296"/>
                  <a:gd name="T20" fmla="*/ 61882 w 489"/>
                  <a:gd name="T21" fmla="*/ 4053 h 296"/>
                  <a:gd name="T22" fmla="*/ 49876 w 489"/>
                  <a:gd name="T23" fmla="*/ 2179 h 296"/>
                  <a:gd name="T24" fmla="*/ 21492 w 489"/>
                  <a:gd name="T25" fmla="*/ 314 h 296"/>
                  <a:gd name="T26" fmla="*/ 0 w 489"/>
                  <a:gd name="T27" fmla="*/ 0 h 296"/>
                  <a:gd name="T28" fmla="*/ 1814 w 489"/>
                  <a:gd name="T29" fmla="*/ 621 h 296"/>
                  <a:gd name="T30" fmla="*/ 1814 w 489"/>
                  <a:gd name="T31" fmla="*/ 6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5" name="Group 18">
            <a:extLst>
              <a:ext uri="{FF2B5EF4-FFF2-40B4-BE49-F238E27FC236}">
                <a16:creationId xmlns:a16="http://schemas.microsoft.com/office/drawing/2014/main" id="{3E9BE4B4-767C-4B3E-BE52-1D3CA7BB2679}"/>
              </a:ext>
            </a:extLst>
          </p:cNvPr>
          <p:cNvGrpSpPr>
            <a:grpSpLocks/>
          </p:cNvGrpSpPr>
          <p:nvPr/>
        </p:nvGrpSpPr>
        <p:grpSpPr bwMode="auto">
          <a:xfrm>
            <a:off x="7915275" y="4368800"/>
            <a:ext cx="742950" cy="1058863"/>
            <a:chOff x="4986" y="2752"/>
            <a:chExt cx="468" cy="667"/>
          </a:xfrm>
        </p:grpSpPr>
        <p:sp>
          <p:nvSpPr>
            <p:cNvPr id="16" name="Freeform 19">
              <a:extLst>
                <a:ext uri="{FF2B5EF4-FFF2-40B4-BE49-F238E27FC236}">
                  <a16:creationId xmlns:a16="http://schemas.microsoft.com/office/drawing/2014/main" id="{B1978E79-3477-46EE-AC5E-093FC186D764}"/>
                </a:ext>
              </a:extLst>
            </p:cNvPr>
            <p:cNvSpPr>
              <a:spLocks/>
            </p:cNvSpPr>
            <p:nvPr userDrawn="1"/>
          </p:nvSpPr>
          <p:spPr bwMode="auto">
            <a:xfrm rot="7320404">
              <a:off x="4909" y="2936"/>
              <a:ext cx="629" cy="293"/>
            </a:xfrm>
            <a:custGeom>
              <a:avLst/>
              <a:gdLst>
                <a:gd name="T0" fmla="*/ 30 w 794"/>
                <a:gd name="T1" fmla="*/ 3 h 414"/>
                <a:gd name="T2" fmla="*/ 28 w 794"/>
                <a:gd name="T3" fmla="*/ 3 h 414"/>
                <a:gd name="T4" fmla="*/ 21 w 794"/>
                <a:gd name="T5" fmla="*/ 1 h 414"/>
                <a:gd name="T6" fmla="*/ 2 w 794"/>
                <a:gd name="T7" fmla="*/ 0 h 414"/>
                <a:gd name="T8" fmla="*/ 2 w 794"/>
                <a:gd name="T9" fmla="*/ 1 h 414"/>
                <a:gd name="T10" fmla="*/ 0 w 794"/>
                <a:gd name="T11" fmla="*/ 1 h 414"/>
                <a:gd name="T12" fmla="*/ 2 w 794"/>
                <a:gd name="T13" fmla="*/ 1 h 414"/>
                <a:gd name="T14" fmla="*/ 22 w 794"/>
                <a:gd name="T15" fmla="*/ 3 h 414"/>
                <a:gd name="T16" fmla="*/ 26 w 794"/>
                <a:gd name="T17" fmla="*/ 3 h 414"/>
                <a:gd name="T18" fmla="*/ 30 w 794"/>
                <a:gd name="T19" fmla="*/ 3 h 414"/>
                <a:gd name="T20" fmla="*/ 30 w 794"/>
                <a:gd name="T21" fmla="*/ 3 h 414"/>
                <a:gd name="T22" fmla="*/ 30 w 794"/>
                <a:gd name="T23" fmla="*/ 3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0">
              <a:extLst>
                <a:ext uri="{FF2B5EF4-FFF2-40B4-BE49-F238E27FC236}">
                  <a16:creationId xmlns:a16="http://schemas.microsoft.com/office/drawing/2014/main" id="{85C3E2FB-2C67-4390-893C-2564D8EA1320}"/>
                </a:ext>
              </a:extLst>
            </p:cNvPr>
            <p:cNvSpPr>
              <a:spLocks/>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1">
              <a:extLst>
                <a:ext uri="{FF2B5EF4-FFF2-40B4-BE49-F238E27FC236}">
                  <a16:creationId xmlns:a16="http://schemas.microsoft.com/office/drawing/2014/main" id="{ED2BDA27-5F07-4871-BCEE-236AF8C46013}"/>
                </a:ext>
              </a:extLst>
            </p:cNvPr>
            <p:cNvSpPr>
              <a:spLocks/>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9" name="Group 22">
              <a:extLst>
                <a:ext uri="{FF2B5EF4-FFF2-40B4-BE49-F238E27FC236}">
                  <a16:creationId xmlns:a16="http://schemas.microsoft.com/office/drawing/2014/main" id="{2BF16AC2-7346-42AA-9D30-56373A9391D4}"/>
                </a:ext>
              </a:extLst>
            </p:cNvPr>
            <p:cNvGrpSpPr>
              <a:grpSpLocks/>
            </p:cNvGrpSpPr>
            <p:nvPr userDrawn="1"/>
          </p:nvGrpSpPr>
          <p:grpSpPr bwMode="auto">
            <a:xfrm>
              <a:off x="4986" y="2752"/>
              <a:ext cx="468" cy="667"/>
              <a:chOff x="4986" y="2752"/>
              <a:chExt cx="468" cy="667"/>
            </a:xfrm>
          </p:grpSpPr>
          <p:sp>
            <p:nvSpPr>
              <p:cNvPr id="20" name="Freeform 23">
                <a:extLst>
                  <a:ext uri="{FF2B5EF4-FFF2-40B4-BE49-F238E27FC236}">
                    <a16:creationId xmlns:a16="http://schemas.microsoft.com/office/drawing/2014/main" id="{26791E23-15D7-49F8-BD26-0D08F749793E}"/>
                  </a:ext>
                </a:extLst>
              </p:cNvPr>
              <p:cNvSpPr>
                <a:spLocks/>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4">
                <a:extLst>
                  <a:ext uri="{FF2B5EF4-FFF2-40B4-BE49-F238E27FC236}">
                    <a16:creationId xmlns:a16="http://schemas.microsoft.com/office/drawing/2014/main" id="{282906D8-91CF-4A04-9333-63D1EDFB8C09}"/>
                  </a:ext>
                </a:extLst>
              </p:cNvPr>
              <p:cNvSpPr>
                <a:spLocks/>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5">
                <a:extLst>
                  <a:ext uri="{FF2B5EF4-FFF2-40B4-BE49-F238E27FC236}">
                    <a16:creationId xmlns:a16="http://schemas.microsoft.com/office/drawing/2014/main" id="{2C54CA09-9790-4518-A5D8-019E07BDF7E6}"/>
                  </a:ext>
                </a:extLst>
              </p:cNvPr>
              <p:cNvSpPr>
                <a:spLocks/>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6">
                <a:extLst>
                  <a:ext uri="{FF2B5EF4-FFF2-40B4-BE49-F238E27FC236}">
                    <a16:creationId xmlns:a16="http://schemas.microsoft.com/office/drawing/2014/main" id="{9EB3EC4D-B0D7-4B97-9E3F-359F102CD1F3}"/>
                  </a:ext>
                </a:extLst>
              </p:cNvPr>
              <p:cNvSpPr>
                <a:spLocks/>
              </p:cNvSpPr>
              <p:nvPr userDrawn="1"/>
            </p:nvSpPr>
            <p:spPr bwMode="auto">
              <a:xfrm rot="7320404">
                <a:off x="5365"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7">
                <a:extLst>
                  <a:ext uri="{FF2B5EF4-FFF2-40B4-BE49-F238E27FC236}">
                    <a16:creationId xmlns:a16="http://schemas.microsoft.com/office/drawing/2014/main" id="{ACAC404A-2E70-4FF3-9779-550FA601C72A}"/>
                  </a:ext>
                </a:extLst>
              </p:cNvPr>
              <p:cNvSpPr>
                <a:spLocks/>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 name="Freeform 28">
            <a:extLst>
              <a:ext uri="{FF2B5EF4-FFF2-40B4-BE49-F238E27FC236}">
                <a16:creationId xmlns:a16="http://schemas.microsoft.com/office/drawing/2014/main" id="{296663B1-8B44-4C08-BAE3-7BBF2510D572}"/>
              </a:ext>
            </a:extLst>
          </p:cNvPr>
          <p:cNvSpPr>
            <a:spLocks/>
          </p:cNvSpPr>
          <p:nvPr/>
        </p:nvSpPr>
        <p:spPr bwMode="auto">
          <a:xfrm>
            <a:off x="901700" y="5054600"/>
            <a:ext cx="6807200" cy="728663"/>
          </a:xfrm>
          <a:custGeom>
            <a:avLst/>
            <a:gdLst>
              <a:gd name="T0" fmla="*/ 0 w 4288"/>
              <a:gd name="T1" fmla="*/ 0 h 459"/>
              <a:gd name="T2" fmla="*/ 2147483647 w 4288"/>
              <a:gd name="T3" fmla="*/ 2147483647 h 459"/>
              <a:gd name="T4" fmla="*/ 2147483647 w 4288"/>
              <a:gd name="T5" fmla="*/ 2147483647 h 459"/>
              <a:gd name="T6" fmla="*/ 2147483647 w 4288"/>
              <a:gd name="T7" fmla="*/ 2147483647 h 459"/>
              <a:gd name="T8" fmla="*/ 2147483647 w 4288"/>
              <a:gd name="T9" fmla="*/ 2147483647 h 459"/>
              <a:gd name="T10" fmla="*/ 2147483647 w 4288"/>
              <a:gd name="T11" fmla="*/ 2147483647 h 459"/>
              <a:gd name="T12" fmla="*/ 2147483647 w 4288"/>
              <a:gd name="T13" fmla="*/ 2147483647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29">
            <a:extLst>
              <a:ext uri="{FF2B5EF4-FFF2-40B4-BE49-F238E27FC236}">
                <a16:creationId xmlns:a16="http://schemas.microsoft.com/office/drawing/2014/main" id="{603ACC21-A36D-40D0-B955-15F83CB4264E}"/>
              </a:ext>
            </a:extLst>
          </p:cNvPr>
          <p:cNvSpPr>
            <a:spLocks/>
          </p:cNvSpPr>
          <p:nvPr/>
        </p:nvSpPr>
        <p:spPr bwMode="auto">
          <a:xfrm>
            <a:off x="4076700" y="1930400"/>
            <a:ext cx="889000" cy="381000"/>
          </a:xfrm>
          <a:custGeom>
            <a:avLst/>
            <a:gdLst>
              <a:gd name="T0" fmla="*/ 0 w 560"/>
              <a:gd name="T1" fmla="*/ 2147483647 h 240"/>
              <a:gd name="T2" fmla="*/ 2147483647 w 560"/>
              <a:gd name="T3" fmla="*/ 2147483647 h 240"/>
              <a:gd name="T4" fmla="*/ 2147483647 w 560"/>
              <a:gd name="T5" fmla="*/ 2147483647 h 240"/>
              <a:gd name="T6" fmla="*/ 2147483647 w 560"/>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p>
        </p:txBody>
      </p:sp>
      <p:sp>
        <p:nvSpPr>
          <p:cNvPr id="51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p>
        </p:txBody>
      </p:sp>
      <p:sp>
        <p:nvSpPr>
          <p:cNvPr id="27" name="Rectangle 5">
            <a:extLst>
              <a:ext uri="{FF2B5EF4-FFF2-40B4-BE49-F238E27FC236}">
                <a16:creationId xmlns:a16="http://schemas.microsoft.com/office/drawing/2014/main" id="{C95E7F30-9FBA-450D-A48E-2C09F47F6D54}"/>
              </a:ext>
            </a:extLst>
          </p:cNvPr>
          <p:cNvSpPr>
            <a:spLocks noGrp="1" noChangeArrowheads="1"/>
          </p:cNvSpPr>
          <p:nvPr>
            <p:ph type="dt" sz="half" idx="10"/>
          </p:nvPr>
        </p:nvSpPr>
        <p:spPr>
          <a:xfrm>
            <a:off x="685800" y="6248400"/>
            <a:ext cx="1905000" cy="457200"/>
          </a:xfrm>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28" name="Rectangle 6">
            <a:extLst>
              <a:ext uri="{FF2B5EF4-FFF2-40B4-BE49-F238E27FC236}">
                <a16:creationId xmlns:a16="http://schemas.microsoft.com/office/drawing/2014/main" id="{3C0245E0-DD74-45C9-A1D0-E5B009B6ACD9}"/>
              </a:ext>
            </a:extLst>
          </p:cNvPr>
          <p:cNvSpPr>
            <a:spLocks noGrp="1" noChangeArrowheads="1"/>
          </p:cNvSpPr>
          <p:nvPr>
            <p:ph type="ftr" sz="quarter" idx="11"/>
          </p:nvPr>
        </p:nvSpPr>
        <p:spPr>
          <a:xfrm>
            <a:off x="3124200" y="6248400"/>
            <a:ext cx="2895600" cy="457200"/>
          </a:xfrm>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29" name="Rectangle 7">
            <a:extLst>
              <a:ext uri="{FF2B5EF4-FFF2-40B4-BE49-F238E27FC236}">
                <a16:creationId xmlns:a16="http://schemas.microsoft.com/office/drawing/2014/main" id="{197F6436-2FD4-48F0-ABB7-0CBEEDEEE152}"/>
              </a:ext>
            </a:extLst>
          </p:cNvPr>
          <p:cNvSpPr>
            <a:spLocks noGrp="1" noChangeArrowheads="1"/>
          </p:cNvSpPr>
          <p:nvPr>
            <p:ph type="sldNum" sz="quarter" idx="12"/>
          </p:nvPr>
        </p:nvSpPr>
        <p:spPr>
          <a:xfrm>
            <a:off x="65532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D4073721-23A4-41F4-958D-8872EA69722E}" type="slidenum">
              <a:rPr lang="en-US" altLang="zh-CN"/>
              <a:pPr/>
              <a:t>‹#›</a:t>
            </a:fld>
            <a:endParaRPr lang="en-US" altLang="zh-CN"/>
          </a:p>
        </p:txBody>
      </p:sp>
    </p:spTree>
    <p:extLst>
      <p:ext uri="{BB962C8B-B14F-4D97-AF65-F5344CB8AC3E}">
        <p14:creationId xmlns:p14="http://schemas.microsoft.com/office/powerpoint/2010/main" val="347445893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32511EF2-23DB-48A8-946B-4E3798F7255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03155AC9-D1FF-4499-A921-6D586A33DE40}"/>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83BF143C-296B-4210-8829-6C102427A1FE}"/>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9B87B67-4B40-4FF9-A3EA-78B6E7679502}" type="slidenum">
              <a:rPr lang="en-US" altLang="zh-CN"/>
              <a:pPr/>
              <a:t>‹#›</a:t>
            </a:fld>
            <a:endParaRPr lang="en-US" altLang="zh-CN"/>
          </a:p>
        </p:txBody>
      </p:sp>
    </p:spTree>
    <p:extLst>
      <p:ext uri="{BB962C8B-B14F-4D97-AF65-F5344CB8AC3E}">
        <p14:creationId xmlns:p14="http://schemas.microsoft.com/office/powerpoint/2010/main" val="171290850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9C853A12-E41C-4DDF-9E72-E6CA7B69074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CB494DCE-16E5-4E9B-8642-4CD8267DEFCD}"/>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AA6992BD-024F-4EB0-8C55-88D04359E5B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499205F5-FE56-4459-903E-AB7D66ED035D}" type="slidenum">
              <a:rPr lang="en-US" altLang="zh-CN"/>
              <a:pPr/>
              <a:t>‹#›</a:t>
            </a:fld>
            <a:endParaRPr lang="en-US" altLang="zh-CN"/>
          </a:p>
        </p:txBody>
      </p:sp>
    </p:spTree>
    <p:extLst>
      <p:ext uri="{BB962C8B-B14F-4D97-AF65-F5344CB8AC3E}">
        <p14:creationId xmlns:p14="http://schemas.microsoft.com/office/powerpoint/2010/main" val="234604049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81D8DAC2-8F68-4B54-ADBC-48208C4CE04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4567FD15-D920-4325-B96B-AFEEA2EA4D75}"/>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9480F480-3BC0-404B-BC70-D33D9E3EB7B2}"/>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7A3729B8-AFD7-4936-A472-1955E2F9A957}" type="slidenum">
              <a:rPr lang="en-US" altLang="zh-CN"/>
              <a:pPr/>
              <a:t>‹#›</a:t>
            </a:fld>
            <a:endParaRPr lang="en-US" altLang="zh-CN"/>
          </a:p>
        </p:txBody>
      </p:sp>
    </p:spTree>
    <p:extLst>
      <p:ext uri="{BB962C8B-B14F-4D97-AF65-F5344CB8AC3E}">
        <p14:creationId xmlns:p14="http://schemas.microsoft.com/office/powerpoint/2010/main" val="260960112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F79E1B39-8E5A-46C2-8548-679FF6FDA25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E316EE98-C64A-479B-A9C8-2FD74F489B5A}"/>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9" name="Rectangle 7">
            <a:extLst>
              <a:ext uri="{FF2B5EF4-FFF2-40B4-BE49-F238E27FC236}">
                <a16:creationId xmlns:a16="http://schemas.microsoft.com/office/drawing/2014/main" id="{26075233-8598-4D52-BB41-6C046465061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FE52F51-3EAE-4DF8-A3FC-5664D47374AB}" type="slidenum">
              <a:rPr lang="en-US" altLang="zh-CN"/>
              <a:pPr/>
              <a:t>‹#›</a:t>
            </a:fld>
            <a:endParaRPr lang="en-US" altLang="zh-CN"/>
          </a:p>
        </p:txBody>
      </p:sp>
    </p:spTree>
    <p:extLst>
      <p:ext uri="{BB962C8B-B14F-4D97-AF65-F5344CB8AC3E}">
        <p14:creationId xmlns:p14="http://schemas.microsoft.com/office/powerpoint/2010/main" val="49416380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6554C9B5-373C-4492-B5C5-37ED0AC6F08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6E62BCDE-7DAE-4F24-BE3A-BD7239E0FED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5" name="Rectangle 7">
            <a:extLst>
              <a:ext uri="{FF2B5EF4-FFF2-40B4-BE49-F238E27FC236}">
                <a16:creationId xmlns:a16="http://schemas.microsoft.com/office/drawing/2014/main" id="{8F958373-3C97-4574-82A6-36F98436AA9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133830B5-53D6-4E0E-BF8F-91D7629E42FC}" type="slidenum">
              <a:rPr lang="en-US" altLang="zh-CN"/>
              <a:pPr/>
              <a:t>‹#›</a:t>
            </a:fld>
            <a:endParaRPr lang="en-US" altLang="zh-CN"/>
          </a:p>
        </p:txBody>
      </p:sp>
    </p:spTree>
    <p:extLst>
      <p:ext uri="{BB962C8B-B14F-4D97-AF65-F5344CB8AC3E}">
        <p14:creationId xmlns:p14="http://schemas.microsoft.com/office/powerpoint/2010/main" val="373932579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02A8B51D-209B-47B6-BF1A-55CEAE5B4DE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3" name="Rectangle 6">
            <a:extLst>
              <a:ext uri="{FF2B5EF4-FFF2-40B4-BE49-F238E27FC236}">
                <a16:creationId xmlns:a16="http://schemas.microsoft.com/office/drawing/2014/main" id="{BD64279F-B742-4F32-BAEF-08337A841A67}"/>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4" name="Rectangle 7">
            <a:extLst>
              <a:ext uri="{FF2B5EF4-FFF2-40B4-BE49-F238E27FC236}">
                <a16:creationId xmlns:a16="http://schemas.microsoft.com/office/drawing/2014/main" id="{52C330E5-34C2-4319-A062-8A74D5D1FE5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C0E9002-C87C-42D3-9EFB-3908366E16D2}" type="slidenum">
              <a:rPr lang="en-US" altLang="zh-CN"/>
              <a:pPr/>
              <a:t>‹#›</a:t>
            </a:fld>
            <a:endParaRPr lang="en-US" altLang="zh-CN"/>
          </a:p>
        </p:txBody>
      </p:sp>
    </p:spTree>
    <p:extLst>
      <p:ext uri="{BB962C8B-B14F-4D97-AF65-F5344CB8AC3E}">
        <p14:creationId xmlns:p14="http://schemas.microsoft.com/office/powerpoint/2010/main" val="115426310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D04E4E67-CE3C-4048-918C-9D0F854BCDBB}"/>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A047143E-7575-417A-AEBE-6D6FB1A5588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5BC54453-827B-4192-B5D2-84D371F65D8E}"/>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C1D8EECF-EC73-4816-BE2A-8E5883D58C4F}" type="slidenum">
              <a:rPr lang="en-US" altLang="zh-CN"/>
              <a:pPr/>
              <a:t>‹#›</a:t>
            </a:fld>
            <a:endParaRPr lang="en-US" altLang="zh-CN"/>
          </a:p>
        </p:txBody>
      </p:sp>
    </p:spTree>
    <p:extLst>
      <p:ext uri="{BB962C8B-B14F-4D97-AF65-F5344CB8AC3E}">
        <p14:creationId xmlns:p14="http://schemas.microsoft.com/office/powerpoint/2010/main" val="394811301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C09D5DC3-8D65-42D1-8A3C-6600320B14F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73B8AB40-57D8-41E2-AF1D-646DE59D14F1}"/>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499CB6E6-30B6-4A41-BDFF-FD48920CC008}"/>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9C85CD1-2FC1-4024-91DC-44CA08EE2D08}" type="slidenum">
              <a:rPr lang="en-US" altLang="zh-CN"/>
              <a:pPr/>
              <a:t>‹#›</a:t>
            </a:fld>
            <a:endParaRPr lang="en-US" altLang="zh-CN"/>
          </a:p>
        </p:txBody>
      </p:sp>
    </p:spTree>
    <p:extLst>
      <p:ext uri="{BB962C8B-B14F-4D97-AF65-F5344CB8AC3E}">
        <p14:creationId xmlns:p14="http://schemas.microsoft.com/office/powerpoint/2010/main" val="85472228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AE20853B-98E0-4238-A1CD-DBE83D191CE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55E75B28-355C-4DC2-BBA4-5CB78C3911CF}"/>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F19AAA66-68D3-4BE8-B20A-9222FDC6BF8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0DD7FBB4-3494-4212-8FFB-3EC0C483747D}" type="slidenum">
              <a:rPr lang="en-US" altLang="zh-CN"/>
              <a:pPr/>
              <a:t>‹#›</a:t>
            </a:fld>
            <a:endParaRPr lang="en-US" altLang="zh-CN"/>
          </a:p>
        </p:txBody>
      </p:sp>
    </p:spTree>
    <p:extLst>
      <p:ext uri="{BB962C8B-B14F-4D97-AF65-F5344CB8AC3E}">
        <p14:creationId xmlns:p14="http://schemas.microsoft.com/office/powerpoint/2010/main" val="372833724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0B118D97-12CE-47F3-B9AA-C7C94FEBD27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C03FAAE6-9AB6-480B-96D5-6448361BE99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9E02F2F1-B1FF-44FC-8A2A-DEC1A7A0C5D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C8DCD607-F69C-4C4C-9ADC-501D6B7999FE}" type="slidenum">
              <a:rPr lang="en-US" altLang="zh-CN"/>
              <a:pPr/>
              <a:t>‹#›</a:t>
            </a:fld>
            <a:endParaRPr lang="en-US" altLang="zh-CN"/>
          </a:p>
        </p:txBody>
      </p:sp>
    </p:spTree>
    <p:extLst>
      <p:ext uri="{BB962C8B-B14F-4D97-AF65-F5344CB8AC3E}">
        <p14:creationId xmlns:p14="http://schemas.microsoft.com/office/powerpoint/2010/main" val="18600289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a:extLst>
              <a:ext uri="{FF2B5EF4-FFF2-40B4-BE49-F238E27FC236}">
                <a16:creationId xmlns:a16="http://schemas.microsoft.com/office/drawing/2014/main" id="{4998D32C-DB4F-48D7-8DB7-E43D4C12409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CE58EA06-F823-47CD-9BEE-B5A0D7F3E0C0}"/>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8" name="Rectangle 7">
            <a:extLst>
              <a:ext uri="{FF2B5EF4-FFF2-40B4-BE49-F238E27FC236}">
                <a16:creationId xmlns:a16="http://schemas.microsoft.com/office/drawing/2014/main" id="{4FE06243-BCAD-4216-A4E2-14A3C4E11ABA}"/>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DB6D48CB-2D33-4FE6-B275-798D1FF76D36}" type="slidenum">
              <a:rPr lang="en-US" altLang="zh-CN"/>
              <a:pPr/>
              <a:t>‹#›</a:t>
            </a:fld>
            <a:endParaRPr lang="en-US" altLang="zh-CN"/>
          </a:p>
        </p:txBody>
      </p:sp>
    </p:spTree>
    <p:extLst>
      <p:ext uri="{BB962C8B-B14F-4D97-AF65-F5344CB8AC3E}">
        <p14:creationId xmlns:p14="http://schemas.microsoft.com/office/powerpoint/2010/main" val="299173724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userDrawn="1">
  <p:cSld name="内容">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ACEABBA-94E8-4395-8A29-F9BA10EFDE4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fld id="{9A215B9B-AB06-4927-A17F-4DBF28DB9902}"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B2DE0EAE-6341-4B98-9242-CB6DF71741A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E803D46C-90FC-4392-87F7-9AFE17D952C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CBBBF73-DF09-45AE-AC58-8DE069225D0E}" type="slidenum">
              <a:rPr lang="en-US" altLang="zh-CN"/>
              <a:pPr/>
              <a:t>‹#›</a:t>
            </a:fld>
            <a:endParaRPr lang="en-US" altLang="zh-CN"/>
          </a:p>
        </p:txBody>
      </p:sp>
    </p:spTree>
    <p:extLst>
      <p:ext uri="{BB962C8B-B14F-4D97-AF65-F5344CB8AC3E}">
        <p14:creationId xmlns:p14="http://schemas.microsoft.com/office/powerpoint/2010/main" val="1576148842"/>
      </p:ext>
    </p:extLst>
  </p:cSld>
  <p:clrMapOvr>
    <a:masterClrMapping/>
  </p:clrMapOvr>
  <p:transition spd="med"/>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DE5D3A61-794F-4FA2-A85F-43E3CDDA1072}"/>
              </a:ext>
            </a:extLst>
          </p:cNvPr>
          <p:cNvSpPr>
            <a:spLocks/>
          </p:cNvSpPr>
          <p:nvPr/>
        </p:nvSpPr>
        <p:spPr bwMode="blackWhite">
          <a:xfrm>
            <a:off x="20638" y="12700"/>
            <a:ext cx="8896350" cy="6780213"/>
          </a:xfrm>
          <a:custGeom>
            <a:avLst/>
            <a:gdLst>
              <a:gd name="T0" fmla="*/ 2147483647 w 3985"/>
              <a:gd name="T1" fmla="*/ 0 h 3619"/>
              <a:gd name="T2" fmla="*/ 0 w 3985"/>
              <a:gd name="T3" fmla="*/ 2147483647 h 3619"/>
              <a:gd name="T4" fmla="*/ 2147483647 w 3985"/>
              <a:gd name="T5" fmla="*/ 2147483647 h 3619"/>
              <a:gd name="T6" fmla="*/ 2147483647 w 3985"/>
              <a:gd name="T7" fmla="*/ 2147483647 h 3619"/>
              <a:gd name="T8" fmla="*/ 2147483647 w 3985"/>
              <a:gd name="T9" fmla="*/ 0 h 3619"/>
              <a:gd name="T10" fmla="*/ 2147483647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 name="Group 8">
            <a:extLst>
              <a:ext uri="{FF2B5EF4-FFF2-40B4-BE49-F238E27FC236}">
                <a16:creationId xmlns:a16="http://schemas.microsoft.com/office/drawing/2014/main" id="{D0B77E4F-3EC9-4151-B670-F31B25C3D6D1}"/>
              </a:ext>
            </a:extLst>
          </p:cNvPr>
          <p:cNvGrpSpPr>
            <a:grpSpLocks/>
          </p:cNvGrpSpPr>
          <p:nvPr/>
        </p:nvGrpSpPr>
        <p:grpSpPr bwMode="auto">
          <a:xfrm>
            <a:off x="195263" y="234950"/>
            <a:ext cx="3787775" cy="1778000"/>
            <a:chOff x="123" y="148"/>
            <a:chExt cx="2386" cy="1120"/>
          </a:xfrm>
        </p:grpSpPr>
        <p:sp>
          <p:nvSpPr>
            <p:cNvPr id="6" name="Freeform 9">
              <a:extLst>
                <a:ext uri="{FF2B5EF4-FFF2-40B4-BE49-F238E27FC236}">
                  <a16:creationId xmlns:a16="http://schemas.microsoft.com/office/drawing/2014/main" id="{59616603-686E-4FFB-8B39-C166AFD5830B}"/>
                </a:ext>
              </a:extLst>
            </p:cNvPr>
            <p:cNvSpPr>
              <a:spLocks/>
            </p:cNvSpPr>
            <p:nvPr userDrawn="1"/>
          </p:nvSpPr>
          <p:spPr bwMode="auto">
            <a:xfrm>
              <a:off x="177" y="177"/>
              <a:ext cx="2250" cy="1017"/>
            </a:xfrm>
            <a:custGeom>
              <a:avLst/>
              <a:gdLst>
                <a:gd name="T0" fmla="*/ 1709583146 w 794"/>
                <a:gd name="T1" fmla="*/ 115072248 h 414"/>
                <a:gd name="T2" fmla="*/ 1528876213 w 794"/>
                <a:gd name="T3" fmla="*/ 92666539 h 414"/>
                <a:gd name="T4" fmla="*/ 1197511090 w 794"/>
                <a:gd name="T5" fmla="*/ 61231109 h 414"/>
                <a:gd name="T6" fmla="*/ 152827569 w 794"/>
                <a:gd name="T7" fmla="*/ 0 h 414"/>
                <a:gd name="T8" fmla="*/ 49289971 w 794"/>
                <a:gd name="T9" fmla="*/ 5801295 h 414"/>
                <a:gd name="T10" fmla="*/ 0 w 794"/>
                <a:gd name="T11" fmla="*/ 24200972 h 414"/>
                <a:gd name="T12" fmla="*/ 60067782 w 794"/>
                <a:gd name="T13" fmla="*/ 45194728 h 414"/>
                <a:gd name="T14" fmla="*/ 1227229359 w 794"/>
                <a:gd name="T15" fmla="*/ 119225010 h 414"/>
                <a:gd name="T16" fmla="*/ 1482956490 w 794"/>
                <a:gd name="T17" fmla="*/ 114484439 h 414"/>
                <a:gd name="T18" fmla="*/ 1689715221 w 794"/>
                <a:gd name="T19" fmla="*/ 120616028 h 414"/>
                <a:gd name="T20" fmla="*/ 1709583146 w 794"/>
                <a:gd name="T21" fmla="*/ 115072248 h 414"/>
                <a:gd name="T22" fmla="*/ 1709583146 w 794"/>
                <a:gd name="T23" fmla="*/ 115072248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
              <a:extLst>
                <a:ext uri="{FF2B5EF4-FFF2-40B4-BE49-F238E27FC236}">
                  <a16:creationId xmlns:a16="http://schemas.microsoft.com/office/drawing/2014/main" id="{2BE323D5-3E59-4D7F-A6ED-5F13D3C7E99E}"/>
                </a:ext>
              </a:extLst>
            </p:cNvPr>
            <p:cNvSpPr>
              <a:spLocks/>
            </p:cNvSpPr>
            <p:nvPr userDrawn="1"/>
          </p:nvSpPr>
          <p:spPr bwMode="auto">
            <a:xfrm>
              <a:off x="166" y="261"/>
              <a:ext cx="2244" cy="1007"/>
            </a:xfrm>
            <a:custGeom>
              <a:avLst/>
              <a:gdLst>
                <a:gd name="T0" fmla="*/ 17655 w 1586"/>
                <a:gd name="T1" fmla="*/ 0 h 821"/>
                <a:gd name="T2" fmla="*/ 171483 w 1586"/>
                <a:gd name="T3" fmla="*/ 9051 h 821"/>
                <a:gd name="T4" fmla="*/ 183970 w 1586"/>
                <a:gd name="T5" fmla="*/ 11127 h 821"/>
                <a:gd name="T6" fmla="*/ 204354 w 1586"/>
                <a:gd name="T7" fmla="*/ 13811 h 821"/>
                <a:gd name="T8" fmla="*/ 201650 w 1586"/>
                <a:gd name="T9" fmla="*/ 14319 h 821"/>
                <a:gd name="T10" fmla="*/ 173900 w 1586"/>
                <a:gd name="T11" fmla="*/ 13724 h 821"/>
                <a:gd name="T12" fmla="*/ 147498 w 1586"/>
                <a:gd name="T13" fmla="*/ 14145 h 821"/>
                <a:gd name="T14" fmla="*/ 5333 w 1586"/>
                <a:gd name="T15" fmla="*/ 5212 h 821"/>
                <a:gd name="T16" fmla="*/ 0 w 1586"/>
                <a:gd name="T17" fmla="*/ 2617 h 821"/>
                <a:gd name="T18" fmla="*/ 5914 w 1586"/>
                <a:gd name="T19" fmla="*/ 552 h 821"/>
                <a:gd name="T20" fmla="*/ 17655 w 1586"/>
                <a:gd name="T21" fmla="*/ 0 h 821"/>
                <a:gd name="T22" fmla="*/ 17655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1">
              <a:extLst>
                <a:ext uri="{FF2B5EF4-FFF2-40B4-BE49-F238E27FC236}">
                  <a16:creationId xmlns:a16="http://schemas.microsoft.com/office/drawing/2014/main" id="{B919EA6D-2F32-4E9B-99EF-20EA7DE24A5F}"/>
                </a:ext>
              </a:extLst>
            </p:cNvPr>
            <p:cNvSpPr>
              <a:spLocks/>
            </p:cNvSpPr>
            <p:nvPr userDrawn="1"/>
          </p:nvSpPr>
          <p:spPr bwMode="auto">
            <a:xfrm>
              <a:off x="474" y="344"/>
              <a:ext cx="1488" cy="919"/>
            </a:xfrm>
            <a:custGeom>
              <a:avLst/>
              <a:gdLst>
                <a:gd name="T0" fmla="*/ 0 w 1049"/>
                <a:gd name="T1" fmla="*/ 5909 h 747"/>
                <a:gd name="T2" fmla="*/ 123098 w 1049"/>
                <a:gd name="T3" fmla="*/ 13593 h 747"/>
                <a:gd name="T4" fmla="*/ 125388 w 1049"/>
                <a:gd name="T5" fmla="*/ 9718 h 747"/>
                <a:gd name="T6" fmla="*/ 140072 w 1049"/>
                <a:gd name="T7" fmla="*/ 7683 h 747"/>
                <a:gd name="T8" fmla="*/ 10413 w 1049"/>
                <a:gd name="T9" fmla="*/ 0 h 747"/>
                <a:gd name="T10" fmla="*/ 0 w 1049"/>
                <a:gd name="T11" fmla="*/ 2302 h 747"/>
                <a:gd name="T12" fmla="*/ 0 w 1049"/>
                <a:gd name="T13" fmla="*/ 5909 h 747"/>
                <a:gd name="T14" fmla="*/ 0 w 1049"/>
                <a:gd name="T15" fmla="*/ 5909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 name="Group 12">
              <a:extLst>
                <a:ext uri="{FF2B5EF4-FFF2-40B4-BE49-F238E27FC236}">
                  <a16:creationId xmlns:a16="http://schemas.microsoft.com/office/drawing/2014/main" id="{A5047D21-87D9-4145-84D6-BDCBA83E3266}"/>
                </a:ext>
              </a:extLst>
            </p:cNvPr>
            <p:cNvGrpSpPr>
              <a:grpSpLocks/>
            </p:cNvGrpSpPr>
            <p:nvPr userDrawn="1"/>
          </p:nvGrpSpPr>
          <p:grpSpPr bwMode="auto">
            <a:xfrm>
              <a:off x="123" y="148"/>
              <a:ext cx="2386" cy="1081"/>
              <a:chOff x="123" y="148"/>
              <a:chExt cx="2386" cy="1081"/>
            </a:xfrm>
          </p:grpSpPr>
          <p:sp>
            <p:nvSpPr>
              <p:cNvPr id="10" name="Freeform 13">
                <a:extLst>
                  <a:ext uri="{FF2B5EF4-FFF2-40B4-BE49-F238E27FC236}">
                    <a16:creationId xmlns:a16="http://schemas.microsoft.com/office/drawing/2014/main" id="{8CC6F587-5360-46F8-A762-D89D5251D85B}"/>
                  </a:ext>
                </a:extLst>
              </p:cNvPr>
              <p:cNvSpPr>
                <a:spLocks/>
              </p:cNvSpPr>
              <p:nvPr userDrawn="1"/>
            </p:nvSpPr>
            <p:spPr bwMode="auto">
              <a:xfrm>
                <a:off x="2005" y="934"/>
                <a:ext cx="212" cy="214"/>
              </a:xfrm>
              <a:custGeom>
                <a:avLst/>
                <a:gdLst>
                  <a:gd name="T0" fmla="*/ 13933 w 150"/>
                  <a:gd name="T1" fmla="*/ 0 h 173"/>
                  <a:gd name="T2" fmla="*/ 5128 w 150"/>
                  <a:gd name="T3" fmla="*/ 1304 h 173"/>
                  <a:gd name="T4" fmla="*/ 0 w 150"/>
                  <a:gd name="T5" fmla="*/ 3402 h 173"/>
                  <a:gd name="T6" fmla="*/ 10138 w 150"/>
                  <a:gd name="T7" fmla="*/ 3144 h 173"/>
                  <a:gd name="T8" fmla="*/ 13059 w 150"/>
                  <a:gd name="T9" fmla="*/ 1661 h 173"/>
                  <a:gd name="T10" fmla="*/ 19056 w 150"/>
                  <a:gd name="T11" fmla="*/ 527 h 173"/>
                  <a:gd name="T12" fmla="*/ 13933 w 150"/>
                  <a:gd name="T13" fmla="*/ 0 h 173"/>
                  <a:gd name="T14" fmla="*/ 13933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4">
                <a:extLst>
                  <a:ext uri="{FF2B5EF4-FFF2-40B4-BE49-F238E27FC236}">
                    <a16:creationId xmlns:a16="http://schemas.microsoft.com/office/drawing/2014/main" id="{E5AD4AF7-EF24-4174-A014-DE9894F72CE6}"/>
                  </a:ext>
                </a:extLst>
              </p:cNvPr>
              <p:cNvSpPr>
                <a:spLocks/>
              </p:cNvSpPr>
              <p:nvPr userDrawn="1"/>
            </p:nvSpPr>
            <p:spPr bwMode="auto">
              <a:xfrm>
                <a:off x="123" y="148"/>
                <a:ext cx="2386" cy="1081"/>
              </a:xfrm>
              <a:custGeom>
                <a:avLst/>
                <a:gdLst>
                  <a:gd name="T0" fmla="*/ 20489 w 1684"/>
                  <a:gd name="T1" fmla="*/ 0 h 880"/>
                  <a:gd name="T2" fmla="*/ 8284 w 1684"/>
                  <a:gd name="T3" fmla="*/ 927 h 880"/>
                  <a:gd name="T4" fmla="*/ 0 w 1684"/>
                  <a:gd name="T5" fmla="*/ 3707 h 880"/>
                  <a:gd name="T6" fmla="*/ 8836 w 1684"/>
                  <a:gd name="T7" fmla="*/ 6394 h 880"/>
                  <a:gd name="T8" fmla="*/ 155303 w 1684"/>
                  <a:gd name="T9" fmla="*/ 15445 h 880"/>
                  <a:gd name="T10" fmla="*/ 186855 w 1684"/>
                  <a:gd name="T11" fmla="*/ 14882 h 880"/>
                  <a:gd name="T12" fmla="*/ 212422 w 1684"/>
                  <a:gd name="T13" fmla="*/ 15679 h 880"/>
                  <a:gd name="T14" fmla="*/ 221293 w 1684"/>
                  <a:gd name="T15" fmla="*/ 14413 h 880"/>
                  <a:gd name="T16" fmla="*/ 197354 w 1684"/>
                  <a:gd name="T17" fmla="*/ 11826 h 880"/>
                  <a:gd name="T18" fmla="*/ 187627 w 1684"/>
                  <a:gd name="T19" fmla="*/ 9132 h 880"/>
                  <a:gd name="T20" fmla="*/ 179950 w 1684"/>
                  <a:gd name="T21" fmla="*/ 9390 h 880"/>
                  <a:gd name="T22" fmla="*/ 189071 w 1684"/>
                  <a:gd name="T23" fmla="*/ 11826 h 880"/>
                  <a:gd name="T24" fmla="*/ 207357 w 1684"/>
                  <a:gd name="T25" fmla="*/ 14423 h 880"/>
                  <a:gd name="T26" fmla="*/ 185696 w 1684"/>
                  <a:gd name="T27" fmla="*/ 14024 h 880"/>
                  <a:gd name="T28" fmla="*/ 160155 w 1684"/>
                  <a:gd name="T29" fmla="*/ 14488 h 880"/>
                  <a:gd name="T30" fmla="*/ 164882 w 1684"/>
                  <a:gd name="T31" fmla="*/ 11573 h 880"/>
                  <a:gd name="T32" fmla="*/ 175833 w 1684"/>
                  <a:gd name="T33" fmla="*/ 9587 h 880"/>
                  <a:gd name="T34" fmla="*/ 163013 w 1684"/>
                  <a:gd name="T35" fmla="*/ 9835 h 880"/>
                  <a:gd name="T36" fmla="*/ 153074 w 1684"/>
                  <a:gd name="T37" fmla="*/ 11733 h 880"/>
                  <a:gd name="T38" fmla="*/ 149696 w 1684"/>
                  <a:gd name="T39" fmla="*/ 14098 h 880"/>
                  <a:gd name="T40" fmla="*/ 14077 w 1684"/>
                  <a:gd name="T41" fmla="*/ 5522 h 880"/>
                  <a:gd name="T42" fmla="*/ 10481 w 1684"/>
                  <a:gd name="T43" fmla="*/ 3825 h 880"/>
                  <a:gd name="T44" fmla="*/ 13528 w 1684"/>
                  <a:gd name="T45" fmla="*/ 1703 h 880"/>
                  <a:gd name="T46" fmla="*/ 28469 w 1684"/>
                  <a:gd name="T47" fmla="*/ 0 h 880"/>
                  <a:gd name="T48" fmla="*/ 20489 w 1684"/>
                  <a:gd name="T49" fmla="*/ 0 h 880"/>
                  <a:gd name="T50" fmla="*/ 20489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5">
                <a:extLst>
                  <a:ext uri="{FF2B5EF4-FFF2-40B4-BE49-F238E27FC236}">
                    <a16:creationId xmlns:a16="http://schemas.microsoft.com/office/drawing/2014/main" id="{DEF6CFA0-B535-4AAD-A075-B3BD50C67CE9}"/>
                  </a:ext>
                </a:extLst>
              </p:cNvPr>
              <p:cNvSpPr>
                <a:spLocks/>
              </p:cNvSpPr>
              <p:nvPr userDrawn="1"/>
            </p:nvSpPr>
            <p:spPr bwMode="auto">
              <a:xfrm>
                <a:off x="324" y="158"/>
                <a:ext cx="1686" cy="614"/>
              </a:xfrm>
              <a:custGeom>
                <a:avLst/>
                <a:gdLst>
                  <a:gd name="T0" fmla="*/ 13151 w 1190"/>
                  <a:gd name="T1" fmla="*/ 0 h 500"/>
                  <a:gd name="T2" fmla="*/ 156309 w 1190"/>
                  <a:gd name="T3" fmla="*/ 8688 h 500"/>
                  <a:gd name="T4" fmla="*/ 141239 w 1190"/>
                  <a:gd name="T5" fmla="*/ 8864 h 500"/>
                  <a:gd name="T6" fmla="*/ 0 w 1190"/>
                  <a:gd name="T7" fmla="*/ 478 h 500"/>
                  <a:gd name="T8" fmla="*/ 13151 w 1190"/>
                  <a:gd name="T9" fmla="*/ 0 h 500"/>
                  <a:gd name="T10" fmla="*/ 1315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6">
                <a:extLst>
                  <a:ext uri="{FF2B5EF4-FFF2-40B4-BE49-F238E27FC236}">
                    <a16:creationId xmlns:a16="http://schemas.microsoft.com/office/drawing/2014/main" id="{0CD57A5C-5A58-42D2-A23C-4374430B233E}"/>
                  </a:ext>
                </a:extLst>
              </p:cNvPr>
              <p:cNvSpPr>
                <a:spLocks/>
              </p:cNvSpPr>
              <p:nvPr userDrawn="1"/>
            </p:nvSpPr>
            <p:spPr bwMode="auto">
              <a:xfrm>
                <a:off x="409" y="251"/>
                <a:ext cx="227" cy="410"/>
              </a:xfrm>
              <a:custGeom>
                <a:avLst/>
                <a:gdLst>
                  <a:gd name="T0" fmla="*/ 15561 w 160"/>
                  <a:gd name="T1" fmla="*/ 0 h 335"/>
                  <a:gd name="T2" fmla="*/ 2548 w 160"/>
                  <a:gd name="T3" fmla="*/ 1804 h 335"/>
                  <a:gd name="T4" fmla="*/ 0 w 160"/>
                  <a:gd name="T5" fmla="*/ 3885 h 335"/>
                  <a:gd name="T6" fmla="*/ 4465 w 160"/>
                  <a:gd name="T7" fmla="*/ 5312 h 335"/>
                  <a:gd name="T8" fmla="*/ 12547 w 160"/>
                  <a:gd name="T9" fmla="*/ 5663 h 335"/>
                  <a:gd name="T10" fmla="*/ 10187 w 160"/>
                  <a:gd name="T11" fmla="*/ 2593 h 335"/>
                  <a:gd name="T12" fmla="*/ 21405 w 160"/>
                  <a:gd name="T13" fmla="*/ 296 h 335"/>
                  <a:gd name="T14" fmla="*/ 15561 w 160"/>
                  <a:gd name="T15" fmla="*/ 0 h 335"/>
                  <a:gd name="T16" fmla="*/ 1556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a:extLst>
                  <a:ext uri="{FF2B5EF4-FFF2-40B4-BE49-F238E27FC236}">
                    <a16:creationId xmlns:a16="http://schemas.microsoft.com/office/drawing/2014/main" id="{5CC640E0-74E1-4EA2-A4F8-E1775F0C1830}"/>
                  </a:ext>
                </a:extLst>
              </p:cNvPr>
              <p:cNvSpPr>
                <a:spLocks/>
              </p:cNvSpPr>
              <p:nvPr userDrawn="1"/>
            </p:nvSpPr>
            <p:spPr bwMode="auto">
              <a:xfrm>
                <a:off x="846" y="536"/>
                <a:ext cx="691" cy="364"/>
              </a:xfrm>
              <a:custGeom>
                <a:avLst/>
                <a:gdLst>
                  <a:gd name="T0" fmla="*/ 1814 w 489"/>
                  <a:gd name="T1" fmla="*/ 621 h 296"/>
                  <a:gd name="T2" fmla="*/ 20214 w 489"/>
                  <a:gd name="T3" fmla="*/ 1200 h 296"/>
                  <a:gd name="T4" fmla="*/ 41016 w 489"/>
                  <a:gd name="T5" fmla="*/ 2483 h 296"/>
                  <a:gd name="T6" fmla="*/ 55704 w 489"/>
                  <a:gd name="T7" fmla="*/ 4402 h 296"/>
                  <a:gd name="T8" fmla="*/ 41264 w 489"/>
                  <a:gd name="T9" fmla="*/ 4163 h 296"/>
                  <a:gd name="T10" fmla="*/ 17546 w 489"/>
                  <a:gd name="T11" fmla="*/ 2645 h 296"/>
                  <a:gd name="T12" fmla="*/ 6314 w 489"/>
                  <a:gd name="T13" fmla="*/ 1447 h 296"/>
                  <a:gd name="T14" fmla="*/ 13505 w 489"/>
                  <a:gd name="T15" fmla="*/ 2949 h 296"/>
                  <a:gd name="T16" fmla="*/ 34421 w 489"/>
                  <a:gd name="T17" fmla="*/ 4880 h 296"/>
                  <a:gd name="T18" fmla="*/ 58958 w 489"/>
                  <a:gd name="T19" fmla="*/ 5369 h 296"/>
                  <a:gd name="T20" fmla="*/ 61882 w 489"/>
                  <a:gd name="T21" fmla="*/ 4053 h 296"/>
                  <a:gd name="T22" fmla="*/ 49876 w 489"/>
                  <a:gd name="T23" fmla="*/ 2179 h 296"/>
                  <a:gd name="T24" fmla="*/ 21492 w 489"/>
                  <a:gd name="T25" fmla="*/ 314 h 296"/>
                  <a:gd name="T26" fmla="*/ 0 w 489"/>
                  <a:gd name="T27" fmla="*/ 0 h 296"/>
                  <a:gd name="T28" fmla="*/ 1814 w 489"/>
                  <a:gd name="T29" fmla="*/ 621 h 296"/>
                  <a:gd name="T30" fmla="*/ 1814 w 489"/>
                  <a:gd name="T31" fmla="*/ 6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5" name="Group 18">
            <a:extLst>
              <a:ext uri="{FF2B5EF4-FFF2-40B4-BE49-F238E27FC236}">
                <a16:creationId xmlns:a16="http://schemas.microsoft.com/office/drawing/2014/main" id="{2C39DDA1-5C5A-4CA7-8FD3-EDF41CED281A}"/>
              </a:ext>
            </a:extLst>
          </p:cNvPr>
          <p:cNvGrpSpPr>
            <a:grpSpLocks/>
          </p:cNvGrpSpPr>
          <p:nvPr/>
        </p:nvGrpSpPr>
        <p:grpSpPr bwMode="auto">
          <a:xfrm>
            <a:off x="7915275" y="4368800"/>
            <a:ext cx="742950" cy="1058863"/>
            <a:chOff x="4986" y="2752"/>
            <a:chExt cx="468" cy="667"/>
          </a:xfrm>
        </p:grpSpPr>
        <p:sp>
          <p:nvSpPr>
            <p:cNvPr id="16" name="Freeform 19">
              <a:extLst>
                <a:ext uri="{FF2B5EF4-FFF2-40B4-BE49-F238E27FC236}">
                  <a16:creationId xmlns:a16="http://schemas.microsoft.com/office/drawing/2014/main" id="{AC5FAE7A-8D42-402E-ADDD-BC183455A851}"/>
                </a:ext>
              </a:extLst>
            </p:cNvPr>
            <p:cNvSpPr>
              <a:spLocks/>
            </p:cNvSpPr>
            <p:nvPr userDrawn="1"/>
          </p:nvSpPr>
          <p:spPr bwMode="auto">
            <a:xfrm rot="7320404">
              <a:off x="4909" y="2936"/>
              <a:ext cx="629" cy="293"/>
            </a:xfrm>
            <a:custGeom>
              <a:avLst/>
              <a:gdLst>
                <a:gd name="T0" fmla="*/ 30 w 794"/>
                <a:gd name="T1" fmla="*/ 3 h 414"/>
                <a:gd name="T2" fmla="*/ 28 w 794"/>
                <a:gd name="T3" fmla="*/ 3 h 414"/>
                <a:gd name="T4" fmla="*/ 21 w 794"/>
                <a:gd name="T5" fmla="*/ 1 h 414"/>
                <a:gd name="T6" fmla="*/ 2 w 794"/>
                <a:gd name="T7" fmla="*/ 0 h 414"/>
                <a:gd name="T8" fmla="*/ 2 w 794"/>
                <a:gd name="T9" fmla="*/ 1 h 414"/>
                <a:gd name="T10" fmla="*/ 0 w 794"/>
                <a:gd name="T11" fmla="*/ 1 h 414"/>
                <a:gd name="T12" fmla="*/ 2 w 794"/>
                <a:gd name="T13" fmla="*/ 1 h 414"/>
                <a:gd name="T14" fmla="*/ 22 w 794"/>
                <a:gd name="T15" fmla="*/ 3 h 414"/>
                <a:gd name="T16" fmla="*/ 26 w 794"/>
                <a:gd name="T17" fmla="*/ 3 h 414"/>
                <a:gd name="T18" fmla="*/ 30 w 794"/>
                <a:gd name="T19" fmla="*/ 3 h 414"/>
                <a:gd name="T20" fmla="*/ 30 w 794"/>
                <a:gd name="T21" fmla="*/ 3 h 414"/>
                <a:gd name="T22" fmla="*/ 30 w 794"/>
                <a:gd name="T23" fmla="*/ 3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0">
              <a:extLst>
                <a:ext uri="{FF2B5EF4-FFF2-40B4-BE49-F238E27FC236}">
                  <a16:creationId xmlns:a16="http://schemas.microsoft.com/office/drawing/2014/main" id="{CF229C1A-4C3D-4835-A476-141D1D81020D}"/>
                </a:ext>
              </a:extLst>
            </p:cNvPr>
            <p:cNvSpPr>
              <a:spLocks/>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1">
              <a:extLst>
                <a:ext uri="{FF2B5EF4-FFF2-40B4-BE49-F238E27FC236}">
                  <a16:creationId xmlns:a16="http://schemas.microsoft.com/office/drawing/2014/main" id="{70B3D50D-F0E5-4DA4-8F58-81AA8243A288}"/>
                </a:ext>
              </a:extLst>
            </p:cNvPr>
            <p:cNvSpPr>
              <a:spLocks/>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9" name="Group 22">
              <a:extLst>
                <a:ext uri="{FF2B5EF4-FFF2-40B4-BE49-F238E27FC236}">
                  <a16:creationId xmlns:a16="http://schemas.microsoft.com/office/drawing/2014/main" id="{8B9E0CFB-1BD7-4309-955D-2345E7DA3CAA}"/>
                </a:ext>
              </a:extLst>
            </p:cNvPr>
            <p:cNvGrpSpPr>
              <a:grpSpLocks/>
            </p:cNvGrpSpPr>
            <p:nvPr userDrawn="1"/>
          </p:nvGrpSpPr>
          <p:grpSpPr bwMode="auto">
            <a:xfrm>
              <a:off x="4986" y="2752"/>
              <a:ext cx="468" cy="667"/>
              <a:chOff x="4986" y="2752"/>
              <a:chExt cx="468" cy="667"/>
            </a:xfrm>
          </p:grpSpPr>
          <p:sp>
            <p:nvSpPr>
              <p:cNvPr id="20" name="Freeform 23">
                <a:extLst>
                  <a:ext uri="{FF2B5EF4-FFF2-40B4-BE49-F238E27FC236}">
                    <a16:creationId xmlns:a16="http://schemas.microsoft.com/office/drawing/2014/main" id="{D98B2023-C3FF-4EDE-B333-91041F20CD61}"/>
                  </a:ext>
                </a:extLst>
              </p:cNvPr>
              <p:cNvSpPr>
                <a:spLocks/>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4">
                <a:extLst>
                  <a:ext uri="{FF2B5EF4-FFF2-40B4-BE49-F238E27FC236}">
                    <a16:creationId xmlns:a16="http://schemas.microsoft.com/office/drawing/2014/main" id="{3BE63289-7F72-4D89-A6CF-5825A306E128}"/>
                  </a:ext>
                </a:extLst>
              </p:cNvPr>
              <p:cNvSpPr>
                <a:spLocks/>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5">
                <a:extLst>
                  <a:ext uri="{FF2B5EF4-FFF2-40B4-BE49-F238E27FC236}">
                    <a16:creationId xmlns:a16="http://schemas.microsoft.com/office/drawing/2014/main" id="{EFF492FF-2415-4B2D-9B7A-D3882FB4510D}"/>
                  </a:ext>
                </a:extLst>
              </p:cNvPr>
              <p:cNvSpPr>
                <a:spLocks/>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6">
                <a:extLst>
                  <a:ext uri="{FF2B5EF4-FFF2-40B4-BE49-F238E27FC236}">
                    <a16:creationId xmlns:a16="http://schemas.microsoft.com/office/drawing/2014/main" id="{214D1900-971A-4F57-9C2B-6191250AE678}"/>
                  </a:ext>
                </a:extLst>
              </p:cNvPr>
              <p:cNvSpPr>
                <a:spLocks/>
              </p:cNvSpPr>
              <p:nvPr userDrawn="1"/>
            </p:nvSpPr>
            <p:spPr bwMode="auto">
              <a:xfrm rot="7320404">
                <a:off x="5365"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7">
                <a:extLst>
                  <a:ext uri="{FF2B5EF4-FFF2-40B4-BE49-F238E27FC236}">
                    <a16:creationId xmlns:a16="http://schemas.microsoft.com/office/drawing/2014/main" id="{1131286B-1454-4DB6-88A8-3133D53C2FE5}"/>
                  </a:ext>
                </a:extLst>
              </p:cNvPr>
              <p:cNvSpPr>
                <a:spLocks/>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 name="Freeform 28">
            <a:extLst>
              <a:ext uri="{FF2B5EF4-FFF2-40B4-BE49-F238E27FC236}">
                <a16:creationId xmlns:a16="http://schemas.microsoft.com/office/drawing/2014/main" id="{E698805B-39BC-4FDD-BDD9-907953997956}"/>
              </a:ext>
            </a:extLst>
          </p:cNvPr>
          <p:cNvSpPr>
            <a:spLocks/>
          </p:cNvSpPr>
          <p:nvPr/>
        </p:nvSpPr>
        <p:spPr bwMode="auto">
          <a:xfrm>
            <a:off x="901700" y="5054600"/>
            <a:ext cx="6807200" cy="728663"/>
          </a:xfrm>
          <a:custGeom>
            <a:avLst/>
            <a:gdLst>
              <a:gd name="T0" fmla="*/ 0 w 4288"/>
              <a:gd name="T1" fmla="*/ 0 h 459"/>
              <a:gd name="T2" fmla="*/ 2147483647 w 4288"/>
              <a:gd name="T3" fmla="*/ 2147483647 h 459"/>
              <a:gd name="T4" fmla="*/ 2147483647 w 4288"/>
              <a:gd name="T5" fmla="*/ 2147483647 h 459"/>
              <a:gd name="T6" fmla="*/ 2147483647 w 4288"/>
              <a:gd name="T7" fmla="*/ 2147483647 h 459"/>
              <a:gd name="T8" fmla="*/ 2147483647 w 4288"/>
              <a:gd name="T9" fmla="*/ 2147483647 h 459"/>
              <a:gd name="T10" fmla="*/ 2147483647 w 4288"/>
              <a:gd name="T11" fmla="*/ 2147483647 h 459"/>
              <a:gd name="T12" fmla="*/ 2147483647 w 4288"/>
              <a:gd name="T13" fmla="*/ 2147483647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29">
            <a:extLst>
              <a:ext uri="{FF2B5EF4-FFF2-40B4-BE49-F238E27FC236}">
                <a16:creationId xmlns:a16="http://schemas.microsoft.com/office/drawing/2014/main" id="{B8BBF218-B664-40DD-B7D4-AAD615C318C8}"/>
              </a:ext>
            </a:extLst>
          </p:cNvPr>
          <p:cNvSpPr>
            <a:spLocks/>
          </p:cNvSpPr>
          <p:nvPr/>
        </p:nvSpPr>
        <p:spPr bwMode="auto">
          <a:xfrm>
            <a:off x="4076700" y="1930400"/>
            <a:ext cx="889000" cy="381000"/>
          </a:xfrm>
          <a:custGeom>
            <a:avLst/>
            <a:gdLst>
              <a:gd name="T0" fmla="*/ 0 w 560"/>
              <a:gd name="T1" fmla="*/ 2147483647 h 240"/>
              <a:gd name="T2" fmla="*/ 2147483647 w 560"/>
              <a:gd name="T3" fmla="*/ 2147483647 h 240"/>
              <a:gd name="T4" fmla="*/ 2147483647 w 560"/>
              <a:gd name="T5" fmla="*/ 2147483647 h 240"/>
              <a:gd name="T6" fmla="*/ 2147483647 w 560"/>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p>
        </p:txBody>
      </p:sp>
      <p:sp>
        <p:nvSpPr>
          <p:cNvPr id="51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p>
        </p:txBody>
      </p:sp>
      <p:sp>
        <p:nvSpPr>
          <p:cNvPr id="27" name="Rectangle 5">
            <a:extLst>
              <a:ext uri="{FF2B5EF4-FFF2-40B4-BE49-F238E27FC236}">
                <a16:creationId xmlns:a16="http://schemas.microsoft.com/office/drawing/2014/main" id="{F146807A-1CE1-4F64-A018-9DEFA144CD2E}"/>
              </a:ext>
            </a:extLst>
          </p:cNvPr>
          <p:cNvSpPr>
            <a:spLocks noGrp="1" noChangeArrowheads="1"/>
          </p:cNvSpPr>
          <p:nvPr>
            <p:ph type="dt" sz="half" idx="10"/>
          </p:nvPr>
        </p:nvSpPr>
        <p:spPr>
          <a:xfrm>
            <a:off x="685800" y="6248400"/>
            <a:ext cx="1905000" cy="457200"/>
          </a:xfrm>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28" name="Rectangle 6">
            <a:extLst>
              <a:ext uri="{FF2B5EF4-FFF2-40B4-BE49-F238E27FC236}">
                <a16:creationId xmlns:a16="http://schemas.microsoft.com/office/drawing/2014/main" id="{CD7689F5-3062-4101-BD6E-17123804A3CE}"/>
              </a:ext>
            </a:extLst>
          </p:cNvPr>
          <p:cNvSpPr>
            <a:spLocks noGrp="1" noChangeArrowheads="1"/>
          </p:cNvSpPr>
          <p:nvPr>
            <p:ph type="ftr" sz="quarter" idx="11"/>
          </p:nvPr>
        </p:nvSpPr>
        <p:spPr>
          <a:xfrm>
            <a:off x="3124200" y="6248400"/>
            <a:ext cx="2895600" cy="457200"/>
          </a:xfrm>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29" name="Rectangle 7">
            <a:extLst>
              <a:ext uri="{FF2B5EF4-FFF2-40B4-BE49-F238E27FC236}">
                <a16:creationId xmlns:a16="http://schemas.microsoft.com/office/drawing/2014/main" id="{01CBA484-0223-4587-A1E4-B69D57A530F8}"/>
              </a:ext>
            </a:extLst>
          </p:cNvPr>
          <p:cNvSpPr>
            <a:spLocks noGrp="1" noChangeArrowheads="1"/>
          </p:cNvSpPr>
          <p:nvPr>
            <p:ph type="sldNum" sz="quarter" idx="12"/>
          </p:nvPr>
        </p:nvSpPr>
        <p:spPr>
          <a:xfrm>
            <a:off x="65532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9F30BA0-498D-41BB-AAF8-812A67FDDE15}" type="slidenum">
              <a:rPr lang="en-US" altLang="zh-CN"/>
              <a:pPr/>
              <a:t>‹#›</a:t>
            </a:fld>
            <a:endParaRPr lang="en-US" altLang="zh-CN"/>
          </a:p>
        </p:txBody>
      </p:sp>
    </p:spTree>
    <p:extLst>
      <p:ext uri="{BB962C8B-B14F-4D97-AF65-F5344CB8AC3E}">
        <p14:creationId xmlns:p14="http://schemas.microsoft.com/office/powerpoint/2010/main" val="123401707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31A29D9E-2017-4014-8290-C44D8669B0F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36E7BD04-9B59-440C-88EE-5AB8F6155594}"/>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2F92A019-16D7-401D-97DF-F4096B14255E}"/>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84FEC1C-971B-4A78-B18D-F7E5080F7EF7}" type="slidenum">
              <a:rPr lang="en-US" altLang="zh-CN"/>
              <a:pPr/>
              <a:t>‹#›</a:t>
            </a:fld>
            <a:endParaRPr lang="en-US" altLang="zh-CN"/>
          </a:p>
        </p:txBody>
      </p:sp>
    </p:spTree>
    <p:extLst>
      <p:ext uri="{BB962C8B-B14F-4D97-AF65-F5344CB8AC3E}">
        <p14:creationId xmlns:p14="http://schemas.microsoft.com/office/powerpoint/2010/main" val="299431257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7D2E9C0A-2F7F-415E-B52C-D96C4C4721A6}"/>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61C93FC8-C7A7-42CD-AF49-319BCB9B7FAA}"/>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618EAB8F-2C14-43B5-A4AF-64FF60454A5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D64BC0C-20C9-4E78-90DD-C84525EF61FC}" type="slidenum">
              <a:rPr lang="en-US" altLang="zh-CN"/>
              <a:pPr/>
              <a:t>‹#›</a:t>
            </a:fld>
            <a:endParaRPr lang="en-US" altLang="zh-CN"/>
          </a:p>
        </p:txBody>
      </p:sp>
    </p:spTree>
    <p:extLst>
      <p:ext uri="{BB962C8B-B14F-4D97-AF65-F5344CB8AC3E}">
        <p14:creationId xmlns:p14="http://schemas.microsoft.com/office/powerpoint/2010/main" val="200922579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8F713BEE-D8F6-4956-9331-D8A317E3ED37}"/>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F02D5D5A-23C7-4706-BCBD-F2741924A9DD}"/>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4FC2595E-EFE4-4194-A67F-69377A48E158}"/>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D346468D-DAE4-44BC-9D52-9D4B829C1092}" type="slidenum">
              <a:rPr lang="en-US" altLang="zh-CN"/>
              <a:pPr/>
              <a:t>‹#›</a:t>
            </a:fld>
            <a:endParaRPr lang="en-US" altLang="zh-CN"/>
          </a:p>
        </p:txBody>
      </p:sp>
    </p:spTree>
    <p:extLst>
      <p:ext uri="{BB962C8B-B14F-4D97-AF65-F5344CB8AC3E}">
        <p14:creationId xmlns:p14="http://schemas.microsoft.com/office/powerpoint/2010/main" val="329054085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6097AA15-7DA4-4AFD-AA4D-14B5046714F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10F41FDC-4357-4E39-8BA6-4C76527D1A1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9" name="Rectangle 7">
            <a:extLst>
              <a:ext uri="{FF2B5EF4-FFF2-40B4-BE49-F238E27FC236}">
                <a16:creationId xmlns:a16="http://schemas.microsoft.com/office/drawing/2014/main" id="{039C8C1D-BAE6-4361-B279-7CE2EAEC89E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97AC3535-CD5E-4E34-B467-E83DC268E646}" type="slidenum">
              <a:rPr lang="en-US" altLang="zh-CN"/>
              <a:pPr/>
              <a:t>‹#›</a:t>
            </a:fld>
            <a:endParaRPr lang="en-US" altLang="zh-CN"/>
          </a:p>
        </p:txBody>
      </p:sp>
    </p:spTree>
    <p:extLst>
      <p:ext uri="{BB962C8B-B14F-4D97-AF65-F5344CB8AC3E}">
        <p14:creationId xmlns:p14="http://schemas.microsoft.com/office/powerpoint/2010/main" val="42796177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39626818-856C-45BA-9C31-33A8FD75996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B1D92EAE-22D2-4377-A808-931AB32A2D35}"/>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5" name="Rectangle 7">
            <a:extLst>
              <a:ext uri="{FF2B5EF4-FFF2-40B4-BE49-F238E27FC236}">
                <a16:creationId xmlns:a16="http://schemas.microsoft.com/office/drawing/2014/main" id="{E93C7CC6-5289-44BC-80F9-0707787A366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B833B97-DB68-4D62-A68D-C671C0B39B3D}" type="slidenum">
              <a:rPr lang="en-US" altLang="zh-CN"/>
              <a:pPr/>
              <a:t>‹#›</a:t>
            </a:fld>
            <a:endParaRPr lang="en-US" altLang="zh-CN"/>
          </a:p>
        </p:txBody>
      </p:sp>
    </p:spTree>
    <p:extLst>
      <p:ext uri="{BB962C8B-B14F-4D97-AF65-F5344CB8AC3E}">
        <p14:creationId xmlns:p14="http://schemas.microsoft.com/office/powerpoint/2010/main" val="121459654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E9EF6439-C10B-4F39-A430-F0420782B3F6}"/>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3" name="Rectangle 6">
            <a:extLst>
              <a:ext uri="{FF2B5EF4-FFF2-40B4-BE49-F238E27FC236}">
                <a16:creationId xmlns:a16="http://schemas.microsoft.com/office/drawing/2014/main" id="{E26ACFF6-6FD7-4DCD-BBAD-27E25D8074C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4" name="Rectangle 7">
            <a:extLst>
              <a:ext uri="{FF2B5EF4-FFF2-40B4-BE49-F238E27FC236}">
                <a16:creationId xmlns:a16="http://schemas.microsoft.com/office/drawing/2014/main" id="{6D19A963-8A45-4C0D-BDEF-C336C958CCF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401A6536-850E-4DCD-A9EF-0E3E1F2693F5}" type="slidenum">
              <a:rPr lang="en-US" altLang="zh-CN"/>
              <a:pPr/>
              <a:t>‹#›</a:t>
            </a:fld>
            <a:endParaRPr lang="en-US" altLang="zh-CN"/>
          </a:p>
        </p:txBody>
      </p:sp>
    </p:spTree>
    <p:extLst>
      <p:ext uri="{BB962C8B-B14F-4D97-AF65-F5344CB8AC3E}">
        <p14:creationId xmlns:p14="http://schemas.microsoft.com/office/powerpoint/2010/main" val="398425036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36003D0C-9EDD-4081-9428-B477D34ABEA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BEC626CD-8FA5-4476-9387-8C3F05253B32}"/>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612C86EB-6514-440C-B16E-035308BB83D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E05DBCB-6BED-4CE6-B2FA-9A747DDA9786}" type="slidenum">
              <a:rPr lang="en-US" altLang="zh-CN"/>
              <a:pPr/>
              <a:t>‹#›</a:t>
            </a:fld>
            <a:endParaRPr lang="en-US" altLang="zh-CN"/>
          </a:p>
        </p:txBody>
      </p:sp>
    </p:spTree>
    <p:extLst>
      <p:ext uri="{BB962C8B-B14F-4D97-AF65-F5344CB8AC3E}">
        <p14:creationId xmlns:p14="http://schemas.microsoft.com/office/powerpoint/2010/main" val="65161024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C4D8F5E0-59E9-49F4-8EE4-BC96F6F6E62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C3229ED1-2AA3-46F8-B41D-5E96D93A779E}"/>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FC641520-779D-45E3-A713-D401C4CDA15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5B872E3-275F-448E-8622-16125F5F299B}" type="slidenum">
              <a:rPr lang="en-US" altLang="zh-CN"/>
              <a:pPr/>
              <a:t>‹#›</a:t>
            </a:fld>
            <a:endParaRPr lang="en-US" altLang="zh-CN"/>
          </a:p>
        </p:txBody>
      </p:sp>
    </p:spTree>
    <p:extLst>
      <p:ext uri="{BB962C8B-B14F-4D97-AF65-F5344CB8AC3E}">
        <p14:creationId xmlns:p14="http://schemas.microsoft.com/office/powerpoint/2010/main" val="2305399688"/>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3E36D21E-645D-427D-B3EE-38EB6DF44C25}"/>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2CF2A1D4-29DE-4AA7-9970-647C357E6E2A}"/>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DB66ADCF-7E66-44C5-8794-1B9F6C923242}"/>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FC1E6DB-6D6B-4BB7-94B0-27747740F863}" type="slidenum">
              <a:rPr lang="en-US" altLang="zh-CN"/>
              <a:pPr/>
              <a:t>‹#›</a:t>
            </a:fld>
            <a:endParaRPr lang="en-US" altLang="zh-CN"/>
          </a:p>
        </p:txBody>
      </p:sp>
    </p:spTree>
    <p:extLst>
      <p:ext uri="{BB962C8B-B14F-4D97-AF65-F5344CB8AC3E}">
        <p14:creationId xmlns:p14="http://schemas.microsoft.com/office/powerpoint/2010/main" val="53811307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BD38D462-B84B-4C17-B2B9-7A7F94A8CFC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7EE00979-56D4-4F41-8AAC-14AD48F2862A}"/>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8D729BB8-8A3F-4439-97DA-9D415D975050}"/>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71DCC168-FAA3-4EA5-B3D2-7FED19DAB180}" type="slidenum">
              <a:rPr lang="en-US" altLang="zh-CN"/>
              <a:pPr/>
              <a:t>‹#›</a:t>
            </a:fld>
            <a:endParaRPr lang="en-US" altLang="zh-CN"/>
          </a:p>
        </p:txBody>
      </p:sp>
    </p:spTree>
    <p:extLst>
      <p:ext uri="{BB962C8B-B14F-4D97-AF65-F5344CB8AC3E}">
        <p14:creationId xmlns:p14="http://schemas.microsoft.com/office/powerpoint/2010/main" val="198537870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a:extLst>
              <a:ext uri="{FF2B5EF4-FFF2-40B4-BE49-F238E27FC236}">
                <a16:creationId xmlns:a16="http://schemas.microsoft.com/office/drawing/2014/main" id="{56549622-97F8-460D-83C4-166922A1551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B921D2B5-5AF4-45E2-BDB6-FA7E7A81D326}"/>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8" name="Rectangle 7">
            <a:extLst>
              <a:ext uri="{FF2B5EF4-FFF2-40B4-BE49-F238E27FC236}">
                <a16:creationId xmlns:a16="http://schemas.microsoft.com/office/drawing/2014/main" id="{F3985B69-6CE6-4508-9F6A-FBDB548E057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BA83B37-E397-444F-9DCF-42FBCD219187}" type="slidenum">
              <a:rPr lang="en-US" altLang="zh-CN"/>
              <a:pPr/>
              <a:t>‹#›</a:t>
            </a:fld>
            <a:endParaRPr lang="en-US" altLang="zh-CN"/>
          </a:p>
        </p:txBody>
      </p:sp>
    </p:spTree>
    <p:extLst>
      <p:ext uri="{BB962C8B-B14F-4D97-AF65-F5344CB8AC3E}">
        <p14:creationId xmlns:p14="http://schemas.microsoft.com/office/powerpoint/2010/main" val="93440618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内容">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A960C5E-10C7-4815-9AE1-C506454AF85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fld id="{9A215B9B-AB06-4927-A17F-4DBF28DB9902}"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214A4617-CD55-4192-9341-1BD337CEE1A2}"/>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3C2CFA3D-D890-4E69-B23C-ECB41F2E41D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F3668CA-70C1-4A07-991B-0537C742AE05}" type="slidenum">
              <a:rPr lang="en-US" altLang="zh-CN"/>
              <a:pPr/>
              <a:t>‹#›</a:t>
            </a:fld>
            <a:endParaRPr lang="en-US" altLang="zh-CN"/>
          </a:p>
        </p:txBody>
      </p:sp>
    </p:spTree>
    <p:extLst>
      <p:ext uri="{BB962C8B-B14F-4D97-AF65-F5344CB8AC3E}">
        <p14:creationId xmlns:p14="http://schemas.microsoft.com/office/powerpoint/2010/main" val="2867112516"/>
      </p:ext>
    </p:extLst>
  </p:cSld>
  <p:clrMapOvr>
    <a:masterClrMapping/>
  </p:clrMapOvr>
  <p:transition spd="med"/>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DAE0FF-C269-434F-8104-627E0FD6C56F}"/>
              </a:ext>
            </a:extLst>
          </p:cNvPr>
          <p:cNvSpPr>
            <a:spLocks/>
          </p:cNvSpPr>
          <p:nvPr/>
        </p:nvSpPr>
        <p:spPr bwMode="blackWhite">
          <a:xfrm>
            <a:off x="20638" y="12700"/>
            <a:ext cx="8896350" cy="6780213"/>
          </a:xfrm>
          <a:custGeom>
            <a:avLst/>
            <a:gdLst>
              <a:gd name="T0" fmla="*/ 2147483647 w 3985"/>
              <a:gd name="T1" fmla="*/ 0 h 3619"/>
              <a:gd name="T2" fmla="*/ 0 w 3985"/>
              <a:gd name="T3" fmla="*/ 2147483647 h 3619"/>
              <a:gd name="T4" fmla="*/ 2147483647 w 3985"/>
              <a:gd name="T5" fmla="*/ 2147483647 h 3619"/>
              <a:gd name="T6" fmla="*/ 2147483647 w 3985"/>
              <a:gd name="T7" fmla="*/ 2147483647 h 3619"/>
              <a:gd name="T8" fmla="*/ 2147483647 w 3985"/>
              <a:gd name="T9" fmla="*/ 0 h 3619"/>
              <a:gd name="T10" fmla="*/ 2147483647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 name="Group 8">
            <a:extLst>
              <a:ext uri="{FF2B5EF4-FFF2-40B4-BE49-F238E27FC236}">
                <a16:creationId xmlns:a16="http://schemas.microsoft.com/office/drawing/2014/main" id="{4E900155-1899-48E3-AB6F-CC9D89A911DB}"/>
              </a:ext>
            </a:extLst>
          </p:cNvPr>
          <p:cNvGrpSpPr>
            <a:grpSpLocks/>
          </p:cNvGrpSpPr>
          <p:nvPr/>
        </p:nvGrpSpPr>
        <p:grpSpPr bwMode="auto">
          <a:xfrm>
            <a:off x="195263" y="234950"/>
            <a:ext cx="3787775" cy="1778000"/>
            <a:chOff x="123" y="148"/>
            <a:chExt cx="2386" cy="1120"/>
          </a:xfrm>
        </p:grpSpPr>
        <p:sp>
          <p:nvSpPr>
            <p:cNvPr id="6" name="Freeform 9">
              <a:extLst>
                <a:ext uri="{FF2B5EF4-FFF2-40B4-BE49-F238E27FC236}">
                  <a16:creationId xmlns:a16="http://schemas.microsoft.com/office/drawing/2014/main" id="{80CB5BB4-1FEA-4BB3-8E53-3DE548670B3F}"/>
                </a:ext>
              </a:extLst>
            </p:cNvPr>
            <p:cNvSpPr>
              <a:spLocks/>
            </p:cNvSpPr>
            <p:nvPr userDrawn="1"/>
          </p:nvSpPr>
          <p:spPr bwMode="auto">
            <a:xfrm>
              <a:off x="177" y="177"/>
              <a:ext cx="2250" cy="1017"/>
            </a:xfrm>
            <a:custGeom>
              <a:avLst/>
              <a:gdLst>
                <a:gd name="T0" fmla="*/ 1709583146 w 794"/>
                <a:gd name="T1" fmla="*/ 115072248 h 414"/>
                <a:gd name="T2" fmla="*/ 1528876213 w 794"/>
                <a:gd name="T3" fmla="*/ 92666539 h 414"/>
                <a:gd name="T4" fmla="*/ 1197511090 w 794"/>
                <a:gd name="T5" fmla="*/ 61231109 h 414"/>
                <a:gd name="T6" fmla="*/ 152827569 w 794"/>
                <a:gd name="T7" fmla="*/ 0 h 414"/>
                <a:gd name="T8" fmla="*/ 49289971 w 794"/>
                <a:gd name="T9" fmla="*/ 5801295 h 414"/>
                <a:gd name="T10" fmla="*/ 0 w 794"/>
                <a:gd name="T11" fmla="*/ 24200972 h 414"/>
                <a:gd name="T12" fmla="*/ 60067782 w 794"/>
                <a:gd name="T13" fmla="*/ 45194728 h 414"/>
                <a:gd name="T14" fmla="*/ 1227229359 w 794"/>
                <a:gd name="T15" fmla="*/ 119225010 h 414"/>
                <a:gd name="T16" fmla="*/ 1482956490 w 794"/>
                <a:gd name="T17" fmla="*/ 114484439 h 414"/>
                <a:gd name="T18" fmla="*/ 1689715221 w 794"/>
                <a:gd name="T19" fmla="*/ 120616028 h 414"/>
                <a:gd name="T20" fmla="*/ 1709583146 w 794"/>
                <a:gd name="T21" fmla="*/ 115072248 h 414"/>
                <a:gd name="T22" fmla="*/ 1709583146 w 794"/>
                <a:gd name="T23" fmla="*/ 115072248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
              <a:extLst>
                <a:ext uri="{FF2B5EF4-FFF2-40B4-BE49-F238E27FC236}">
                  <a16:creationId xmlns:a16="http://schemas.microsoft.com/office/drawing/2014/main" id="{52584AE6-64B8-408A-8735-98E46C0CB1A0}"/>
                </a:ext>
              </a:extLst>
            </p:cNvPr>
            <p:cNvSpPr>
              <a:spLocks/>
            </p:cNvSpPr>
            <p:nvPr userDrawn="1"/>
          </p:nvSpPr>
          <p:spPr bwMode="auto">
            <a:xfrm>
              <a:off x="166" y="261"/>
              <a:ext cx="2244" cy="1007"/>
            </a:xfrm>
            <a:custGeom>
              <a:avLst/>
              <a:gdLst>
                <a:gd name="T0" fmla="*/ 17655 w 1586"/>
                <a:gd name="T1" fmla="*/ 0 h 821"/>
                <a:gd name="T2" fmla="*/ 171483 w 1586"/>
                <a:gd name="T3" fmla="*/ 9051 h 821"/>
                <a:gd name="T4" fmla="*/ 183970 w 1586"/>
                <a:gd name="T5" fmla="*/ 11127 h 821"/>
                <a:gd name="T6" fmla="*/ 204354 w 1586"/>
                <a:gd name="T7" fmla="*/ 13811 h 821"/>
                <a:gd name="T8" fmla="*/ 201650 w 1586"/>
                <a:gd name="T9" fmla="*/ 14319 h 821"/>
                <a:gd name="T10" fmla="*/ 173900 w 1586"/>
                <a:gd name="T11" fmla="*/ 13724 h 821"/>
                <a:gd name="T12" fmla="*/ 147498 w 1586"/>
                <a:gd name="T13" fmla="*/ 14145 h 821"/>
                <a:gd name="T14" fmla="*/ 5333 w 1586"/>
                <a:gd name="T15" fmla="*/ 5212 h 821"/>
                <a:gd name="T16" fmla="*/ 0 w 1586"/>
                <a:gd name="T17" fmla="*/ 2617 h 821"/>
                <a:gd name="T18" fmla="*/ 5914 w 1586"/>
                <a:gd name="T19" fmla="*/ 552 h 821"/>
                <a:gd name="T20" fmla="*/ 17655 w 1586"/>
                <a:gd name="T21" fmla="*/ 0 h 821"/>
                <a:gd name="T22" fmla="*/ 17655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1">
              <a:extLst>
                <a:ext uri="{FF2B5EF4-FFF2-40B4-BE49-F238E27FC236}">
                  <a16:creationId xmlns:a16="http://schemas.microsoft.com/office/drawing/2014/main" id="{31E28DC1-D143-42F6-920C-B9D024863E6B}"/>
                </a:ext>
              </a:extLst>
            </p:cNvPr>
            <p:cNvSpPr>
              <a:spLocks/>
            </p:cNvSpPr>
            <p:nvPr userDrawn="1"/>
          </p:nvSpPr>
          <p:spPr bwMode="auto">
            <a:xfrm>
              <a:off x="474" y="344"/>
              <a:ext cx="1488" cy="919"/>
            </a:xfrm>
            <a:custGeom>
              <a:avLst/>
              <a:gdLst>
                <a:gd name="T0" fmla="*/ 0 w 1049"/>
                <a:gd name="T1" fmla="*/ 5909 h 747"/>
                <a:gd name="T2" fmla="*/ 123098 w 1049"/>
                <a:gd name="T3" fmla="*/ 13593 h 747"/>
                <a:gd name="T4" fmla="*/ 125388 w 1049"/>
                <a:gd name="T5" fmla="*/ 9718 h 747"/>
                <a:gd name="T6" fmla="*/ 140072 w 1049"/>
                <a:gd name="T7" fmla="*/ 7683 h 747"/>
                <a:gd name="T8" fmla="*/ 10413 w 1049"/>
                <a:gd name="T9" fmla="*/ 0 h 747"/>
                <a:gd name="T10" fmla="*/ 0 w 1049"/>
                <a:gd name="T11" fmla="*/ 2302 h 747"/>
                <a:gd name="T12" fmla="*/ 0 w 1049"/>
                <a:gd name="T13" fmla="*/ 5909 h 747"/>
                <a:gd name="T14" fmla="*/ 0 w 1049"/>
                <a:gd name="T15" fmla="*/ 5909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 name="Group 12">
              <a:extLst>
                <a:ext uri="{FF2B5EF4-FFF2-40B4-BE49-F238E27FC236}">
                  <a16:creationId xmlns:a16="http://schemas.microsoft.com/office/drawing/2014/main" id="{6D35A58E-1BD1-49C8-9B27-7E40AEBC333B}"/>
                </a:ext>
              </a:extLst>
            </p:cNvPr>
            <p:cNvGrpSpPr>
              <a:grpSpLocks/>
            </p:cNvGrpSpPr>
            <p:nvPr userDrawn="1"/>
          </p:nvGrpSpPr>
          <p:grpSpPr bwMode="auto">
            <a:xfrm>
              <a:off x="123" y="148"/>
              <a:ext cx="2386" cy="1081"/>
              <a:chOff x="123" y="148"/>
              <a:chExt cx="2386" cy="1081"/>
            </a:xfrm>
          </p:grpSpPr>
          <p:sp>
            <p:nvSpPr>
              <p:cNvPr id="10" name="Freeform 13">
                <a:extLst>
                  <a:ext uri="{FF2B5EF4-FFF2-40B4-BE49-F238E27FC236}">
                    <a16:creationId xmlns:a16="http://schemas.microsoft.com/office/drawing/2014/main" id="{8BB240E1-5CF9-4641-A25B-51251DE9C364}"/>
                  </a:ext>
                </a:extLst>
              </p:cNvPr>
              <p:cNvSpPr>
                <a:spLocks/>
              </p:cNvSpPr>
              <p:nvPr userDrawn="1"/>
            </p:nvSpPr>
            <p:spPr bwMode="auto">
              <a:xfrm>
                <a:off x="2005" y="934"/>
                <a:ext cx="212" cy="214"/>
              </a:xfrm>
              <a:custGeom>
                <a:avLst/>
                <a:gdLst>
                  <a:gd name="T0" fmla="*/ 13933 w 150"/>
                  <a:gd name="T1" fmla="*/ 0 h 173"/>
                  <a:gd name="T2" fmla="*/ 5128 w 150"/>
                  <a:gd name="T3" fmla="*/ 1304 h 173"/>
                  <a:gd name="T4" fmla="*/ 0 w 150"/>
                  <a:gd name="T5" fmla="*/ 3402 h 173"/>
                  <a:gd name="T6" fmla="*/ 10138 w 150"/>
                  <a:gd name="T7" fmla="*/ 3144 h 173"/>
                  <a:gd name="T8" fmla="*/ 13059 w 150"/>
                  <a:gd name="T9" fmla="*/ 1661 h 173"/>
                  <a:gd name="T10" fmla="*/ 19056 w 150"/>
                  <a:gd name="T11" fmla="*/ 527 h 173"/>
                  <a:gd name="T12" fmla="*/ 13933 w 150"/>
                  <a:gd name="T13" fmla="*/ 0 h 173"/>
                  <a:gd name="T14" fmla="*/ 13933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4">
                <a:extLst>
                  <a:ext uri="{FF2B5EF4-FFF2-40B4-BE49-F238E27FC236}">
                    <a16:creationId xmlns:a16="http://schemas.microsoft.com/office/drawing/2014/main" id="{742A6B8B-E054-4CBA-B932-F6A81C3CB89F}"/>
                  </a:ext>
                </a:extLst>
              </p:cNvPr>
              <p:cNvSpPr>
                <a:spLocks/>
              </p:cNvSpPr>
              <p:nvPr userDrawn="1"/>
            </p:nvSpPr>
            <p:spPr bwMode="auto">
              <a:xfrm>
                <a:off x="123" y="148"/>
                <a:ext cx="2386" cy="1081"/>
              </a:xfrm>
              <a:custGeom>
                <a:avLst/>
                <a:gdLst>
                  <a:gd name="T0" fmla="*/ 20489 w 1684"/>
                  <a:gd name="T1" fmla="*/ 0 h 880"/>
                  <a:gd name="T2" fmla="*/ 8284 w 1684"/>
                  <a:gd name="T3" fmla="*/ 927 h 880"/>
                  <a:gd name="T4" fmla="*/ 0 w 1684"/>
                  <a:gd name="T5" fmla="*/ 3707 h 880"/>
                  <a:gd name="T6" fmla="*/ 8836 w 1684"/>
                  <a:gd name="T7" fmla="*/ 6394 h 880"/>
                  <a:gd name="T8" fmla="*/ 155303 w 1684"/>
                  <a:gd name="T9" fmla="*/ 15445 h 880"/>
                  <a:gd name="T10" fmla="*/ 186855 w 1684"/>
                  <a:gd name="T11" fmla="*/ 14882 h 880"/>
                  <a:gd name="T12" fmla="*/ 212422 w 1684"/>
                  <a:gd name="T13" fmla="*/ 15679 h 880"/>
                  <a:gd name="T14" fmla="*/ 221293 w 1684"/>
                  <a:gd name="T15" fmla="*/ 14413 h 880"/>
                  <a:gd name="T16" fmla="*/ 197354 w 1684"/>
                  <a:gd name="T17" fmla="*/ 11826 h 880"/>
                  <a:gd name="T18" fmla="*/ 187627 w 1684"/>
                  <a:gd name="T19" fmla="*/ 9132 h 880"/>
                  <a:gd name="T20" fmla="*/ 179950 w 1684"/>
                  <a:gd name="T21" fmla="*/ 9390 h 880"/>
                  <a:gd name="T22" fmla="*/ 189071 w 1684"/>
                  <a:gd name="T23" fmla="*/ 11826 h 880"/>
                  <a:gd name="T24" fmla="*/ 207357 w 1684"/>
                  <a:gd name="T25" fmla="*/ 14423 h 880"/>
                  <a:gd name="T26" fmla="*/ 185696 w 1684"/>
                  <a:gd name="T27" fmla="*/ 14024 h 880"/>
                  <a:gd name="T28" fmla="*/ 160155 w 1684"/>
                  <a:gd name="T29" fmla="*/ 14488 h 880"/>
                  <a:gd name="T30" fmla="*/ 164882 w 1684"/>
                  <a:gd name="T31" fmla="*/ 11573 h 880"/>
                  <a:gd name="T32" fmla="*/ 175833 w 1684"/>
                  <a:gd name="T33" fmla="*/ 9587 h 880"/>
                  <a:gd name="T34" fmla="*/ 163013 w 1684"/>
                  <a:gd name="T35" fmla="*/ 9835 h 880"/>
                  <a:gd name="T36" fmla="*/ 153074 w 1684"/>
                  <a:gd name="T37" fmla="*/ 11733 h 880"/>
                  <a:gd name="T38" fmla="*/ 149696 w 1684"/>
                  <a:gd name="T39" fmla="*/ 14098 h 880"/>
                  <a:gd name="T40" fmla="*/ 14077 w 1684"/>
                  <a:gd name="T41" fmla="*/ 5522 h 880"/>
                  <a:gd name="T42" fmla="*/ 10481 w 1684"/>
                  <a:gd name="T43" fmla="*/ 3825 h 880"/>
                  <a:gd name="T44" fmla="*/ 13528 w 1684"/>
                  <a:gd name="T45" fmla="*/ 1703 h 880"/>
                  <a:gd name="T46" fmla="*/ 28469 w 1684"/>
                  <a:gd name="T47" fmla="*/ 0 h 880"/>
                  <a:gd name="T48" fmla="*/ 20489 w 1684"/>
                  <a:gd name="T49" fmla="*/ 0 h 880"/>
                  <a:gd name="T50" fmla="*/ 20489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5">
                <a:extLst>
                  <a:ext uri="{FF2B5EF4-FFF2-40B4-BE49-F238E27FC236}">
                    <a16:creationId xmlns:a16="http://schemas.microsoft.com/office/drawing/2014/main" id="{C8DE1088-EB55-4A3A-B682-621BAD9958C9}"/>
                  </a:ext>
                </a:extLst>
              </p:cNvPr>
              <p:cNvSpPr>
                <a:spLocks/>
              </p:cNvSpPr>
              <p:nvPr userDrawn="1"/>
            </p:nvSpPr>
            <p:spPr bwMode="auto">
              <a:xfrm>
                <a:off x="324" y="158"/>
                <a:ext cx="1686" cy="614"/>
              </a:xfrm>
              <a:custGeom>
                <a:avLst/>
                <a:gdLst>
                  <a:gd name="T0" fmla="*/ 13151 w 1190"/>
                  <a:gd name="T1" fmla="*/ 0 h 500"/>
                  <a:gd name="T2" fmla="*/ 156309 w 1190"/>
                  <a:gd name="T3" fmla="*/ 8688 h 500"/>
                  <a:gd name="T4" fmla="*/ 141239 w 1190"/>
                  <a:gd name="T5" fmla="*/ 8864 h 500"/>
                  <a:gd name="T6" fmla="*/ 0 w 1190"/>
                  <a:gd name="T7" fmla="*/ 478 h 500"/>
                  <a:gd name="T8" fmla="*/ 13151 w 1190"/>
                  <a:gd name="T9" fmla="*/ 0 h 500"/>
                  <a:gd name="T10" fmla="*/ 1315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6">
                <a:extLst>
                  <a:ext uri="{FF2B5EF4-FFF2-40B4-BE49-F238E27FC236}">
                    <a16:creationId xmlns:a16="http://schemas.microsoft.com/office/drawing/2014/main" id="{CE0840EA-5FAA-4A34-B585-0BEC2F2FB176}"/>
                  </a:ext>
                </a:extLst>
              </p:cNvPr>
              <p:cNvSpPr>
                <a:spLocks/>
              </p:cNvSpPr>
              <p:nvPr userDrawn="1"/>
            </p:nvSpPr>
            <p:spPr bwMode="auto">
              <a:xfrm>
                <a:off x="409" y="251"/>
                <a:ext cx="227" cy="410"/>
              </a:xfrm>
              <a:custGeom>
                <a:avLst/>
                <a:gdLst>
                  <a:gd name="T0" fmla="*/ 15561 w 160"/>
                  <a:gd name="T1" fmla="*/ 0 h 335"/>
                  <a:gd name="T2" fmla="*/ 2548 w 160"/>
                  <a:gd name="T3" fmla="*/ 1804 h 335"/>
                  <a:gd name="T4" fmla="*/ 0 w 160"/>
                  <a:gd name="T5" fmla="*/ 3885 h 335"/>
                  <a:gd name="T6" fmla="*/ 4465 w 160"/>
                  <a:gd name="T7" fmla="*/ 5312 h 335"/>
                  <a:gd name="T8" fmla="*/ 12547 w 160"/>
                  <a:gd name="T9" fmla="*/ 5663 h 335"/>
                  <a:gd name="T10" fmla="*/ 10187 w 160"/>
                  <a:gd name="T11" fmla="*/ 2593 h 335"/>
                  <a:gd name="T12" fmla="*/ 21405 w 160"/>
                  <a:gd name="T13" fmla="*/ 296 h 335"/>
                  <a:gd name="T14" fmla="*/ 15561 w 160"/>
                  <a:gd name="T15" fmla="*/ 0 h 335"/>
                  <a:gd name="T16" fmla="*/ 1556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a:extLst>
                  <a:ext uri="{FF2B5EF4-FFF2-40B4-BE49-F238E27FC236}">
                    <a16:creationId xmlns:a16="http://schemas.microsoft.com/office/drawing/2014/main" id="{BE9C7609-34DA-4FB2-A6BB-891FC309AEDC}"/>
                  </a:ext>
                </a:extLst>
              </p:cNvPr>
              <p:cNvSpPr>
                <a:spLocks/>
              </p:cNvSpPr>
              <p:nvPr userDrawn="1"/>
            </p:nvSpPr>
            <p:spPr bwMode="auto">
              <a:xfrm>
                <a:off x="846" y="536"/>
                <a:ext cx="691" cy="364"/>
              </a:xfrm>
              <a:custGeom>
                <a:avLst/>
                <a:gdLst>
                  <a:gd name="T0" fmla="*/ 1814 w 489"/>
                  <a:gd name="T1" fmla="*/ 621 h 296"/>
                  <a:gd name="T2" fmla="*/ 20214 w 489"/>
                  <a:gd name="T3" fmla="*/ 1200 h 296"/>
                  <a:gd name="T4" fmla="*/ 41016 w 489"/>
                  <a:gd name="T5" fmla="*/ 2483 h 296"/>
                  <a:gd name="T6" fmla="*/ 55704 w 489"/>
                  <a:gd name="T7" fmla="*/ 4402 h 296"/>
                  <a:gd name="T8" fmla="*/ 41264 w 489"/>
                  <a:gd name="T9" fmla="*/ 4163 h 296"/>
                  <a:gd name="T10" fmla="*/ 17546 w 489"/>
                  <a:gd name="T11" fmla="*/ 2645 h 296"/>
                  <a:gd name="T12" fmla="*/ 6314 w 489"/>
                  <a:gd name="T13" fmla="*/ 1447 h 296"/>
                  <a:gd name="T14" fmla="*/ 13505 w 489"/>
                  <a:gd name="T15" fmla="*/ 2949 h 296"/>
                  <a:gd name="T16" fmla="*/ 34421 w 489"/>
                  <a:gd name="T17" fmla="*/ 4880 h 296"/>
                  <a:gd name="T18" fmla="*/ 58958 w 489"/>
                  <a:gd name="T19" fmla="*/ 5369 h 296"/>
                  <a:gd name="T20" fmla="*/ 61882 w 489"/>
                  <a:gd name="T21" fmla="*/ 4053 h 296"/>
                  <a:gd name="T22" fmla="*/ 49876 w 489"/>
                  <a:gd name="T23" fmla="*/ 2179 h 296"/>
                  <a:gd name="T24" fmla="*/ 21492 w 489"/>
                  <a:gd name="T25" fmla="*/ 314 h 296"/>
                  <a:gd name="T26" fmla="*/ 0 w 489"/>
                  <a:gd name="T27" fmla="*/ 0 h 296"/>
                  <a:gd name="T28" fmla="*/ 1814 w 489"/>
                  <a:gd name="T29" fmla="*/ 621 h 296"/>
                  <a:gd name="T30" fmla="*/ 1814 w 489"/>
                  <a:gd name="T31" fmla="*/ 6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5" name="Group 18">
            <a:extLst>
              <a:ext uri="{FF2B5EF4-FFF2-40B4-BE49-F238E27FC236}">
                <a16:creationId xmlns:a16="http://schemas.microsoft.com/office/drawing/2014/main" id="{FD787715-B1CF-4224-A325-E9A832584F80}"/>
              </a:ext>
            </a:extLst>
          </p:cNvPr>
          <p:cNvGrpSpPr>
            <a:grpSpLocks/>
          </p:cNvGrpSpPr>
          <p:nvPr/>
        </p:nvGrpSpPr>
        <p:grpSpPr bwMode="auto">
          <a:xfrm>
            <a:off x="7915275" y="4368800"/>
            <a:ext cx="742950" cy="1058863"/>
            <a:chOff x="4986" y="2752"/>
            <a:chExt cx="468" cy="667"/>
          </a:xfrm>
        </p:grpSpPr>
        <p:sp>
          <p:nvSpPr>
            <p:cNvPr id="16" name="Freeform 19">
              <a:extLst>
                <a:ext uri="{FF2B5EF4-FFF2-40B4-BE49-F238E27FC236}">
                  <a16:creationId xmlns:a16="http://schemas.microsoft.com/office/drawing/2014/main" id="{37BDD005-ABA7-4F0C-8D2B-878BB28604C0}"/>
                </a:ext>
              </a:extLst>
            </p:cNvPr>
            <p:cNvSpPr>
              <a:spLocks/>
            </p:cNvSpPr>
            <p:nvPr userDrawn="1"/>
          </p:nvSpPr>
          <p:spPr bwMode="auto">
            <a:xfrm rot="7320404">
              <a:off x="4909" y="2936"/>
              <a:ext cx="629" cy="293"/>
            </a:xfrm>
            <a:custGeom>
              <a:avLst/>
              <a:gdLst>
                <a:gd name="T0" fmla="*/ 30 w 794"/>
                <a:gd name="T1" fmla="*/ 3 h 414"/>
                <a:gd name="T2" fmla="*/ 28 w 794"/>
                <a:gd name="T3" fmla="*/ 3 h 414"/>
                <a:gd name="T4" fmla="*/ 21 w 794"/>
                <a:gd name="T5" fmla="*/ 1 h 414"/>
                <a:gd name="T6" fmla="*/ 2 w 794"/>
                <a:gd name="T7" fmla="*/ 0 h 414"/>
                <a:gd name="T8" fmla="*/ 2 w 794"/>
                <a:gd name="T9" fmla="*/ 1 h 414"/>
                <a:gd name="T10" fmla="*/ 0 w 794"/>
                <a:gd name="T11" fmla="*/ 1 h 414"/>
                <a:gd name="T12" fmla="*/ 2 w 794"/>
                <a:gd name="T13" fmla="*/ 1 h 414"/>
                <a:gd name="T14" fmla="*/ 22 w 794"/>
                <a:gd name="T15" fmla="*/ 3 h 414"/>
                <a:gd name="T16" fmla="*/ 26 w 794"/>
                <a:gd name="T17" fmla="*/ 3 h 414"/>
                <a:gd name="T18" fmla="*/ 30 w 794"/>
                <a:gd name="T19" fmla="*/ 3 h 414"/>
                <a:gd name="T20" fmla="*/ 30 w 794"/>
                <a:gd name="T21" fmla="*/ 3 h 414"/>
                <a:gd name="T22" fmla="*/ 30 w 794"/>
                <a:gd name="T23" fmla="*/ 3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0">
              <a:extLst>
                <a:ext uri="{FF2B5EF4-FFF2-40B4-BE49-F238E27FC236}">
                  <a16:creationId xmlns:a16="http://schemas.microsoft.com/office/drawing/2014/main" id="{4609051D-76AE-496B-BF12-BBF01655D589}"/>
                </a:ext>
              </a:extLst>
            </p:cNvPr>
            <p:cNvSpPr>
              <a:spLocks/>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1">
              <a:extLst>
                <a:ext uri="{FF2B5EF4-FFF2-40B4-BE49-F238E27FC236}">
                  <a16:creationId xmlns:a16="http://schemas.microsoft.com/office/drawing/2014/main" id="{510C1A48-EA55-4EAF-A8AC-6ECAB61088FB}"/>
                </a:ext>
              </a:extLst>
            </p:cNvPr>
            <p:cNvSpPr>
              <a:spLocks/>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9" name="Group 22">
              <a:extLst>
                <a:ext uri="{FF2B5EF4-FFF2-40B4-BE49-F238E27FC236}">
                  <a16:creationId xmlns:a16="http://schemas.microsoft.com/office/drawing/2014/main" id="{BA7D1896-008A-45F6-B7EB-C6C7B3209C6B}"/>
                </a:ext>
              </a:extLst>
            </p:cNvPr>
            <p:cNvGrpSpPr>
              <a:grpSpLocks/>
            </p:cNvGrpSpPr>
            <p:nvPr userDrawn="1"/>
          </p:nvGrpSpPr>
          <p:grpSpPr bwMode="auto">
            <a:xfrm>
              <a:off x="4986" y="2752"/>
              <a:ext cx="468" cy="667"/>
              <a:chOff x="4986" y="2752"/>
              <a:chExt cx="468" cy="667"/>
            </a:xfrm>
          </p:grpSpPr>
          <p:sp>
            <p:nvSpPr>
              <p:cNvPr id="20" name="Freeform 23">
                <a:extLst>
                  <a:ext uri="{FF2B5EF4-FFF2-40B4-BE49-F238E27FC236}">
                    <a16:creationId xmlns:a16="http://schemas.microsoft.com/office/drawing/2014/main" id="{69187D7F-7787-4EF6-9CCC-EC323D23577A}"/>
                  </a:ext>
                </a:extLst>
              </p:cNvPr>
              <p:cNvSpPr>
                <a:spLocks/>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4">
                <a:extLst>
                  <a:ext uri="{FF2B5EF4-FFF2-40B4-BE49-F238E27FC236}">
                    <a16:creationId xmlns:a16="http://schemas.microsoft.com/office/drawing/2014/main" id="{B4256324-945F-4DA5-B22A-0C7573B4C734}"/>
                  </a:ext>
                </a:extLst>
              </p:cNvPr>
              <p:cNvSpPr>
                <a:spLocks/>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5">
                <a:extLst>
                  <a:ext uri="{FF2B5EF4-FFF2-40B4-BE49-F238E27FC236}">
                    <a16:creationId xmlns:a16="http://schemas.microsoft.com/office/drawing/2014/main" id="{B4E6430D-CF6A-49F1-9668-77FC75EB4C86}"/>
                  </a:ext>
                </a:extLst>
              </p:cNvPr>
              <p:cNvSpPr>
                <a:spLocks/>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6">
                <a:extLst>
                  <a:ext uri="{FF2B5EF4-FFF2-40B4-BE49-F238E27FC236}">
                    <a16:creationId xmlns:a16="http://schemas.microsoft.com/office/drawing/2014/main" id="{00B4616F-ED41-4561-A35B-4324C6A43A5E}"/>
                  </a:ext>
                </a:extLst>
              </p:cNvPr>
              <p:cNvSpPr>
                <a:spLocks/>
              </p:cNvSpPr>
              <p:nvPr userDrawn="1"/>
            </p:nvSpPr>
            <p:spPr bwMode="auto">
              <a:xfrm rot="7320404">
                <a:off x="5365"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7">
                <a:extLst>
                  <a:ext uri="{FF2B5EF4-FFF2-40B4-BE49-F238E27FC236}">
                    <a16:creationId xmlns:a16="http://schemas.microsoft.com/office/drawing/2014/main" id="{266B196C-F510-4A90-9338-26E8ACCDA712}"/>
                  </a:ext>
                </a:extLst>
              </p:cNvPr>
              <p:cNvSpPr>
                <a:spLocks/>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 name="Freeform 28">
            <a:extLst>
              <a:ext uri="{FF2B5EF4-FFF2-40B4-BE49-F238E27FC236}">
                <a16:creationId xmlns:a16="http://schemas.microsoft.com/office/drawing/2014/main" id="{F4C71BB3-D384-4AA8-B9AA-095FE3FD82CC}"/>
              </a:ext>
            </a:extLst>
          </p:cNvPr>
          <p:cNvSpPr>
            <a:spLocks/>
          </p:cNvSpPr>
          <p:nvPr/>
        </p:nvSpPr>
        <p:spPr bwMode="auto">
          <a:xfrm>
            <a:off x="901700" y="5054600"/>
            <a:ext cx="6807200" cy="728663"/>
          </a:xfrm>
          <a:custGeom>
            <a:avLst/>
            <a:gdLst>
              <a:gd name="T0" fmla="*/ 0 w 4288"/>
              <a:gd name="T1" fmla="*/ 0 h 459"/>
              <a:gd name="T2" fmla="*/ 2147483647 w 4288"/>
              <a:gd name="T3" fmla="*/ 2147483647 h 459"/>
              <a:gd name="T4" fmla="*/ 2147483647 w 4288"/>
              <a:gd name="T5" fmla="*/ 2147483647 h 459"/>
              <a:gd name="T6" fmla="*/ 2147483647 w 4288"/>
              <a:gd name="T7" fmla="*/ 2147483647 h 459"/>
              <a:gd name="T8" fmla="*/ 2147483647 w 4288"/>
              <a:gd name="T9" fmla="*/ 2147483647 h 459"/>
              <a:gd name="T10" fmla="*/ 2147483647 w 4288"/>
              <a:gd name="T11" fmla="*/ 2147483647 h 459"/>
              <a:gd name="T12" fmla="*/ 2147483647 w 4288"/>
              <a:gd name="T13" fmla="*/ 2147483647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29">
            <a:extLst>
              <a:ext uri="{FF2B5EF4-FFF2-40B4-BE49-F238E27FC236}">
                <a16:creationId xmlns:a16="http://schemas.microsoft.com/office/drawing/2014/main" id="{AEE9C124-3A70-429D-8BE5-A5E16EB597E4}"/>
              </a:ext>
            </a:extLst>
          </p:cNvPr>
          <p:cNvSpPr>
            <a:spLocks/>
          </p:cNvSpPr>
          <p:nvPr/>
        </p:nvSpPr>
        <p:spPr bwMode="auto">
          <a:xfrm>
            <a:off x="4076700" y="1930400"/>
            <a:ext cx="889000" cy="381000"/>
          </a:xfrm>
          <a:custGeom>
            <a:avLst/>
            <a:gdLst>
              <a:gd name="T0" fmla="*/ 0 w 560"/>
              <a:gd name="T1" fmla="*/ 2147483647 h 240"/>
              <a:gd name="T2" fmla="*/ 2147483647 w 560"/>
              <a:gd name="T3" fmla="*/ 2147483647 h 240"/>
              <a:gd name="T4" fmla="*/ 2147483647 w 560"/>
              <a:gd name="T5" fmla="*/ 2147483647 h 240"/>
              <a:gd name="T6" fmla="*/ 2147483647 w 560"/>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p>
        </p:txBody>
      </p:sp>
      <p:sp>
        <p:nvSpPr>
          <p:cNvPr id="51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p>
        </p:txBody>
      </p:sp>
      <p:sp>
        <p:nvSpPr>
          <p:cNvPr id="27" name="Rectangle 5">
            <a:extLst>
              <a:ext uri="{FF2B5EF4-FFF2-40B4-BE49-F238E27FC236}">
                <a16:creationId xmlns:a16="http://schemas.microsoft.com/office/drawing/2014/main" id="{4D9E1F95-B37B-4916-98D1-84A588C8D3E5}"/>
              </a:ext>
            </a:extLst>
          </p:cNvPr>
          <p:cNvSpPr>
            <a:spLocks noGrp="1" noChangeArrowheads="1"/>
          </p:cNvSpPr>
          <p:nvPr>
            <p:ph type="dt" sz="half" idx="10"/>
          </p:nvPr>
        </p:nvSpPr>
        <p:spPr>
          <a:xfrm>
            <a:off x="685800" y="6248400"/>
            <a:ext cx="1905000" cy="457200"/>
          </a:xfrm>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28" name="Rectangle 6">
            <a:extLst>
              <a:ext uri="{FF2B5EF4-FFF2-40B4-BE49-F238E27FC236}">
                <a16:creationId xmlns:a16="http://schemas.microsoft.com/office/drawing/2014/main" id="{87B71FDA-DCD2-4993-89A2-2B71D7E78D4F}"/>
              </a:ext>
            </a:extLst>
          </p:cNvPr>
          <p:cNvSpPr>
            <a:spLocks noGrp="1" noChangeArrowheads="1"/>
          </p:cNvSpPr>
          <p:nvPr>
            <p:ph type="ftr" sz="quarter" idx="11"/>
          </p:nvPr>
        </p:nvSpPr>
        <p:spPr>
          <a:xfrm>
            <a:off x="3124200" y="6248400"/>
            <a:ext cx="2895600" cy="457200"/>
          </a:xfrm>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29" name="Rectangle 7">
            <a:extLst>
              <a:ext uri="{FF2B5EF4-FFF2-40B4-BE49-F238E27FC236}">
                <a16:creationId xmlns:a16="http://schemas.microsoft.com/office/drawing/2014/main" id="{0360C06B-4E87-4CA9-AE92-B9E2A75DF1A5}"/>
              </a:ext>
            </a:extLst>
          </p:cNvPr>
          <p:cNvSpPr>
            <a:spLocks noGrp="1" noChangeArrowheads="1"/>
          </p:cNvSpPr>
          <p:nvPr>
            <p:ph type="sldNum" sz="quarter" idx="12"/>
          </p:nvPr>
        </p:nvSpPr>
        <p:spPr>
          <a:xfrm>
            <a:off x="65532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A28975C-E225-4871-A589-9B551C962F76}" type="slidenum">
              <a:rPr lang="en-US" altLang="zh-CN"/>
              <a:pPr/>
              <a:t>‹#›</a:t>
            </a:fld>
            <a:endParaRPr lang="en-US" altLang="zh-CN"/>
          </a:p>
        </p:txBody>
      </p:sp>
    </p:spTree>
    <p:extLst>
      <p:ext uri="{BB962C8B-B14F-4D97-AF65-F5344CB8AC3E}">
        <p14:creationId xmlns:p14="http://schemas.microsoft.com/office/powerpoint/2010/main" val="342286603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92AC72E2-8A02-471A-B41E-69CB74B85F6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6CE00CDA-4998-4B4B-AE09-697BFCE49585}"/>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E22B345C-3AAF-45C4-856A-F4E99BBB4ED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BDF3E410-AB75-44E6-B8D7-4C280D78F0FE}" type="slidenum">
              <a:rPr lang="en-US" altLang="zh-CN"/>
              <a:pPr/>
              <a:t>‹#›</a:t>
            </a:fld>
            <a:endParaRPr lang="en-US" altLang="zh-CN"/>
          </a:p>
        </p:txBody>
      </p:sp>
    </p:spTree>
    <p:extLst>
      <p:ext uri="{BB962C8B-B14F-4D97-AF65-F5344CB8AC3E}">
        <p14:creationId xmlns:p14="http://schemas.microsoft.com/office/powerpoint/2010/main" val="2096562423"/>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C18AC8D4-6FED-4D0B-B9DE-362A6D7B2F7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6B02F47A-1794-4C7F-AA4B-D997C6AF41FF}"/>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CB4F3B82-5D27-4E5C-9293-D388C50E290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611D455-B23F-467E-9C4A-4E42462F3B52}" type="slidenum">
              <a:rPr lang="en-US" altLang="zh-CN"/>
              <a:pPr/>
              <a:t>‹#›</a:t>
            </a:fld>
            <a:endParaRPr lang="en-US" altLang="zh-CN"/>
          </a:p>
        </p:txBody>
      </p:sp>
    </p:spTree>
    <p:extLst>
      <p:ext uri="{BB962C8B-B14F-4D97-AF65-F5344CB8AC3E}">
        <p14:creationId xmlns:p14="http://schemas.microsoft.com/office/powerpoint/2010/main" val="123578949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11A4A4BF-B57F-4E51-8A54-967D56B85E3D}"/>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48575882-CBF3-49CD-BFFC-020ED5D349A8}"/>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852BECD5-BBC3-41C1-AA3E-B564F16FF5F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860B1FD-D6F2-4EE2-90BA-D54AF2E7B3A2}" type="slidenum">
              <a:rPr lang="en-US" altLang="zh-CN"/>
              <a:pPr/>
              <a:t>‹#›</a:t>
            </a:fld>
            <a:endParaRPr lang="en-US" altLang="zh-CN"/>
          </a:p>
        </p:txBody>
      </p:sp>
    </p:spTree>
    <p:extLst>
      <p:ext uri="{BB962C8B-B14F-4D97-AF65-F5344CB8AC3E}">
        <p14:creationId xmlns:p14="http://schemas.microsoft.com/office/powerpoint/2010/main" val="276910272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8D54E6D6-1A5C-44AB-BF2B-7FCD361E518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228F4202-1B35-416B-AA09-26A2557452C4}"/>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9" name="Rectangle 7">
            <a:extLst>
              <a:ext uri="{FF2B5EF4-FFF2-40B4-BE49-F238E27FC236}">
                <a16:creationId xmlns:a16="http://schemas.microsoft.com/office/drawing/2014/main" id="{9C1D9A05-E4C2-42DC-B73F-223225BF8AC2}"/>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1AD0FEC-B353-4E74-9CA9-ACE10DD37092}" type="slidenum">
              <a:rPr lang="en-US" altLang="zh-CN"/>
              <a:pPr/>
              <a:t>‹#›</a:t>
            </a:fld>
            <a:endParaRPr lang="en-US" altLang="zh-CN"/>
          </a:p>
        </p:txBody>
      </p:sp>
    </p:spTree>
    <p:extLst>
      <p:ext uri="{BB962C8B-B14F-4D97-AF65-F5344CB8AC3E}">
        <p14:creationId xmlns:p14="http://schemas.microsoft.com/office/powerpoint/2010/main" val="390883806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E2125BEA-D05E-4A31-A75D-17C2B87664E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2EFED663-4308-4268-85D8-B8FBC0A55054}"/>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5" name="Rectangle 7">
            <a:extLst>
              <a:ext uri="{FF2B5EF4-FFF2-40B4-BE49-F238E27FC236}">
                <a16:creationId xmlns:a16="http://schemas.microsoft.com/office/drawing/2014/main" id="{04428965-784C-49C2-B924-56469AF765BF}"/>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171E2C8-A221-4FDC-9A1C-EDD33F7A49CF}" type="slidenum">
              <a:rPr lang="en-US" altLang="zh-CN"/>
              <a:pPr/>
              <a:t>‹#›</a:t>
            </a:fld>
            <a:endParaRPr lang="en-US" altLang="zh-CN"/>
          </a:p>
        </p:txBody>
      </p:sp>
    </p:spTree>
    <p:extLst>
      <p:ext uri="{BB962C8B-B14F-4D97-AF65-F5344CB8AC3E}">
        <p14:creationId xmlns:p14="http://schemas.microsoft.com/office/powerpoint/2010/main" val="231817057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02064BD3-820C-46B7-B535-9ADF0904AA7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3" name="Rectangle 6">
            <a:extLst>
              <a:ext uri="{FF2B5EF4-FFF2-40B4-BE49-F238E27FC236}">
                <a16:creationId xmlns:a16="http://schemas.microsoft.com/office/drawing/2014/main" id="{B9D41C86-092F-4956-9D73-B8FF197A0867}"/>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4" name="Rectangle 7">
            <a:extLst>
              <a:ext uri="{FF2B5EF4-FFF2-40B4-BE49-F238E27FC236}">
                <a16:creationId xmlns:a16="http://schemas.microsoft.com/office/drawing/2014/main" id="{E46F4D15-E53B-40E8-9E02-47D74BEEE30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9A8E896-CD61-40ED-ABCB-35A8AE5D4D55}" type="slidenum">
              <a:rPr lang="en-US" altLang="zh-CN"/>
              <a:pPr/>
              <a:t>‹#›</a:t>
            </a:fld>
            <a:endParaRPr lang="en-US" altLang="zh-CN"/>
          </a:p>
        </p:txBody>
      </p:sp>
    </p:spTree>
    <p:extLst>
      <p:ext uri="{BB962C8B-B14F-4D97-AF65-F5344CB8AC3E}">
        <p14:creationId xmlns:p14="http://schemas.microsoft.com/office/powerpoint/2010/main" val="292351356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73C0E264-CBCD-4276-BA5A-D1032D8D732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C5286BA0-A8CF-49DE-8432-1CA2EE852F8B}"/>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9722A65A-6E06-4FF0-8C14-EF9834D1869B}"/>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7470F1F-CBE1-4B6E-8B12-C22AFDB561E0}" type="slidenum">
              <a:rPr lang="en-US" altLang="zh-CN"/>
              <a:pPr/>
              <a:t>‹#›</a:t>
            </a:fld>
            <a:endParaRPr lang="en-US" altLang="zh-CN"/>
          </a:p>
        </p:txBody>
      </p:sp>
    </p:spTree>
    <p:extLst>
      <p:ext uri="{BB962C8B-B14F-4D97-AF65-F5344CB8AC3E}">
        <p14:creationId xmlns:p14="http://schemas.microsoft.com/office/powerpoint/2010/main" val="179310919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B5ACE998-9911-4797-B8B3-8D0A4123FB0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11247036-5945-4B12-AE90-471CBAE04408}"/>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60FC0B14-2319-46D2-A0D4-5AFB0F9E6494}"/>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8B9BD69-AA0F-4342-A9E9-77E4AEA1CEA8}" type="slidenum">
              <a:rPr lang="en-US" altLang="zh-CN"/>
              <a:pPr/>
              <a:t>‹#›</a:t>
            </a:fld>
            <a:endParaRPr lang="en-US" altLang="zh-CN"/>
          </a:p>
        </p:txBody>
      </p:sp>
    </p:spTree>
    <p:extLst>
      <p:ext uri="{BB962C8B-B14F-4D97-AF65-F5344CB8AC3E}">
        <p14:creationId xmlns:p14="http://schemas.microsoft.com/office/powerpoint/2010/main" val="24067184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09B45419-3137-4C61-AE73-27EB7FD6705B}"/>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79A8CBEC-0E09-421F-A1E2-21E6AFA42901}"/>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F5D5B1EE-749B-431B-ACC2-10C58C9C575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512B531-5F07-4840-8053-EDA651F29C52}" type="slidenum">
              <a:rPr lang="en-US" altLang="zh-CN"/>
              <a:pPr/>
              <a:t>‹#›</a:t>
            </a:fld>
            <a:endParaRPr lang="en-US" altLang="zh-CN"/>
          </a:p>
        </p:txBody>
      </p:sp>
    </p:spTree>
    <p:extLst>
      <p:ext uri="{BB962C8B-B14F-4D97-AF65-F5344CB8AC3E}">
        <p14:creationId xmlns:p14="http://schemas.microsoft.com/office/powerpoint/2010/main" val="77388279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B3675ABE-00D4-4D5C-BB79-EFACCBC32EA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9E1131ED-72AE-4AD2-9CF2-02D2E8C0C0EE}"/>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04141286-ADD9-4083-BCFB-3A62228B0C97}"/>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D6A693F1-162B-4DC7-961E-0F7E8B1ACF4D}" type="slidenum">
              <a:rPr lang="en-US" altLang="zh-CN"/>
              <a:pPr/>
              <a:t>‹#›</a:t>
            </a:fld>
            <a:endParaRPr lang="en-US" altLang="zh-CN"/>
          </a:p>
        </p:txBody>
      </p:sp>
    </p:spTree>
    <p:extLst>
      <p:ext uri="{BB962C8B-B14F-4D97-AF65-F5344CB8AC3E}">
        <p14:creationId xmlns:p14="http://schemas.microsoft.com/office/powerpoint/2010/main" val="333915943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a:extLst>
              <a:ext uri="{FF2B5EF4-FFF2-40B4-BE49-F238E27FC236}">
                <a16:creationId xmlns:a16="http://schemas.microsoft.com/office/drawing/2014/main" id="{9042A154-AD72-432E-A853-57581164A67B}"/>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2405F7C9-167B-49C0-BC40-742CCB270D35}"/>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8" name="Rectangle 7">
            <a:extLst>
              <a:ext uri="{FF2B5EF4-FFF2-40B4-BE49-F238E27FC236}">
                <a16:creationId xmlns:a16="http://schemas.microsoft.com/office/drawing/2014/main" id="{19092881-7C1E-4BA0-87D2-496FE10828D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D7B974A-4998-4D72-8BA9-C6AD979A92D4}" type="slidenum">
              <a:rPr lang="en-US" altLang="zh-CN"/>
              <a:pPr/>
              <a:t>‹#›</a:t>
            </a:fld>
            <a:endParaRPr lang="en-US" altLang="zh-CN"/>
          </a:p>
        </p:txBody>
      </p:sp>
    </p:spTree>
    <p:extLst>
      <p:ext uri="{BB962C8B-B14F-4D97-AF65-F5344CB8AC3E}">
        <p14:creationId xmlns:p14="http://schemas.microsoft.com/office/powerpoint/2010/main" val="2537272247"/>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userDrawn="1">
  <p:cSld name="内容">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50C7772-184D-448F-95E0-DBE7DB301097}"/>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fld id="{9A215B9B-AB06-4927-A17F-4DBF28DB9902}"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6CB68AF0-DF85-432B-868F-ACBFCB8CA376}"/>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5F75C8B6-A0F8-4033-9492-50E08641F12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EFCFE64-57C1-47E0-9872-FC8EB6B3888B}" type="slidenum">
              <a:rPr lang="en-US" altLang="zh-CN"/>
              <a:pPr/>
              <a:t>‹#›</a:t>
            </a:fld>
            <a:endParaRPr lang="en-US" altLang="zh-CN"/>
          </a:p>
        </p:txBody>
      </p:sp>
    </p:spTree>
    <p:extLst>
      <p:ext uri="{BB962C8B-B14F-4D97-AF65-F5344CB8AC3E}">
        <p14:creationId xmlns:p14="http://schemas.microsoft.com/office/powerpoint/2010/main" val="230525490"/>
      </p:ext>
    </p:extLst>
  </p:cSld>
  <p:clrMapOvr>
    <a:masterClrMapping/>
  </p:clrMapOvr>
  <p:transition spd="med"/>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B15D666C-1F56-46C0-8CB6-25D54B110BE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2EB20F0B-8ABB-4059-A3CC-C20BBF62CF1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BAFA636E-6093-4842-ADD6-10676E6B314C}"/>
              </a:ext>
            </a:extLst>
          </p:cNvPr>
          <p:cNvSpPr>
            <a:spLocks noGrp="1" noChangeArrowheads="1"/>
          </p:cNvSpPr>
          <p:nvPr>
            <p:ph type="sldNum" sz="quarter" idx="12"/>
          </p:nvPr>
        </p:nvSpPr>
        <p:spPr/>
        <p:txBody>
          <a:bodyPr/>
          <a:lstStyle>
            <a:lvl1pPr>
              <a:spcBef>
                <a:spcPct val="20000"/>
              </a:spcBef>
              <a:buSzPct val="85000"/>
              <a:buFontTx/>
              <a:buChar char="•"/>
              <a:defRPr/>
            </a:lvl1pPr>
          </a:lstStyle>
          <a:p>
            <a:fld id="{BDD78CCD-12F3-40EE-B153-1339EBEF8C74}" type="slidenum">
              <a:rPr lang="en-US" altLang="zh-CN"/>
              <a:pPr/>
              <a:t>‹#›</a:t>
            </a:fld>
            <a:endParaRPr lang="en-US" altLang="zh-CN"/>
          </a:p>
        </p:txBody>
      </p:sp>
    </p:spTree>
    <p:extLst>
      <p:ext uri="{BB962C8B-B14F-4D97-AF65-F5344CB8AC3E}">
        <p14:creationId xmlns:p14="http://schemas.microsoft.com/office/powerpoint/2010/main" val="3137100917"/>
      </p:ext>
    </p:extLst>
  </p:cSld>
  <p:clrMapOvr>
    <a:masterClrMapping/>
  </p:clrMapOvr>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F33405C-DAF4-4B25-AC47-32B44A5F324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F3744B2F-6BBB-47C7-9B8C-64D600FCADA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D410ADF7-E76E-48FE-AF8D-3F98410D6DF0}"/>
              </a:ext>
            </a:extLst>
          </p:cNvPr>
          <p:cNvSpPr>
            <a:spLocks noGrp="1" noChangeArrowheads="1"/>
          </p:cNvSpPr>
          <p:nvPr>
            <p:ph type="sldNum" sz="quarter" idx="12"/>
          </p:nvPr>
        </p:nvSpPr>
        <p:spPr/>
        <p:txBody>
          <a:bodyPr/>
          <a:lstStyle>
            <a:lvl1pPr>
              <a:spcBef>
                <a:spcPct val="20000"/>
              </a:spcBef>
              <a:buSzPct val="85000"/>
              <a:buFontTx/>
              <a:buChar char="•"/>
              <a:defRPr/>
            </a:lvl1pPr>
          </a:lstStyle>
          <a:p>
            <a:fld id="{807365A2-D564-41AF-968E-6C16A08EFBB5}" type="slidenum">
              <a:rPr lang="en-US" altLang="zh-CN"/>
              <a:pPr/>
              <a:t>‹#›</a:t>
            </a:fld>
            <a:endParaRPr lang="en-US" altLang="zh-CN"/>
          </a:p>
        </p:txBody>
      </p:sp>
    </p:spTree>
    <p:extLst>
      <p:ext uri="{BB962C8B-B14F-4D97-AF65-F5344CB8AC3E}">
        <p14:creationId xmlns:p14="http://schemas.microsoft.com/office/powerpoint/2010/main" val="1224545850"/>
      </p:ext>
    </p:extLst>
  </p:cSld>
  <p:clrMapOvr>
    <a:masterClrMapping/>
  </p:clrMapOvr>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31DC9007-E7A4-4367-ABF8-67EB1F7BB94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82AACDBF-EAFC-4F1E-930E-6043EC8C517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55B22E03-9B6B-4712-8523-B093D88EF1C3}"/>
              </a:ext>
            </a:extLst>
          </p:cNvPr>
          <p:cNvSpPr>
            <a:spLocks noGrp="1" noChangeArrowheads="1"/>
          </p:cNvSpPr>
          <p:nvPr>
            <p:ph type="sldNum" sz="quarter" idx="12"/>
          </p:nvPr>
        </p:nvSpPr>
        <p:spPr/>
        <p:txBody>
          <a:bodyPr/>
          <a:lstStyle>
            <a:lvl1pPr>
              <a:spcBef>
                <a:spcPct val="20000"/>
              </a:spcBef>
              <a:buSzPct val="85000"/>
              <a:buFontTx/>
              <a:buChar char="•"/>
              <a:defRPr/>
            </a:lvl1pPr>
          </a:lstStyle>
          <a:p>
            <a:fld id="{BEC6555F-89E4-4D65-A03D-BAA1CD999302}" type="slidenum">
              <a:rPr lang="en-US" altLang="zh-CN"/>
              <a:pPr/>
              <a:t>‹#›</a:t>
            </a:fld>
            <a:endParaRPr lang="en-US" altLang="zh-CN"/>
          </a:p>
        </p:txBody>
      </p:sp>
    </p:spTree>
    <p:extLst>
      <p:ext uri="{BB962C8B-B14F-4D97-AF65-F5344CB8AC3E}">
        <p14:creationId xmlns:p14="http://schemas.microsoft.com/office/powerpoint/2010/main" val="3498908312"/>
      </p:ext>
    </p:extLst>
  </p:cSld>
  <p:clrMapOvr>
    <a:masterClrMapping/>
  </p:clrMapOvr>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0036C32-7919-4E67-9FB8-3A602C0060C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DC0F6AB6-1477-4C9E-9223-54ABB38CCB41}"/>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CFB2C9AB-3F5C-4BA0-9338-816067202251}"/>
              </a:ext>
            </a:extLst>
          </p:cNvPr>
          <p:cNvSpPr>
            <a:spLocks noGrp="1" noChangeArrowheads="1"/>
          </p:cNvSpPr>
          <p:nvPr>
            <p:ph type="sldNum" sz="quarter" idx="12"/>
          </p:nvPr>
        </p:nvSpPr>
        <p:spPr/>
        <p:txBody>
          <a:bodyPr/>
          <a:lstStyle>
            <a:lvl1pPr>
              <a:spcBef>
                <a:spcPct val="20000"/>
              </a:spcBef>
              <a:buSzPct val="85000"/>
              <a:buFontTx/>
              <a:buChar char="•"/>
              <a:defRPr/>
            </a:lvl1pPr>
          </a:lstStyle>
          <a:p>
            <a:fld id="{2450D682-3A27-44B0-ABC3-C168FB048DFE}" type="slidenum">
              <a:rPr lang="en-US" altLang="zh-CN"/>
              <a:pPr/>
              <a:t>‹#›</a:t>
            </a:fld>
            <a:endParaRPr lang="en-US" altLang="zh-CN"/>
          </a:p>
        </p:txBody>
      </p:sp>
    </p:spTree>
    <p:extLst>
      <p:ext uri="{BB962C8B-B14F-4D97-AF65-F5344CB8AC3E}">
        <p14:creationId xmlns:p14="http://schemas.microsoft.com/office/powerpoint/2010/main" val="844909807"/>
      </p:ext>
    </p:extLst>
  </p:cSld>
  <p:clrMapOvr>
    <a:masterClrMapping/>
  </p:clrMapOvr>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6A7D54A-FF44-488D-BB1D-2E128A1BB827}"/>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94A852F0-10C0-467C-8687-829204C33E4A}"/>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91C12B0C-1DC0-42A9-9275-DC85F68300C1}"/>
              </a:ext>
            </a:extLst>
          </p:cNvPr>
          <p:cNvSpPr>
            <a:spLocks noGrp="1"/>
          </p:cNvSpPr>
          <p:nvPr>
            <p:ph type="sldNum" sz="quarter" idx="11"/>
          </p:nvPr>
        </p:nvSpPr>
        <p:spPr/>
        <p:txBody>
          <a:bodyPr/>
          <a:lstStyle>
            <a:lvl1pPr>
              <a:spcBef>
                <a:spcPct val="20000"/>
              </a:spcBef>
              <a:buSzPct val="85000"/>
              <a:buFontTx/>
              <a:buChar char="•"/>
              <a:defRPr/>
            </a:lvl1pPr>
          </a:lstStyle>
          <a:p>
            <a:fld id="{EB06CAA3-072E-438B-9B5F-DEAC002CB26A}" type="slidenum">
              <a:rPr lang="en-US" altLang="zh-CN"/>
              <a:pPr/>
              <a:t>‹#›</a:t>
            </a:fld>
            <a:endParaRPr lang="en-US" altLang="zh-CN"/>
          </a:p>
        </p:txBody>
      </p:sp>
    </p:spTree>
    <p:extLst>
      <p:ext uri="{BB962C8B-B14F-4D97-AF65-F5344CB8AC3E}">
        <p14:creationId xmlns:p14="http://schemas.microsoft.com/office/powerpoint/2010/main" val="957817370"/>
      </p:ext>
    </p:extLst>
  </p:cSld>
  <p:clrMapOvr>
    <a:masterClrMapping/>
  </p:clrMapOvr>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BDA67956-ACE0-4E4F-B3B8-87CAF969176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5E83AEE3-7A3E-4C49-8E1B-4C014C5E371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0DFD438F-E89C-4827-85FE-1FCE83BD956B}"/>
              </a:ext>
            </a:extLst>
          </p:cNvPr>
          <p:cNvSpPr>
            <a:spLocks noGrp="1" noChangeArrowheads="1"/>
          </p:cNvSpPr>
          <p:nvPr>
            <p:ph type="sldNum" sz="quarter" idx="12"/>
          </p:nvPr>
        </p:nvSpPr>
        <p:spPr/>
        <p:txBody>
          <a:bodyPr/>
          <a:lstStyle>
            <a:lvl1pPr>
              <a:spcBef>
                <a:spcPct val="20000"/>
              </a:spcBef>
              <a:buSzPct val="85000"/>
              <a:buFontTx/>
              <a:buChar char="•"/>
              <a:defRPr/>
            </a:lvl1pPr>
          </a:lstStyle>
          <a:p>
            <a:fld id="{EBCC6F05-6AA4-4840-86BF-F6614F5EBBAA}" type="slidenum">
              <a:rPr lang="en-US" altLang="zh-CN"/>
              <a:pPr/>
              <a:t>‹#›</a:t>
            </a:fld>
            <a:endParaRPr lang="en-US" altLang="zh-CN"/>
          </a:p>
        </p:txBody>
      </p:sp>
    </p:spTree>
    <p:extLst>
      <p:ext uri="{BB962C8B-B14F-4D97-AF65-F5344CB8AC3E}">
        <p14:creationId xmlns:p14="http://schemas.microsoft.com/office/powerpoint/2010/main" val="1255638091"/>
      </p:ext>
    </p:extLst>
  </p:cSld>
  <p:clrMapOvr>
    <a:masterClrMapping/>
  </p:clrMapOvr>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3CAB7CBC-58CA-48F0-A0E0-19F8A42DDBC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8B5BB4D0-7481-41C3-92B5-F11EE13D541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53B644DB-868E-4C2B-B089-94D0F5527662}"/>
              </a:ext>
            </a:extLst>
          </p:cNvPr>
          <p:cNvSpPr>
            <a:spLocks noGrp="1" noChangeArrowheads="1"/>
          </p:cNvSpPr>
          <p:nvPr>
            <p:ph type="sldNum" sz="quarter" idx="12"/>
          </p:nvPr>
        </p:nvSpPr>
        <p:spPr/>
        <p:txBody>
          <a:bodyPr/>
          <a:lstStyle>
            <a:lvl1pPr>
              <a:spcBef>
                <a:spcPct val="20000"/>
              </a:spcBef>
              <a:buSzPct val="85000"/>
              <a:buFontTx/>
              <a:buChar char="•"/>
              <a:defRPr/>
            </a:lvl1pPr>
          </a:lstStyle>
          <a:p>
            <a:fld id="{3C4B9021-7CE1-439E-A003-CDA43E445858}" type="slidenum">
              <a:rPr lang="en-US" altLang="zh-CN"/>
              <a:pPr/>
              <a:t>‹#›</a:t>
            </a:fld>
            <a:endParaRPr lang="en-US" altLang="zh-CN"/>
          </a:p>
        </p:txBody>
      </p:sp>
    </p:spTree>
    <p:extLst>
      <p:ext uri="{BB962C8B-B14F-4D97-AF65-F5344CB8AC3E}">
        <p14:creationId xmlns:p14="http://schemas.microsoft.com/office/powerpoint/2010/main" val="3052613650"/>
      </p:ext>
    </p:extLst>
  </p:cSld>
  <p:clrMapOvr>
    <a:masterClrMapping/>
  </p:clrMapOvr>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77771C7-2682-475C-B5E3-4D19628D763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DEF1257D-DC40-4BB4-8F2F-27343557DC5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7A657100-94F7-4858-A311-998D1CC1E6B1}"/>
              </a:ext>
            </a:extLst>
          </p:cNvPr>
          <p:cNvSpPr>
            <a:spLocks noGrp="1" noChangeArrowheads="1"/>
          </p:cNvSpPr>
          <p:nvPr>
            <p:ph type="sldNum" sz="quarter" idx="12"/>
          </p:nvPr>
        </p:nvSpPr>
        <p:spPr/>
        <p:txBody>
          <a:bodyPr/>
          <a:lstStyle>
            <a:lvl1pPr>
              <a:spcBef>
                <a:spcPct val="20000"/>
              </a:spcBef>
              <a:buSzPct val="85000"/>
              <a:buFontTx/>
              <a:buChar char="•"/>
              <a:defRPr/>
            </a:lvl1pPr>
          </a:lstStyle>
          <a:p>
            <a:fld id="{9DC8C175-C9FE-441C-91B7-8C55E81E6BE0}" type="slidenum">
              <a:rPr lang="en-US" altLang="zh-CN"/>
              <a:pPr/>
              <a:t>‹#›</a:t>
            </a:fld>
            <a:endParaRPr lang="en-US" altLang="zh-CN"/>
          </a:p>
        </p:txBody>
      </p:sp>
    </p:spTree>
    <p:extLst>
      <p:ext uri="{BB962C8B-B14F-4D97-AF65-F5344CB8AC3E}">
        <p14:creationId xmlns:p14="http://schemas.microsoft.com/office/powerpoint/2010/main" val="1817054654"/>
      </p:ext>
    </p:extLst>
  </p:cSld>
  <p:clrMapOvr>
    <a:masterClrMapping/>
  </p:clrMapOvr>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894400F1-E211-4E64-BDD7-F5C6BBA2CA6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070EF113-FF6D-4244-A14F-41C8B0DEE0A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A07A833D-BB87-47BA-A7A8-2968C4DA6C96}"/>
              </a:ext>
            </a:extLst>
          </p:cNvPr>
          <p:cNvSpPr>
            <a:spLocks noGrp="1" noChangeArrowheads="1"/>
          </p:cNvSpPr>
          <p:nvPr>
            <p:ph type="sldNum" sz="quarter" idx="12"/>
          </p:nvPr>
        </p:nvSpPr>
        <p:spPr/>
        <p:txBody>
          <a:bodyPr/>
          <a:lstStyle>
            <a:lvl1pPr>
              <a:spcBef>
                <a:spcPct val="20000"/>
              </a:spcBef>
              <a:buSzPct val="85000"/>
              <a:buFontTx/>
              <a:buChar char="•"/>
              <a:defRPr/>
            </a:lvl1pPr>
          </a:lstStyle>
          <a:p>
            <a:fld id="{340E6EBE-3023-4D68-BB2B-3382A24A5B27}" type="slidenum">
              <a:rPr lang="en-US" altLang="zh-CN"/>
              <a:pPr/>
              <a:t>‹#›</a:t>
            </a:fld>
            <a:endParaRPr lang="en-US" altLang="zh-CN"/>
          </a:p>
        </p:txBody>
      </p:sp>
    </p:spTree>
    <p:extLst>
      <p:ext uri="{BB962C8B-B14F-4D97-AF65-F5344CB8AC3E}">
        <p14:creationId xmlns:p14="http://schemas.microsoft.com/office/powerpoint/2010/main" val="2963809109"/>
      </p:ext>
    </p:extLst>
  </p:cSld>
  <p:clrMapOvr>
    <a:masterClrMapping/>
  </p:clrMapOvr>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A2F73FF-7F3C-45D7-9DD2-E8CF1628E97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5AC7FD2E-D1FE-4EBC-AC7C-B0799C83D9A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D9198DAA-E07B-4AC3-A5F5-89091039D870}"/>
              </a:ext>
            </a:extLst>
          </p:cNvPr>
          <p:cNvSpPr>
            <a:spLocks noGrp="1" noChangeArrowheads="1"/>
          </p:cNvSpPr>
          <p:nvPr>
            <p:ph type="sldNum" sz="quarter" idx="12"/>
          </p:nvPr>
        </p:nvSpPr>
        <p:spPr/>
        <p:txBody>
          <a:bodyPr/>
          <a:lstStyle>
            <a:lvl1pPr>
              <a:spcBef>
                <a:spcPct val="20000"/>
              </a:spcBef>
              <a:buSzPct val="85000"/>
              <a:buFontTx/>
              <a:buChar char="•"/>
              <a:defRPr/>
            </a:lvl1pPr>
          </a:lstStyle>
          <a:p>
            <a:fld id="{B3DE7F3E-C126-47E6-A317-755A219D02FF}" type="slidenum">
              <a:rPr lang="en-US" altLang="zh-CN"/>
              <a:pPr/>
              <a:t>‹#›</a:t>
            </a:fld>
            <a:endParaRPr lang="en-US" altLang="zh-CN"/>
          </a:p>
        </p:txBody>
      </p:sp>
    </p:spTree>
    <p:extLst>
      <p:ext uri="{BB962C8B-B14F-4D97-AF65-F5344CB8AC3E}">
        <p14:creationId xmlns:p14="http://schemas.microsoft.com/office/powerpoint/2010/main" val="3036222128"/>
      </p:ext>
    </p:extLst>
  </p:cSld>
  <p:clrMapOvr>
    <a:masterClrMapping/>
  </p:clrMapOvr>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3EC863B-377F-4B6E-B915-9234FC5C95C0}"/>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913D9896-760D-40AF-8AA0-5D83EF6268F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D5AF8728-8991-4F06-9565-24A67289B67C}"/>
              </a:ext>
            </a:extLst>
          </p:cNvPr>
          <p:cNvSpPr>
            <a:spLocks noGrp="1" noChangeArrowheads="1"/>
          </p:cNvSpPr>
          <p:nvPr>
            <p:ph type="sldNum" sz="quarter" idx="12"/>
          </p:nvPr>
        </p:nvSpPr>
        <p:spPr/>
        <p:txBody>
          <a:bodyPr/>
          <a:lstStyle>
            <a:lvl1pPr>
              <a:spcBef>
                <a:spcPct val="20000"/>
              </a:spcBef>
              <a:buSzPct val="85000"/>
              <a:buFontTx/>
              <a:buChar char="•"/>
              <a:defRPr/>
            </a:lvl1pPr>
          </a:lstStyle>
          <a:p>
            <a:fld id="{01B9D695-3AA0-4011-8A84-F57841146B02}" type="slidenum">
              <a:rPr lang="en-US" altLang="zh-CN"/>
              <a:pPr/>
              <a:t>‹#›</a:t>
            </a:fld>
            <a:endParaRPr lang="en-US" altLang="zh-CN"/>
          </a:p>
        </p:txBody>
      </p:sp>
    </p:spTree>
    <p:extLst>
      <p:ext uri="{BB962C8B-B14F-4D97-AF65-F5344CB8AC3E}">
        <p14:creationId xmlns:p14="http://schemas.microsoft.com/office/powerpoint/2010/main" val="2376236746"/>
      </p:ext>
    </p:extLst>
  </p:cSld>
  <p:clrMapOvr>
    <a:masterClrMapping/>
  </p:clrMapOvr>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2C835E8-F26E-41D0-9744-CE02B9E72EC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5F65A55E-AD11-4D26-89BB-0C815865751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E9EB8C62-C9EB-4D5D-A509-53E478643A42}"/>
              </a:ext>
            </a:extLst>
          </p:cNvPr>
          <p:cNvSpPr>
            <a:spLocks noGrp="1" noChangeArrowheads="1"/>
          </p:cNvSpPr>
          <p:nvPr>
            <p:ph type="sldNum" sz="quarter" idx="12"/>
          </p:nvPr>
        </p:nvSpPr>
        <p:spPr/>
        <p:txBody>
          <a:bodyPr/>
          <a:lstStyle>
            <a:lvl1pPr>
              <a:spcBef>
                <a:spcPct val="20000"/>
              </a:spcBef>
              <a:buSzPct val="85000"/>
              <a:buFontTx/>
              <a:buChar char="•"/>
              <a:defRPr/>
            </a:lvl1pPr>
          </a:lstStyle>
          <a:p>
            <a:fld id="{FA61C6A7-BF2C-4CD9-80C7-721FB4ABF8B9}" type="slidenum">
              <a:rPr lang="en-US" altLang="zh-CN"/>
              <a:pPr/>
              <a:t>‹#›</a:t>
            </a:fld>
            <a:endParaRPr lang="en-US" altLang="zh-CN"/>
          </a:p>
        </p:txBody>
      </p:sp>
    </p:spTree>
    <p:extLst>
      <p:ext uri="{BB962C8B-B14F-4D97-AF65-F5344CB8AC3E}">
        <p14:creationId xmlns:p14="http://schemas.microsoft.com/office/powerpoint/2010/main" val="1199813621"/>
      </p:ext>
    </p:extLst>
  </p:cSld>
  <p:clrMapOvr>
    <a:masterClrMapping/>
  </p:clrMapOvr>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8BD0D616-700D-449B-8C08-671E52D09C0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F9BE0C76-A223-4D3D-87B6-705D1DB3F52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FD367825-656F-4108-923D-F4F3203DF300}"/>
              </a:ext>
            </a:extLst>
          </p:cNvPr>
          <p:cNvSpPr>
            <a:spLocks noGrp="1" noChangeArrowheads="1"/>
          </p:cNvSpPr>
          <p:nvPr>
            <p:ph type="sldNum" sz="quarter" idx="12"/>
          </p:nvPr>
        </p:nvSpPr>
        <p:spPr/>
        <p:txBody>
          <a:bodyPr/>
          <a:lstStyle>
            <a:lvl1pPr>
              <a:spcBef>
                <a:spcPct val="20000"/>
              </a:spcBef>
              <a:buSzPct val="85000"/>
              <a:buFontTx/>
              <a:buChar char="•"/>
              <a:defRPr/>
            </a:lvl1pPr>
          </a:lstStyle>
          <a:p>
            <a:fld id="{6F981DF6-F77B-494A-924F-D55E9B1B524F}" type="slidenum">
              <a:rPr lang="en-US" altLang="zh-CN"/>
              <a:pPr/>
              <a:t>‹#›</a:t>
            </a:fld>
            <a:endParaRPr lang="en-US" altLang="zh-CN"/>
          </a:p>
        </p:txBody>
      </p:sp>
    </p:spTree>
    <p:extLst>
      <p:ext uri="{BB962C8B-B14F-4D97-AF65-F5344CB8AC3E}">
        <p14:creationId xmlns:p14="http://schemas.microsoft.com/office/powerpoint/2010/main" val="1790639176"/>
      </p:ext>
    </p:extLst>
  </p:cSld>
  <p:clrMapOvr>
    <a:masterClrMapping/>
  </p:clrMapOvr>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DA774FF4-09A4-4A55-8C07-94C182128AC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C6434A9F-39CC-46B5-8C5B-8C9EA4CB977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2FA22F6E-74B3-4F36-BC84-508B77183FAB}"/>
              </a:ext>
            </a:extLst>
          </p:cNvPr>
          <p:cNvSpPr>
            <a:spLocks noGrp="1" noChangeArrowheads="1"/>
          </p:cNvSpPr>
          <p:nvPr>
            <p:ph type="sldNum" sz="quarter" idx="12"/>
          </p:nvPr>
        </p:nvSpPr>
        <p:spPr/>
        <p:txBody>
          <a:bodyPr/>
          <a:lstStyle>
            <a:lvl1pPr>
              <a:spcBef>
                <a:spcPct val="20000"/>
              </a:spcBef>
              <a:buSzPct val="85000"/>
              <a:buFontTx/>
              <a:buChar char="•"/>
              <a:defRPr/>
            </a:lvl1pPr>
          </a:lstStyle>
          <a:p>
            <a:fld id="{17C786DE-2EFA-46AC-B753-8B68588D9A45}" type="slidenum">
              <a:rPr lang="en-US" altLang="zh-CN"/>
              <a:pPr/>
              <a:t>‹#›</a:t>
            </a:fld>
            <a:endParaRPr lang="en-US" altLang="zh-CN"/>
          </a:p>
        </p:txBody>
      </p:sp>
    </p:spTree>
    <p:extLst>
      <p:ext uri="{BB962C8B-B14F-4D97-AF65-F5344CB8AC3E}">
        <p14:creationId xmlns:p14="http://schemas.microsoft.com/office/powerpoint/2010/main" val="876219709"/>
      </p:ext>
    </p:extLst>
  </p:cSld>
  <p:clrMapOvr>
    <a:masterClrMapping/>
  </p:clrMapOvr>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69DBD411-BE9D-4783-B4DC-979A5FB94B7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D0F9828F-0A17-4F81-8B32-48EBB79CF71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6DAE69B7-9BEC-4C9E-A08B-B64DCF0A7F0E}"/>
              </a:ext>
            </a:extLst>
          </p:cNvPr>
          <p:cNvSpPr>
            <a:spLocks noGrp="1" noChangeArrowheads="1"/>
          </p:cNvSpPr>
          <p:nvPr>
            <p:ph type="sldNum" sz="quarter" idx="12"/>
          </p:nvPr>
        </p:nvSpPr>
        <p:spPr/>
        <p:txBody>
          <a:bodyPr/>
          <a:lstStyle>
            <a:lvl1pPr>
              <a:spcBef>
                <a:spcPct val="20000"/>
              </a:spcBef>
              <a:buSzPct val="85000"/>
              <a:buFontTx/>
              <a:buChar char="•"/>
              <a:defRPr/>
            </a:lvl1pPr>
          </a:lstStyle>
          <a:p>
            <a:fld id="{76E16D45-205C-4147-B6BD-E20F7C816F6C}" type="slidenum">
              <a:rPr lang="en-US" altLang="zh-CN"/>
              <a:pPr/>
              <a:t>‹#›</a:t>
            </a:fld>
            <a:endParaRPr lang="en-US" altLang="zh-CN"/>
          </a:p>
        </p:txBody>
      </p:sp>
    </p:spTree>
    <p:extLst>
      <p:ext uri="{BB962C8B-B14F-4D97-AF65-F5344CB8AC3E}">
        <p14:creationId xmlns:p14="http://schemas.microsoft.com/office/powerpoint/2010/main" val="2733843726"/>
      </p:ext>
    </p:extLst>
  </p:cSld>
  <p:clrMapOvr>
    <a:masterClrMapping/>
  </p:clrMapOvr>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30B2961-68BE-404C-8983-CB7F70AF789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5EA84AFC-F21A-4115-BF3F-EE71D3CA87E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59BBA9E2-501E-44B6-AEF3-7494CE08BB5F}"/>
              </a:ext>
            </a:extLst>
          </p:cNvPr>
          <p:cNvSpPr>
            <a:spLocks noGrp="1" noChangeArrowheads="1"/>
          </p:cNvSpPr>
          <p:nvPr>
            <p:ph type="sldNum" sz="quarter" idx="12"/>
          </p:nvPr>
        </p:nvSpPr>
        <p:spPr/>
        <p:txBody>
          <a:bodyPr/>
          <a:lstStyle>
            <a:lvl1pPr>
              <a:spcBef>
                <a:spcPct val="20000"/>
              </a:spcBef>
              <a:buSzPct val="85000"/>
              <a:buFontTx/>
              <a:buChar char="•"/>
              <a:defRPr/>
            </a:lvl1pPr>
          </a:lstStyle>
          <a:p>
            <a:fld id="{9686B13E-5445-4067-AEC5-064C5866BE15}" type="slidenum">
              <a:rPr lang="en-US" altLang="zh-CN"/>
              <a:pPr/>
              <a:t>‹#›</a:t>
            </a:fld>
            <a:endParaRPr lang="en-US" altLang="zh-CN"/>
          </a:p>
        </p:txBody>
      </p:sp>
    </p:spTree>
    <p:extLst>
      <p:ext uri="{BB962C8B-B14F-4D97-AF65-F5344CB8AC3E}">
        <p14:creationId xmlns:p14="http://schemas.microsoft.com/office/powerpoint/2010/main" val="2445061982"/>
      </p:ext>
    </p:extLst>
  </p:cSld>
  <p:clrMapOvr>
    <a:masterClrMapping/>
  </p:clrMapOvr>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248D6776-044D-4D9D-8BA9-8B6ACFEA641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EB441166-872F-4847-9A15-EDACCE7D505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31B57F55-C9F9-4AF3-9068-F1F17D5EAA8D}"/>
              </a:ext>
            </a:extLst>
          </p:cNvPr>
          <p:cNvSpPr>
            <a:spLocks noGrp="1" noChangeArrowheads="1"/>
          </p:cNvSpPr>
          <p:nvPr>
            <p:ph type="sldNum" sz="quarter" idx="12"/>
          </p:nvPr>
        </p:nvSpPr>
        <p:spPr/>
        <p:txBody>
          <a:bodyPr/>
          <a:lstStyle>
            <a:lvl1pPr>
              <a:spcBef>
                <a:spcPct val="20000"/>
              </a:spcBef>
              <a:buSzPct val="85000"/>
              <a:buFontTx/>
              <a:buChar char="•"/>
              <a:defRPr/>
            </a:lvl1pPr>
          </a:lstStyle>
          <a:p>
            <a:fld id="{8207B2ED-5A7B-4BF0-9A88-D9768E9E4FCE}" type="slidenum">
              <a:rPr lang="en-US" altLang="zh-CN"/>
              <a:pPr/>
              <a:t>‹#›</a:t>
            </a:fld>
            <a:endParaRPr lang="en-US" altLang="zh-CN"/>
          </a:p>
        </p:txBody>
      </p:sp>
    </p:spTree>
    <p:extLst>
      <p:ext uri="{BB962C8B-B14F-4D97-AF65-F5344CB8AC3E}">
        <p14:creationId xmlns:p14="http://schemas.microsoft.com/office/powerpoint/2010/main" val="982322182"/>
      </p:ext>
    </p:extLst>
  </p:cSld>
  <p:clrMapOvr>
    <a:masterClrMapping/>
  </p:clrMapOvr>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73513A85-1203-4260-9E16-C249C17E670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69176935-C754-48BD-AD13-D32A6ACA68C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F35E5679-9357-4DFF-AFCA-9BB6709D74CF}"/>
              </a:ext>
            </a:extLst>
          </p:cNvPr>
          <p:cNvSpPr>
            <a:spLocks noGrp="1" noChangeArrowheads="1"/>
          </p:cNvSpPr>
          <p:nvPr>
            <p:ph type="sldNum" sz="quarter" idx="12"/>
          </p:nvPr>
        </p:nvSpPr>
        <p:spPr/>
        <p:txBody>
          <a:bodyPr/>
          <a:lstStyle>
            <a:lvl1pPr>
              <a:spcBef>
                <a:spcPct val="20000"/>
              </a:spcBef>
              <a:buSzPct val="85000"/>
              <a:buFontTx/>
              <a:buChar char="•"/>
              <a:defRPr/>
            </a:lvl1pPr>
          </a:lstStyle>
          <a:p>
            <a:fld id="{BB99DB2B-289B-4E6D-A03B-76F9D7359E5D}" type="slidenum">
              <a:rPr lang="en-US" altLang="zh-CN"/>
              <a:pPr/>
              <a:t>‹#›</a:t>
            </a:fld>
            <a:endParaRPr lang="en-US" altLang="zh-CN"/>
          </a:p>
        </p:txBody>
      </p:sp>
    </p:spTree>
    <p:extLst>
      <p:ext uri="{BB962C8B-B14F-4D97-AF65-F5344CB8AC3E}">
        <p14:creationId xmlns:p14="http://schemas.microsoft.com/office/powerpoint/2010/main" val="889622309"/>
      </p:ext>
    </p:extLst>
  </p:cSld>
  <p:clrMapOvr>
    <a:masterClrMapping/>
  </p:clrMapOvr>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B7DAA12-CA65-4377-9478-9EED21F4D491}"/>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2F677284-6E74-4869-AAAD-B8ADC5F0F220}"/>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0BBBA7B8-7928-4C2B-B0C9-A2C763F84CAD}"/>
              </a:ext>
            </a:extLst>
          </p:cNvPr>
          <p:cNvSpPr>
            <a:spLocks noGrp="1"/>
          </p:cNvSpPr>
          <p:nvPr>
            <p:ph type="sldNum" sz="quarter" idx="11"/>
          </p:nvPr>
        </p:nvSpPr>
        <p:spPr/>
        <p:txBody>
          <a:bodyPr/>
          <a:lstStyle>
            <a:lvl1pPr>
              <a:spcBef>
                <a:spcPct val="20000"/>
              </a:spcBef>
              <a:buSzPct val="85000"/>
              <a:buFontTx/>
              <a:buChar char="•"/>
              <a:defRPr/>
            </a:lvl1pPr>
          </a:lstStyle>
          <a:p>
            <a:fld id="{2D703C3B-2A80-457E-85DA-141216681A45}" type="slidenum">
              <a:rPr lang="en-US" altLang="zh-CN"/>
              <a:pPr/>
              <a:t>‹#›</a:t>
            </a:fld>
            <a:endParaRPr lang="en-US" altLang="zh-CN"/>
          </a:p>
        </p:txBody>
      </p:sp>
    </p:spTree>
    <p:extLst>
      <p:ext uri="{BB962C8B-B14F-4D97-AF65-F5344CB8AC3E}">
        <p14:creationId xmlns:p14="http://schemas.microsoft.com/office/powerpoint/2010/main" val="2366304128"/>
      </p:ext>
    </p:extLst>
  </p:cSld>
  <p:clrMapOvr>
    <a:masterClrMapping/>
  </p:clrMapOvr>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C080083-5C4F-4B82-AE9A-C30642175F9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1F2CACE2-400E-44DC-A08A-E658E9E4CA6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1EA57249-8149-40CA-B773-1427B6BAE0E0}"/>
              </a:ext>
            </a:extLst>
          </p:cNvPr>
          <p:cNvSpPr>
            <a:spLocks noGrp="1" noChangeArrowheads="1"/>
          </p:cNvSpPr>
          <p:nvPr>
            <p:ph type="sldNum" sz="quarter" idx="12"/>
          </p:nvPr>
        </p:nvSpPr>
        <p:spPr/>
        <p:txBody>
          <a:bodyPr/>
          <a:lstStyle>
            <a:lvl1pPr>
              <a:spcBef>
                <a:spcPct val="20000"/>
              </a:spcBef>
              <a:buSzPct val="85000"/>
              <a:buFontTx/>
              <a:buChar char="•"/>
              <a:defRPr/>
            </a:lvl1pPr>
          </a:lstStyle>
          <a:p>
            <a:fld id="{21504A88-7BA8-446B-815D-C88B2955D452}" type="slidenum">
              <a:rPr lang="en-US" altLang="zh-CN"/>
              <a:pPr/>
              <a:t>‹#›</a:t>
            </a:fld>
            <a:endParaRPr lang="en-US" altLang="zh-CN"/>
          </a:p>
        </p:txBody>
      </p:sp>
    </p:spTree>
    <p:extLst>
      <p:ext uri="{BB962C8B-B14F-4D97-AF65-F5344CB8AC3E}">
        <p14:creationId xmlns:p14="http://schemas.microsoft.com/office/powerpoint/2010/main" val="691013810"/>
      </p:ext>
    </p:extLst>
  </p:cSld>
  <p:clrMapOvr>
    <a:masterClrMapping/>
  </p:clrMapOvr>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FA809411-0931-4D8E-9418-1A94092D3E5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4FA577CE-2E95-4C89-A8F3-593A2139CD8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58B64CE7-7A28-4247-A59A-22D66D5C652B}"/>
              </a:ext>
            </a:extLst>
          </p:cNvPr>
          <p:cNvSpPr>
            <a:spLocks noGrp="1" noChangeArrowheads="1"/>
          </p:cNvSpPr>
          <p:nvPr>
            <p:ph type="sldNum" sz="quarter" idx="12"/>
          </p:nvPr>
        </p:nvSpPr>
        <p:spPr/>
        <p:txBody>
          <a:bodyPr/>
          <a:lstStyle>
            <a:lvl1pPr>
              <a:spcBef>
                <a:spcPct val="20000"/>
              </a:spcBef>
              <a:buSzPct val="85000"/>
              <a:buFontTx/>
              <a:buChar char="•"/>
              <a:defRPr/>
            </a:lvl1pPr>
          </a:lstStyle>
          <a:p>
            <a:fld id="{7D3A484B-FB11-4048-A3AF-C60A8436169C}" type="slidenum">
              <a:rPr lang="en-US" altLang="zh-CN"/>
              <a:pPr/>
              <a:t>‹#›</a:t>
            </a:fld>
            <a:endParaRPr lang="en-US" altLang="zh-CN"/>
          </a:p>
        </p:txBody>
      </p:sp>
    </p:spTree>
    <p:extLst>
      <p:ext uri="{BB962C8B-B14F-4D97-AF65-F5344CB8AC3E}">
        <p14:creationId xmlns:p14="http://schemas.microsoft.com/office/powerpoint/2010/main" val="428991345"/>
      </p:ext>
    </p:extLst>
  </p:cSld>
  <p:clrMapOvr>
    <a:masterClrMapping/>
  </p:clrMapOvr>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8347DE6-7836-4B94-960C-7D82063F9EE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5CFE966F-B5A4-4488-B762-F272FAF5D88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CDB3F430-03FD-4CDA-B8FA-3B68E529CCF7}"/>
              </a:ext>
            </a:extLst>
          </p:cNvPr>
          <p:cNvSpPr>
            <a:spLocks noGrp="1" noChangeArrowheads="1"/>
          </p:cNvSpPr>
          <p:nvPr>
            <p:ph type="sldNum" sz="quarter" idx="12"/>
          </p:nvPr>
        </p:nvSpPr>
        <p:spPr/>
        <p:txBody>
          <a:bodyPr/>
          <a:lstStyle>
            <a:lvl1pPr>
              <a:spcBef>
                <a:spcPct val="20000"/>
              </a:spcBef>
              <a:buSzPct val="85000"/>
              <a:buFontTx/>
              <a:buChar char="•"/>
              <a:defRPr/>
            </a:lvl1pPr>
          </a:lstStyle>
          <a:p>
            <a:fld id="{8A4A52D2-A7A5-4F8D-843B-C02B5783D448}" type="slidenum">
              <a:rPr lang="en-US" altLang="zh-CN"/>
              <a:pPr/>
              <a:t>‹#›</a:t>
            </a:fld>
            <a:endParaRPr lang="en-US" altLang="zh-CN"/>
          </a:p>
        </p:txBody>
      </p:sp>
    </p:spTree>
    <p:extLst>
      <p:ext uri="{BB962C8B-B14F-4D97-AF65-F5344CB8AC3E}">
        <p14:creationId xmlns:p14="http://schemas.microsoft.com/office/powerpoint/2010/main" val="4182568481"/>
      </p:ext>
    </p:extLst>
  </p:cSld>
  <p:clrMapOvr>
    <a:masterClrMapping/>
  </p:clrMapOvr>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74888B8-A595-45BD-9E8B-5F252E91B1C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B3BC1029-28F4-4CDE-A873-BE328ADBF66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F97CFC48-DD77-4498-8D7C-AE9D9F399A20}"/>
              </a:ext>
            </a:extLst>
          </p:cNvPr>
          <p:cNvSpPr>
            <a:spLocks noGrp="1" noChangeArrowheads="1"/>
          </p:cNvSpPr>
          <p:nvPr>
            <p:ph type="sldNum" sz="quarter" idx="12"/>
          </p:nvPr>
        </p:nvSpPr>
        <p:spPr/>
        <p:txBody>
          <a:bodyPr/>
          <a:lstStyle>
            <a:lvl1pPr>
              <a:spcBef>
                <a:spcPct val="20000"/>
              </a:spcBef>
              <a:buSzPct val="85000"/>
              <a:buFontTx/>
              <a:buChar char="•"/>
              <a:defRPr/>
            </a:lvl1pPr>
          </a:lstStyle>
          <a:p>
            <a:fld id="{DFD9C27C-2790-48B7-BF29-7D99A7DA7393}" type="slidenum">
              <a:rPr lang="en-US" altLang="zh-CN"/>
              <a:pPr/>
              <a:t>‹#›</a:t>
            </a:fld>
            <a:endParaRPr lang="en-US" altLang="zh-CN"/>
          </a:p>
        </p:txBody>
      </p:sp>
    </p:spTree>
    <p:extLst>
      <p:ext uri="{BB962C8B-B14F-4D97-AF65-F5344CB8AC3E}">
        <p14:creationId xmlns:p14="http://schemas.microsoft.com/office/powerpoint/2010/main" val="4228164866"/>
      </p:ext>
    </p:extLst>
  </p:cSld>
  <p:clrMapOvr>
    <a:masterClrMapping/>
  </p:clrMapOvr>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CBD1CB0-3750-4662-8A34-5F63BBDB871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0C75C6BD-DA0E-4645-AE1C-99DDD0C559C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7ACC6A90-7148-429F-8D4F-DC2350FD1F84}"/>
              </a:ext>
            </a:extLst>
          </p:cNvPr>
          <p:cNvSpPr>
            <a:spLocks noGrp="1" noChangeArrowheads="1"/>
          </p:cNvSpPr>
          <p:nvPr>
            <p:ph type="sldNum" sz="quarter" idx="12"/>
          </p:nvPr>
        </p:nvSpPr>
        <p:spPr/>
        <p:txBody>
          <a:bodyPr/>
          <a:lstStyle>
            <a:lvl1pPr>
              <a:spcBef>
                <a:spcPct val="20000"/>
              </a:spcBef>
              <a:buSzPct val="85000"/>
              <a:buFontTx/>
              <a:buChar char="•"/>
              <a:defRPr/>
            </a:lvl1pPr>
          </a:lstStyle>
          <a:p>
            <a:fld id="{8680A550-D588-494C-8D13-8BDA29CEE787}" type="slidenum">
              <a:rPr lang="en-US" altLang="zh-CN"/>
              <a:pPr/>
              <a:t>‹#›</a:t>
            </a:fld>
            <a:endParaRPr lang="en-US" altLang="zh-CN"/>
          </a:p>
        </p:txBody>
      </p:sp>
    </p:spTree>
    <p:extLst>
      <p:ext uri="{BB962C8B-B14F-4D97-AF65-F5344CB8AC3E}">
        <p14:creationId xmlns:p14="http://schemas.microsoft.com/office/powerpoint/2010/main" val="249363476"/>
      </p:ext>
    </p:extLst>
  </p:cSld>
  <p:clrMapOvr>
    <a:masterClrMapping/>
  </p:clrMapOvr>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0A0D531-C665-4CD3-A42D-B3CD7F42B0A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37978D2F-6892-41D2-8B4A-D0598B77555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36E969BB-D1E7-429B-A843-3FB47D96EEC5}"/>
              </a:ext>
            </a:extLst>
          </p:cNvPr>
          <p:cNvSpPr>
            <a:spLocks noGrp="1" noChangeArrowheads="1"/>
          </p:cNvSpPr>
          <p:nvPr>
            <p:ph type="sldNum" sz="quarter" idx="12"/>
          </p:nvPr>
        </p:nvSpPr>
        <p:spPr/>
        <p:txBody>
          <a:bodyPr/>
          <a:lstStyle>
            <a:lvl1pPr>
              <a:spcBef>
                <a:spcPct val="20000"/>
              </a:spcBef>
              <a:buSzPct val="85000"/>
              <a:buFontTx/>
              <a:buChar char="•"/>
              <a:defRPr/>
            </a:lvl1pPr>
          </a:lstStyle>
          <a:p>
            <a:fld id="{9BB95807-2CCA-4A27-AA2A-FEE468500EBA}" type="slidenum">
              <a:rPr lang="en-US" altLang="zh-CN"/>
              <a:pPr/>
              <a:t>‹#›</a:t>
            </a:fld>
            <a:endParaRPr lang="en-US" altLang="zh-CN"/>
          </a:p>
        </p:txBody>
      </p:sp>
    </p:spTree>
    <p:extLst>
      <p:ext uri="{BB962C8B-B14F-4D97-AF65-F5344CB8AC3E}">
        <p14:creationId xmlns:p14="http://schemas.microsoft.com/office/powerpoint/2010/main" val="2757267076"/>
      </p:ext>
    </p:extLst>
  </p:cSld>
  <p:clrMapOvr>
    <a:masterClrMapping/>
  </p:clrMapOvr>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44364DD-E55B-4F6D-99E0-B40948E5007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A223B512-9F10-49E6-A8A9-71222E4B015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40857248-5AE3-46DE-B385-D0DFCC66FD80}"/>
              </a:ext>
            </a:extLst>
          </p:cNvPr>
          <p:cNvSpPr>
            <a:spLocks noGrp="1" noChangeArrowheads="1"/>
          </p:cNvSpPr>
          <p:nvPr>
            <p:ph type="sldNum" sz="quarter" idx="12"/>
          </p:nvPr>
        </p:nvSpPr>
        <p:spPr/>
        <p:txBody>
          <a:bodyPr/>
          <a:lstStyle>
            <a:lvl1pPr>
              <a:spcBef>
                <a:spcPct val="20000"/>
              </a:spcBef>
              <a:buSzPct val="85000"/>
              <a:buFontTx/>
              <a:buChar char="•"/>
              <a:defRPr/>
            </a:lvl1pPr>
          </a:lstStyle>
          <a:p>
            <a:fld id="{86B2CFC5-DA75-446C-A4BA-D77B5AB5F959}" type="slidenum">
              <a:rPr lang="en-US" altLang="zh-CN"/>
              <a:pPr/>
              <a:t>‹#›</a:t>
            </a:fld>
            <a:endParaRPr lang="en-US" altLang="zh-CN"/>
          </a:p>
        </p:txBody>
      </p:sp>
    </p:spTree>
    <p:extLst>
      <p:ext uri="{BB962C8B-B14F-4D97-AF65-F5344CB8AC3E}">
        <p14:creationId xmlns:p14="http://schemas.microsoft.com/office/powerpoint/2010/main" val="3713392183"/>
      </p:ext>
    </p:extLst>
  </p:cSld>
  <p:clrMapOvr>
    <a:masterClrMapping/>
  </p:clrMapOvr>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5444A669-3AA6-4878-AFBF-0143A135E24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5D4097D8-21C4-4FA0-8B8D-0646A9F7046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208C75C5-0D5E-4535-BA5A-14BD2DA5E9DB}"/>
              </a:ext>
            </a:extLst>
          </p:cNvPr>
          <p:cNvSpPr>
            <a:spLocks noGrp="1" noChangeArrowheads="1"/>
          </p:cNvSpPr>
          <p:nvPr>
            <p:ph type="sldNum" sz="quarter" idx="12"/>
          </p:nvPr>
        </p:nvSpPr>
        <p:spPr/>
        <p:txBody>
          <a:bodyPr/>
          <a:lstStyle>
            <a:lvl1pPr>
              <a:spcBef>
                <a:spcPct val="20000"/>
              </a:spcBef>
              <a:buSzPct val="85000"/>
              <a:buFontTx/>
              <a:buChar char="•"/>
              <a:defRPr/>
            </a:lvl1pPr>
          </a:lstStyle>
          <a:p>
            <a:fld id="{C1DB8BBD-5E24-4918-9CF5-DA9D94FCE8B9}" type="slidenum">
              <a:rPr lang="en-US" altLang="zh-CN"/>
              <a:pPr/>
              <a:t>‹#›</a:t>
            </a:fld>
            <a:endParaRPr lang="en-US" altLang="zh-CN"/>
          </a:p>
        </p:txBody>
      </p:sp>
    </p:spTree>
    <p:extLst>
      <p:ext uri="{BB962C8B-B14F-4D97-AF65-F5344CB8AC3E}">
        <p14:creationId xmlns:p14="http://schemas.microsoft.com/office/powerpoint/2010/main" val="415916241"/>
      </p:ext>
    </p:extLst>
  </p:cSld>
  <p:clrMapOvr>
    <a:masterClrMapping/>
  </p:clrMapOvr>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BFDA405C-B750-44CE-A2C5-7C6F293F0E2C}"/>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E85C3AF6-20DA-42E6-978B-C62BACE6C3D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C68C7E44-E040-4F19-BEE9-1CE6B941F325}"/>
              </a:ext>
            </a:extLst>
          </p:cNvPr>
          <p:cNvSpPr>
            <a:spLocks noGrp="1" noChangeArrowheads="1"/>
          </p:cNvSpPr>
          <p:nvPr>
            <p:ph type="sldNum" sz="quarter" idx="12"/>
          </p:nvPr>
        </p:nvSpPr>
        <p:spPr/>
        <p:txBody>
          <a:bodyPr/>
          <a:lstStyle>
            <a:lvl1pPr>
              <a:spcBef>
                <a:spcPct val="20000"/>
              </a:spcBef>
              <a:buSzPct val="85000"/>
              <a:buFontTx/>
              <a:buChar char="•"/>
              <a:defRPr/>
            </a:lvl1pPr>
          </a:lstStyle>
          <a:p>
            <a:fld id="{A7EE97A4-C3FF-4BAE-9CBB-5D11FBECFE3E}" type="slidenum">
              <a:rPr lang="en-US" altLang="zh-CN"/>
              <a:pPr/>
              <a:t>‹#›</a:t>
            </a:fld>
            <a:endParaRPr lang="en-US" altLang="zh-CN"/>
          </a:p>
        </p:txBody>
      </p:sp>
    </p:spTree>
    <p:extLst>
      <p:ext uri="{BB962C8B-B14F-4D97-AF65-F5344CB8AC3E}">
        <p14:creationId xmlns:p14="http://schemas.microsoft.com/office/powerpoint/2010/main" val="3388905411"/>
      </p:ext>
    </p:extLst>
  </p:cSld>
  <p:clrMapOvr>
    <a:masterClrMapping/>
  </p:clrMapOvr>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1EAE2591-67D3-4FF3-9F7A-03AA40D671A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AE87BD50-1D26-407E-BE14-AB217AE3932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04A71C2F-B7F3-4A57-91CE-ECEC99B3CA65}"/>
              </a:ext>
            </a:extLst>
          </p:cNvPr>
          <p:cNvSpPr>
            <a:spLocks noGrp="1" noChangeArrowheads="1"/>
          </p:cNvSpPr>
          <p:nvPr>
            <p:ph type="sldNum" sz="quarter" idx="12"/>
          </p:nvPr>
        </p:nvSpPr>
        <p:spPr/>
        <p:txBody>
          <a:bodyPr/>
          <a:lstStyle>
            <a:lvl1pPr>
              <a:spcBef>
                <a:spcPct val="20000"/>
              </a:spcBef>
              <a:buSzPct val="85000"/>
              <a:buFontTx/>
              <a:buChar char="•"/>
              <a:defRPr/>
            </a:lvl1pPr>
          </a:lstStyle>
          <a:p>
            <a:fld id="{60B0CC8B-DD19-4A32-981B-0B44F0A39FEB}" type="slidenum">
              <a:rPr lang="en-US" altLang="zh-CN"/>
              <a:pPr/>
              <a:t>‹#›</a:t>
            </a:fld>
            <a:endParaRPr lang="en-US" altLang="zh-CN"/>
          </a:p>
        </p:txBody>
      </p:sp>
    </p:spTree>
    <p:extLst>
      <p:ext uri="{BB962C8B-B14F-4D97-AF65-F5344CB8AC3E}">
        <p14:creationId xmlns:p14="http://schemas.microsoft.com/office/powerpoint/2010/main" val="2429152846"/>
      </p:ext>
    </p:extLst>
  </p:cSld>
  <p:clrMapOvr>
    <a:masterClrMapping/>
  </p:clrMapOvr>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69A3621-5EBA-4391-A89B-A2AC08AB559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11DDA09E-B85C-4CBF-B60E-010A9AB4AD2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6E1DC970-52CF-4AEE-BC2C-86EB8DB19298}"/>
              </a:ext>
            </a:extLst>
          </p:cNvPr>
          <p:cNvSpPr>
            <a:spLocks noGrp="1" noChangeArrowheads="1"/>
          </p:cNvSpPr>
          <p:nvPr>
            <p:ph type="sldNum" sz="quarter" idx="12"/>
          </p:nvPr>
        </p:nvSpPr>
        <p:spPr/>
        <p:txBody>
          <a:bodyPr/>
          <a:lstStyle>
            <a:lvl1pPr>
              <a:spcBef>
                <a:spcPct val="20000"/>
              </a:spcBef>
              <a:buSzPct val="85000"/>
              <a:buFontTx/>
              <a:buChar char="•"/>
              <a:defRPr/>
            </a:lvl1pPr>
          </a:lstStyle>
          <a:p>
            <a:fld id="{2088493F-2E36-4588-A195-38C22DCBD376}" type="slidenum">
              <a:rPr lang="en-US" altLang="zh-CN"/>
              <a:pPr/>
              <a:t>‹#›</a:t>
            </a:fld>
            <a:endParaRPr lang="en-US" altLang="zh-CN"/>
          </a:p>
        </p:txBody>
      </p:sp>
    </p:spTree>
    <p:extLst>
      <p:ext uri="{BB962C8B-B14F-4D97-AF65-F5344CB8AC3E}">
        <p14:creationId xmlns:p14="http://schemas.microsoft.com/office/powerpoint/2010/main" val="1485090529"/>
      </p:ext>
    </p:extLst>
  </p:cSld>
  <p:clrMapOvr>
    <a:masterClrMapping/>
  </p:clrMapOvr>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BE3CB27D-D4AD-48DC-8AAD-C62FA1B157DC}"/>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A923BA72-42FB-4029-BA8E-E3462C8644D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ED0A04DD-FE72-41AD-8C1E-7C5163B86038}"/>
              </a:ext>
            </a:extLst>
          </p:cNvPr>
          <p:cNvSpPr>
            <a:spLocks noGrp="1" noChangeArrowheads="1"/>
          </p:cNvSpPr>
          <p:nvPr>
            <p:ph type="sldNum" sz="quarter" idx="12"/>
          </p:nvPr>
        </p:nvSpPr>
        <p:spPr/>
        <p:txBody>
          <a:bodyPr/>
          <a:lstStyle>
            <a:lvl1pPr>
              <a:spcBef>
                <a:spcPct val="20000"/>
              </a:spcBef>
              <a:buSzPct val="85000"/>
              <a:buFontTx/>
              <a:buChar char="•"/>
              <a:defRPr/>
            </a:lvl1pPr>
          </a:lstStyle>
          <a:p>
            <a:fld id="{95514540-DABD-4D91-B392-407A8C9C1A25}" type="slidenum">
              <a:rPr lang="en-US" altLang="zh-CN"/>
              <a:pPr/>
              <a:t>‹#›</a:t>
            </a:fld>
            <a:endParaRPr lang="en-US" altLang="zh-CN"/>
          </a:p>
        </p:txBody>
      </p:sp>
    </p:spTree>
    <p:extLst>
      <p:ext uri="{BB962C8B-B14F-4D97-AF65-F5344CB8AC3E}">
        <p14:creationId xmlns:p14="http://schemas.microsoft.com/office/powerpoint/2010/main" val="818661608"/>
      </p:ext>
    </p:extLst>
  </p:cSld>
  <p:clrMapOvr>
    <a:masterClrMapping/>
  </p:clrMapOvr>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CC9AC0A-3415-4940-8D16-F06709D552E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61166FDC-901A-4A7E-AD49-7CA5461F99B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DBB1D4B4-FB67-4D06-866C-9782902BE554}"/>
              </a:ext>
            </a:extLst>
          </p:cNvPr>
          <p:cNvSpPr>
            <a:spLocks noGrp="1" noChangeArrowheads="1"/>
          </p:cNvSpPr>
          <p:nvPr>
            <p:ph type="sldNum" sz="quarter" idx="12"/>
          </p:nvPr>
        </p:nvSpPr>
        <p:spPr/>
        <p:txBody>
          <a:bodyPr/>
          <a:lstStyle>
            <a:lvl1pPr>
              <a:spcBef>
                <a:spcPct val="20000"/>
              </a:spcBef>
              <a:buSzPct val="85000"/>
              <a:buFontTx/>
              <a:buChar char="•"/>
              <a:defRPr/>
            </a:lvl1pPr>
          </a:lstStyle>
          <a:p>
            <a:fld id="{8420A306-5159-4E35-9230-DBF775424E76}" type="slidenum">
              <a:rPr lang="en-US" altLang="zh-CN"/>
              <a:pPr/>
              <a:t>‹#›</a:t>
            </a:fld>
            <a:endParaRPr lang="en-US" altLang="zh-CN"/>
          </a:p>
        </p:txBody>
      </p:sp>
    </p:spTree>
    <p:extLst>
      <p:ext uri="{BB962C8B-B14F-4D97-AF65-F5344CB8AC3E}">
        <p14:creationId xmlns:p14="http://schemas.microsoft.com/office/powerpoint/2010/main" val="2645564853"/>
      </p:ext>
    </p:extLst>
  </p:cSld>
  <p:clrMapOvr>
    <a:masterClrMapping/>
  </p:clrMapOvr>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238E9-EDE4-4234-B4A2-0E8B9A73F1FC}"/>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8F097554-5A4B-4185-8F85-08CCB7F9F55B}"/>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8DE9E5C8-CC7A-4E1B-971D-A422FCE5F94A}"/>
              </a:ext>
            </a:extLst>
          </p:cNvPr>
          <p:cNvSpPr>
            <a:spLocks noGrp="1"/>
          </p:cNvSpPr>
          <p:nvPr>
            <p:ph type="sldNum" sz="quarter" idx="11"/>
          </p:nvPr>
        </p:nvSpPr>
        <p:spPr/>
        <p:txBody>
          <a:bodyPr/>
          <a:lstStyle>
            <a:lvl1pPr>
              <a:spcBef>
                <a:spcPct val="20000"/>
              </a:spcBef>
              <a:buSzPct val="85000"/>
              <a:buFontTx/>
              <a:buChar char="•"/>
              <a:defRPr/>
            </a:lvl1pPr>
          </a:lstStyle>
          <a:p>
            <a:fld id="{1FCB1121-3727-464D-AF94-09559BA150A5}" type="slidenum">
              <a:rPr lang="en-US" altLang="zh-CN"/>
              <a:pPr/>
              <a:t>‹#›</a:t>
            </a:fld>
            <a:endParaRPr lang="en-US" altLang="zh-CN"/>
          </a:p>
        </p:txBody>
      </p:sp>
    </p:spTree>
    <p:extLst>
      <p:ext uri="{BB962C8B-B14F-4D97-AF65-F5344CB8AC3E}">
        <p14:creationId xmlns:p14="http://schemas.microsoft.com/office/powerpoint/2010/main" val="2633626128"/>
      </p:ext>
    </p:extLst>
  </p:cSld>
  <p:clrMapOvr>
    <a:masterClrMapping/>
  </p:clrMapOvr>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1F96D2B9-EA21-49B6-8D44-153093D1A77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2C740D12-7297-46D1-8B09-589BEC40ECE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D7309FB2-0384-4DB6-8093-515F7275454C}"/>
              </a:ext>
            </a:extLst>
          </p:cNvPr>
          <p:cNvSpPr>
            <a:spLocks noGrp="1" noChangeArrowheads="1"/>
          </p:cNvSpPr>
          <p:nvPr>
            <p:ph type="sldNum" sz="quarter" idx="12"/>
          </p:nvPr>
        </p:nvSpPr>
        <p:spPr/>
        <p:txBody>
          <a:bodyPr/>
          <a:lstStyle>
            <a:lvl1pPr>
              <a:spcBef>
                <a:spcPct val="20000"/>
              </a:spcBef>
              <a:buSzPct val="85000"/>
              <a:buFontTx/>
              <a:buChar char="•"/>
              <a:defRPr/>
            </a:lvl1pPr>
          </a:lstStyle>
          <a:p>
            <a:fld id="{77494C61-F975-4385-A505-03C20A218766}" type="slidenum">
              <a:rPr lang="en-US" altLang="zh-CN"/>
              <a:pPr/>
              <a:t>‹#›</a:t>
            </a:fld>
            <a:endParaRPr lang="en-US" altLang="zh-CN"/>
          </a:p>
        </p:txBody>
      </p:sp>
    </p:spTree>
    <p:extLst>
      <p:ext uri="{BB962C8B-B14F-4D97-AF65-F5344CB8AC3E}">
        <p14:creationId xmlns:p14="http://schemas.microsoft.com/office/powerpoint/2010/main" val="1653454690"/>
      </p:ext>
    </p:extLst>
  </p:cSld>
  <p:clrMapOvr>
    <a:masterClrMapping/>
  </p:clrMapOvr>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721E680A-F811-4D01-87E8-935F713A8F6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CE395BAF-2B79-4447-B4FD-00777B68FD9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32E5406F-D0FD-409B-ABFB-31DD128DAC27}"/>
              </a:ext>
            </a:extLst>
          </p:cNvPr>
          <p:cNvSpPr>
            <a:spLocks noGrp="1" noChangeArrowheads="1"/>
          </p:cNvSpPr>
          <p:nvPr>
            <p:ph type="sldNum" sz="quarter" idx="12"/>
          </p:nvPr>
        </p:nvSpPr>
        <p:spPr/>
        <p:txBody>
          <a:bodyPr/>
          <a:lstStyle>
            <a:lvl1pPr>
              <a:spcBef>
                <a:spcPct val="20000"/>
              </a:spcBef>
              <a:buSzPct val="85000"/>
              <a:buFontTx/>
              <a:buChar char="•"/>
              <a:defRPr/>
            </a:lvl1pPr>
          </a:lstStyle>
          <a:p>
            <a:fld id="{99DF3F3F-EA97-45F1-B76E-C79F435D06C8}" type="slidenum">
              <a:rPr lang="en-US" altLang="zh-CN"/>
              <a:pPr/>
              <a:t>‹#›</a:t>
            </a:fld>
            <a:endParaRPr lang="en-US" altLang="zh-CN"/>
          </a:p>
        </p:txBody>
      </p:sp>
    </p:spTree>
    <p:extLst>
      <p:ext uri="{BB962C8B-B14F-4D97-AF65-F5344CB8AC3E}">
        <p14:creationId xmlns:p14="http://schemas.microsoft.com/office/powerpoint/2010/main" val="2236020413"/>
      </p:ext>
    </p:extLst>
  </p:cSld>
  <p:clrMapOvr>
    <a:masterClrMapping/>
  </p:clrMapOvr>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DB5A6C4-18D4-4DD3-9B49-C7219730552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A34D85C3-EC24-499F-A44D-285AB6679B6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5E6093D0-A946-42CC-8C83-B38122763790}"/>
              </a:ext>
            </a:extLst>
          </p:cNvPr>
          <p:cNvSpPr>
            <a:spLocks noGrp="1" noChangeArrowheads="1"/>
          </p:cNvSpPr>
          <p:nvPr>
            <p:ph type="sldNum" sz="quarter" idx="12"/>
          </p:nvPr>
        </p:nvSpPr>
        <p:spPr/>
        <p:txBody>
          <a:bodyPr/>
          <a:lstStyle>
            <a:lvl1pPr>
              <a:spcBef>
                <a:spcPct val="20000"/>
              </a:spcBef>
              <a:buSzPct val="85000"/>
              <a:buFontTx/>
              <a:buChar char="•"/>
              <a:defRPr/>
            </a:lvl1pPr>
          </a:lstStyle>
          <a:p>
            <a:fld id="{4C54D587-CF76-412E-ADA4-5305EF755A0C}" type="slidenum">
              <a:rPr lang="en-US" altLang="zh-CN"/>
              <a:pPr/>
              <a:t>‹#›</a:t>
            </a:fld>
            <a:endParaRPr lang="en-US" altLang="zh-CN"/>
          </a:p>
        </p:txBody>
      </p:sp>
    </p:spTree>
    <p:extLst>
      <p:ext uri="{BB962C8B-B14F-4D97-AF65-F5344CB8AC3E}">
        <p14:creationId xmlns:p14="http://schemas.microsoft.com/office/powerpoint/2010/main" val="2089888422"/>
      </p:ext>
    </p:extLst>
  </p:cSld>
  <p:clrMapOvr>
    <a:masterClrMapping/>
  </p:clrMapOvr>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40D9D577-4375-4B7F-8487-E45FE6967FD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B5F118CF-8E1E-4E74-88E6-1F527A50A34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2D3E5733-96DF-4EF3-BF12-4B79ACACFA2E}"/>
              </a:ext>
            </a:extLst>
          </p:cNvPr>
          <p:cNvSpPr>
            <a:spLocks noGrp="1" noChangeArrowheads="1"/>
          </p:cNvSpPr>
          <p:nvPr>
            <p:ph type="sldNum" sz="quarter" idx="12"/>
          </p:nvPr>
        </p:nvSpPr>
        <p:spPr/>
        <p:txBody>
          <a:bodyPr/>
          <a:lstStyle>
            <a:lvl1pPr>
              <a:spcBef>
                <a:spcPct val="20000"/>
              </a:spcBef>
              <a:buSzPct val="85000"/>
              <a:buFontTx/>
              <a:buChar char="•"/>
              <a:defRPr/>
            </a:lvl1pPr>
          </a:lstStyle>
          <a:p>
            <a:fld id="{D6073F92-1BAA-4AFB-ADB3-7F6A4A77C6DE}" type="slidenum">
              <a:rPr lang="en-US" altLang="zh-CN"/>
              <a:pPr/>
              <a:t>‹#›</a:t>
            </a:fld>
            <a:endParaRPr lang="en-US" altLang="zh-CN"/>
          </a:p>
        </p:txBody>
      </p:sp>
    </p:spTree>
    <p:extLst>
      <p:ext uri="{BB962C8B-B14F-4D97-AF65-F5344CB8AC3E}">
        <p14:creationId xmlns:p14="http://schemas.microsoft.com/office/powerpoint/2010/main" val="3628475878"/>
      </p:ext>
    </p:extLst>
  </p:cSld>
  <p:clrMapOvr>
    <a:masterClrMapping/>
  </p:clrMapOvr>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20C987C-C995-452B-AD16-F8BDD308255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1918CB7C-BFD9-4810-9618-50EBAFB4307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6FD893F5-79E1-45FD-9BFA-0CB1AEC18774}"/>
              </a:ext>
            </a:extLst>
          </p:cNvPr>
          <p:cNvSpPr>
            <a:spLocks noGrp="1" noChangeArrowheads="1"/>
          </p:cNvSpPr>
          <p:nvPr>
            <p:ph type="sldNum" sz="quarter" idx="12"/>
          </p:nvPr>
        </p:nvSpPr>
        <p:spPr/>
        <p:txBody>
          <a:bodyPr/>
          <a:lstStyle>
            <a:lvl1pPr>
              <a:spcBef>
                <a:spcPct val="20000"/>
              </a:spcBef>
              <a:buSzPct val="85000"/>
              <a:buFontTx/>
              <a:buChar char="•"/>
              <a:defRPr/>
            </a:lvl1pPr>
          </a:lstStyle>
          <a:p>
            <a:fld id="{7B7A8D63-E02D-41C4-BA63-3E5A2333BBAA}" type="slidenum">
              <a:rPr lang="en-US" altLang="zh-CN"/>
              <a:pPr/>
              <a:t>‹#›</a:t>
            </a:fld>
            <a:endParaRPr lang="en-US" altLang="zh-CN"/>
          </a:p>
        </p:txBody>
      </p:sp>
    </p:spTree>
    <p:extLst>
      <p:ext uri="{BB962C8B-B14F-4D97-AF65-F5344CB8AC3E}">
        <p14:creationId xmlns:p14="http://schemas.microsoft.com/office/powerpoint/2010/main" val="1872326649"/>
      </p:ext>
    </p:extLst>
  </p:cSld>
  <p:clrMapOvr>
    <a:masterClrMapping/>
  </p:clrMapOvr>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3D1BB354-B338-4B8F-BD52-694418BE353C}"/>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93C3F959-6183-4EE7-AB06-CDB13B78350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65366A27-FDFD-43F1-BF27-FCD77C1FBA91}"/>
              </a:ext>
            </a:extLst>
          </p:cNvPr>
          <p:cNvSpPr>
            <a:spLocks noGrp="1" noChangeArrowheads="1"/>
          </p:cNvSpPr>
          <p:nvPr>
            <p:ph type="sldNum" sz="quarter" idx="12"/>
          </p:nvPr>
        </p:nvSpPr>
        <p:spPr/>
        <p:txBody>
          <a:bodyPr/>
          <a:lstStyle>
            <a:lvl1pPr>
              <a:spcBef>
                <a:spcPct val="20000"/>
              </a:spcBef>
              <a:buSzPct val="85000"/>
              <a:buFontTx/>
              <a:buChar char="•"/>
              <a:defRPr/>
            </a:lvl1pPr>
          </a:lstStyle>
          <a:p>
            <a:fld id="{52FA5456-D7D4-496C-A06A-7EB1238CB42A}" type="slidenum">
              <a:rPr lang="en-US" altLang="zh-CN"/>
              <a:pPr/>
              <a:t>‹#›</a:t>
            </a:fld>
            <a:endParaRPr lang="en-US" altLang="zh-CN"/>
          </a:p>
        </p:txBody>
      </p:sp>
    </p:spTree>
    <p:extLst>
      <p:ext uri="{BB962C8B-B14F-4D97-AF65-F5344CB8AC3E}">
        <p14:creationId xmlns:p14="http://schemas.microsoft.com/office/powerpoint/2010/main" val="3737285113"/>
      </p:ext>
    </p:extLst>
  </p:cSld>
  <p:clrMapOvr>
    <a:masterClrMapping/>
  </p:clrMapOvr>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6AC0B82-7FCA-4A90-9C09-FE67D22A570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574DF955-FE4C-4221-A550-D21FCD0E676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571FB1FD-1675-403A-A6CA-46BCDC790AE1}"/>
              </a:ext>
            </a:extLst>
          </p:cNvPr>
          <p:cNvSpPr>
            <a:spLocks noGrp="1" noChangeArrowheads="1"/>
          </p:cNvSpPr>
          <p:nvPr>
            <p:ph type="sldNum" sz="quarter" idx="12"/>
          </p:nvPr>
        </p:nvSpPr>
        <p:spPr/>
        <p:txBody>
          <a:bodyPr/>
          <a:lstStyle>
            <a:lvl1pPr>
              <a:spcBef>
                <a:spcPct val="20000"/>
              </a:spcBef>
              <a:buSzPct val="85000"/>
              <a:buFontTx/>
              <a:buChar char="•"/>
              <a:defRPr/>
            </a:lvl1pPr>
          </a:lstStyle>
          <a:p>
            <a:fld id="{A2ABB9A1-0544-4F57-921B-A3DBC64F070D}" type="slidenum">
              <a:rPr lang="en-US" altLang="zh-CN"/>
              <a:pPr/>
              <a:t>‹#›</a:t>
            </a:fld>
            <a:endParaRPr lang="en-US" altLang="zh-CN"/>
          </a:p>
        </p:txBody>
      </p:sp>
    </p:spTree>
    <p:extLst>
      <p:ext uri="{BB962C8B-B14F-4D97-AF65-F5344CB8AC3E}">
        <p14:creationId xmlns:p14="http://schemas.microsoft.com/office/powerpoint/2010/main" val="4021355380"/>
      </p:ext>
    </p:extLst>
  </p:cSld>
  <p:clrMapOvr>
    <a:masterClrMapping/>
  </p:clrMapOvr>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39243C3C-F209-4F74-8429-2F4762CF3F0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F39AA0C8-0AF6-47E4-B54D-68F3D524433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E13F234B-DB87-4D9E-BFF2-9BDAEE4909C8}"/>
              </a:ext>
            </a:extLst>
          </p:cNvPr>
          <p:cNvSpPr>
            <a:spLocks noGrp="1" noChangeArrowheads="1"/>
          </p:cNvSpPr>
          <p:nvPr>
            <p:ph type="sldNum" sz="quarter" idx="12"/>
          </p:nvPr>
        </p:nvSpPr>
        <p:spPr/>
        <p:txBody>
          <a:bodyPr/>
          <a:lstStyle>
            <a:lvl1pPr>
              <a:spcBef>
                <a:spcPct val="20000"/>
              </a:spcBef>
              <a:buSzPct val="85000"/>
              <a:buFontTx/>
              <a:buChar char="•"/>
              <a:defRPr/>
            </a:lvl1pPr>
          </a:lstStyle>
          <a:p>
            <a:fld id="{355C0AD0-205B-4F44-9EAE-A2A22ABC60B2}" type="slidenum">
              <a:rPr lang="en-US" altLang="zh-CN"/>
              <a:pPr/>
              <a:t>‹#›</a:t>
            </a:fld>
            <a:endParaRPr lang="en-US" altLang="zh-CN"/>
          </a:p>
        </p:txBody>
      </p:sp>
    </p:spTree>
    <p:extLst>
      <p:ext uri="{BB962C8B-B14F-4D97-AF65-F5344CB8AC3E}">
        <p14:creationId xmlns:p14="http://schemas.microsoft.com/office/powerpoint/2010/main" val="72502664"/>
      </p:ext>
    </p:extLst>
  </p:cSld>
  <p:clrMapOvr>
    <a:masterClrMapping/>
  </p:clrMapOvr>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26033D0C-C303-4772-A84F-9B40201C6A7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6368A00A-92B2-48C3-AA70-30EF59E9EB4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E03DF598-91DA-4D38-AADA-1104D199A5CB}"/>
              </a:ext>
            </a:extLst>
          </p:cNvPr>
          <p:cNvSpPr>
            <a:spLocks noGrp="1" noChangeArrowheads="1"/>
          </p:cNvSpPr>
          <p:nvPr>
            <p:ph type="sldNum" sz="quarter" idx="12"/>
          </p:nvPr>
        </p:nvSpPr>
        <p:spPr/>
        <p:txBody>
          <a:bodyPr/>
          <a:lstStyle>
            <a:lvl1pPr>
              <a:spcBef>
                <a:spcPct val="20000"/>
              </a:spcBef>
              <a:buSzPct val="85000"/>
              <a:buFontTx/>
              <a:buChar char="•"/>
              <a:defRPr/>
            </a:lvl1pPr>
          </a:lstStyle>
          <a:p>
            <a:fld id="{802D488C-F3E1-49E7-8387-F0900339AD6F}" type="slidenum">
              <a:rPr lang="en-US" altLang="zh-CN"/>
              <a:pPr/>
              <a:t>‹#›</a:t>
            </a:fld>
            <a:endParaRPr lang="en-US" altLang="zh-CN"/>
          </a:p>
        </p:txBody>
      </p:sp>
    </p:spTree>
    <p:extLst>
      <p:ext uri="{BB962C8B-B14F-4D97-AF65-F5344CB8AC3E}">
        <p14:creationId xmlns:p14="http://schemas.microsoft.com/office/powerpoint/2010/main" val="2753405359"/>
      </p:ext>
    </p:extLst>
  </p:cSld>
  <p:clrMapOvr>
    <a:masterClrMapping/>
  </p:clrMapOvr>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4F504E37-144B-40F7-9B2D-C0DFCFBB5D0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5EE88969-316D-42A2-AFCC-6CB74485A33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8999FE12-70EB-4095-ABBA-2F614853D8A8}"/>
              </a:ext>
            </a:extLst>
          </p:cNvPr>
          <p:cNvSpPr>
            <a:spLocks noGrp="1" noChangeArrowheads="1"/>
          </p:cNvSpPr>
          <p:nvPr>
            <p:ph type="sldNum" sz="quarter" idx="12"/>
          </p:nvPr>
        </p:nvSpPr>
        <p:spPr/>
        <p:txBody>
          <a:bodyPr/>
          <a:lstStyle>
            <a:lvl1pPr>
              <a:spcBef>
                <a:spcPct val="20000"/>
              </a:spcBef>
              <a:buSzPct val="85000"/>
              <a:buFontTx/>
              <a:buChar char="•"/>
              <a:defRPr/>
            </a:lvl1pPr>
          </a:lstStyle>
          <a:p>
            <a:fld id="{883D5A00-489D-41DD-8E10-CFAC2101A7CF}" type="slidenum">
              <a:rPr lang="en-US" altLang="zh-CN"/>
              <a:pPr/>
              <a:t>‹#›</a:t>
            </a:fld>
            <a:endParaRPr lang="en-US" altLang="zh-CN"/>
          </a:p>
        </p:txBody>
      </p:sp>
    </p:spTree>
    <p:extLst>
      <p:ext uri="{BB962C8B-B14F-4D97-AF65-F5344CB8AC3E}">
        <p14:creationId xmlns:p14="http://schemas.microsoft.com/office/powerpoint/2010/main" val="665315077"/>
      </p:ext>
    </p:extLst>
  </p:cSld>
  <p:clrMapOvr>
    <a:masterClrMapping/>
  </p:clrMapOvr>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7029510-F58E-40AB-ABC8-F630D9F41E2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87331C48-73C2-40C1-98EE-2C70B5560C8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2FACF791-0DCB-4D61-B657-28D0F1BA44D1}"/>
              </a:ext>
            </a:extLst>
          </p:cNvPr>
          <p:cNvSpPr>
            <a:spLocks noGrp="1" noChangeArrowheads="1"/>
          </p:cNvSpPr>
          <p:nvPr>
            <p:ph type="sldNum" sz="quarter" idx="12"/>
          </p:nvPr>
        </p:nvSpPr>
        <p:spPr/>
        <p:txBody>
          <a:bodyPr/>
          <a:lstStyle>
            <a:lvl1pPr>
              <a:spcBef>
                <a:spcPct val="20000"/>
              </a:spcBef>
              <a:buSzPct val="85000"/>
              <a:buFontTx/>
              <a:buChar char="•"/>
              <a:defRPr/>
            </a:lvl1pPr>
          </a:lstStyle>
          <a:p>
            <a:fld id="{3E86DEC0-ADD5-4FC0-ADB4-77367979B1A7}" type="slidenum">
              <a:rPr lang="en-US" altLang="zh-CN"/>
              <a:pPr/>
              <a:t>‹#›</a:t>
            </a:fld>
            <a:endParaRPr lang="en-US" altLang="zh-CN"/>
          </a:p>
        </p:txBody>
      </p:sp>
    </p:spTree>
    <p:extLst>
      <p:ext uri="{BB962C8B-B14F-4D97-AF65-F5344CB8AC3E}">
        <p14:creationId xmlns:p14="http://schemas.microsoft.com/office/powerpoint/2010/main" val="3605585562"/>
      </p:ext>
    </p:extLst>
  </p:cSld>
  <p:clrMapOvr>
    <a:masterClrMapping/>
  </p:clrMapOvr>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5A010242-A876-4D74-85E2-DF186BD5787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50A74F20-E171-4E2B-A189-A44A942A94D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102BBD59-E709-47F8-A24A-2E8EF605FC58}"/>
              </a:ext>
            </a:extLst>
          </p:cNvPr>
          <p:cNvSpPr>
            <a:spLocks noGrp="1" noChangeArrowheads="1"/>
          </p:cNvSpPr>
          <p:nvPr>
            <p:ph type="sldNum" sz="quarter" idx="12"/>
          </p:nvPr>
        </p:nvSpPr>
        <p:spPr/>
        <p:txBody>
          <a:bodyPr/>
          <a:lstStyle>
            <a:lvl1pPr>
              <a:spcBef>
                <a:spcPct val="20000"/>
              </a:spcBef>
              <a:buSzPct val="85000"/>
              <a:buFontTx/>
              <a:buChar char="•"/>
              <a:defRPr/>
            </a:lvl1pPr>
          </a:lstStyle>
          <a:p>
            <a:fld id="{97971D3B-6C64-44BF-BFC3-E93CABB9D4CF}" type="slidenum">
              <a:rPr lang="en-US" altLang="zh-CN"/>
              <a:pPr/>
              <a:t>‹#›</a:t>
            </a:fld>
            <a:endParaRPr lang="en-US" altLang="zh-CN"/>
          </a:p>
        </p:txBody>
      </p:sp>
    </p:spTree>
    <p:extLst>
      <p:ext uri="{BB962C8B-B14F-4D97-AF65-F5344CB8AC3E}">
        <p14:creationId xmlns:p14="http://schemas.microsoft.com/office/powerpoint/2010/main" val="3217032647"/>
      </p:ext>
    </p:extLst>
  </p:cSld>
  <p:clrMapOvr>
    <a:masterClrMapping/>
  </p:clrMapOvr>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0E61DCE4-37AA-4C55-AA8B-C4F9D0EB833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65359B24-87EF-4428-9021-46C8A90A662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176BC61B-AA68-4D47-82D2-BD647ADFB5AF}"/>
              </a:ext>
            </a:extLst>
          </p:cNvPr>
          <p:cNvSpPr>
            <a:spLocks noGrp="1" noChangeArrowheads="1"/>
          </p:cNvSpPr>
          <p:nvPr>
            <p:ph type="sldNum" sz="quarter" idx="12"/>
          </p:nvPr>
        </p:nvSpPr>
        <p:spPr/>
        <p:txBody>
          <a:bodyPr/>
          <a:lstStyle>
            <a:lvl1pPr>
              <a:spcBef>
                <a:spcPct val="20000"/>
              </a:spcBef>
              <a:buSzPct val="85000"/>
              <a:buFontTx/>
              <a:buChar char="•"/>
              <a:defRPr/>
            </a:lvl1pPr>
          </a:lstStyle>
          <a:p>
            <a:fld id="{8440FFEC-E2C3-4628-9652-D5B11FBB877F}" type="slidenum">
              <a:rPr lang="en-US" altLang="zh-CN"/>
              <a:pPr/>
              <a:t>‹#›</a:t>
            </a:fld>
            <a:endParaRPr lang="en-US" altLang="zh-CN"/>
          </a:p>
        </p:txBody>
      </p:sp>
    </p:spTree>
    <p:extLst>
      <p:ext uri="{BB962C8B-B14F-4D97-AF65-F5344CB8AC3E}">
        <p14:creationId xmlns:p14="http://schemas.microsoft.com/office/powerpoint/2010/main" val="4234930911"/>
      </p:ext>
    </p:extLst>
  </p:cSld>
  <p:clrMapOvr>
    <a:masterClrMapping/>
  </p:clrMapOvr>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622696-D822-442E-BD7A-5754C9448B09}"/>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9A4E8F7E-A961-43EF-BADC-2F783D6EF008}"/>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4D6AE848-A01C-497C-B583-CF38846CB4E9}"/>
              </a:ext>
            </a:extLst>
          </p:cNvPr>
          <p:cNvSpPr>
            <a:spLocks noGrp="1"/>
          </p:cNvSpPr>
          <p:nvPr>
            <p:ph type="sldNum" sz="quarter" idx="11"/>
          </p:nvPr>
        </p:nvSpPr>
        <p:spPr/>
        <p:txBody>
          <a:bodyPr/>
          <a:lstStyle>
            <a:lvl1pPr>
              <a:spcBef>
                <a:spcPct val="20000"/>
              </a:spcBef>
              <a:buSzPct val="85000"/>
              <a:buFontTx/>
              <a:buChar char="•"/>
              <a:defRPr/>
            </a:lvl1pPr>
          </a:lstStyle>
          <a:p>
            <a:fld id="{DB37E6B4-10C1-4E4B-8A04-DA1683046E24}" type="slidenum">
              <a:rPr lang="en-US" altLang="zh-CN"/>
              <a:pPr/>
              <a:t>‹#›</a:t>
            </a:fld>
            <a:endParaRPr lang="en-US" altLang="zh-CN"/>
          </a:p>
        </p:txBody>
      </p:sp>
    </p:spTree>
    <p:extLst>
      <p:ext uri="{BB962C8B-B14F-4D97-AF65-F5344CB8AC3E}">
        <p14:creationId xmlns:p14="http://schemas.microsoft.com/office/powerpoint/2010/main" val="573190652"/>
      </p:ext>
    </p:extLst>
  </p:cSld>
  <p:clrMapOvr>
    <a:masterClrMapping/>
  </p:clrMapOvr>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9F22F7C3-2678-41C3-8574-718D385FCE2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5C7AB997-3C73-41B8-A9CF-2720272BC17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35DC1BE7-93B3-4EA3-BBC5-E340BA1B53B4}"/>
              </a:ext>
            </a:extLst>
          </p:cNvPr>
          <p:cNvSpPr>
            <a:spLocks noGrp="1" noChangeArrowheads="1"/>
          </p:cNvSpPr>
          <p:nvPr>
            <p:ph type="sldNum" sz="quarter" idx="12"/>
          </p:nvPr>
        </p:nvSpPr>
        <p:spPr/>
        <p:txBody>
          <a:bodyPr/>
          <a:lstStyle>
            <a:lvl1pPr>
              <a:spcBef>
                <a:spcPct val="20000"/>
              </a:spcBef>
              <a:buSzPct val="85000"/>
              <a:buFontTx/>
              <a:buChar char="•"/>
              <a:defRPr/>
            </a:lvl1pPr>
          </a:lstStyle>
          <a:p>
            <a:fld id="{5015A197-1087-4E26-8113-0EC438CD0EB9}" type="slidenum">
              <a:rPr lang="en-US" altLang="zh-CN"/>
              <a:pPr/>
              <a:t>‹#›</a:t>
            </a:fld>
            <a:endParaRPr lang="en-US" altLang="zh-CN"/>
          </a:p>
        </p:txBody>
      </p:sp>
    </p:spTree>
    <p:extLst>
      <p:ext uri="{BB962C8B-B14F-4D97-AF65-F5344CB8AC3E}">
        <p14:creationId xmlns:p14="http://schemas.microsoft.com/office/powerpoint/2010/main" val="3609396307"/>
      </p:ext>
    </p:extLst>
  </p:cSld>
  <p:clrMapOvr>
    <a:masterClrMapping/>
  </p:clrMapOvr>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AECB4BED-EDE6-451C-8F26-8897816217A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B0D5623E-6747-48EA-9D85-8DD2933350E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CA08DDE0-24E0-4B56-A021-010DE751FC5A}"/>
              </a:ext>
            </a:extLst>
          </p:cNvPr>
          <p:cNvSpPr>
            <a:spLocks noGrp="1" noChangeArrowheads="1"/>
          </p:cNvSpPr>
          <p:nvPr>
            <p:ph type="sldNum" sz="quarter" idx="12"/>
          </p:nvPr>
        </p:nvSpPr>
        <p:spPr/>
        <p:txBody>
          <a:bodyPr/>
          <a:lstStyle>
            <a:lvl1pPr>
              <a:spcBef>
                <a:spcPct val="20000"/>
              </a:spcBef>
              <a:buSzPct val="85000"/>
              <a:buFontTx/>
              <a:buChar char="•"/>
              <a:defRPr/>
            </a:lvl1pPr>
          </a:lstStyle>
          <a:p>
            <a:fld id="{0FFD3292-1E33-446E-96C3-9532F82E9CB1}" type="slidenum">
              <a:rPr lang="en-US" altLang="zh-CN"/>
              <a:pPr/>
              <a:t>‹#›</a:t>
            </a:fld>
            <a:endParaRPr lang="en-US" altLang="zh-CN"/>
          </a:p>
        </p:txBody>
      </p:sp>
    </p:spTree>
    <p:extLst>
      <p:ext uri="{BB962C8B-B14F-4D97-AF65-F5344CB8AC3E}">
        <p14:creationId xmlns:p14="http://schemas.microsoft.com/office/powerpoint/2010/main" val="3924065684"/>
      </p:ext>
    </p:extLst>
  </p:cSld>
  <p:clrMapOvr>
    <a:masterClrMapping/>
  </p:clrMapOvr>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D949FB6-83E7-4A6E-93BE-9FC3F9950DC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82F69858-CC1C-4FE5-AF80-8522A625751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4B6DA0B8-37ED-4074-9C69-8E0E9C9E3702}"/>
              </a:ext>
            </a:extLst>
          </p:cNvPr>
          <p:cNvSpPr>
            <a:spLocks noGrp="1" noChangeArrowheads="1"/>
          </p:cNvSpPr>
          <p:nvPr>
            <p:ph type="sldNum" sz="quarter" idx="12"/>
          </p:nvPr>
        </p:nvSpPr>
        <p:spPr/>
        <p:txBody>
          <a:bodyPr/>
          <a:lstStyle>
            <a:lvl1pPr>
              <a:spcBef>
                <a:spcPct val="20000"/>
              </a:spcBef>
              <a:buSzPct val="85000"/>
              <a:buFontTx/>
              <a:buChar char="•"/>
              <a:defRPr/>
            </a:lvl1pPr>
          </a:lstStyle>
          <a:p>
            <a:fld id="{3652CCE7-5DE8-4F5E-B0CB-7FAC1BD18AD6}" type="slidenum">
              <a:rPr lang="en-US" altLang="zh-CN"/>
              <a:pPr/>
              <a:t>‹#›</a:t>
            </a:fld>
            <a:endParaRPr lang="en-US" altLang="zh-CN"/>
          </a:p>
        </p:txBody>
      </p:sp>
    </p:spTree>
    <p:extLst>
      <p:ext uri="{BB962C8B-B14F-4D97-AF65-F5344CB8AC3E}">
        <p14:creationId xmlns:p14="http://schemas.microsoft.com/office/powerpoint/2010/main" val="1507014564"/>
      </p:ext>
    </p:extLst>
  </p:cSld>
  <p:clrMapOvr>
    <a:masterClrMapping/>
  </p:clrMapOvr>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8A0F149-F3BB-42A8-ACC3-8E395D932B9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7476DA21-92E9-43EE-8F3B-89CEAD89FC0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108390BA-A389-4D60-88C2-E2D279426F65}"/>
              </a:ext>
            </a:extLst>
          </p:cNvPr>
          <p:cNvSpPr>
            <a:spLocks noGrp="1" noChangeArrowheads="1"/>
          </p:cNvSpPr>
          <p:nvPr>
            <p:ph type="sldNum" sz="quarter" idx="12"/>
          </p:nvPr>
        </p:nvSpPr>
        <p:spPr/>
        <p:txBody>
          <a:bodyPr/>
          <a:lstStyle>
            <a:lvl1pPr>
              <a:spcBef>
                <a:spcPct val="20000"/>
              </a:spcBef>
              <a:buSzPct val="85000"/>
              <a:buFontTx/>
              <a:buChar char="•"/>
              <a:defRPr/>
            </a:lvl1pPr>
          </a:lstStyle>
          <a:p>
            <a:fld id="{26C8CB2D-BC4F-4297-8E73-40A73D0F19F5}" type="slidenum">
              <a:rPr lang="en-US" altLang="zh-CN"/>
              <a:pPr/>
              <a:t>‹#›</a:t>
            </a:fld>
            <a:endParaRPr lang="en-US" altLang="zh-CN"/>
          </a:p>
        </p:txBody>
      </p:sp>
    </p:spTree>
    <p:extLst>
      <p:ext uri="{BB962C8B-B14F-4D97-AF65-F5344CB8AC3E}">
        <p14:creationId xmlns:p14="http://schemas.microsoft.com/office/powerpoint/2010/main" val="3505564757"/>
      </p:ext>
    </p:extLst>
  </p:cSld>
  <p:clrMapOvr>
    <a:masterClrMapping/>
  </p:clrMapOvr>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FE5BA9F-1EAE-4BF7-97EF-8A7EA8BCD38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69BC15F2-A63D-401D-91A5-61259815F55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4F6F5DC2-24D6-41F2-8218-374A87A6AF5C}"/>
              </a:ext>
            </a:extLst>
          </p:cNvPr>
          <p:cNvSpPr>
            <a:spLocks noGrp="1" noChangeArrowheads="1"/>
          </p:cNvSpPr>
          <p:nvPr>
            <p:ph type="sldNum" sz="quarter" idx="12"/>
          </p:nvPr>
        </p:nvSpPr>
        <p:spPr/>
        <p:txBody>
          <a:bodyPr/>
          <a:lstStyle>
            <a:lvl1pPr>
              <a:spcBef>
                <a:spcPct val="20000"/>
              </a:spcBef>
              <a:buSzPct val="85000"/>
              <a:buFontTx/>
              <a:buChar char="•"/>
              <a:defRPr/>
            </a:lvl1pPr>
          </a:lstStyle>
          <a:p>
            <a:fld id="{49C07170-8FC9-49CA-84A4-7568E4BBD15A}" type="slidenum">
              <a:rPr lang="en-US" altLang="zh-CN"/>
              <a:pPr/>
              <a:t>‹#›</a:t>
            </a:fld>
            <a:endParaRPr lang="en-US" altLang="zh-CN"/>
          </a:p>
        </p:txBody>
      </p:sp>
    </p:spTree>
    <p:extLst>
      <p:ext uri="{BB962C8B-B14F-4D97-AF65-F5344CB8AC3E}">
        <p14:creationId xmlns:p14="http://schemas.microsoft.com/office/powerpoint/2010/main" val="1920586952"/>
      </p:ext>
    </p:extLst>
  </p:cSld>
  <p:clrMapOvr>
    <a:masterClrMapping/>
  </p:clrMapOvr>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4741C3F-A57B-4B7D-93FA-B097A523352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D98BD890-7321-4534-B508-764A911AB63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D8FD208E-7358-4D0C-B7CE-92A9E60FA52A}"/>
              </a:ext>
            </a:extLst>
          </p:cNvPr>
          <p:cNvSpPr>
            <a:spLocks noGrp="1" noChangeArrowheads="1"/>
          </p:cNvSpPr>
          <p:nvPr>
            <p:ph type="sldNum" sz="quarter" idx="12"/>
          </p:nvPr>
        </p:nvSpPr>
        <p:spPr/>
        <p:txBody>
          <a:bodyPr/>
          <a:lstStyle>
            <a:lvl1pPr>
              <a:spcBef>
                <a:spcPct val="20000"/>
              </a:spcBef>
              <a:buSzPct val="85000"/>
              <a:buFontTx/>
              <a:buChar char="•"/>
              <a:defRPr/>
            </a:lvl1pPr>
          </a:lstStyle>
          <a:p>
            <a:fld id="{54C36101-DA72-4274-B2DD-26F965C12D19}" type="slidenum">
              <a:rPr lang="en-US" altLang="zh-CN"/>
              <a:pPr/>
              <a:t>‹#›</a:t>
            </a:fld>
            <a:endParaRPr lang="en-US" altLang="zh-CN"/>
          </a:p>
        </p:txBody>
      </p:sp>
    </p:spTree>
    <p:extLst>
      <p:ext uri="{BB962C8B-B14F-4D97-AF65-F5344CB8AC3E}">
        <p14:creationId xmlns:p14="http://schemas.microsoft.com/office/powerpoint/2010/main" val="3854226031"/>
      </p:ext>
    </p:extLst>
  </p:cSld>
  <p:clrMapOvr>
    <a:masterClrMapping/>
  </p:clrMapOvr>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C1E780E-623E-4468-BBEA-AF8225FEABD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BB2D9652-322A-47A6-A4BD-4339B49BD64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0796CFEC-F0EF-4E27-BDA9-692253B58B0C}"/>
              </a:ext>
            </a:extLst>
          </p:cNvPr>
          <p:cNvSpPr>
            <a:spLocks noGrp="1" noChangeArrowheads="1"/>
          </p:cNvSpPr>
          <p:nvPr>
            <p:ph type="sldNum" sz="quarter" idx="12"/>
          </p:nvPr>
        </p:nvSpPr>
        <p:spPr/>
        <p:txBody>
          <a:bodyPr/>
          <a:lstStyle>
            <a:lvl1pPr>
              <a:spcBef>
                <a:spcPct val="20000"/>
              </a:spcBef>
              <a:buSzPct val="85000"/>
              <a:buFontTx/>
              <a:buChar char="•"/>
              <a:defRPr/>
            </a:lvl1pPr>
          </a:lstStyle>
          <a:p>
            <a:fld id="{FEED1A23-4414-4BE6-9BA3-52DB245E5D6F}" type="slidenum">
              <a:rPr lang="en-US" altLang="zh-CN"/>
              <a:pPr/>
              <a:t>‹#›</a:t>
            </a:fld>
            <a:endParaRPr lang="en-US" altLang="zh-CN"/>
          </a:p>
        </p:txBody>
      </p:sp>
    </p:spTree>
    <p:extLst>
      <p:ext uri="{BB962C8B-B14F-4D97-AF65-F5344CB8AC3E}">
        <p14:creationId xmlns:p14="http://schemas.microsoft.com/office/powerpoint/2010/main" val="3584358029"/>
      </p:ext>
    </p:extLst>
  </p:cSld>
  <p:clrMapOvr>
    <a:masterClrMapping/>
  </p:clrMapOvr>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60375BDB-5FC4-4FED-97C8-7D320278A24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098EAD90-FECF-4A20-A5B8-FE665E2DC83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975B9E25-9813-4716-AB45-53AF2F533681}"/>
              </a:ext>
            </a:extLst>
          </p:cNvPr>
          <p:cNvSpPr>
            <a:spLocks noGrp="1" noChangeArrowheads="1"/>
          </p:cNvSpPr>
          <p:nvPr>
            <p:ph type="sldNum" sz="quarter" idx="12"/>
          </p:nvPr>
        </p:nvSpPr>
        <p:spPr/>
        <p:txBody>
          <a:bodyPr/>
          <a:lstStyle>
            <a:lvl1pPr>
              <a:spcBef>
                <a:spcPct val="20000"/>
              </a:spcBef>
              <a:buSzPct val="85000"/>
              <a:buFontTx/>
              <a:buChar char="•"/>
              <a:defRPr/>
            </a:lvl1pPr>
          </a:lstStyle>
          <a:p>
            <a:fld id="{5BB1672B-7412-4389-8D7F-66999E051FBA}" type="slidenum">
              <a:rPr lang="en-US" altLang="zh-CN"/>
              <a:pPr/>
              <a:t>‹#›</a:t>
            </a:fld>
            <a:endParaRPr lang="en-US" altLang="zh-CN"/>
          </a:p>
        </p:txBody>
      </p:sp>
    </p:spTree>
    <p:extLst>
      <p:ext uri="{BB962C8B-B14F-4D97-AF65-F5344CB8AC3E}">
        <p14:creationId xmlns:p14="http://schemas.microsoft.com/office/powerpoint/2010/main" val="1550334075"/>
      </p:ext>
    </p:extLst>
  </p:cSld>
  <p:clrMapOvr>
    <a:masterClrMapping/>
  </p:clrMapOvr>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06F8BAD5-DF3B-4ED6-A942-4E568694C82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4889E689-751A-49A3-A711-9734B2EB890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B2CB9D15-240D-4713-B002-92E8F22857D0}"/>
              </a:ext>
            </a:extLst>
          </p:cNvPr>
          <p:cNvSpPr>
            <a:spLocks noGrp="1" noChangeArrowheads="1"/>
          </p:cNvSpPr>
          <p:nvPr>
            <p:ph type="sldNum" sz="quarter" idx="12"/>
          </p:nvPr>
        </p:nvSpPr>
        <p:spPr/>
        <p:txBody>
          <a:bodyPr/>
          <a:lstStyle>
            <a:lvl1pPr>
              <a:spcBef>
                <a:spcPct val="20000"/>
              </a:spcBef>
              <a:buSzPct val="85000"/>
              <a:buFontTx/>
              <a:buChar char="•"/>
              <a:defRPr/>
            </a:lvl1pPr>
          </a:lstStyle>
          <a:p>
            <a:fld id="{ADB7AE74-2BF1-4FC1-AC7D-8B92A56DF252}" type="slidenum">
              <a:rPr lang="en-US" altLang="zh-CN"/>
              <a:pPr/>
              <a:t>‹#›</a:t>
            </a:fld>
            <a:endParaRPr lang="en-US" altLang="zh-CN"/>
          </a:p>
        </p:txBody>
      </p:sp>
    </p:spTree>
    <p:extLst>
      <p:ext uri="{BB962C8B-B14F-4D97-AF65-F5344CB8AC3E}">
        <p14:creationId xmlns:p14="http://schemas.microsoft.com/office/powerpoint/2010/main" val="1963879515"/>
      </p:ext>
    </p:extLst>
  </p:cSld>
  <p:clrMapOvr>
    <a:masterClrMapping/>
  </p:clrMapOvr>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30E14237-A92A-4AFC-A23D-E733E3619C0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E7B7EDE6-8660-4AB7-80F7-C6401484EE1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FB34932D-8DF0-4A64-AA69-650F9A074F54}"/>
              </a:ext>
            </a:extLst>
          </p:cNvPr>
          <p:cNvSpPr>
            <a:spLocks noGrp="1" noChangeArrowheads="1"/>
          </p:cNvSpPr>
          <p:nvPr>
            <p:ph type="sldNum" sz="quarter" idx="12"/>
          </p:nvPr>
        </p:nvSpPr>
        <p:spPr/>
        <p:txBody>
          <a:bodyPr/>
          <a:lstStyle>
            <a:lvl1pPr>
              <a:spcBef>
                <a:spcPct val="20000"/>
              </a:spcBef>
              <a:buSzPct val="85000"/>
              <a:buFontTx/>
              <a:buChar char="•"/>
              <a:defRPr/>
            </a:lvl1pPr>
          </a:lstStyle>
          <a:p>
            <a:fld id="{3E6ED534-C29A-4D30-AD7D-9A2DF751A179}" type="slidenum">
              <a:rPr lang="en-US" altLang="zh-CN"/>
              <a:pPr/>
              <a:t>‹#›</a:t>
            </a:fld>
            <a:endParaRPr lang="en-US" altLang="zh-CN"/>
          </a:p>
        </p:txBody>
      </p:sp>
    </p:spTree>
    <p:extLst>
      <p:ext uri="{BB962C8B-B14F-4D97-AF65-F5344CB8AC3E}">
        <p14:creationId xmlns:p14="http://schemas.microsoft.com/office/powerpoint/2010/main" val="987334157"/>
      </p:ext>
    </p:extLst>
  </p:cSld>
  <p:clrMapOvr>
    <a:masterClrMapping/>
  </p:clrMapOvr>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B1AAC3F-221D-40A9-846C-98FCA2D816E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2800BED3-59F6-40EF-9B60-2F8924CAAFE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E14D8E33-1F23-4ADB-828B-1231FA9DCD33}"/>
              </a:ext>
            </a:extLst>
          </p:cNvPr>
          <p:cNvSpPr>
            <a:spLocks noGrp="1" noChangeArrowheads="1"/>
          </p:cNvSpPr>
          <p:nvPr>
            <p:ph type="sldNum" sz="quarter" idx="12"/>
          </p:nvPr>
        </p:nvSpPr>
        <p:spPr/>
        <p:txBody>
          <a:bodyPr/>
          <a:lstStyle>
            <a:lvl1pPr>
              <a:spcBef>
                <a:spcPct val="20000"/>
              </a:spcBef>
              <a:buSzPct val="85000"/>
              <a:buFontTx/>
              <a:buChar char="•"/>
              <a:defRPr/>
            </a:lvl1pPr>
          </a:lstStyle>
          <a:p>
            <a:fld id="{6B67A225-EE89-4C71-A135-983BDF48E393}" type="slidenum">
              <a:rPr lang="en-US" altLang="zh-CN"/>
              <a:pPr/>
              <a:t>‹#›</a:t>
            </a:fld>
            <a:endParaRPr lang="en-US" altLang="zh-CN"/>
          </a:p>
        </p:txBody>
      </p:sp>
    </p:spTree>
    <p:extLst>
      <p:ext uri="{BB962C8B-B14F-4D97-AF65-F5344CB8AC3E}">
        <p14:creationId xmlns:p14="http://schemas.microsoft.com/office/powerpoint/2010/main" val="3194584571"/>
      </p:ext>
    </p:extLst>
  </p:cSld>
  <p:clrMapOvr>
    <a:masterClrMapping/>
  </p:clrMapOvr>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8182258A-EF1E-4477-B68D-6A35FB0BABB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48869ACB-5C52-4872-BB0F-86755A7B918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3D859915-93DE-4D9E-85FB-3903C477F6E3}"/>
              </a:ext>
            </a:extLst>
          </p:cNvPr>
          <p:cNvSpPr>
            <a:spLocks noGrp="1" noChangeArrowheads="1"/>
          </p:cNvSpPr>
          <p:nvPr>
            <p:ph type="sldNum" sz="quarter" idx="12"/>
          </p:nvPr>
        </p:nvSpPr>
        <p:spPr/>
        <p:txBody>
          <a:bodyPr/>
          <a:lstStyle>
            <a:lvl1pPr>
              <a:spcBef>
                <a:spcPct val="20000"/>
              </a:spcBef>
              <a:buSzPct val="85000"/>
              <a:buFontTx/>
              <a:buChar char="•"/>
              <a:defRPr/>
            </a:lvl1pPr>
          </a:lstStyle>
          <a:p>
            <a:fld id="{C797878D-B260-449F-8692-F77406F37DEE}" type="slidenum">
              <a:rPr lang="en-US" altLang="zh-CN"/>
              <a:pPr/>
              <a:t>‹#›</a:t>
            </a:fld>
            <a:endParaRPr lang="en-US" altLang="zh-CN"/>
          </a:p>
        </p:txBody>
      </p:sp>
    </p:spTree>
    <p:extLst>
      <p:ext uri="{BB962C8B-B14F-4D97-AF65-F5344CB8AC3E}">
        <p14:creationId xmlns:p14="http://schemas.microsoft.com/office/powerpoint/2010/main" val="4091352826"/>
      </p:ext>
    </p:extLst>
  </p:cSld>
  <p:clrMapOvr>
    <a:masterClrMapping/>
  </p:clrMapOvr>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D4BB1CB-F6FE-49FA-B17C-21FD0C89450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21B5B4F6-1B7B-4B47-B478-68D137A63CE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1E6F2351-2414-49EF-B8B1-F7E2E89C5CD9}"/>
              </a:ext>
            </a:extLst>
          </p:cNvPr>
          <p:cNvSpPr>
            <a:spLocks noGrp="1" noChangeArrowheads="1"/>
          </p:cNvSpPr>
          <p:nvPr>
            <p:ph type="sldNum" sz="quarter" idx="12"/>
          </p:nvPr>
        </p:nvSpPr>
        <p:spPr/>
        <p:txBody>
          <a:bodyPr/>
          <a:lstStyle>
            <a:lvl1pPr>
              <a:spcBef>
                <a:spcPct val="20000"/>
              </a:spcBef>
              <a:buSzPct val="85000"/>
              <a:buFontTx/>
              <a:buChar char="•"/>
              <a:defRPr/>
            </a:lvl1pPr>
          </a:lstStyle>
          <a:p>
            <a:fld id="{D8055524-2394-4187-97DA-56C685A57F62}" type="slidenum">
              <a:rPr lang="en-US" altLang="zh-CN"/>
              <a:pPr/>
              <a:t>‹#›</a:t>
            </a:fld>
            <a:endParaRPr lang="en-US" altLang="zh-CN"/>
          </a:p>
        </p:txBody>
      </p:sp>
    </p:spTree>
    <p:extLst>
      <p:ext uri="{BB962C8B-B14F-4D97-AF65-F5344CB8AC3E}">
        <p14:creationId xmlns:p14="http://schemas.microsoft.com/office/powerpoint/2010/main" val="3201255388"/>
      </p:ext>
    </p:extLst>
  </p:cSld>
  <p:clrMapOvr>
    <a:masterClrMapping/>
  </p:clrMapOvr>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0E1442-CDC2-4ECF-A5B7-A0E0AFEB8E5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DBCD3F41-CACE-460E-926E-6292A13C0B3A}"/>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34C01AA3-0976-4DB0-8DA1-02471E0E32C1}"/>
              </a:ext>
            </a:extLst>
          </p:cNvPr>
          <p:cNvSpPr>
            <a:spLocks noGrp="1"/>
          </p:cNvSpPr>
          <p:nvPr>
            <p:ph type="sldNum" sz="quarter" idx="11"/>
          </p:nvPr>
        </p:nvSpPr>
        <p:spPr/>
        <p:txBody>
          <a:bodyPr/>
          <a:lstStyle>
            <a:lvl1pPr>
              <a:spcBef>
                <a:spcPct val="20000"/>
              </a:spcBef>
              <a:buSzPct val="85000"/>
              <a:buFontTx/>
              <a:buChar char="•"/>
              <a:defRPr/>
            </a:lvl1pPr>
          </a:lstStyle>
          <a:p>
            <a:fld id="{51180986-3E58-4CEC-B26E-056C021BF624}" type="slidenum">
              <a:rPr lang="en-US" altLang="zh-CN"/>
              <a:pPr/>
              <a:t>‹#›</a:t>
            </a:fld>
            <a:endParaRPr lang="en-US" altLang="zh-CN"/>
          </a:p>
        </p:txBody>
      </p:sp>
    </p:spTree>
    <p:extLst>
      <p:ext uri="{BB962C8B-B14F-4D97-AF65-F5344CB8AC3E}">
        <p14:creationId xmlns:p14="http://schemas.microsoft.com/office/powerpoint/2010/main" val="3295888255"/>
      </p:ext>
    </p:extLst>
  </p:cSld>
  <p:clrMapOvr>
    <a:masterClrMapping/>
  </p:clrMapOvr>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7513FA39-EDCF-46C7-A972-E0E20BCB73A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1814495F-0429-4505-9698-0B59F709B66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EFB800D9-83C5-4C2F-8632-9834A5BBC5E6}"/>
              </a:ext>
            </a:extLst>
          </p:cNvPr>
          <p:cNvSpPr>
            <a:spLocks noGrp="1" noChangeArrowheads="1"/>
          </p:cNvSpPr>
          <p:nvPr>
            <p:ph type="sldNum" sz="quarter" idx="12"/>
          </p:nvPr>
        </p:nvSpPr>
        <p:spPr/>
        <p:txBody>
          <a:bodyPr/>
          <a:lstStyle>
            <a:lvl1pPr>
              <a:spcBef>
                <a:spcPct val="20000"/>
              </a:spcBef>
              <a:buSzPct val="85000"/>
              <a:buFontTx/>
              <a:buChar char="•"/>
              <a:defRPr/>
            </a:lvl1pPr>
          </a:lstStyle>
          <a:p>
            <a:fld id="{C075FAB8-2A12-4813-B36A-2D47F7C91128}" type="slidenum">
              <a:rPr lang="en-US" altLang="zh-CN"/>
              <a:pPr/>
              <a:t>‹#›</a:t>
            </a:fld>
            <a:endParaRPr lang="en-US" altLang="zh-CN"/>
          </a:p>
        </p:txBody>
      </p:sp>
    </p:spTree>
    <p:extLst>
      <p:ext uri="{BB962C8B-B14F-4D97-AF65-F5344CB8AC3E}">
        <p14:creationId xmlns:p14="http://schemas.microsoft.com/office/powerpoint/2010/main" val="56771462"/>
      </p:ext>
    </p:extLst>
  </p:cSld>
  <p:clrMapOvr>
    <a:masterClrMapping/>
  </p:clrMapOvr>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C882D5C9-D33F-4D3D-95DD-8D25D2E5D66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370FE507-02F8-409B-B61D-75FC601A8CE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3D4C946A-3379-4CC9-A856-49CE5FFCEC3B}"/>
              </a:ext>
            </a:extLst>
          </p:cNvPr>
          <p:cNvSpPr>
            <a:spLocks noGrp="1" noChangeArrowheads="1"/>
          </p:cNvSpPr>
          <p:nvPr>
            <p:ph type="sldNum" sz="quarter" idx="12"/>
          </p:nvPr>
        </p:nvSpPr>
        <p:spPr/>
        <p:txBody>
          <a:bodyPr/>
          <a:lstStyle>
            <a:lvl1pPr>
              <a:spcBef>
                <a:spcPct val="20000"/>
              </a:spcBef>
              <a:buSzPct val="85000"/>
              <a:buFontTx/>
              <a:buChar char="•"/>
              <a:defRPr/>
            </a:lvl1pPr>
          </a:lstStyle>
          <a:p>
            <a:fld id="{51CF681A-D9FB-491C-9A28-2BADA2969F2C}" type="slidenum">
              <a:rPr lang="en-US" altLang="zh-CN"/>
              <a:pPr/>
              <a:t>‹#›</a:t>
            </a:fld>
            <a:endParaRPr lang="en-US" altLang="zh-CN"/>
          </a:p>
        </p:txBody>
      </p:sp>
    </p:spTree>
    <p:extLst>
      <p:ext uri="{BB962C8B-B14F-4D97-AF65-F5344CB8AC3E}">
        <p14:creationId xmlns:p14="http://schemas.microsoft.com/office/powerpoint/2010/main" val="4239671904"/>
      </p:ext>
    </p:extLst>
  </p:cSld>
  <p:clrMapOvr>
    <a:masterClrMapping/>
  </p:clrMapOvr>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EFEC4EC-E5B3-4E6F-AAD1-5537A7D994BC}"/>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0E207B5F-9BE0-49B0-B1BB-FD851C5408F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E119A726-550A-4C4E-9E02-C927CD57F31E}"/>
              </a:ext>
            </a:extLst>
          </p:cNvPr>
          <p:cNvSpPr>
            <a:spLocks noGrp="1" noChangeArrowheads="1"/>
          </p:cNvSpPr>
          <p:nvPr>
            <p:ph type="sldNum" sz="quarter" idx="12"/>
          </p:nvPr>
        </p:nvSpPr>
        <p:spPr/>
        <p:txBody>
          <a:bodyPr/>
          <a:lstStyle>
            <a:lvl1pPr>
              <a:spcBef>
                <a:spcPct val="20000"/>
              </a:spcBef>
              <a:buSzPct val="85000"/>
              <a:buFontTx/>
              <a:buChar char="•"/>
              <a:defRPr/>
            </a:lvl1pPr>
          </a:lstStyle>
          <a:p>
            <a:fld id="{02C18502-1CC9-4C4C-8046-6C58CED2E641}" type="slidenum">
              <a:rPr lang="en-US" altLang="zh-CN"/>
              <a:pPr/>
              <a:t>‹#›</a:t>
            </a:fld>
            <a:endParaRPr lang="en-US" altLang="zh-CN"/>
          </a:p>
        </p:txBody>
      </p:sp>
    </p:spTree>
    <p:extLst>
      <p:ext uri="{BB962C8B-B14F-4D97-AF65-F5344CB8AC3E}">
        <p14:creationId xmlns:p14="http://schemas.microsoft.com/office/powerpoint/2010/main" val="3717631437"/>
      </p:ext>
    </p:extLst>
  </p:cSld>
  <p:clrMapOvr>
    <a:masterClrMapping/>
  </p:clrMapOvr>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5795993-1FCA-4D6F-B6FF-9DAEB65CCAA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9D793E06-A6FE-442D-B2BD-148694A3AD2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004BB9E8-0617-46E1-AA42-82B1FDBD726A}"/>
              </a:ext>
            </a:extLst>
          </p:cNvPr>
          <p:cNvSpPr>
            <a:spLocks noGrp="1" noChangeArrowheads="1"/>
          </p:cNvSpPr>
          <p:nvPr>
            <p:ph type="sldNum" sz="quarter" idx="12"/>
          </p:nvPr>
        </p:nvSpPr>
        <p:spPr/>
        <p:txBody>
          <a:bodyPr/>
          <a:lstStyle>
            <a:lvl1pPr>
              <a:spcBef>
                <a:spcPct val="20000"/>
              </a:spcBef>
              <a:buSzPct val="85000"/>
              <a:buFontTx/>
              <a:buChar char="•"/>
              <a:defRPr/>
            </a:lvl1pPr>
          </a:lstStyle>
          <a:p>
            <a:fld id="{B77E3C45-1614-4F72-8CCE-A7F0B5AE8B7C}" type="slidenum">
              <a:rPr lang="en-US" altLang="zh-CN"/>
              <a:pPr/>
              <a:t>‹#›</a:t>
            </a:fld>
            <a:endParaRPr lang="en-US" altLang="zh-CN"/>
          </a:p>
        </p:txBody>
      </p:sp>
    </p:spTree>
    <p:extLst>
      <p:ext uri="{BB962C8B-B14F-4D97-AF65-F5344CB8AC3E}">
        <p14:creationId xmlns:p14="http://schemas.microsoft.com/office/powerpoint/2010/main" val="1703394256"/>
      </p:ext>
    </p:extLst>
  </p:cSld>
  <p:clrMapOvr>
    <a:masterClrMapping/>
  </p:clrMapOvr>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513CA16-9DB0-4673-BB08-E2530F71E0A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5F883D52-44B6-4343-A64C-B45E666A251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E476A042-FC4C-4E63-9CB1-82E587BD9926}"/>
              </a:ext>
            </a:extLst>
          </p:cNvPr>
          <p:cNvSpPr>
            <a:spLocks noGrp="1" noChangeArrowheads="1"/>
          </p:cNvSpPr>
          <p:nvPr>
            <p:ph type="sldNum" sz="quarter" idx="12"/>
          </p:nvPr>
        </p:nvSpPr>
        <p:spPr/>
        <p:txBody>
          <a:bodyPr/>
          <a:lstStyle>
            <a:lvl1pPr>
              <a:spcBef>
                <a:spcPct val="20000"/>
              </a:spcBef>
              <a:buSzPct val="85000"/>
              <a:buFontTx/>
              <a:buChar char="•"/>
              <a:defRPr/>
            </a:lvl1pPr>
          </a:lstStyle>
          <a:p>
            <a:fld id="{61381000-427F-4349-BBD1-CE88F814789A}" type="slidenum">
              <a:rPr lang="en-US" altLang="zh-CN"/>
              <a:pPr/>
              <a:t>‹#›</a:t>
            </a:fld>
            <a:endParaRPr lang="en-US" altLang="zh-CN"/>
          </a:p>
        </p:txBody>
      </p:sp>
    </p:spTree>
    <p:extLst>
      <p:ext uri="{BB962C8B-B14F-4D97-AF65-F5344CB8AC3E}">
        <p14:creationId xmlns:p14="http://schemas.microsoft.com/office/powerpoint/2010/main" val="147018314"/>
      </p:ext>
    </p:extLst>
  </p:cSld>
  <p:clrMapOvr>
    <a:masterClrMapping/>
  </p:clrMapOvr>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43122B6-C1AE-454C-985F-615A495989B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E9E779F2-0D97-4B15-8B8D-3B53A81981F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B71CBD28-B535-43EB-ACD9-F635C42D0AB1}"/>
              </a:ext>
            </a:extLst>
          </p:cNvPr>
          <p:cNvSpPr>
            <a:spLocks noGrp="1" noChangeArrowheads="1"/>
          </p:cNvSpPr>
          <p:nvPr>
            <p:ph type="sldNum" sz="quarter" idx="12"/>
          </p:nvPr>
        </p:nvSpPr>
        <p:spPr/>
        <p:txBody>
          <a:bodyPr/>
          <a:lstStyle>
            <a:lvl1pPr>
              <a:spcBef>
                <a:spcPct val="20000"/>
              </a:spcBef>
              <a:buSzPct val="85000"/>
              <a:buFontTx/>
              <a:buChar char="•"/>
              <a:defRPr/>
            </a:lvl1pPr>
          </a:lstStyle>
          <a:p>
            <a:fld id="{452E5A4A-05EC-41D8-B7BE-DCB1D9C27E3B}" type="slidenum">
              <a:rPr lang="en-US" altLang="zh-CN"/>
              <a:pPr/>
              <a:t>‹#›</a:t>
            </a:fld>
            <a:endParaRPr lang="en-US" altLang="zh-CN"/>
          </a:p>
        </p:txBody>
      </p:sp>
    </p:spTree>
    <p:extLst>
      <p:ext uri="{BB962C8B-B14F-4D97-AF65-F5344CB8AC3E}">
        <p14:creationId xmlns:p14="http://schemas.microsoft.com/office/powerpoint/2010/main" val="2923812483"/>
      </p:ext>
    </p:extLst>
  </p:cSld>
  <p:clrMapOvr>
    <a:masterClrMapping/>
  </p:clrMapOvr>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28A2ABE-3ED3-4BF8-B455-B5071E471C5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FE15E74F-96F6-419E-9ACB-29174DD4782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F3F74CE3-146C-4085-83A9-12B75E228D6B}"/>
              </a:ext>
            </a:extLst>
          </p:cNvPr>
          <p:cNvSpPr>
            <a:spLocks noGrp="1" noChangeArrowheads="1"/>
          </p:cNvSpPr>
          <p:nvPr>
            <p:ph type="sldNum" sz="quarter" idx="12"/>
          </p:nvPr>
        </p:nvSpPr>
        <p:spPr/>
        <p:txBody>
          <a:bodyPr/>
          <a:lstStyle>
            <a:lvl1pPr>
              <a:spcBef>
                <a:spcPct val="20000"/>
              </a:spcBef>
              <a:buSzPct val="85000"/>
              <a:buFontTx/>
              <a:buChar char="•"/>
              <a:defRPr/>
            </a:lvl1pPr>
          </a:lstStyle>
          <a:p>
            <a:fld id="{34279EE0-64D1-46D2-B321-3C540A23A691}" type="slidenum">
              <a:rPr lang="en-US" altLang="zh-CN"/>
              <a:pPr/>
              <a:t>‹#›</a:t>
            </a:fld>
            <a:endParaRPr lang="en-US" altLang="zh-CN"/>
          </a:p>
        </p:txBody>
      </p:sp>
    </p:spTree>
    <p:extLst>
      <p:ext uri="{BB962C8B-B14F-4D97-AF65-F5344CB8AC3E}">
        <p14:creationId xmlns:p14="http://schemas.microsoft.com/office/powerpoint/2010/main" val="1640754807"/>
      </p:ext>
    </p:extLst>
  </p:cSld>
  <p:clrMapOvr>
    <a:masterClrMapping/>
  </p:clrMapOvr>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C5E6FCF9-7F4E-46B2-81A7-5E87A2D5322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A3199DBE-4F58-456A-9D3F-349AF2B3883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750810C3-03F9-454C-B704-966079D025F2}"/>
              </a:ext>
            </a:extLst>
          </p:cNvPr>
          <p:cNvSpPr>
            <a:spLocks noGrp="1" noChangeArrowheads="1"/>
          </p:cNvSpPr>
          <p:nvPr>
            <p:ph type="sldNum" sz="quarter" idx="12"/>
          </p:nvPr>
        </p:nvSpPr>
        <p:spPr/>
        <p:txBody>
          <a:bodyPr/>
          <a:lstStyle>
            <a:lvl1pPr>
              <a:spcBef>
                <a:spcPct val="20000"/>
              </a:spcBef>
              <a:buSzPct val="85000"/>
              <a:buFontTx/>
              <a:buChar char="•"/>
              <a:defRPr/>
            </a:lvl1pPr>
          </a:lstStyle>
          <a:p>
            <a:fld id="{5DB3BBC6-0487-4B1A-AAFB-CD96B5F30609}" type="slidenum">
              <a:rPr lang="en-US" altLang="zh-CN"/>
              <a:pPr/>
              <a:t>‹#›</a:t>
            </a:fld>
            <a:endParaRPr lang="en-US" altLang="zh-CN"/>
          </a:p>
        </p:txBody>
      </p:sp>
    </p:spTree>
    <p:extLst>
      <p:ext uri="{BB962C8B-B14F-4D97-AF65-F5344CB8AC3E}">
        <p14:creationId xmlns:p14="http://schemas.microsoft.com/office/powerpoint/2010/main" val="2330691473"/>
      </p:ext>
    </p:extLst>
  </p:cSld>
  <p:clrMapOvr>
    <a:masterClrMapping/>
  </p:clrMapOvr>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3D9A10FF-4D6F-4E3C-BEDA-12BBD91356A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CB488199-D0FF-4BFD-9D4E-DC517E86F25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E89ADCAF-53BE-40B8-9616-3CE1D9C6C61A}"/>
              </a:ext>
            </a:extLst>
          </p:cNvPr>
          <p:cNvSpPr>
            <a:spLocks noGrp="1" noChangeArrowheads="1"/>
          </p:cNvSpPr>
          <p:nvPr>
            <p:ph type="sldNum" sz="quarter" idx="12"/>
          </p:nvPr>
        </p:nvSpPr>
        <p:spPr/>
        <p:txBody>
          <a:bodyPr/>
          <a:lstStyle>
            <a:lvl1pPr>
              <a:spcBef>
                <a:spcPct val="20000"/>
              </a:spcBef>
              <a:buSzPct val="85000"/>
              <a:buFontTx/>
              <a:buChar char="•"/>
              <a:defRPr/>
            </a:lvl1pPr>
          </a:lstStyle>
          <a:p>
            <a:fld id="{6ADF859F-413C-458E-A957-A4F2C91EBFB8}" type="slidenum">
              <a:rPr lang="en-US" altLang="zh-CN"/>
              <a:pPr/>
              <a:t>‹#›</a:t>
            </a:fld>
            <a:endParaRPr lang="en-US" altLang="zh-CN"/>
          </a:p>
        </p:txBody>
      </p:sp>
    </p:spTree>
    <p:extLst>
      <p:ext uri="{BB962C8B-B14F-4D97-AF65-F5344CB8AC3E}">
        <p14:creationId xmlns:p14="http://schemas.microsoft.com/office/powerpoint/2010/main" val="310573481"/>
      </p:ext>
    </p:extLst>
  </p:cSld>
  <p:clrMapOvr>
    <a:masterClrMapping/>
  </p:clrMapOvr>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FBD29D96-773C-4E6B-99E7-1FEAE6AB16A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2B947C11-74A7-45EA-87B3-AE68B92D96F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332071F0-A793-400F-A983-11AB02F5EF79}"/>
              </a:ext>
            </a:extLst>
          </p:cNvPr>
          <p:cNvSpPr>
            <a:spLocks noGrp="1" noChangeArrowheads="1"/>
          </p:cNvSpPr>
          <p:nvPr>
            <p:ph type="sldNum" sz="quarter" idx="12"/>
          </p:nvPr>
        </p:nvSpPr>
        <p:spPr/>
        <p:txBody>
          <a:bodyPr/>
          <a:lstStyle>
            <a:lvl1pPr>
              <a:spcBef>
                <a:spcPct val="20000"/>
              </a:spcBef>
              <a:buSzPct val="85000"/>
              <a:buFontTx/>
              <a:buChar char="•"/>
              <a:defRPr/>
            </a:lvl1pPr>
          </a:lstStyle>
          <a:p>
            <a:fld id="{1E1D6168-581C-4517-AFF9-F7CDD32DD621}" type="slidenum">
              <a:rPr lang="en-US" altLang="zh-CN"/>
              <a:pPr/>
              <a:t>‹#›</a:t>
            </a:fld>
            <a:endParaRPr lang="en-US" altLang="zh-CN"/>
          </a:p>
        </p:txBody>
      </p:sp>
    </p:spTree>
    <p:extLst>
      <p:ext uri="{BB962C8B-B14F-4D97-AF65-F5344CB8AC3E}">
        <p14:creationId xmlns:p14="http://schemas.microsoft.com/office/powerpoint/2010/main" val="395311019"/>
      </p:ext>
    </p:extLst>
  </p:cSld>
  <p:clrMapOvr>
    <a:masterClrMapping/>
  </p:clrMapOvr>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D3B4EF8-8F2E-4884-8D12-305CE98369C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B33431D8-BD25-4C6A-95FC-1302504B1A0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20C498D4-B6B8-4CD9-BD7A-3A74E7FEE2DB}"/>
              </a:ext>
            </a:extLst>
          </p:cNvPr>
          <p:cNvSpPr>
            <a:spLocks noGrp="1" noChangeArrowheads="1"/>
          </p:cNvSpPr>
          <p:nvPr>
            <p:ph type="sldNum" sz="quarter" idx="12"/>
          </p:nvPr>
        </p:nvSpPr>
        <p:spPr/>
        <p:txBody>
          <a:bodyPr/>
          <a:lstStyle>
            <a:lvl1pPr>
              <a:spcBef>
                <a:spcPct val="20000"/>
              </a:spcBef>
              <a:buSzPct val="85000"/>
              <a:buFontTx/>
              <a:buChar char="•"/>
              <a:defRPr/>
            </a:lvl1pPr>
          </a:lstStyle>
          <a:p>
            <a:fld id="{E8A064BC-E149-4FF5-86B0-83F701469087}" type="slidenum">
              <a:rPr lang="en-US" altLang="zh-CN"/>
              <a:pPr/>
              <a:t>‹#›</a:t>
            </a:fld>
            <a:endParaRPr lang="en-US" altLang="zh-CN"/>
          </a:p>
        </p:txBody>
      </p:sp>
    </p:spTree>
    <p:extLst>
      <p:ext uri="{BB962C8B-B14F-4D97-AF65-F5344CB8AC3E}">
        <p14:creationId xmlns:p14="http://schemas.microsoft.com/office/powerpoint/2010/main" val="1167540400"/>
      </p:ext>
    </p:extLst>
  </p:cSld>
  <p:clrMapOvr>
    <a:masterClrMapping/>
  </p:clrMapOvr>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3C4D99A7-785E-493A-9E10-64C93BA4BE5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BEBC56A1-7BC7-4B38-8057-3C0829A690B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1AE85C57-CBCF-40CB-A56C-5BAF91C76184}"/>
              </a:ext>
            </a:extLst>
          </p:cNvPr>
          <p:cNvSpPr>
            <a:spLocks noGrp="1" noChangeArrowheads="1"/>
          </p:cNvSpPr>
          <p:nvPr>
            <p:ph type="sldNum" sz="quarter" idx="12"/>
          </p:nvPr>
        </p:nvSpPr>
        <p:spPr/>
        <p:txBody>
          <a:bodyPr/>
          <a:lstStyle>
            <a:lvl1pPr>
              <a:spcBef>
                <a:spcPct val="20000"/>
              </a:spcBef>
              <a:buSzPct val="85000"/>
              <a:buFontTx/>
              <a:buChar char="•"/>
              <a:defRPr/>
            </a:lvl1pPr>
          </a:lstStyle>
          <a:p>
            <a:fld id="{3C5FD891-C3FE-49C1-B656-3BCFF31AC8A1}" type="slidenum">
              <a:rPr lang="en-US" altLang="zh-CN"/>
              <a:pPr/>
              <a:t>‹#›</a:t>
            </a:fld>
            <a:endParaRPr lang="en-US" altLang="zh-CN"/>
          </a:p>
        </p:txBody>
      </p:sp>
    </p:spTree>
    <p:extLst>
      <p:ext uri="{BB962C8B-B14F-4D97-AF65-F5344CB8AC3E}">
        <p14:creationId xmlns:p14="http://schemas.microsoft.com/office/powerpoint/2010/main" val="2293455276"/>
      </p:ext>
    </p:extLst>
  </p:cSld>
  <p:clrMapOvr>
    <a:masterClrMapping/>
  </p:clrMapOvr>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01EA05E-8D93-40B9-8D46-5D520A68845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A1F03D5C-47BB-4326-A2AD-D4530E38711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4E0CF5D5-F623-4FBA-B154-A4DA92021AB6}"/>
              </a:ext>
            </a:extLst>
          </p:cNvPr>
          <p:cNvSpPr>
            <a:spLocks noGrp="1" noChangeArrowheads="1"/>
          </p:cNvSpPr>
          <p:nvPr>
            <p:ph type="sldNum" sz="quarter" idx="12"/>
          </p:nvPr>
        </p:nvSpPr>
        <p:spPr/>
        <p:txBody>
          <a:bodyPr/>
          <a:lstStyle>
            <a:lvl1pPr>
              <a:spcBef>
                <a:spcPct val="20000"/>
              </a:spcBef>
              <a:buSzPct val="85000"/>
              <a:buFontTx/>
              <a:buChar char="•"/>
              <a:defRPr/>
            </a:lvl1pPr>
          </a:lstStyle>
          <a:p>
            <a:fld id="{98771286-FB8D-4129-A236-09D8E8C2C90D}" type="slidenum">
              <a:rPr lang="en-US" altLang="zh-CN"/>
              <a:pPr/>
              <a:t>‹#›</a:t>
            </a:fld>
            <a:endParaRPr lang="en-US" altLang="zh-CN"/>
          </a:p>
        </p:txBody>
      </p:sp>
    </p:spTree>
    <p:extLst>
      <p:ext uri="{BB962C8B-B14F-4D97-AF65-F5344CB8AC3E}">
        <p14:creationId xmlns:p14="http://schemas.microsoft.com/office/powerpoint/2010/main" val="1770031713"/>
      </p:ext>
    </p:extLst>
  </p:cSld>
  <p:clrMapOvr>
    <a:masterClrMapping/>
  </p:clrMapOvr>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0584050-0CF0-44B2-857B-6EC3BE7F831B}"/>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544D5478-62CC-49C0-8250-832F441CA73E}"/>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05927274-9D4C-463E-B6A4-D09383F6932F}"/>
              </a:ext>
            </a:extLst>
          </p:cNvPr>
          <p:cNvSpPr>
            <a:spLocks noGrp="1"/>
          </p:cNvSpPr>
          <p:nvPr>
            <p:ph type="sldNum" sz="quarter" idx="11"/>
          </p:nvPr>
        </p:nvSpPr>
        <p:spPr/>
        <p:txBody>
          <a:bodyPr/>
          <a:lstStyle>
            <a:lvl1pPr>
              <a:spcBef>
                <a:spcPct val="20000"/>
              </a:spcBef>
              <a:buSzPct val="85000"/>
              <a:buFontTx/>
              <a:buChar char="•"/>
              <a:defRPr/>
            </a:lvl1pPr>
          </a:lstStyle>
          <a:p>
            <a:fld id="{095BC24E-E420-479D-B72E-8DDA369338E0}" type="slidenum">
              <a:rPr lang="en-US" altLang="zh-CN"/>
              <a:pPr/>
              <a:t>‹#›</a:t>
            </a:fld>
            <a:endParaRPr lang="en-US" altLang="zh-CN"/>
          </a:p>
        </p:txBody>
      </p:sp>
    </p:spTree>
    <p:extLst>
      <p:ext uri="{BB962C8B-B14F-4D97-AF65-F5344CB8AC3E}">
        <p14:creationId xmlns:p14="http://schemas.microsoft.com/office/powerpoint/2010/main" val="4157662611"/>
      </p:ext>
    </p:extLst>
  </p:cSld>
  <p:clrMapOvr>
    <a:masterClrMapping/>
  </p:clrMapOvr>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65EBD85-B50A-4998-9334-B7521E0D24A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0AF4100A-9660-4A3D-8167-3C8952FC8FE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2254A1C9-083A-4F8A-A2EA-43B8CF5E3580}"/>
              </a:ext>
            </a:extLst>
          </p:cNvPr>
          <p:cNvSpPr>
            <a:spLocks noGrp="1" noChangeArrowheads="1"/>
          </p:cNvSpPr>
          <p:nvPr>
            <p:ph type="sldNum" sz="quarter" idx="12"/>
          </p:nvPr>
        </p:nvSpPr>
        <p:spPr/>
        <p:txBody>
          <a:bodyPr/>
          <a:lstStyle>
            <a:lvl1pPr>
              <a:spcBef>
                <a:spcPct val="20000"/>
              </a:spcBef>
              <a:buSzPct val="85000"/>
              <a:buFontTx/>
              <a:buChar char="•"/>
              <a:defRPr/>
            </a:lvl1pPr>
          </a:lstStyle>
          <a:p>
            <a:fld id="{7455EC67-BBA3-4F96-B7AB-4F495D2A4254}" type="slidenum">
              <a:rPr lang="en-US" altLang="zh-CN"/>
              <a:pPr/>
              <a:t>‹#›</a:t>
            </a:fld>
            <a:endParaRPr lang="en-US" altLang="zh-CN"/>
          </a:p>
        </p:txBody>
      </p:sp>
    </p:spTree>
    <p:extLst>
      <p:ext uri="{BB962C8B-B14F-4D97-AF65-F5344CB8AC3E}">
        <p14:creationId xmlns:p14="http://schemas.microsoft.com/office/powerpoint/2010/main" val="1963016619"/>
      </p:ext>
    </p:extLst>
  </p:cSld>
  <p:clrMapOvr>
    <a:masterClrMapping/>
  </p:clrMapOvr>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66A03A2C-AD5C-4451-810B-EE6819EA987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DEBF93A4-2FB0-458A-AB05-1841C88DDEB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958EB667-F97C-4474-A5AB-F3CFE65AED98}"/>
              </a:ext>
            </a:extLst>
          </p:cNvPr>
          <p:cNvSpPr>
            <a:spLocks noGrp="1" noChangeArrowheads="1"/>
          </p:cNvSpPr>
          <p:nvPr>
            <p:ph type="sldNum" sz="quarter" idx="12"/>
          </p:nvPr>
        </p:nvSpPr>
        <p:spPr/>
        <p:txBody>
          <a:bodyPr/>
          <a:lstStyle>
            <a:lvl1pPr>
              <a:spcBef>
                <a:spcPct val="20000"/>
              </a:spcBef>
              <a:buSzPct val="85000"/>
              <a:buFontTx/>
              <a:buChar char="•"/>
              <a:defRPr/>
            </a:lvl1pPr>
          </a:lstStyle>
          <a:p>
            <a:fld id="{816D542F-1067-466E-8B48-A6DE177DC6B5}" type="slidenum">
              <a:rPr lang="en-US" altLang="zh-CN"/>
              <a:pPr/>
              <a:t>‹#›</a:t>
            </a:fld>
            <a:endParaRPr lang="en-US" altLang="zh-CN"/>
          </a:p>
        </p:txBody>
      </p:sp>
    </p:spTree>
    <p:extLst>
      <p:ext uri="{BB962C8B-B14F-4D97-AF65-F5344CB8AC3E}">
        <p14:creationId xmlns:p14="http://schemas.microsoft.com/office/powerpoint/2010/main" val="3070705562"/>
      </p:ext>
    </p:extLst>
  </p:cSld>
  <p:clrMapOvr>
    <a:masterClrMapping/>
  </p:clrMapOvr>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5595703-1988-4571-BD16-43FA5D6B24A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F45BC0CB-F6C0-41F5-9D21-FA35349265B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0B52E589-68FB-4030-B968-5CEF657828F0}"/>
              </a:ext>
            </a:extLst>
          </p:cNvPr>
          <p:cNvSpPr>
            <a:spLocks noGrp="1" noChangeArrowheads="1"/>
          </p:cNvSpPr>
          <p:nvPr>
            <p:ph type="sldNum" sz="quarter" idx="12"/>
          </p:nvPr>
        </p:nvSpPr>
        <p:spPr/>
        <p:txBody>
          <a:bodyPr/>
          <a:lstStyle>
            <a:lvl1pPr>
              <a:spcBef>
                <a:spcPct val="20000"/>
              </a:spcBef>
              <a:buSzPct val="85000"/>
              <a:buFontTx/>
              <a:buChar char="•"/>
              <a:defRPr/>
            </a:lvl1pPr>
          </a:lstStyle>
          <a:p>
            <a:fld id="{EA89DA4D-871F-4248-A5A0-40C2E7BB6D3F}" type="slidenum">
              <a:rPr lang="en-US" altLang="zh-CN"/>
              <a:pPr/>
              <a:t>‹#›</a:t>
            </a:fld>
            <a:endParaRPr lang="en-US" altLang="zh-CN"/>
          </a:p>
        </p:txBody>
      </p:sp>
    </p:spTree>
    <p:extLst>
      <p:ext uri="{BB962C8B-B14F-4D97-AF65-F5344CB8AC3E}">
        <p14:creationId xmlns:p14="http://schemas.microsoft.com/office/powerpoint/2010/main" val="936871511"/>
      </p:ext>
    </p:extLst>
  </p:cSld>
  <p:clrMapOvr>
    <a:masterClrMapping/>
  </p:clrMapOvr>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A31492E9-32F7-414D-9CA8-FB6CBB1037C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6180ED8E-940F-413E-A21B-62F0FEF0CEA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0B74CDE7-5D3B-47CB-81DC-FC36B537B38F}"/>
              </a:ext>
            </a:extLst>
          </p:cNvPr>
          <p:cNvSpPr>
            <a:spLocks noGrp="1" noChangeArrowheads="1"/>
          </p:cNvSpPr>
          <p:nvPr>
            <p:ph type="sldNum" sz="quarter" idx="12"/>
          </p:nvPr>
        </p:nvSpPr>
        <p:spPr/>
        <p:txBody>
          <a:bodyPr/>
          <a:lstStyle>
            <a:lvl1pPr>
              <a:spcBef>
                <a:spcPct val="20000"/>
              </a:spcBef>
              <a:buSzPct val="85000"/>
              <a:buFontTx/>
              <a:buChar char="•"/>
              <a:defRPr/>
            </a:lvl1pPr>
          </a:lstStyle>
          <a:p>
            <a:fld id="{CFAD6787-FFFC-47C2-BEFF-B0C2518E0714}" type="slidenum">
              <a:rPr lang="en-US" altLang="zh-CN"/>
              <a:pPr/>
              <a:t>‹#›</a:t>
            </a:fld>
            <a:endParaRPr lang="en-US" altLang="zh-CN"/>
          </a:p>
        </p:txBody>
      </p:sp>
    </p:spTree>
    <p:extLst>
      <p:ext uri="{BB962C8B-B14F-4D97-AF65-F5344CB8AC3E}">
        <p14:creationId xmlns:p14="http://schemas.microsoft.com/office/powerpoint/2010/main" val="3358709961"/>
      </p:ext>
    </p:extLst>
  </p:cSld>
  <p:clrMapOvr>
    <a:masterClrMapping/>
  </p:clrMapOvr>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DA4F695-94C1-4BA9-8DD6-D617760EE63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C7DF416A-83FA-4D2E-8D94-FB82713DAAB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8935EACE-7375-4E7F-8C5D-70C169952BD9}"/>
              </a:ext>
            </a:extLst>
          </p:cNvPr>
          <p:cNvSpPr>
            <a:spLocks noGrp="1" noChangeArrowheads="1"/>
          </p:cNvSpPr>
          <p:nvPr>
            <p:ph type="sldNum" sz="quarter" idx="12"/>
          </p:nvPr>
        </p:nvSpPr>
        <p:spPr/>
        <p:txBody>
          <a:bodyPr/>
          <a:lstStyle>
            <a:lvl1pPr>
              <a:spcBef>
                <a:spcPct val="20000"/>
              </a:spcBef>
              <a:buSzPct val="85000"/>
              <a:buFontTx/>
              <a:buChar char="•"/>
              <a:defRPr/>
            </a:lvl1pPr>
          </a:lstStyle>
          <a:p>
            <a:fld id="{194213BE-650C-4CC2-9A41-99BA7D9DE871}" type="slidenum">
              <a:rPr lang="en-US" altLang="zh-CN"/>
              <a:pPr/>
              <a:t>‹#›</a:t>
            </a:fld>
            <a:endParaRPr lang="en-US" altLang="zh-CN"/>
          </a:p>
        </p:txBody>
      </p:sp>
    </p:spTree>
    <p:extLst>
      <p:ext uri="{BB962C8B-B14F-4D97-AF65-F5344CB8AC3E}">
        <p14:creationId xmlns:p14="http://schemas.microsoft.com/office/powerpoint/2010/main" val="3044613310"/>
      </p:ext>
    </p:extLst>
  </p:cSld>
  <p:clrMapOvr>
    <a:masterClrMapping/>
  </p:clrMapOvr>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863940B-2A6B-48C1-911D-A87DD2F1C72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0D92D543-6CB3-4A3D-9570-18E1A50BAB7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44BDD615-7FD5-4CFB-BB91-D2FB9E3C8F47}"/>
              </a:ext>
            </a:extLst>
          </p:cNvPr>
          <p:cNvSpPr>
            <a:spLocks noGrp="1" noChangeArrowheads="1"/>
          </p:cNvSpPr>
          <p:nvPr>
            <p:ph type="sldNum" sz="quarter" idx="12"/>
          </p:nvPr>
        </p:nvSpPr>
        <p:spPr/>
        <p:txBody>
          <a:bodyPr/>
          <a:lstStyle>
            <a:lvl1pPr>
              <a:spcBef>
                <a:spcPct val="20000"/>
              </a:spcBef>
              <a:buSzPct val="85000"/>
              <a:buFontTx/>
              <a:buChar char="•"/>
              <a:defRPr/>
            </a:lvl1pPr>
          </a:lstStyle>
          <a:p>
            <a:fld id="{E03286A0-C480-4C05-995D-8D4CC075274D}" type="slidenum">
              <a:rPr lang="en-US" altLang="zh-CN"/>
              <a:pPr/>
              <a:t>‹#›</a:t>
            </a:fld>
            <a:endParaRPr lang="en-US" altLang="zh-CN"/>
          </a:p>
        </p:txBody>
      </p:sp>
    </p:spTree>
    <p:extLst>
      <p:ext uri="{BB962C8B-B14F-4D97-AF65-F5344CB8AC3E}">
        <p14:creationId xmlns:p14="http://schemas.microsoft.com/office/powerpoint/2010/main" val="192980496"/>
      </p:ext>
    </p:extLst>
  </p:cSld>
  <p:clrMapOvr>
    <a:masterClrMapping/>
  </p:clrMapOvr>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B70615B-11D5-4AF1-BA41-0732CEF3B63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3B6C26E7-F670-4277-BAF4-A40FD178EBA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BFA9D731-A3BF-4C2A-B5D1-D7CE161687CB}"/>
              </a:ext>
            </a:extLst>
          </p:cNvPr>
          <p:cNvSpPr>
            <a:spLocks noGrp="1" noChangeArrowheads="1"/>
          </p:cNvSpPr>
          <p:nvPr>
            <p:ph type="sldNum" sz="quarter" idx="12"/>
          </p:nvPr>
        </p:nvSpPr>
        <p:spPr/>
        <p:txBody>
          <a:bodyPr/>
          <a:lstStyle>
            <a:lvl1pPr>
              <a:spcBef>
                <a:spcPct val="20000"/>
              </a:spcBef>
              <a:buSzPct val="85000"/>
              <a:buFontTx/>
              <a:buChar char="•"/>
              <a:defRPr/>
            </a:lvl1pPr>
          </a:lstStyle>
          <a:p>
            <a:fld id="{EFE26ED8-0C44-42B8-BF37-193D68168DE8}" type="slidenum">
              <a:rPr lang="en-US" altLang="zh-CN"/>
              <a:pPr/>
              <a:t>‹#›</a:t>
            </a:fld>
            <a:endParaRPr lang="en-US" altLang="zh-CN"/>
          </a:p>
        </p:txBody>
      </p:sp>
    </p:spTree>
    <p:extLst>
      <p:ext uri="{BB962C8B-B14F-4D97-AF65-F5344CB8AC3E}">
        <p14:creationId xmlns:p14="http://schemas.microsoft.com/office/powerpoint/2010/main" val="4104483104"/>
      </p:ext>
    </p:extLst>
  </p:cSld>
  <p:clrMapOvr>
    <a:masterClrMapping/>
  </p:clrMapOvr>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30CC0E26-2DDA-4461-9A21-9C197F4D88E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A1F32143-AC4E-4B63-9800-E9C219C486A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0AB8E932-884C-4A64-A07D-F1C50C941762}"/>
              </a:ext>
            </a:extLst>
          </p:cNvPr>
          <p:cNvSpPr>
            <a:spLocks noGrp="1" noChangeArrowheads="1"/>
          </p:cNvSpPr>
          <p:nvPr>
            <p:ph type="sldNum" sz="quarter" idx="12"/>
          </p:nvPr>
        </p:nvSpPr>
        <p:spPr/>
        <p:txBody>
          <a:bodyPr/>
          <a:lstStyle>
            <a:lvl1pPr>
              <a:spcBef>
                <a:spcPct val="20000"/>
              </a:spcBef>
              <a:buSzPct val="85000"/>
              <a:buFontTx/>
              <a:buChar char="•"/>
              <a:defRPr/>
            </a:lvl1pPr>
          </a:lstStyle>
          <a:p>
            <a:fld id="{E45298F3-91BD-4081-9BA4-FCFBD4F93655}" type="slidenum">
              <a:rPr lang="en-US" altLang="zh-CN"/>
              <a:pPr/>
              <a:t>‹#›</a:t>
            </a:fld>
            <a:endParaRPr lang="en-US" altLang="zh-CN"/>
          </a:p>
        </p:txBody>
      </p:sp>
    </p:spTree>
    <p:extLst>
      <p:ext uri="{BB962C8B-B14F-4D97-AF65-F5344CB8AC3E}">
        <p14:creationId xmlns:p14="http://schemas.microsoft.com/office/powerpoint/2010/main" val="2448560730"/>
      </p:ext>
    </p:extLst>
  </p:cSld>
  <p:clrMapOvr>
    <a:masterClrMapping/>
  </p:clrMapOvr>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703AEAB0-25D2-4906-8C6C-495C6446255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203E21F1-97DB-428A-BD0A-44DADEB7908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2282FEEF-F11F-4E2B-81E1-B543BBCCFBDD}"/>
              </a:ext>
            </a:extLst>
          </p:cNvPr>
          <p:cNvSpPr>
            <a:spLocks noGrp="1" noChangeArrowheads="1"/>
          </p:cNvSpPr>
          <p:nvPr>
            <p:ph type="sldNum" sz="quarter" idx="12"/>
          </p:nvPr>
        </p:nvSpPr>
        <p:spPr/>
        <p:txBody>
          <a:bodyPr/>
          <a:lstStyle>
            <a:lvl1pPr>
              <a:spcBef>
                <a:spcPct val="20000"/>
              </a:spcBef>
              <a:buSzPct val="85000"/>
              <a:buFontTx/>
              <a:buChar char="•"/>
              <a:defRPr/>
            </a:lvl1pPr>
          </a:lstStyle>
          <a:p>
            <a:fld id="{140B073E-4280-43FC-90AC-50FFA597E8C7}" type="slidenum">
              <a:rPr lang="en-US" altLang="zh-CN"/>
              <a:pPr/>
              <a:t>‹#›</a:t>
            </a:fld>
            <a:endParaRPr lang="en-US" altLang="zh-CN"/>
          </a:p>
        </p:txBody>
      </p:sp>
    </p:spTree>
    <p:extLst>
      <p:ext uri="{BB962C8B-B14F-4D97-AF65-F5344CB8AC3E}">
        <p14:creationId xmlns:p14="http://schemas.microsoft.com/office/powerpoint/2010/main" val="4259215549"/>
      </p:ext>
    </p:extLst>
  </p:cSld>
  <p:clrMapOvr>
    <a:masterClrMapping/>
  </p:clrMapOvr>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D68C9C45-B3B9-4E36-9D6B-EC50F1E0EBA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EB85E559-BBD7-4E0C-9842-C7D7D67E794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DC1F95B0-107B-4B94-B747-E253A8358337}"/>
              </a:ext>
            </a:extLst>
          </p:cNvPr>
          <p:cNvSpPr>
            <a:spLocks noGrp="1" noChangeArrowheads="1"/>
          </p:cNvSpPr>
          <p:nvPr>
            <p:ph type="sldNum" sz="quarter" idx="12"/>
          </p:nvPr>
        </p:nvSpPr>
        <p:spPr/>
        <p:txBody>
          <a:bodyPr/>
          <a:lstStyle>
            <a:lvl1pPr>
              <a:spcBef>
                <a:spcPct val="20000"/>
              </a:spcBef>
              <a:buSzPct val="85000"/>
              <a:buFontTx/>
              <a:buChar char="•"/>
              <a:defRPr/>
            </a:lvl1pPr>
          </a:lstStyle>
          <a:p>
            <a:fld id="{1D8477B4-BCA5-4B34-AC4A-5528FAE826FA}" type="slidenum">
              <a:rPr lang="en-US" altLang="zh-CN"/>
              <a:pPr/>
              <a:t>‹#›</a:t>
            </a:fld>
            <a:endParaRPr lang="en-US" altLang="zh-CN"/>
          </a:p>
        </p:txBody>
      </p:sp>
    </p:spTree>
    <p:extLst>
      <p:ext uri="{BB962C8B-B14F-4D97-AF65-F5344CB8AC3E}">
        <p14:creationId xmlns:p14="http://schemas.microsoft.com/office/powerpoint/2010/main" val="3895749774"/>
      </p:ext>
    </p:extLst>
  </p:cSld>
  <p:clrMapOvr>
    <a:masterClrMapping/>
  </p:clrMapOvr>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97156F7-DF03-459D-987B-3CA06928BD5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10835CF2-E95B-4576-98A2-1F9024471D1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9DD55E31-889B-4710-929B-5D9DA4B259AD}"/>
              </a:ext>
            </a:extLst>
          </p:cNvPr>
          <p:cNvSpPr>
            <a:spLocks noGrp="1" noChangeArrowheads="1"/>
          </p:cNvSpPr>
          <p:nvPr>
            <p:ph type="sldNum" sz="quarter" idx="12"/>
          </p:nvPr>
        </p:nvSpPr>
        <p:spPr/>
        <p:txBody>
          <a:bodyPr/>
          <a:lstStyle>
            <a:lvl1pPr>
              <a:spcBef>
                <a:spcPct val="20000"/>
              </a:spcBef>
              <a:buSzPct val="85000"/>
              <a:buFontTx/>
              <a:buChar char="•"/>
              <a:defRPr/>
            </a:lvl1pPr>
          </a:lstStyle>
          <a:p>
            <a:fld id="{6273D114-4C8D-4A07-9615-4E69FEBB5C65}" type="slidenum">
              <a:rPr lang="en-US" altLang="zh-CN"/>
              <a:pPr/>
              <a:t>‹#›</a:t>
            </a:fld>
            <a:endParaRPr lang="en-US" altLang="zh-CN"/>
          </a:p>
        </p:txBody>
      </p:sp>
    </p:spTree>
    <p:extLst>
      <p:ext uri="{BB962C8B-B14F-4D97-AF65-F5344CB8AC3E}">
        <p14:creationId xmlns:p14="http://schemas.microsoft.com/office/powerpoint/2010/main" val="2950940357"/>
      </p:ext>
    </p:extLst>
  </p:cSld>
  <p:clrMapOvr>
    <a:masterClrMapping/>
  </p:clrMapOvr>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B966A043-B1F8-460F-B3D7-B16C459B2990}"/>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6BD1E482-9FFE-458D-87B5-3109A8FB040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D7ECCAFD-071D-49F2-BF5B-0B1880343B2B}"/>
              </a:ext>
            </a:extLst>
          </p:cNvPr>
          <p:cNvSpPr>
            <a:spLocks noGrp="1" noChangeArrowheads="1"/>
          </p:cNvSpPr>
          <p:nvPr>
            <p:ph type="sldNum" sz="quarter" idx="12"/>
          </p:nvPr>
        </p:nvSpPr>
        <p:spPr/>
        <p:txBody>
          <a:bodyPr/>
          <a:lstStyle>
            <a:lvl1pPr>
              <a:spcBef>
                <a:spcPct val="20000"/>
              </a:spcBef>
              <a:buSzPct val="85000"/>
              <a:buFontTx/>
              <a:buChar char="•"/>
              <a:defRPr/>
            </a:lvl1pPr>
          </a:lstStyle>
          <a:p>
            <a:fld id="{4001A739-26AF-4ABE-A85B-6669D55DF26A}" type="slidenum">
              <a:rPr lang="en-US" altLang="zh-CN"/>
              <a:pPr/>
              <a:t>‹#›</a:t>
            </a:fld>
            <a:endParaRPr lang="en-US" altLang="zh-CN"/>
          </a:p>
        </p:txBody>
      </p:sp>
    </p:spTree>
    <p:extLst>
      <p:ext uri="{BB962C8B-B14F-4D97-AF65-F5344CB8AC3E}">
        <p14:creationId xmlns:p14="http://schemas.microsoft.com/office/powerpoint/2010/main" val="2536231148"/>
      </p:ext>
    </p:extLst>
  </p:cSld>
  <p:clrMapOvr>
    <a:masterClrMapping/>
  </p:clrMapOvr>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2DC36104-E7A9-4CF9-BE1A-8C861F03F01C}"/>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FE3784C5-DAED-42A1-AAFF-BF6B0D5E73F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24021643-B7F3-45B0-8F6B-428A133F8C99}"/>
              </a:ext>
            </a:extLst>
          </p:cNvPr>
          <p:cNvSpPr>
            <a:spLocks noGrp="1" noChangeArrowheads="1"/>
          </p:cNvSpPr>
          <p:nvPr>
            <p:ph type="sldNum" sz="quarter" idx="12"/>
          </p:nvPr>
        </p:nvSpPr>
        <p:spPr/>
        <p:txBody>
          <a:bodyPr/>
          <a:lstStyle>
            <a:lvl1pPr>
              <a:spcBef>
                <a:spcPct val="20000"/>
              </a:spcBef>
              <a:buSzPct val="85000"/>
              <a:buFontTx/>
              <a:buChar char="•"/>
              <a:defRPr/>
            </a:lvl1pPr>
          </a:lstStyle>
          <a:p>
            <a:fld id="{47AECBD0-8E3B-4023-ADB0-5C7FF8054D18}" type="slidenum">
              <a:rPr lang="en-US" altLang="zh-CN"/>
              <a:pPr/>
              <a:t>‹#›</a:t>
            </a:fld>
            <a:endParaRPr lang="en-US" altLang="zh-CN"/>
          </a:p>
        </p:txBody>
      </p:sp>
    </p:spTree>
    <p:extLst>
      <p:ext uri="{BB962C8B-B14F-4D97-AF65-F5344CB8AC3E}">
        <p14:creationId xmlns:p14="http://schemas.microsoft.com/office/powerpoint/2010/main" val="3151463804"/>
      </p:ext>
    </p:extLst>
  </p:cSld>
  <p:clrMapOvr>
    <a:masterClrMapping/>
  </p:clrMapOvr>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8854D24-4442-4040-8E31-956A104C6EB9}"/>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79884F70-593A-462B-AC88-9743E0EF7CAB}"/>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A282A334-C97F-432A-9FDF-847BAA4B267E}"/>
              </a:ext>
            </a:extLst>
          </p:cNvPr>
          <p:cNvSpPr>
            <a:spLocks noGrp="1"/>
          </p:cNvSpPr>
          <p:nvPr>
            <p:ph type="sldNum" sz="quarter" idx="11"/>
          </p:nvPr>
        </p:nvSpPr>
        <p:spPr/>
        <p:txBody>
          <a:bodyPr/>
          <a:lstStyle>
            <a:lvl1pPr>
              <a:spcBef>
                <a:spcPct val="20000"/>
              </a:spcBef>
              <a:buSzPct val="85000"/>
              <a:buFontTx/>
              <a:buChar char="•"/>
              <a:defRPr/>
            </a:lvl1pPr>
          </a:lstStyle>
          <a:p>
            <a:fld id="{D9AB55AB-3312-4C39-9D66-AD4E2BAB012C}" type="slidenum">
              <a:rPr lang="en-US" altLang="zh-CN"/>
              <a:pPr/>
              <a:t>‹#›</a:t>
            </a:fld>
            <a:endParaRPr lang="en-US" altLang="zh-CN"/>
          </a:p>
        </p:txBody>
      </p:sp>
    </p:spTree>
    <p:extLst>
      <p:ext uri="{BB962C8B-B14F-4D97-AF65-F5344CB8AC3E}">
        <p14:creationId xmlns:p14="http://schemas.microsoft.com/office/powerpoint/2010/main" val="2589594694"/>
      </p:ext>
    </p:extLst>
  </p:cSld>
  <p:clrMapOvr>
    <a:masterClrMapping/>
  </p:clrMapOvr>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C30472F6-3151-48C4-982B-90ADBE0F36F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9A843FE2-9A7F-4FF4-A168-92F22C264B3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A98A0536-B1DF-4AB5-BD29-709800B40DC2}"/>
              </a:ext>
            </a:extLst>
          </p:cNvPr>
          <p:cNvSpPr>
            <a:spLocks noGrp="1" noChangeArrowheads="1"/>
          </p:cNvSpPr>
          <p:nvPr>
            <p:ph type="sldNum" sz="quarter" idx="12"/>
          </p:nvPr>
        </p:nvSpPr>
        <p:spPr/>
        <p:txBody>
          <a:bodyPr/>
          <a:lstStyle>
            <a:lvl1pPr>
              <a:spcBef>
                <a:spcPct val="20000"/>
              </a:spcBef>
              <a:buSzPct val="85000"/>
              <a:buFontTx/>
              <a:buChar char="•"/>
              <a:defRPr/>
            </a:lvl1pPr>
          </a:lstStyle>
          <a:p>
            <a:fld id="{A561DDE5-0220-416F-958D-E327B6374FB8}" type="slidenum">
              <a:rPr lang="en-US" altLang="zh-CN"/>
              <a:pPr/>
              <a:t>‹#›</a:t>
            </a:fld>
            <a:endParaRPr lang="en-US" altLang="zh-CN"/>
          </a:p>
        </p:txBody>
      </p:sp>
    </p:spTree>
    <p:extLst>
      <p:ext uri="{BB962C8B-B14F-4D97-AF65-F5344CB8AC3E}">
        <p14:creationId xmlns:p14="http://schemas.microsoft.com/office/powerpoint/2010/main" val="3471275456"/>
      </p:ext>
    </p:extLst>
  </p:cSld>
  <p:clrMapOvr>
    <a:masterClrMapping/>
  </p:clrMapOvr>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3CD2B2E8-E3C5-47F7-B3E4-C7853FAFC29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AD513135-0649-4F9A-B9CA-FCECA2790FA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C8A95326-8E35-40CB-BA51-B7D200795C3E}"/>
              </a:ext>
            </a:extLst>
          </p:cNvPr>
          <p:cNvSpPr>
            <a:spLocks noGrp="1" noChangeArrowheads="1"/>
          </p:cNvSpPr>
          <p:nvPr>
            <p:ph type="sldNum" sz="quarter" idx="12"/>
          </p:nvPr>
        </p:nvSpPr>
        <p:spPr/>
        <p:txBody>
          <a:bodyPr/>
          <a:lstStyle>
            <a:lvl1pPr>
              <a:spcBef>
                <a:spcPct val="20000"/>
              </a:spcBef>
              <a:buSzPct val="85000"/>
              <a:buFontTx/>
              <a:buChar char="•"/>
              <a:defRPr/>
            </a:lvl1pPr>
          </a:lstStyle>
          <a:p>
            <a:fld id="{08C85F48-3FB4-4409-9E77-9C8032D3A2A6}" type="slidenum">
              <a:rPr lang="en-US" altLang="zh-CN"/>
              <a:pPr/>
              <a:t>‹#›</a:t>
            </a:fld>
            <a:endParaRPr lang="en-US" altLang="zh-CN"/>
          </a:p>
        </p:txBody>
      </p:sp>
    </p:spTree>
    <p:extLst>
      <p:ext uri="{BB962C8B-B14F-4D97-AF65-F5344CB8AC3E}">
        <p14:creationId xmlns:p14="http://schemas.microsoft.com/office/powerpoint/2010/main" val="405086199"/>
      </p:ext>
    </p:extLst>
  </p:cSld>
  <p:clrMapOvr>
    <a:masterClrMapping/>
  </p:clrMapOvr>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23110E9-2511-451B-860C-71C5B855D37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2025/10/20</a:t>
            </a:fld>
            <a:endParaRPr lang="en-US" altLang="zh-CN"/>
          </a:p>
        </p:txBody>
      </p:sp>
      <p:sp>
        <p:nvSpPr>
          <p:cNvPr id="3" name="Rectangle 5">
            <a:extLst>
              <a:ext uri="{FF2B5EF4-FFF2-40B4-BE49-F238E27FC236}">
                <a16:creationId xmlns:a16="http://schemas.microsoft.com/office/drawing/2014/main" id="{590FD976-F3CC-475B-A28B-985B7E4C2B1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665B81E9-2E84-42A6-B43E-B73692578840}"/>
              </a:ext>
            </a:extLst>
          </p:cNvPr>
          <p:cNvSpPr>
            <a:spLocks noGrp="1" noChangeArrowheads="1"/>
          </p:cNvSpPr>
          <p:nvPr>
            <p:ph type="sldNum" sz="quarter" idx="12"/>
          </p:nvPr>
        </p:nvSpPr>
        <p:spPr/>
        <p:txBody>
          <a:bodyPr/>
          <a:lstStyle>
            <a:lvl1pPr>
              <a:spcBef>
                <a:spcPct val="20000"/>
              </a:spcBef>
              <a:buSzPct val="85000"/>
              <a:buFontTx/>
              <a:buChar char="•"/>
              <a:defRPr/>
            </a:lvl1pPr>
          </a:lstStyle>
          <a:p>
            <a:fld id="{6F5233AE-81B2-4527-AF43-CA8B380FF265}" type="slidenum">
              <a:rPr lang="en-US" altLang="zh-CN"/>
              <a:pPr/>
              <a:t>‹#›</a:t>
            </a:fld>
            <a:endParaRPr lang="en-US" altLang="zh-CN"/>
          </a:p>
        </p:txBody>
      </p:sp>
    </p:spTree>
    <p:extLst>
      <p:ext uri="{BB962C8B-B14F-4D97-AF65-F5344CB8AC3E}">
        <p14:creationId xmlns:p14="http://schemas.microsoft.com/office/powerpoint/2010/main" val="453520604"/>
      </p:ext>
    </p:extLst>
  </p:cSld>
  <p:clrMapOvr>
    <a:masterClrMapping/>
  </p:clrMapOvr>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0847713-F775-4C04-86B7-F8D971F659B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339A3190-9C4C-4CAE-8194-005254A326E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2E321A43-3B52-41B6-9143-038F9230BCC0}"/>
              </a:ext>
            </a:extLst>
          </p:cNvPr>
          <p:cNvSpPr>
            <a:spLocks noGrp="1" noChangeArrowheads="1"/>
          </p:cNvSpPr>
          <p:nvPr>
            <p:ph type="sldNum" sz="quarter" idx="12"/>
          </p:nvPr>
        </p:nvSpPr>
        <p:spPr/>
        <p:txBody>
          <a:bodyPr/>
          <a:lstStyle>
            <a:lvl1pPr>
              <a:spcBef>
                <a:spcPct val="20000"/>
              </a:spcBef>
              <a:buSzPct val="85000"/>
              <a:buFontTx/>
              <a:buChar char="•"/>
              <a:defRPr/>
            </a:lvl1pPr>
          </a:lstStyle>
          <a:p>
            <a:fld id="{A834E493-0664-4753-B431-8748EC8CCBE7}" type="slidenum">
              <a:rPr lang="en-US" altLang="zh-CN"/>
              <a:pPr/>
              <a:t>‹#›</a:t>
            </a:fld>
            <a:endParaRPr lang="en-US" altLang="zh-CN"/>
          </a:p>
        </p:txBody>
      </p:sp>
    </p:spTree>
    <p:extLst>
      <p:ext uri="{BB962C8B-B14F-4D97-AF65-F5344CB8AC3E}">
        <p14:creationId xmlns:p14="http://schemas.microsoft.com/office/powerpoint/2010/main" val="1047090268"/>
      </p:ext>
    </p:extLst>
  </p:cSld>
  <p:clrMapOvr>
    <a:masterClrMapping/>
  </p:clrMapOvr>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838EA22-BD78-40F8-9650-B626B249ED7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33577431-05C4-49C0-A1E5-52DFF347746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0614C2CD-F293-4761-9E30-126680B174D5}"/>
              </a:ext>
            </a:extLst>
          </p:cNvPr>
          <p:cNvSpPr>
            <a:spLocks noGrp="1" noChangeArrowheads="1"/>
          </p:cNvSpPr>
          <p:nvPr>
            <p:ph type="sldNum" sz="quarter" idx="12"/>
          </p:nvPr>
        </p:nvSpPr>
        <p:spPr/>
        <p:txBody>
          <a:bodyPr/>
          <a:lstStyle>
            <a:lvl1pPr>
              <a:spcBef>
                <a:spcPct val="20000"/>
              </a:spcBef>
              <a:buSzPct val="85000"/>
              <a:buFontTx/>
              <a:buChar char="•"/>
              <a:defRPr/>
            </a:lvl1pPr>
          </a:lstStyle>
          <a:p>
            <a:fld id="{F7846BF0-A0CC-4AA4-9C34-73CC76F0C2AD}" type="slidenum">
              <a:rPr lang="en-US" altLang="zh-CN"/>
              <a:pPr/>
              <a:t>‹#›</a:t>
            </a:fld>
            <a:endParaRPr lang="en-US" altLang="zh-CN"/>
          </a:p>
        </p:txBody>
      </p:sp>
    </p:spTree>
    <p:extLst>
      <p:ext uri="{BB962C8B-B14F-4D97-AF65-F5344CB8AC3E}">
        <p14:creationId xmlns:p14="http://schemas.microsoft.com/office/powerpoint/2010/main" val="3913204695"/>
      </p:ext>
    </p:extLst>
  </p:cSld>
  <p:clrMapOvr>
    <a:masterClrMapping/>
  </p:clrMapOvr>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7BED193-6819-4F07-A8A6-124E27C7416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803F3E03-B223-4587-89EC-82B587A76D6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F423FD74-F814-404A-8467-2E2EF652901F}"/>
              </a:ext>
            </a:extLst>
          </p:cNvPr>
          <p:cNvSpPr>
            <a:spLocks noGrp="1" noChangeArrowheads="1"/>
          </p:cNvSpPr>
          <p:nvPr>
            <p:ph type="sldNum" sz="quarter" idx="12"/>
          </p:nvPr>
        </p:nvSpPr>
        <p:spPr/>
        <p:txBody>
          <a:bodyPr/>
          <a:lstStyle>
            <a:lvl1pPr>
              <a:spcBef>
                <a:spcPct val="20000"/>
              </a:spcBef>
              <a:buSzPct val="85000"/>
              <a:buFontTx/>
              <a:buChar char="•"/>
              <a:defRPr/>
            </a:lvl1pPr>
          </a:lstStyle>
          <a:p>
            <a:fld id="{2BF1162A-77AD-44C2-AB56-C0714C74ABE9}" type="slidenum">
              <a:rPr lang="en-US" altLang="zh-CN"/>
              <a:pPr/>
              <a:t>‹#›</a:t>
            </a:fld>
            <a:endParaRPr lang="en-US" altLang="zh-CN"/>
          </a:p>
        </p:txBody>
      </p:sp>
    </p:spTree>
    <p:extLst>
      <p:ext uri="{BB962C8B-B14F-4D97-AF65-F5344CB8AC3E}">
        <p14:creationId xmlns:p14="http://schemas.microsoft.com/office/powerpoint/2010/main" val="3004679959"/>
      </p:ext>
    </p:extLst>
  </p:cSld>
  <p:clrMapOvr>
    <a:masterClrMapping/>
  </p:clrMapOvr>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D371DF1-62D0-43DC-9D0D-0DCB69A0766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6F3A5999-2080-4281-B521-3D93E6828B7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832C4807-2886-45AB-88EF-A53221DB3F3C}"/>
              </a:ext>
            </a:extLst>
          </p:cNvPr>
          <p:cNvSpPr>
            <a:spLocks noGrp="1" noChangeArrowheads="1"/>
          </p:cNvSpPr>
          <p:nvPr>
            <p:ph type="sldNum" sz="quarter" idx="12"/>
          </p:nvPr>
        </p:nvSpPr>
        <p:spPr/>
        <p:txBody>
          <a:bodyPr/>
          <a:lstStyle>
            <a:lvl1pPr>
              <a:spcBef>
                <a:spcPct val="20000"/>
              </a:spcBef>
              <a:buSzPct val="85000"/>
              <a:buFontTx/>
              <a:buChar char="•"/>
              <a:defRPr/>
            </a:lvl1pPr>
          </a:lstStyle>
          <a:p>
            <a:fld id="{994576A5-B546-4F3E-BF0A-8E8D20B5363E}" type="slidenum">
              <a:rPr lang="en-US" altLang="zh-CN"/>
              <a:pPr/>
              <a:t>‹#›</a:t>
            </a:fld>
            <a:endParaRPr lang="en-US" altLang="zh-CN"/>
          </a:p>
        </p:txBody>
      </p:sp>
    </p:spTree>
    <p:extLst>
      <p:ext uri="{BB962C8B-B14F-4D97-AF65-F5344CB8AC3E}">
        <p14:creationId xmlns:p14="http://schemas.microsoft.com/office/powerpoint/2010/main" val="1957822852"/>
      </p:ext>
    </p:extLst>
  </p:cSld>
  <p:clrMapOvr>
    <a:masterClrMapping/>
  </p:clrMapOvr>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381C431A-4A68-44D4-983B-A9CE850215A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66300B5C-2F3C-4E0B-BE7B-45BD9E35129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9B3741BE-55FC-4FC2-8352-6E7F6E61A297}"/>
              </a:ext>
            </a:extLst>
          </p:cNvPr>
          <p:cNvSpPr>
            <a:spLocks noGrp="1" noChangeArrowheads="1"/>
          </p:cNvSpPr>
          <p:nvPr>
            <p:ph type="sldNum" sz="quarter" idx="12"/>
          </p:nvPr>
        </p:nvSpPr>
        <p:spPr/>
        <p:txBody>
          <a:bodyPr/>
          <a:lstStyle>
            <a:lvl1pPr>
              <a:spcBef>
                <a:spcPct val="20000"/>
              </a:spcBef>
              <a:buSzPct val="85000"/>
              <a:buFontTx/>
              <a:buChar char="•"/>
              <a:defRPr/>
            </a:lvl1pPr>
          </a:lstStyle>
          <a:p>
            <a:fld id="{ADF6F371-22B6-4C03-B978-3D715FE38385}" type="slidenum">
              <a:rPr lang="en-US" altLang="zh-CN"/>
              <a:pPr/>
              <a:t>‹#›</a:t>
            </a:fld>
            <a:endParaRPr lang="en-US" altLang="zh-CN"/>
          </a:p>
        </p:txBody>
      </p:sp>
    </p:spTree>
    <p:extLst>
      <p:ext uri="{BB962C8B-B14F-4D97-AF65-F5344CB8AC3E}">
        <p14:creationId xmlns:p14="http://schemas.microsoft.com/office/powerpoint/2010/main" val="1569751486"/>
      </p:ext>
    </p:extLst>
  </p:cSld>
  <p:clrMapOvr>
    <a:masterClrMapping/>
  </p:clrMapOvr>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5258D05B-D955-411F-8C09-70B567ACE49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2025/10/20</a:t>
            </a:fld>
            <a:endParaRPr lang="en-US" altLang="zh-CN"/>
          </a:p>
        </p:txBody>
      </p:sp>
      <p:sp>
        <p:nvSpPr>
          <p:cNvPr id="4" name="Rectangle 5">
            <a:extLst>
              <a:ext uri="{FF2B5EF4-FFF2-40B4-BE49-F238E27FC236}">
                <a16:creationId xmlns:a16="http://schemas.microsoft.com/office/drawing/2014/main" id="{300F8A57-38F2-46A1-95E2-3BA4124179B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C9BD2A11-C0A2-47F4-9472-FBD7A824851D}"/>
              </a:ext>
            </a:extLst>
          </p:cNvPr>
          <p:cNvSpPr>
            <a:spLocks noGrp="1" noChangeArrowheads="1"/>
          </p:cNvSpPr>
          <p:nvPr>
            <p:ph type="sldNum" sz="quarter" idx="12"/>
          </p:nvPr>
        </p:nvSpPr>
        <p:spPr/>
        <p:txBody>
          <a:bodyPr/>
          <a:lstStyle>
            <a:lvl1pPr>
              <a:spcBef>
                <a:spcPct val="20000"/>
              </a:spcBef>
              <a:buSzPct val="85000"/>
              <a:buFontTx/>
              <a:buChar char="•"/>
              <a:defRPr/>
            </a:lvl1pPr>
          </a:lstStyle>
          <a:p>
            <a:fld id="{86196D04-4ED5-44AC-A950-8DD0DD0AD357}" type="slidenum">
              <a:rPr lang="en-US" altLang="zh-CN"/>
              <a:pPr/>
              <a:t>‹#›</a:t>
            </a:fld>
            <a:endParaRPr lang="en-US" altLang="zh-CN"/>
          </a:p>
        </p:txBody>
      </p:sp>
    </p:spTree>
    <p:extLst>
      <p:ext uri="{BB962C8B-B14F-4D97-AF65-F5344CB8AC3E}">
        <p14:creationId xmlns:p14="http://schemas.microsoft.com/office/powerpoint/2010/main" val="67189893"/>
      </p:ext>
    </p:extLst>
  </p:cSld>
  <p:clrMapOvr>
    <a:masterClrMapping/>
  </p:clrMapOvr>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B5AEDC83-6957-4A31-974A-BFC7CF7206B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04FAD672-1ACA-44ED-88A4-219175DB4E55}"/>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950BC2E8-639A-4E6E-B750-09AEF87480A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CA13636-542D-455D-B02D-7D61C2A201A5}"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D47BADC7-DC4F-4067-AE10-DD7E4D7C754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4CEB6285-F462-4E00-81A1-CF288C518495}"/>
              </a:ext>
            </a:extLst>
          </p:cNvPr>
          <p:cNvSpPr>
            <a:spLocks noGrp="1" noChangeArrowheads="1"/>
          </p:cNvSpPr>
          <p:nvPr>
            <p:ph type="sldNum" sz="quarter" idx="12"/>
          </p:nvPr>
        </p:nvSpPr>
        <p:spPr/>
        <p:txBody>
          <a:bodyPr/>
          <a:lstStyle>
            <a:lvl1pPr>
              <a:spcBef>
                <a:spcPct val="20000"/>
              </a:spcBef>
              <a:buSzPct val="85000"/>
              <a:buFontTx/>
              <a:buChar char="•"/>
              <a:defRPr/>
            </a:lvl1pPr>
          </a:lstStyle>
          <a:p>
            <a:fld id="{31933451-BA15-4844-AD95-13A01DDB0D9A}" type="slidenum">
              <a:rPr lang="en-US" altLang="zh-CN"/>
              <a:pPr/>
              <a:t>‹#›</a:t>
            </a:fld>
            <a:endParaRPr lang="en-US" altLang="zh-CN"/>
          </a:p>
        </p:txBody>
      </p:sp>
    </p:spTree>
    <p:extLst>
      <p:ext uri="{BB962C8B-B14F-4D97-AF65-F5344CB8AC3E}">
        <p14:creationId xmlns:p14="http://schemas.microsoft.com/office/powerpoint/2010/main" val="3671960665"/>
      </p:ext>
    </p:extLst>
  </p:cSld>
  <p:clrMapOvr>
    <a:masterClrMapping/>
  </p:clrMapOvr>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84D2ABA3-0197-449A-A511-FA6A6E1891EF}"/>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FDC4E81D-B8FD-433A-BCC2-928D3E676DC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EBA2C8E-C2BA-4A0B-915D-433080B42A0F}"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8D1EBD75-FDB4-4912-9120-D12B8FC20E21}"/>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E853F61D-96A1-4BA7-B142-63D41E6F1119}"/>
              </a:ext>
            </a:extLst>
          </p:cNvPr>
          <p:cNvSpPr>
            <a:spLocks noGrp="1" noChangeArrowheads="1"/>
          </p:cNvSpPr>
          <p:nvPr>
            <p:ph type="sldNum" sz="quarter" idx="12"/>
          </p:nvPr>
        </p:nvSpPr>
        <p:spPr/>
        <p:txBody>
          <a:bodyPr/>
          <a:lstStyle>
            <a:lvl1pPr>
              <a:spcBef>
                <a:spcPct val="20000"/>
              </a:spcBef>
              <a:buSzPct val="85000"/>
              <a:buFontTx/>
              <a:buChar char="•"/>
              <a:defRPr/>
            </a:lvl1pPr>
          </a:lstStyle>
          <a:p>
            <a:fld id="{2831BF3F-390F-47FB-A789-F010976D1972}" type="slidenum">
              <a:rPr lang="en-US" altLang="zh-CN"/>
              <a:pPr/>
              <a:t>‹#›</a:t>
            </a:fld>
            <a:endParaRPr lang="en-US" altLang="zh-CN"/>
          </a:p>
        </p:txBody>
      </p:sp>
    </p:spTree>
    <p:extLst>
      <p:ext uri="{BB962C8B-B14F-4D97-AF65-F5344CB8AC3E}">
        <p14:creationId xmlns:p14="http://schemas.microsoft.com/office/powerpoint/2010/main" val="1873402853"/>
      </p:ext>
    </p:extLst>
  </p:cSld>
  <p:clrMapOvr>
    <a:masterClrMapping/>
  </p:clrMapOvr>
  <p:transition/>
</p:sldLayout>
</file>

<file path=ppt/slideLayouts/slideLayout2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223AD201-A5C5-481C-9960-18A7FB55D8D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4E8C580-3ACF-49D3-B265-3B22E90ABF7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368CA9D-66A3-4FFD-83EC-55C2C679B53E}"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F70A75AF-8018-440B-B5EE-6E071A0C67B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71D9DF91-E4E3-49F0-8578-BA480C54A700}"/>
              </a:ext>
            </a:extLst>
          </p:cNvPr>
          <p:cNvSpPr>
            <a:spLocks noGrp="1" noChangeArrowheads="1"/>
          </p:cNvSpPr>
          <p:nvPr>
            <p:ph type="sldNum" sz="quarter" idx="12"/>
          </p:nvPr>
        </p:nvSpPr>
        <p:spPr/>
        <p:txBody>
          <a:bodyPr/>
          <a:lstStyle>
            <a:lvl1pPr>
              <a:spcBef>
                <a:spcPct val="20000"/>
              </a:spcBef>
              <a:buSzPct val="85000"/>
              <a:buFontTx/>
              <a:buChar char="•"/>
              <a:defRPr/>
            </a:lvl1pPr>
          </a:lstStyle>
          <a:p>
            <a:fld id="{FEC9AFD0-8353-4121-87B5-83BABEED6D7D}" type="slidenum">
              <a:rPr lang="en-US" altLang="zh-CN"/>
              <a:pPr/>
              <a:t>‹#›</a:t>
            </a:fld>
            <a:endParaRPr lang="en-US" altLang="zh-CN"/>
          </a:p>
        </p:txBody>
      </p:sp>
    </p:spTree>
    <p:extLst>
      <p:ext uri="{BB962C8B-B14F-4D97-AF65-F5344CB8AC3E}">
        <p14:creationId xmlns:p14="http://schemas.microsoft.com/office/powerpoint/2010/main" val="4277279786"/>
      </p:ext>
    </p:extLst>
  </p:cSld>
  <p:clrMapOvr>
    <a:masterClrMapping/>
  </p:clrMapOvr>
  <p:transition/>
</p:sldLayout>
</file>

<file path=ppt/slideLayouts/slideLayout2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6C05A19D-9A57-4052-BF42-E895FA12587E}"/>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9650EBCD-BC2D-451F-B887-C63801FA3A6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206EE12-2AF1-48CA-A394-1844E743E114}"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FBB94649-5CE5-49A9-8CC6-2E02BBDB67D1}"/>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707F6376-A027-48FF-A982-0E217233A10F}"/>
              </a:ext>
            </a:extLst>
          </p:cNvPr>
          <p:cNvSpPr>
            <a:spLocks noGrp="1" noChangeArrowheads="1"/>
          </p:cNvSpPr>
          <p:nvPr>
            <p:ph type="sldNum" sz="quarter" idx="12"/>
          </p:nvPr>
        </p:nvSpPr>
        <p:spPr/>
        <p:txBody>
          <a:bodyPr/>
          <a:lstStyle>
            <a:lvl1pPr>
              <a:spcBef>
                <a:spcPct val="20000"/>
              </a:spcBef>
              <a:buSzPct val="85000"/>
              <a:buFontTx/>
              <a:buChar char="•"/>
              <a:defRPr/>
            </a:lvl1pPr>
          </a:lstStyle>
          <a:p>
            <a:fld id="{FE689194-0000-4E46-B3C1-E65C84C43FC5}" type="slidenum">
              <a:rPr lang="en-US" altLang="zh-CN"/>
              <a:pPr/>
              <a:t>‹#›</a:t>
            </a:fld>
            <a:endParaRPr lang="en-US" altLang="zh-CN"/>
          </a:p>
        </p:txBody>
      </p:sp>
    </p:spTree>
    <p:extLst>
      <p:ext uri="{BB962C8B-B14F-4D97-AF65-F5344CB8AC3E}">
        <p14:creationId xmlns:p14="http://schemas.microsoft.com/office/powerpoint/2010/main" val="2269957925"/>
      </p:ext>
    </p:extLst>
  </p:cSld>
  <p:clrMapOvr>
    <a:masterClrMapping/>
  </p:clrMapOvr>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B1DA6A6D-DD89-43EC-926D-DFC87A5249BA}"/>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42A49D95-2FBD-4F0F-B629-3055E6193E41}"/>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DDE53B7D-54F2-499E-AF03-590110E89022}"/>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2C05A06F-E536-479F-8584-5C135F7A62E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59BD187-DF07-446A-A853-033E37AC41E1}" type="datetime1">
              <a:rPr lang="zh-CN" altLang="en-US"/>
              <a:pPr>
                <a:defRPr/>
              </a:pPr>
              <a:t>2025/10/20</a:t>
            </a:fld>
            <a:endParaRPr lang="en-US" altLang="zh-CN"/>
          </a:p>
        </p:txBody>
      </p:sp>
      <p:sp>
        <p:nvSpPr>
          <p:cNvPr id="11" name="Rectangle 5">
            <a:extLst>
              <a:ext uri="{FF2B5EF4-FFF2-40B4-BE49-F238E27FC236}">
                <a16:creationId xmlns:a16="http://schemas.microsoft.com/office/drawing/2014/main" id="{8E19498A-FFB3-4A0A-92D3-01B6296ACDD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C875D49F-512C-4ED8-96E4-1E24CC7E1A1C}"/>
              </a:ext>
            </a:extLst>
          </p:cNvPr>
          <p:cNvSpPr>
            <a:spLocks noGrp="1" noChangeArrowheads="1"/>
          </p:cNvSpPr>
          <p:nvPr>
            <p:ph type="sldNum" sz="quarter" idx="12"/>
          </p:nvPr>
        </p:nvSpPr>
        <p:spPr/>
        <p:txBody>
          <a:bodyPr/>
          <a:lstStyle>
            <a:lvl1pPr>
              <a:spcBef>
                <a:spcPct val="20000"/>
              </a:spcBef>
              <a:buSzPct val="85000"/>
              <a:buFontTx/>
              <a:buChar char="•"/>
              <a:defRPr/>
            </a:lvl1pPr>
          </a:lstStyle>
          <a:p>
            <a:fld id="{2774A516-EC8A-4937-AC52-93986B1B5F44}" type="slidenum">
              <a:rPr lang="en-US" altLang="zh-CN"/>
              <a:pPr/>
              <a:t>‹#›</a:t>
            </a:fld>
            <a:endParaRPr lang="en-US" altLang="zh-CN"/>
          </a:p>
        </p:txBody>
      </p:sp>
    </p:spTree>
    <p:extLst>
      <p:ext uri="{BB962C8B-B14F-4D97-AF65-F5344CB8AC3E}">
        <p14:creationId xmlns:p14="http://schemas.microsoft.com/office/powerpoint/2010/main" val="3276616676"/>
      </p:ext>
    </p:extLst>
  </p:cSld>
  <p:clrMapOvr>
    <a:masterClrMapping/>
  </p:clrMapOvr>
  <p:transition/>
</p:sldLayout>
</file>

<file path=ppt/slideLayouts/slideLayout2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138E5C07-FB6F-4E8C-8C4E-3EDE3438D25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E4444641-B292-4414-9F22-1A28CB308586}"/>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CFDAF1A3-B986-4EF5-A6F9-D2EC96B0E6B6}"/>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85BE5B31-2F97-41F0-87D0-10C2961F359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82DA6D-5ADD-47C9-84F8-ECAF2D4317EC}"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491A0099-775A-4BD9-811F-498048E354D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F079430C-54F6-4D07-A136-FC34EA7E5D3E}"/>
              </a:ext>
            </a:extLst>
          </p:cNvPr>
          <p:cNvSpPr>
            <a:spLocks noGrp="1" noChangeArrowheads="1"/>
          </p:cNvSpPr>
          <p:nvPr>
            <p:ph type="sldNum" sz="quarter" idx="12"/>
          </p:nvPr>
        </p:nvSpPr>
        <p:spPr/>
        <p:txBody>
          <a:bodyPr/>
          <a:lstStyle>
            <a:lvl1pPr>
              <a:spcBef>
                <a:spcPct val="20000"/>
              </a:spcBef>
              <a:buSzPct val="85000"/>
              <a:buFontTx/>
              <a:buChar char="•"/>
              <a:defRPr/>
            </a:lvl1pPr>
          </a:lstStyle>
          <a:p>
            <a:fld id="{58434392-DB37-4AF6-AA41-E2E80D3C2F8D}" type="slidenum">
              <a:rPr lang="en-US" altLang="zh-CN"/>
              <a:pPr/>
              <a:t>‹#›</a:t>
            </a:fld>
            <a:endParaRPr lang="en-US" altLang="zh-CN"/>
          </a:p>
        </p:txBody>
      </p:sp>
    </p:spTree>
    <p:extLst>
      <p:ext uri="{BB962C8B-B14F-4D97-AF65-F5344CB8AC3E}">
        <p14:creationId xmlns:p14="http://schemas.microsoft.com/office/powerpoint/2010/main" val="3576817773"/>
      </p:ext>
    </p:extLst>
  </p:cSld>
  <p:clrMapOvr>
    <a:masterClrMapping/>
  </p:clrMapOvr>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type="blank" preserve="1">
  <p:cSld name="ZP1">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CBCCBBE3-FA84-4108-A3B9-46D1047A74FE}"/>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5C4A7B03-A67A-41F1-814F-1A078508CD4B}"/>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EB79AD69-D3F4-4089-BB71-F8DAB2304D50}"/>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8EC1783F-D97A-4034-92DD-9454FB0773AE}"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A870A575-FB32-45C2-94BB-9D5F70D25D3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5CA3F64E-EC4F-4DFF-B714-CB8BD56B79D1}"/>
              </a:ext>
            </a:extLst>
          </p:cNvPr>
          <p:cNvSpPr>
            <a:spLocks noGrp="1" noChangeArrowheads="1"/>
          </p:cNvSpPr>
          <p:nvPr>
            <p:ph type="sldNum" sz="quarter" idx="12"/>
          </p:nvPr>
        </p:nvSpPr>
        <p:spPr/>
        <p:txBody>
          <a:bodyPr/>
          <a:lstStyle>
            <a:lvl1pPr>
              <a:spcBef>
                <a:spcPct val="20000"/>
              </a:spcBef>
              <a:buSzPct val="85000"/>
              <a:buFontTx/>
              <a:buChar char="•"/>
              <a:defRPr/>
            </a:lvl1pPr>
          </a:lstStyle>
          <a:p>
            <a:fld id="{C351BC0C-0548-4EF8-B59D-A30516A84806}" type="slidenum">
              <a:rPr lang="en-US" altLang="zh-CN"/>
              <a:pPr/>
              <a:t>‹#›</a:t>
            </a:fld>
            <a:endParaRPr lang="en-US" altLang="zh-CN"/>
          </a:p>
        </p:txBody>
      </p:sp>
    </p:spTree>
    <p:extLst>
      <p:ext uri="{BB962C8B-B14F-4D97-AF65-F5344CB8AC3E}">
        <p14:creationId xmlns:p14="http://schemas.microsoft.com/office/powerpoint/2010/main" val="4052129820"/>
      </p:ext>
    </p:extLst>
  </p:cSld>
  <p:clrMapOvr>
    <a:masterClrMapping/>
  </p:clrMapOvr>
  <p:transition/>
</p:sldLayout>
</file>

<file path=ppt/slideLayouts/slideLayout2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BF285690-413E-48BE-8F47-43D62E35AE81}"/>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53DE0E2C-DE35-4C98-9915-59158B3F94C7}"/>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7F8B4005-9200-4838-9457-66060A6D5607}"/>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BADED2F8-2B1C-4F64-BB54-21CEA2CF1E6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2571E2C-6D6C-4B0A-ABD6-F40DCD168DCA}"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A00A10FA-6F7C-4FF0-86E2-0EB9B50517D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2A7ABAA7-2C1F-489E-BE9C-BCFBE4970D7B}"/>
              </a:ext>
            </a:extLst>
          </p:cNvPr>
          <p:cNvSpPr>
            <a:spLocks noGrp="1" noChangeArrowheads="1"/>
          </p:cNvSpPr>
          <p:nvPr>
            <p:ph type="sldNum" sz="quarter" idx="12"/>
          </p:nvPr>
        </p:nvSpPr>
        <p:spPr/>
        <p:txBody>
          <a:bodyPr/>
          <a:lstStyle>
            <a:lvl1pPr>
              <a:spcBef>
                <a:spcPct val="20000"/>
              </a:spcBef>
              <a:buSzPct val="85000"/>
              <a:buFontTx/>
              <a:buChar char="•"/>
              <a:defRPr/>
            </a:lvl1pPr>
          </a:lstStyle>
          <a:p>
            <a:fld id="{96BF18E7-C4C2-47B7-980E-9300AE7F16BD}" type="slidenum">
              <a:rPr lang="en-US" altLang="zh-CN"/>
              <a:pPr/>
              <a:t>‹#›</a:t>
            </a:fld>
            <a:endParaRPr lang="en-US" altLang="zh-CN"/>
          </a:p>
        </p:txBody>
      </p:sp>
    </p:spTree>
    <p:extLst>
      <p:ext uri="{BB962C8B-B14F-4D97-AF65-F5344CB8AC3E}">
        <p14:creationId xmlns:p14="http://schemas.microsoft.com/office/powerpoint/2010/main" val="56154558"/>
      </p:ext>
    </p:extLst>
  </p:cSld>
  <p:clrMapOvr>
    <a:masterClrMapping/>
  </p:clrMapOvr>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12D26A27-0C03-4DA8-8130-2E893381A052}"/>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2DCBD978-9611-4F3F-854E-8474E4D37401}"/>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2D012942-F911-4DFD-98FB-A717304147B6}"/>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6493E9DD-A717-45F1-B078-EF1E4FA66CF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CFEE55C-E2AB-42B1-AD50-CF603C7F5ADA}"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54B0FE31-41A0-4EEE-B6DE-DF24D4D16B8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178FA87E-CB96-4941-BD10-F28C254BF27E}"/>
              </a:ext>
            </a:extLst>
          </p:cNvPr>
          <p:cNvSpPr>
            <a:spLocks noGrp="1" noChangeArrowheads="1"/>
          </p:cNvSpPr>
          <p:nvPr>
            <p:ph type="sldNum" sz="quarter" idx="12"/>
          </p:nvPr>
        </p:nvSpPr>
        <p:spPr/>
        <p:txBody>
          <a:bodyPr/>
          <a:lstStyle>
            <a:lvl1pPr>
              <a:spcBef>
                <a:spcPct val="20000"/>
              </a:spcBef>
              <a:buSzPct val="85000"/>
              <a:buFontTx/>
              <a:buChar char="•"/>
              <a:defRPr/>
            </a:lvl1pPr>
          </a:lstStyle>
          <a:p>
            <a:fld id="{727613A7-BBBA-4DB8-85E6-C23D02030ACC}" type="slidenum">
              <a:rPr lang="en-US" altLang="zh-CN"/>
              <a:pPr/>
              <a:t>‹#›</a:t>
            </a:fld>
            <a:endParaRPr lang="en-US" altLang="zh-CN"/>
          </a:p>
        </p:txBody>
      </p:sp>
    </p:spTree>
    <p:extLst>
      <p:ext uri="{BB962C8B-B14F-4D97-AF65-F5344CB8AC3E}">
        <p14:creationId xmlns:p14="http://schemas.microsoft.com/office/powerpoint/2010/main" val="3574169107"/>
      </p:ext>
    </p:extLst>
  </p:cSld>
  <p:clrMapOvr>
    <a:masterClrMapping/>
  </p:clrMapOvr>
  <p:transition/>
</p:sldLayout>
</file>

<file path=ppt/slideLayouts/slideLayout2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B385B49D-8F46-45DD-9E7B-F7809128E45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F21929B2-9581-4C01-808F-F63150333495}"/>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43BDC05C-2614-4E67-9AAB-C401D842DEBC}"/>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7A4DE1C6-F1F8-47E5-980C-3CC7FAB8E37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138A00B-E932-411C-B18C-EB2BB6A11438}"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B39969E6-4D20-4061-BC55-424185621A9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E0AAD453-6986-4771-96FD-0CFD0FB1053E}"/>
              </a:ext>
            </a:extLst>
          </p:cNvPr>
          <p:cNvSpPr>
            <a:spLocks noGrp="1" noChangeArrowheads="1"/>
          </p:cNvSpPr>
          <p:nvPr>
            <p:ph type="sldNum" sz="quarter" idx="12"/>
          </p:nvPr>
        </p:nvSpPr>
        <p:spPr/>
        <p:txBody>
          <a:bodyPr/>
          <a:lstStyle>
            <a:lvl1pPr>
              <a:spcBef>
                <a:spcPct val="20000"/>
              </a:spcBef>
              <a:buSzPct val="85000"/>
              <a:buFontTx/>
              <a:buChar char="•"/>
              <a:defRPr/>
            </a:lvl1pPr>
          </a:lstStyle>
          <a:p>
            <a:fld id="{B8AF4632-2D30-469F-B89D-43E01C86BC48}" type="slidenum">
              <a:rPr lang="en-US" altLang="zh-CN"/>
              <a:pPr/>
              <a:t>‹#›</a:t>
            </a:fld>
            <a:endParaRPr lang="en-US" altLang="zh-CN"/>
          </a:p>
        </p:txBody>
      </p:sp>
    </p:spTree>
    <p:extLst>
      <p:ext uri="{BB962C8B-B14F-4D97-AF65-F5344CB8AC3E}">
        <p14:creationId xmlns:p14="http://schemas.microsoft.com/office/powerpoint/2010/main" val="2646059910"/>
      </p:ext>
    </p:extLst>
  </p:cSld>
  <p:clrMapOvr>
    <a:masterClrMapping/>
  </p:clrMapOvr>
  <p:transition/>
</p:sldLayout>
</file>

<file path=ppt/slideLayouts/slideLayout25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E13A57E1-AB03-4C97-800E-311FE25EA27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B3285FAB-C9BB-4002-A6A2-FD937F65E083}"/>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01B0FA35-6F3D-47AB-8461-3DD813D0CE4E}"/>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99777E69-AD63-47CB-BCC0-8C3200D69BB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1985C0E-CD4D-4B3C-B7EE-F68BDF1C97E2}"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74EEF367-4EC4-4FD7-B083-DF49C2E6E44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31BB9FC0-76B3-4846-821C-417636C8C0F7}"/>
              </a:ext>
            </a:extLst>
          </p:cNvPr>
          <p:cNvSpPr>
            <a:spLocks noGrp="1" noChangeArrowheads="1"/>
          </p:cNvSpPr>
          <p:nvPr>
            <p:ph type="sldNum" sz="quarter" idx="12"/>
          </p:nvPr>
        </p:nvSpPr>
        <p:spPr/>
        <p:txBody>
          <a:bodyPr/>
          <a:lstStyle>
            <a:lvl1pPr>
              <a:spcBef>
                <a:spcPct val="20000"/>
              </a:spcBef>
              <a:buSzPct val="85000"/>
              <a:buFontTx/>
              <a:buChar char="•"/>
              <a:defRPr/>
            </a:lvl1pPr>
          </a:lstStyle>
          <a:p>
            <a:fld id="{3DF786C5-2DC1-4605-BD6F-1FDB8EC0EAD0}" type="slidenum">
              <a:rPr lang="en-US" altLang="zh-CN"/>
              <a:pPr/>
              <a:t>‹#›</a:t>
            </a:fld>
            <a:endParaRPr lang="en-US" altLang="zh-CN"/>
          </a:p>
        </p:txBody>
      </p:sp>
    </p:spTree>
    <p:extLst>
      <p:ext uri="{BB962C8B-B14F-4D97-AF65-F5344CB8AC3E}">
        <p14:creationId xmlns:p14="http://schemas.microsoft.com/office/powerpoint/2010/main" val="2441444492"/>
      </p:ext>
    </p:extLst>
  </p:cSld>
  <p:clrMapOvr>
    <a:masterClrMapping/>
  </p:clrMapOvr>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541A5212-753C-481C-AFA0-CFBFE238045C}"/>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93D4F559-92FE-46EB-9686-A7763892FD6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1DF0D3A8-E976-40E2-87E7-9FD700911CAE}"/>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09C71040-0014-440D-B1C9-4C6D1FA47B5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10E2F66-EA49-4219-A515-F75734CFD27A}"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E05964FB-9B2E-493B-BEB6-2E17BAF189F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E3AFFEBC-9BE0-4950-B328-70DC3D68C09C}"/>
              </a:ext>
            </a:extLst>
          </p:cNvPr>
          <p:cNvSpPr>
            <a:spLocks noGrp="1" noChangeArrowheads="1"/>
          </p:cNvSpPr>
          <p:nvPr>
            <p:ph type="sldNum" sz="quarter" idx="12"/>
          </p:nvPr>
        </p:nvSpPr>
        <p:spPr/>
        <p:txBody>
          <a:bodyPr/>
          <a:lstStyle>
            <a:lvl1pPr>
              <a:spcBef>
                <a:spcPct val="20000"/>
              </a:spcBef>
              <a:buSzPct val="85000"/>
              <a:buFontTx/>
              <a:buChar char="•"/>
              <a:defRPr/>
            </a:lvl1pPr>
          </a:lstStyle>
          <a:p>
            <a:fld id="{D2BB2075-A97F-4DCC-B7EC-079A6D8FDF3A}" type="slidenum">
              <a:rPr lang="en-US" altLang="zh-CN"/>
              <a:pPr/>
              <a:t>‹#›</a:t>
            </a:fld>
            <a:endParaRPr lang="en-US" altLang="zh-CN"/>
          </a:p>
        </p:txBody>
      </p:sp>
    </p:spTree>
    <p:extLst>
      <p:ext uri="{BB962C8B-B14F-4D97-AF65-F5344CB8AC3E}">
        <p14:creationId xmlns:p14="http://schemas.microsoft.com/office/powerpoint/2010/main" val="459915413"/>
      </p:ext>
    </p:extLst>
  </p:cSld>
  <p:clrMapOvr>
    <a:masterClrMapping/>
  </p:clrMapOvr>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E97AEB36-90FD-46C9-9D46-03260034FE3F}"/>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223F016E-43F5-4D49-8D08-F2AAEFD4F083}"/>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41B45DEE-72DB-4C96-BDEB-1B30145A9D6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CA13636-542D-455D-B02D-7D61C2A201A5}"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A96C880B-13A3-4BEB-92DF-E13D6278A79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8E00A299-EA48-4A53-801D-572BC96EC13A}"/>
              </a:ext>
            </a:extLst>
          </p:cNvPr>
          <p:cNvSpPr>
            <a:spLocks noGrp="1" noChangeArrowheads="1"/>
          </p:cNvSpPr>
          <p:nvPr>
            <p:ph type="sldNum" sz="quarter" idx="12"/>
          </p:nvPr>
        </p:nvSpPr>
        <p:spPr/>
        <p:txBody>
          <a:bodyPr/>
          <a:lstStyle>
            <a:lvl1pPr>
              <a:spcBef>
                <a:spcPct val="20000"/>
              </a:spcBef>
              <a:buSzPct val="85000"/>
              <a:buFontTx/>
              <a:buChar char="•"/>
              <a:defRPr/>
            </a:lvl1pPr>
          </a:lstStyle>
          <a:p>
            <a:fld id="{BEB892A1-31B7-4BD0-8A1E-64950A1BF545}" type="slidenum">
              <a:rPr lang="en-US" altLang="zh-CN"/>
              <a:pPr/>
              <a:t>‹#›</a:t>
            </a:fld>
            <a:endParaRPr lang="en-US" altLang="zh-CN"/>
          </a:p>
        </p:txBody>
      </p:sp>
    </p:spTree>
    <p:extLst>
      <p:ext uri="{BB962C8B-B14F-4D97-AF65-F5344CB8AC3E}">
        <p14:creationId xmlns:p14="http://schemas.microsoft.com/office/powerpoint/2010/main" val="2466002736"/>
      </p:ext>
    </p:extLst>
  </p:cSld>
  <p:clrMapOvr>
    <a:masterClrMapping/>
  </p:clrMapOvr>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E466C40E-FE49-454F-B7BB-31F57F621E99}"/>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8D23308-D67C-4CE8-81B7-2714B011F84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EBA2C8E-C2BA-4A0B-915D-433080B42A0F}"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822FB292-570B-4D67-A277-EE6B2C6F676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02CD8EB7-A69A-4AB6-8034-CBE98AE85651}"/>
              </a:ext>
            </a:extLst>
          </p:cNvPr>
          <p:cNvSpPr>
            <a:spLocks noGrp="1" noChangeArrowheads="1"/>
          </p:cNvSpPr>
          <p:nvPr>
            <p:ph type="sldNum" sz="quarter" idx="12"/>
          </p:nvPr>
        </p:nvSpPr>
        <p:spPr/>
        <p:txBody>
          <a:bodyPr/>
          <a:lstStyle>
            <a:lvl1pPr>
              <a:spcBef>
                <a:spcPct val="20000"/>
              </a:spcBef>
              <a:buSzPct val="85000"/>
              <a:buFontTx/>
              <a:buChar char="•"/>
              <a:defRPr/>
            </a:lvl1pPr>
          </a:lstStyle>
          <a:p>
            <a:fld id="{0A9FD25D-5769-44D7-B4D1-A1943DB391EE}" type="slidenum">
              <a:rPr lang="en-US" altLang="zh-CN"/>
              <a:pPr/>
              <a:t>‹#›</a:t>
            </a:fld>
            <a:endParaRPr lang="en-US" altLang="zh-CN"/>
          </a:p>
        </p:txBody>
      </p:sp>
    </p:spTree>
    <p:extLst>
      <p:ext uri="{BB962C8B-B14F-4D97-AF65-F5344CB8AC3E}">
        <p14:creationId xmlns:p14="http://schemas.microsoft.com/office/powerpoint/2010/main" val="2475601658"/>
      </p:ext>
    </p:extLst>
  </p:cSld>
  <p:clrMapOvr>
    <a:masterClrMapping/>
  </p:clrMapOvr>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60F6251A-C395-4E7F-BDFF-395461636E52}"/>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0149DA7-BEFA-42E2-8B4A-79FE01EFB08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368CA9D-66A3-4FFD-83EC-55C2C679B53E}"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CB4AEE45-0A68-4CE9-9E55-638E0ECAF2E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A89B6F27-CC97-4AF1-88B1-6C2AB0A6CBBC}"/>
              </a:ext>
            </a:extLst>
          </p:cNvPr>
          <p:cNvSpPr>
            <a:spLocks noGrp="1" noChangeArrowheads="1"/>
          </p:cNvSpPr>
          <p:nvPr>
            <p:ph type="sldNum" sz="quarter" idx="12"/>
          </p:nvPr>
        </p:nvSpPr>
        <p:spPr/>
        <p:txBody>
          <a:bodyPr/>
          <a:lstStyle>
            <a:lvl1pPr>
              <a:spcBef>
                <a:spcPct val="20000"/>
              </a:spcBef>
              <a:buSzPct val="85000"/>
              <a:buFontTx/>
              <a:buChar char="•"/>
              <a:defRPr/>
            </a:lvl1pPr>
          </a:lstStyle>
          <a:p>
            <a:fld id="{F1FB1273-DAD7-48FA-A91C-667DA18F3317}" type="slidenum">
              <a:rPr lang="en-US" altLang="zh-CN"/>
              <a:pPr/>
              <a:t>‹#›</a:t>
            </a:fld>
            <a:endParaRPr lang="en-US" altLang="zh-CN"/>
          </a:p>
        </p:txBody>
      </p:sp>
    </p:spTree>
    <p:extLst>
      <p:ext uri="{BB962C8B-B14F-4D97-AF65-F5344CB8AC3E}">
        <p14:creationId xmlns:p14="http://schemas.microsoft.com/office/powerpoint/2010/main" val="1812182192"/>
      </p:ext>
    </p:extLst>
  </p:cSld>
  <p:clrMapOvr>
    <a:masterClrMapping/>
  </p:clrMapOvr>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5C9604EA-8B96-4054-BD0D-2BB5C22AFD13}"/>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622DCF5F-2831-4A08-BB03-63CA01E3B0A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206EE12-2AF1-48CA-A394-1844E743E114}"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4DEAAC51-81EC-4877-8B5B-B4BBB661D1F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AF77754C-997B-4CF6-B294-136BEA150FCD}"/>
              </a:ext>
            </a:extLst>
          </p:cNvPr>
          <p:cNvSpPr>
            <a:spLocks noGrp="1" noChangeArrowheads="1"/>
          </p:cNvSpPr>
          <p:nvPr>
            <p:ph type="sldNum" sz="quarter" idx="12"/>
          </p:nvPr>
        </p:nvSpPr>
        <p:spPr/>
        <p:txBody>
          <a:bodyPr/>
          <a:lstStyle>
            <a:lvl1pPr>
              <a:spcBef>
                <a:spcPct val="20000"/>
              </a:spcBef>
              <a:buSzPct val="85000"/>
              <a:buFontTx/>
              <a:buChar char="•"/>
              <a:defRPr/>
            </a:lvl1pPr>
          </a:lstStyle>
          <a:p>
            <a:fld id="{34A24F3D-7E3A-48D7-A93F-350A23C8E068}" type="slidenum">
              <a:rPr lang="en-US" altLang="zh-CN"/>
              <a:pPr/>
              <a:t>‹#›</a:t>
            </a:fld>
            <a:endParaRPr lang="en-US" altLang="zh-CN"/>
          </a:p>
        </p:txBody>
      </p:sp>
    </p:spTree>
    <p:extLst>
      <p:ext uri="{BB962C8B-B14F-4D97-AF65-F5344CB8AC3E}">
        <p14:creationId xmlns:p14="http://schemas.microsoft.com/office/powerpoint/2010/main" val="3845716255"/>
      </p:ext>
    </p:extLst>
  </p:cSld>
  <p:clrMapOvr>
    <a:masterClrMapping/>
  </p:clrMapOvr>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225E5753-D6E3-4C52-9799-B35CA4EC5C24}"/>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DBED7978-FA76-4714-9088-9944FC9E7267}"/>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5EFF006D-5C7F-42EA-A17B-9079560B3E3B}"/>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16D993B6-753B-4BA8-8B32-3074873D79A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59BD187-DF07-446A-A853-033E37AC41E1}" type="datetime1">
              <a:rPr lang="zh-CN" altLang="en-US"/>
              <a:pPr>
                <a:defRPr/>
              </a:pPr>
              <a:t>2025/10/20</a:t>
            </a:fld>
            <a:endParaRPr lang="en-US" altLang="zh-CN"/>
          </a:p>
        </p:txBody>
      </p:sp>
      <p:sp>
        <p:nvSpPr>
          <p:cNvPr id="11" name="Rectangle 5">
            <a:extLst>
              <a:ext uri="{FF2B5EF4-FFF2-40B4-BE49-F238E27FC236}">
                <a16:creationId xmlns:a16="http://schemas.microsoft.com/office/drawing/2014/main" id="{12234DE8-4B77-423C-A20A-6D164F1A2A7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736ECDF4-03BA-44E1-B0DD-E8A78541D661}"/>
              </a:ext>
            </a:extLst>
          </p:cNvPr>
          <p:cNvSpPr>
            <a:spLocks noGrp="1" noChangeArrowheads="1"/>
          </p:cNvSpPr>
          <p:nvPr>
            <p:ph type="sldNum" sz="quarter" idx="12"/>
          </p:nvPr>
        </p:nvSpPr>
        <p:spPr/>
        <p:txBody>
          <a:bodyPr/>
          <a:lstStyle>
            <a:lvl1pPr>
              <a:spcBef>
                <a:spcPct val="20000"/>
              </a:spcBef>
              <a:buSzPct val="85000"/>
              <a:buFontTx/>
              <a:buChar char="•"/>
              <a:defRPr/>
            </a:lvl1pPr>
          </a:lstStyle>
          <a:p>
            <a:fld id="{821EB4DA-3F2D-4FEC-A67B-78667D43A26B}" type="slidenum">
              <a:rPr lang="en-US" altLang="zh-CN"/>
              <a:pPr/>
              <a:t>‹#›</a:t>
            </a:fld>
            <a:endParaRPr lang="en-US" altLang="zh-CN"/>
          </a:p>
        </p:txBody>
      </p:sp>
    </p:spTree>
    <p:extLst>
      <p:ext uri="{BB962C8B-B14F-4D97-AF65-F5344CB8AC3E}">
        <p14:creationId xmlns:p14="http://schemas.microsoft.com/office/powerpoint/2010/main" val="3392140602"/>
      </p:ext>
    </p:extLst>
  </p:cSld>
  <p:clrMapOvr>
    <a:masterClrMapping/>
  </p:clrMapOvr>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A87A604E-278B-4E14-A1CD-B0DF12E9D37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706F145A-05A6-48BE-8D77-8788B21FF23C}"/>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4CA38CC4-F6EA-4A6F-A977-B736E3184EC3}"/>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AA26598A-DAE3-4228-9F81-C2E45B20E2D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82DA6D-5ADD-47C9-84F8-ECAF2D4317EC}"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A1264EC6-CC5C-4A5E-A1A5-A5F2751FEB8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B0F47894-FA9D-4423-8E68-44152D58922D}"/>
              </a:ext>
            </a:extLst>
          </p:cNvPr>
          <p:cNvSpPr>
            <a:spLocks noGrp="1" noChangeArrowheads="1"/>
          </p:cNvSpPr>
          <p:nvPr>
            <p:ph type="sldNum" sz="quarter" idx="12"/>
          </p:nvPr>
        </p:nvSpPr>
        <p:spPr/>
        <p:txBody>
          <a:bodyPr/>
          <a:lstStyle>
            <a:lvl1pPr>
              <a:spcBef>
                <a:spcPct val="20000"/>
              </a:spcBef>
              <a:buSzPct val="85000"/>
              <a:buFontTx/>
              <a:buChar char="•"/>
              <a:defRPr/>
            </a:lvl1pPr>
          </a:lstStyle>
          <a:p>
            <a:fld id="{3F2B7556-5E9A-4BA5-BFDE-22068EB43F52}" type="slidenum">
              <a:rPr lang="en-US" altLang="zh-CN"/>
              <a:pPr/>
              <a:t>‹#›</a:t>
            </a:fld>
            <a:endParaRPr lang="en-US" altLang="zh-CN"/>
          </a:p>
        </p:txBody>
      </p:sp>
    </p:spTree>
    <p:extLst>
      <p:ext uri="{BB962C8B-B14F-4D97-AF65-F5344CB8AC3E}">
        <p14:creationId xmlns:p14="http://schemas.microsoft.com/office/powerpoint/2010/main" val="3372628071"/>
      </p:ext>
    </p:extLst>
  </p:cSld>
  <p:clrMapOvr>
    <a:masterClrMapping/>
  </p:clrMapOvr>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type="blank" preserve="1">
  <p:cSld name="ZP1">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B82BD0D7-9AEA-47F5-B93C-258F87641078}"/>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979CA490-36F0-4086-BC3E-BF95E886A115}"/>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8413FA54-AE57-4BF4-8489-DBB784CC3CB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8EC1783F-D97A-4034-92DD-9454FB0773AE}"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93101AE4-00A3-4785-BB4A-68D161924CA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F0914054-871A-46B0-8FEC-05FBAE71E06C}"/>
              </a:ext>
            </a:extLst>
          </p:cNvPr>
          <p:cNvSpPr>
            <a:spLocks noGrp="1" noChangeArrowheads="1"/>
          </p:cNvSpPr>
          <p:nvPr>
            <p:ph type="sldNum" sz="quarter" idx="12"/>
          </p:nvPr>
        </p:nvSpPr>
        <p:spPr/>
        <p:txBody>
          <a:bodyPr/>
          <a:lstStyle>
            <a:lvl1pPr>
              <a:spcBef>
                <a:spcPct val="20000"/>
              </a:spcBef>
              <a:buSzPct val="85000"/>
              <a:buFontTx/>
              <a:buChar char="•"/>
              <a:defRPr/>
            </a:lvl1pPr>
          </a:lstStyle>
          <a:p>
            <a:fld id="{BF4F0EF1-FC97-48E8-8248-F15708439702}" type="slidenum">
              <a:rPr lang="en-US" altLang="zh-CN"/>
              <a:pPr/>
              <a:t>‹#›</a:t>
            </a:fld>
            <a:endParaRPr lang="en-US" altLang="zh-CN"/>
          </a:p>
        </p:txBody>
      </p:sp>
    </p:spTree>
    <p:extLst>
      <p:ext uri="{BB962C8B-B14F-4D97-AF65-F5344CB8AC3E}">
        <p14:creationId xmlns:p14="http://schemas.microsoft.com/office/powerpoint/2010/main" val="3771842796"/>
      </p:ext>
    </p:extLst>
  </p:cSld>
  <p:clrMapOvr>
    <a:masterClrMapping/>
  </p:clrMapOvr>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A5460DED-4A9D-4F68-8269-E318EB61A8D7}"/>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1BABC69D-9D90-4E21-89B5-70C8314EE89F}"/>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AAE73FD5-43D3-453C-9F3F-4C35433044A0}"/>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011E8F88-6CCB-4723-B769-6AF729A1CEB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2571E2C-6D6C-4B0A-ABD6-F40DCD168DCA}"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6F94B8DC-664C-4EF3-8462-F50D508592A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F6B67D94-794E-4BB8-A769-8B69FB32E816}"/>
              </a:ext>
            </a:extLst>
          </p:cNvPr>
          <p:cNvSpPr>
            <a:spLocks noGrp="1" noChangeArrowheads="1"/>
          </p:cNvSpPr>
          <p:nvPr>
            <p:ph type="sldNum" sz="quarter" idx="12"/>
          </p:nvPr>
        </p:nvSpPr>
        <p:spPr/>
        <p:txBody>
          <a:bodyPr/>
          <a:lstStyle>
            <a:lvl1pPr>
              <a:spcBef>
                <a:spcPct val="20000"/>
              </a:spcBef>
              <a:buSzPct val="85000"/>
              <a:buFontTx/>
              <a:buChar char="•"/>
              <a:defRPr/>
            </a:lvl1pPr>
          </a:lstStyle>
          <a:p>
            <a:fld id="{255D95E6-6A20-41C8-959E-47E43E4DB119}" type="slidenum">
              <a:rPr lang="en-US" altLang="zh-CN"/>
              <a:pPr/>
              <a:t>‹#›</a:t>
            </a:fld>
            <a:endParaRPr lang="en-US" altLang="zh-CN"/>
          </a:p>
        </p:txBody>
      </p:sp>
    </p:spTree>
    <p:extLst>
      <p:ext uri="{BB962C8B-B14F-4D97-AF65-F5344CB8AC3E}">
        <p14:creationId xmlns:p14="http://schemas.microsoft.com/office/powerpoint/2010/main" val="943392934"/>
      </p:ext>
    </p:extLst>
  </p:cSld>
  <p:clrMapOvr>
    <a:masterClrMapping/>
  </p:clrMapOvr>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53A3A180-28AE-438F-8081-566FBEC6CFEF}"/>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2644B506-7169-474D-B488-EDEFB5E21519}"/>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1697B903-023F-40BC-AB9E-E73AD5967458}"/>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C6CFFCD9-D60C-416B-BF41-5829927BA56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CFEE55C-E2AB-42B1-AD50-CF603C7F5ADA}"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9C130375-171B-44C4-BF5B-FB47E20DCBC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BBE5D56F-207C-4EA8-86BA-8A9FB9917D70}"/>
              </a:ext>
            </a:extLst>
          </p:cNvPr>
          <p:cNvSpPr>
            <a:spLocks noGrp="1" noChangeArrowheads="1"/>
          </p:cNvSpPr>
          <p:nvPr>
            <p:ph type="sldNum" sz="quarter" idx="12"/>
          </p:nvPr>
        </p:nvSpPr>
        <p:spPr/>
        <p:txBody>
          <a:bodyPr/>
          <a:lstStyle>
            <a:lvl1pPr>
              <a:spcBef>
                <a:spcPct val="20000"/>
              </a:spcBef>
              <a:buSzPct val="85000"/>
              <a:buFontTx/>
              <a:buChar char="•"/>
              <a:defRPr/>
            </a:lvl1pPr>
          </a:lstStyle>
          <a:p>
            <a:fld id="{030DA4F7-1DFF-4A73-913B-B1CD997CA4EF}" type="slidenum">
              <a:rPr lang="en-US" altLang="zh-CN"/>
              <a:pPr/>
              <a:t>‹#›</a:t>
            </a:fld>
            <a:endParaRPr lang="en-US" altLang="zh-CN"/>
          </a:p>
        </p:txBody>
      </p:sp>
    </p:spTree>
    <p:extLst>
      <p:ext uri="{BB962C8B-B14F-4D97-AF65-F5344CB8AC3E}">
        <p14:creationId xmlns:p14="http://schemas.microsoft.com/office/powerpoint/2010/main" val="490014687"/>
      </p:ext>
    </p:extLst>
  </p:cSld>
  <p:clrMapOvr>
    <a:masterClrMapping/>
  </p:clrMapOvr>
  <p:transition/>
</p:sldLayout>
</file>

<file path=ppt/slideLayouts/slideLayout26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E72798A4-D6A7-4212-BF31-D4B524A25F3A}"/>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1D594F47-E6E8-4346-BB2A-BAC0AE54FE87}"/>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7380B1A5-2710-4344-B026-369F6D63C694}"/>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6F91EC5-AB4E-4A9F-BCE9-0774308403E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138A00B-E932-411C-B18C-EB2BB6A11438}"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4FA60DA8-386B-4CE4-8D40-16FEAD235D2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6AE7250F-540B-45A3-A7B2-6DF729DB50A2}"/>
              </a:ext>
            </a:extLst>
          </p:cNvPr>
          <p:cNvSpPr>
            <a:spLocks noGrp="1" noChangeArrowheads="1"/>
          </p:cNvSpPr>
          <p:nvPr>
            <p:ph type="sldNum" sz="quarter" idx="12"/>
          </p:nvPr>
        </p:nvSpPr>
        <p:spPr/>
        <p:txBody>
          <a:bodyPr/>
          <a:lstStyle>
            <a:lvl1pPr>
              <a:spcBef>
                <a:spcPct val="20000"/>
              </a:spcBef>
              <a:buSzPct val="85000"/>
              <a:buFontTx/>
              <a:buChar char="•"/>
              <a:defRPr/>
            </a:lvl1pPr>
          </a:lstStyle>
          <a:p>
            <a:fld id="{9901D0E9-CEBA-4265-96E2-8E28BF7C62E9}" type="slidenum">
              <a:rPr lang="en-US" altLang="zh-CN"/>
              <a:pPr/>
              <a:t>‹#›</a:t>
            </a:fld>
            <a:endParaRPr lang="en-US" altLang="zh-CN"/>
          </a:p>
        </p:txBody>
      </p:sp>
    </p:spTree>
    <p:extLst>
      <p:ext uri="{BB962C8B-B14F-4D97-AF65-F5344CB8AC3E}">
        <p14:creationId xmlns:p14="http://schemas.microsoft.com/office/powerpoint/2010/main" val="1144570844"/>
      </p:ext>
    </p:extLst>
  </p:cSld>
  <p:clrMapOvr>
    <a:masterClrMapping/>
  </p:clrMapOvr>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24947027-0835-4DE1-9C08-7877386922CB}"/>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1BDB87B9-26F3-41F1-A69B-B8D3C5A6574D}"/>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1EB84B7C-0C4A-4CD6-BC24-4467E031DCD0}"/>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A5F15DA3-39F1-4D69-B85A-B38B5F1119F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1985C0E-CD4D-4B3C-B7EE-F68BDF1C97E2}"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C34BE0B7-E333-489E-A433-B4086C2E868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E7C04260-937B-4DFE-BC10-18A23BE34007}"/>
              </a:ext>
            </a:extLst>
          </p:cNvPr>
          <p:cNvSpPr>
            <a:spLocks noGrp="1" noChangeArrowheads="1"/>
          </p:cNvSpPr>
          <p:nvPr>
            <p:ph type="sldNum" sz="quarter" idx="12"/>
          </p:nvPr>
        </p:nvSpPr>
        <p:spPr/>
        <p:txBody>
          <a:bodyPr/>
          <a:lstStyle>
            <a:lvl1pPr>
              <a:spcBef>
                <a:spcPct val="20000"/>
              </a:spcBef>
              <a:buSzPct val="85000"/>
              <a:buFontTx/>
              <a:buChar char="•"/>
              <a:defRPr/>
            </a:lvl1pPr>
          </a:lstStyle>
          <a:p>
            <a:fld id="{C278ED06-525B-4004-9E99-220ADACBEB09}" type="slidenum">
              <a:rPr lang="en-US" altLang="zh-CN"/>
              <a:pPr/>
              <a:t>‹#›</a:t>
            </a:fld>
            <a:endParaRPr lang="en-US" altLang="zh-CN"/>
          </a:p>
        </p:txBody>
      </p:sp>
    </p:spTree>
    <p:extLst>
      <p:ext uri="{BB962C8B-B14F-4D97-AF65-F5344CB8AC3E}">
        <p14:creationId xmlns:p14="http://schemas.microsoft.com/office/powerpoint/2010/main" val="2547038051"/>
      </p:ext>
    </p:extLst>
  </p:cSld>
  <p:clrMapOvr>
    <a:masterClrMapping/>
  </p:clrMapOvr>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E313A240-08D0-482B-8388-A7D13324DC4B}"/>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9D093FF0-3CE6-4AE3-B24A-07CC2A92FEE8}"/>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5DED0003-0C8D-42FB-B354-54A3FE9CD377}"/>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EB881D75-34E7-4DA2-B3DC-9FEC5919DFE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10E2F66-EA49-4219-A515-F75734CFD27A}"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CC42BD34-116D-4BD5-A6BB-BFA5A65D9FF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63211CD6-4885-4D1D-852E-CA0296CE1403}"/>
              </a:ext>
            </a:extLst>
          </p:cNvPr>
          <p:cNvSpPr>
            <a:spLocks noGrp="1" noChangeArrowheads="1"/>
          </p:cNvSpPr>
          <p:nvPr>
            <p:ph type="sldNum" sz="quarter" idx="12"/>
          </p:nvPr>
        </p:nvSpPr>
        <p:spPr/>
        <p:txBody>
          <a:bodyPr/>
          <a:lstStyle>
            <a:lvl1pPr>
              <a:spcBef>
                <a:spcPct val="20000"/>
              </a:spcBef>
              <a:buSzPct val="85000"/>
              <a:buFontTx/>
              <a:buChar char="•"/>
              <a:defRPr/>
            </a:lvl1pPr>
          </a:lstStyle>
          <a:p>
            <a:fld id="{141BDEF4-8874-456B-9672-41A691B10DF4}" type="slidenum">
              <a:rPr lang="en-US" altLang="zh-CN"/>
              <a:pPr/>
              <a:t>‹#›</a:t>
            </a:fld>
            <a:endParaRPr lang="en-US" altLang="zh-CN"/>
          </a:p>
        </p:txBody>
      </p:sp>
    </p:spTree>
    <p:extLst>
      <p:ext uri="{BB962C8B-B14F-4D97-AF65-F5344CB8AC3E}">
        <p14:creationId xmlns:p14="http://schemas.microsoft.com/office/powerpoint/2010/main" val="3537312301"/>
      </p:ext>
    </p:extLst>
  </p:cSld>
  <p:clrMapOvr>
    <a:masterClrMapping/>
  </p:clrMapOvr>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81EFC064-A5B9-4F85-AF4B-6B767F17BCEB}"/>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6C52BB59-C0CB-4C8D-B3E8-AB5679A24A9B}"/>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5C4472F7-1879-419E-B79B-8940511BADF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E143825-D36D-4B4C-999E-F709348504F3}"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0550EDFA-0F84-43E4-99EE-A4762D5B348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88900062-0A94-4709-814D-ABA1A64EAA9C}"/>
              </a:ext>
            </a:extLst>
          </p:cNvPr>
          <p:cNvSpPr>
            <a:spLocks noGrp="1" noChangeArrowheads="1"/>
          </p:cNvSpPr>
          <p:nvPr>
            <p:ph type="sldNum" sz="quarter" idx="12"/>
          </p:nvPr>
        </p:nvSpPr>
        <p:spPr/>
        <p:txBody>
          <a:bodyPr/>
          <a:lstStyle>
            <a:lvl1pPr>
              <a:spcBef>
                <a:spcPct val="20000"/>
              </a:spcBef>
              <a:buSzPct val="85000"/>
              <a:buFontTx/>
              <a:buChar char="•"/>
              <a:defRPr/>
            </a:lvl1pPr>
          </a:lstStyle>
          <a:p>
            <a:fld id="{BCFD9F7F-BC96-4F79-9464-D4FF3CF250E7}" type="slidenum">
              <a:rPr lang="en-US" altLang="zh-CN"/>
              <a:pPr/>
              <a:t>‹#›</a:t>
            </a:fld>
            <a:endParaRPr lang="en-US" altLang="zh-CN"/>
          </a:p>
        </p:txBody>
      </p:sp>
    </p:spTree>
    <p:extLst>
      <p:ext uri="{BB962C8B-B14F-4D97-AF65-F5344CB8AC3E}">
        <p14:creationId xmlns:p14="http://schemas.microsoft.com/office/powerpoint/2010/main" val="833154074"/>
      </p:ext>
    </p:extLst>
  </p:cSld>
  <p:clrMapOvr>
    <a:masterClrMapping/>
  </p:clrMapOvr>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FCE2496F-CB20-4A72-8286-9A58F326C05B}"/>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BC264F22-883A-4ADD-90E9-374E7B4DA6B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8ADFD62-28FE-44A6-BB8B-551C3ADC6112}"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D9FE9047-DEB0-40BC-B89E-CC4D756F270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7E01773F-3A21-4559-B635-C3C3550C5CDC}"/>
              </a:ext>
            </a:extLst>
          </p:cNvPr>
          <p:cNvSpPr>
            <a:spLocks noGrp="1" noChangeArrowheads="1"/>
          </p:cNvSpPr>
          <p:nvPr>
            <p:ph type="sldNum" sz="quarter" idx="12"/>
          </p:nvPr>
        </p:nvSpPr>
        <p:spPr/>
        <p:txBody>
          <a:bodyPr/>
          <a:lstStyle>
            <a:lvl1pPr>
              <a:spcBef>
                <a:spcPct val="20000"/>
              </a:spcBef>
              <a:buSzPct val="85000"/>
              <a:buFontTx/>
              <a:buChar char="•"/>
              <a:defRPr/>
            </a:lvl1pPr>
          </a:lstStyle>
          <a:p>
            <a:fld id="{98456E6A-34B6-423E-BEB3-A48D212857AA}" type="slidenum">
              <a:rPr lang="en-US" altLang="zh-CN"/>
              <a:pPr/>
              <a:t>‹#›</a:t>
            </a:fld>
            <a:endParaRPr lang="en-US" altLang="zh-CN"/>
          </a:p>
        </p:txBody>
      </p:sp>
    </p:spTree>
    <p:extLst>
      <p:ext uri="{BB962C8B-B14F-4D97-AF65-F5344CB8AC3E}">
        <p14:creationId xmlns:p14="http://schemas.microsoft.com/office/powerpoint/2010/main" val="1734481134"/>
      </p:ext>
    </p:extLst>
  </p:cSld>
  <p:clrMapOvr>
    <a:masterClrMapping/>
  </p:clrMapOvr>
  <p:transition/>
</p:sldLayout>
</file>

<file path=ppt/slideLayouts/slideLayout2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92BCF0AD-E600-489D-8204-CB505F0F4641}"/>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7B96FF3-B554-4721-B98F-0203EEDB16B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87CF41F-B0E5-4CFB-B263-2AE4AA2133EF}"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295D0FD9-3F3C-4A15-98FD-80D6CECE68C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690C4CBA-1665-4684-845A-44E65D4F3DD2}"/>
              </a:ext>
            </a:extLst>
          </p:cNvPr>
          <p:cNvSpPr>
            <a:spLocks noGrp="1" noChangeArrowheads="1"/>
          </p:cNvSpPr>
          <p:nvPr>
            <p:ph type="sldNum" sz="quarter" idx="12"/>
          </p:nvPr>
        </p:nvSpPr>
        <p:spPr/>
        <p:txBody>
          <a:bodyPr/>
          <a:lstStyle>
            <a:lvl1pPr>
              <a:spcBef>
                <a:spcPct val="20000"/>
              </a:spcBef>
              <a:buSzPct val="85000"/>
              <a:buFontTx/>
              <a:buChar char="•"/>
              <a:defRPr/>
            </a:lvl1pPr>
          </a:lstStyle>
          <a:p>
            <a:fld id="{963731D7-D372-4E29-91BC-1E0EBD77764C}" type="slidenum">
              <a:rPr lang="en-US" altLang="zh-CN"/>
              <a:pPr/>
              <a:t>‹#›</a:t>
            </a:fld>
            <a:endParaRPr lang="en-US" altLang="zh-CN"/>
          </a:p>
        </p:txBody>
      </p:sp>
    </p:spTree>
    <p:extLst>
      <p:ext uri="{BB962C8B-B14F-4D97-AF65-F5344CB8AC3E}">
        <p14:creationId xmlns:p14="http://schemas.microsoft.com/office/powerpoint/2010/main" val="4063263839"/>
      </p:ext>
    </p:extLst>
  </p:cSld>
  <p:clrMapOvr>
    <a:masterClrMapping/>
  </p:clrMapOvr>
  <p:transition/>
</p:sldLayout>
</file>

<file path=ppt/slideLayouts/slideLayout2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3A4450CE-5D3E-413D-962C-63AB7D38F10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D9FF4EDF-C714-430D-9141-6D5AF375E80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88062F-92F4-42D0-9387-6DEA128059B6}"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82420495-E24E-4EAD-9CA0-75D645E0946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D32238E8-E3EA-494A-8BAC-F3A013E0F0D2}"/>
              </a:ext>
            </a:extLst>
          </p:cNvPr>
          <p:cNvSpPr>
            <a:spLocks noGrp="1" noChangeArrowheads="1"/>
          </p:cNvSpPr>
          <p:nvPr>
            <p:ph type="sldNum" sz="quarter" idx="12"/>
          </p:nvPr>
        </p:nvSpPr>
        <p:spPr/>
        <p:txBody>
          <a:bodyPr/>
          <a:lstStyle>
            <a:lvl1pPr>
              <a:spcBef>
                <a:spcPct val="20000"/>
              </a:spcBef>
              <a:buSzPct val="85000"/>
              <a:buFontTx/>
              <a:buChar char="•"/>
              <a:defRPr/>
            </a:lvl1pPr>
          </a:lstStyle>
          <a:p>
            <a:fld id="{C5941392-1B32-4F41-B7ED-0A23A3C70B2C}" type="slidenum">
              <a:rPr lang="en-US" altLang="zh-CN"/>
              <a:pPr/>
              <a:t>‹#›</a:t>
            </a:fld>
            <a:endParaRPr lang="en-US" altLang="zh-CN"/>
          </a:p>
        </p:txBody>
      </p:sp>
    </p:spTree>
    <p:extLst>
      <p:ext uri="{BB962C8B-B14F-4D97-AF65-F5344CB8AC3E}">
        <p14:creationId xmlns:p14="http://schemas.microsoft.com/office/powerpoint/2010/main" val="1392956022"/>
      </p:ext>
    </p:extLst>
  </p:cSld>
  <p:clrMapOvr>
    <a:masterClrMapping/>
  </p:clrMapOvr>
  <p:transition/>
</p:sldLayout>
</file>

<file path=ppt/slideLayouts/slideLayout2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56BCCB9B-643E-4FAE-AE69-E6B77D7386C8}"/>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EA64FDC0-D848-47AA-BB9C-E01E54A97E9B}"/>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02C53187-C434-4568-8AC8-1489F01CC88A}"/>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9588C90E-5591-4A38-B934-66ED6265307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C67FF69-D42E-4669-A7BF-1C074C062937}" type="datetime1">
              <a:rPr lang="zh-CN" altLang="en-US"/>
              <a:pPr>
                <a:defRPr/>
              </a:pPr>
              <a:t>2025/10/20</a:t>
            </a:fld>
            <a:endParaRPr lang="en-US" altLang="zh-CN"/>
          </a:p>
        </p:txBody>
      </p:sp>
      <p:sp>
        <p:nvSpPr>
          <p:cNvPr id="11" name="Rectangle 5">
            <a:extLst>
              <a:ext uri="{FF2B5EF4-FFF2-40B4-BE49-F238E27FC236}">
                <a16:creationId xmlns:a16="http://schemas.microsoft.com/office/drawing/2014/main" id="{7E9DFF58-04C0-4E68-9372-06466A1ED2F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A54809AD-712D-4B9D-9865-6A60F7DCE5E0}"/>
              </a:ext>
            </a:extLst>
          </p:cNvPr>
          <p:cNvSpPr>
            <a:spLocks noGrp="1" noChangeArrowheads="1"/>
          </p:cNvSpPr>
          <p:nvPr>
            <p:ph type="sldNum" sz="quarter" idx="12"/>
          </p:nvPr>
        </p:nvSpPr>
        <p:spPr/>
        <p:txBody>
          <a:bodyPr/>
          <a:lstStyle>
            <a:lvl1pPr>
              <a:spcBef>
                <a:spcPct val="20000"/>
              </a:spcBef>
              <a:buSzPct val="85000"/>
              <a:buFontTx/>
              <a:buChar char="•"/>
              <a:defRPr/>
            </a:lvl1pPr>
          </a:lstStyle>
          <a:p>
            <a:fld id="{C6F5BCC7-B984-4543-9463-57EFCB8A9B36}" type="slidenum">
              <a:rPr lang="en-US" altLang="zh-CN"/>
              <a:pPr/>
              <a:t>‹#›</a:t>
            </a:fld>
            <a:endParaRPr lang="en-US" altLang="zh-CN"/>
          </a:p>
        </p:txBody>
      </p:sp>
    </p:spTree>
    <p:extLst>
      <p:ext uri="{BB962C8B-B14F-4D97-AF65-F5344CB8AC3E}">
        <p14:creationId xmlns:p14="http://schemas.microsoft.com/office/powerpoint/2010/main" val="3861279042"/>
      </p:ext>
    </p:extLst>
  </p:cSld>
  <p:clrMapOvr>
    <a:masterClrMapping/>
  </p:clrMapOvr>
  <p:transition/>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91BE5DE1-0ACF-4163-98B4-F3CD36A44E04}"/>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18AA6CAE-4843-4B72-83A1-5280599E5AF5}"/>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964A9C18-4274-45CD-8DA8-A16FD9E64D5C}"/>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F477BC37-3AA3-4E6C-84E0-0191467B49E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00678A7-56EE-428F-94D3-60BBE8135EE8}"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C85D344C-5F23-4764-BAA0-A8F319EA593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D1B861FA-D921-4E15-8F24-D2B53B020858}"/>
              </a:ext>
            </a:extLst>
          </p:cNvPr>
          <p:cNvSpPr>
            <a:spLocks noGrp="1" noChangeArrowheads="1"/>
          </p:cNvSpPr>
          <p:nvPr>
            <p:ph type="sldNum" sz="quarter" idx="12"/>
          </p:nvPr>
        </p:nvSpPr>
        <p:spPr/>
        <p:txBody>
          <a:bodyPr/>
          <a:lstStyle>
            <a:lvl1pPr>
              <a:spcBef>
                <a:spcPct val="20000"/>
              </a:spcBef>
              <a:buSzPct val="85000"/>
              <a:buFontTx/>
              <a:buChar char="•"/>
              <a:defRPr/>
            </a:lvl1pPr>
          </a:lstStyle>
          <a:p>
            <a:fld id="{D6869F0C-5F2B-45A7-8191-0C65A6CCC412}" type="slidenum">
              <a:rPr lang="en-US" altLang="zh-CN"/>
              <a:pPr/>
              <a:t>‹#›</a:t>
            </a:fld>
            <a:endParaRPr lang="en-US" altLang="zh-CN"/>
          </a:p>
        </p:txBody>
      </p:sp>
    </p:spTree>
    <p:extLst>
      <p:ext uri="{BB962C8B-B14F-4D97-AF65-F5344CB8AC3E}">
        <p14:creationId xmlns:p14="http://schemas.microsoft.com/office/powerpoint/2010/main" val="1026283938"/>
      </p:ext>
    </p:extLst>
  </p:cSld>
  <p:clrMapOvr>
    <a:masterClrMapping/>
  </p:clrMapOvr>
  <p:transition/>
</p:sldLayout>
</file>

<file path=ppt/slideLayouts/slideLayout2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DA1965CD-0183-4DA6-9D61-ED93D669248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DAC9E7E1-CDAC-47B0-8D83-E155D910025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57311A48-6D54-4CE4-A3E0-29F0872EA62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DB9EF25-8ABE-402D-993A-760AE21F0D2A}"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F3FD839C-9340-43B4-BCD2-4388732FEB9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4EF0F0CD-8FC2-4930-947F-D8D2DFC5FBF3}"/>
              </a:ext>
            </a:extLst>
          </p:cNvPr>
          <p:cNvSpPr>
            <a:spLocks noGrp="1" noChangeArrowheads="1"/>
          </p:cNvSpPr>
          <p:nvPr>
            <p:ph type="sldNum" sz="quarter" idx="12"/>
          </p:nvPr>
        </p:nvSpPr>
        <p:spPr/>
        <p:txBody>
          <a:bodyPr/>
          <a:lstStyle>
            <a:lvl1pPr>
              <a:spcBef>
                <a:spcPct val="20000"/>
              </a:spcBef>
              <a:buSzPct val="85000"/>
              <a:buFontTx/>
              <a:buChar char="•"/>
              <a:defRPr/>
            </a:lvl1pPr>
          </a:lstStyle>
          <a:p>
            <a:fld id="{7BB26777-A1D0-4372-A170-74CEBCFC2755}" type="slidenum">
              <a:rPr lang="en-US" altLang="zh-CN"/>
              <a:pPr/>
              <a:t>‹#›</a:t>
            </a:fld>
            <a:endParaRPr lang="en-US" altLang="zh-CN"/>
          </a:p>
        </p:txBody>
      </p:sp>
    </p:spTree>
    <p:extLst>
      <p:ext uri="{BB962C8B-B14F-4D97-AF65-F5344CB8AC3E}">
        <p14:creationId xmlns:p14="http://schemas.microsoft.com/office/powerpoint/2010/main" val="1074215475"/>
      </p:ext>
    </p:extLst>
  </p:cSld>
  <p:clrMapOvr>
    <a:masterClrMapping/>
  </p:clrMapOvr>
  <p:transition/>
</p:sldLayout>
</file>

<file path=ppt/slideLayouts/slideLayout2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A8125F32-A378-4661-8C5C-CE9586997C1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C3D9D200-CBC7-4C64-9513-0EAA25928A1E}"/>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C6BB69B7-0E8A-4019-A571-4FD3504DF007}"/>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03D24DCC-251B-4119-BE34-FE72BF9D016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D4513EA-4C65-4EE1-91A4-5F78D0BA9F5A}"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D9DCA7CC-86D8-4568-B384-04933016259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46607D46-DAEB-4B26-8983-1A2FD2D0ED00}"/>
              </a:ext>
            </a:extLst>
          </p:cNvPr>
          <p:cNvSpPr>
            <a:spLocks noGrp="1" noChangeArrowheads="1"/>
          </p:cNvSpPr>
          <p:nvPr>
            <p:ph type="sldNum" sz="quarter" idx="12"/>
          </p:nvPr>
        </p:nvSpPr>
        <p:spPr/>
        <p:txBody>
          <a:bodyPr/>
          <a:lstStyle>
            <a:lvl1pPr>
              <a:spcBef>
                <a:spcPct val="20000"/>
              </a:spcBef>
              <a:buSzPct val="85000"/>
              <a:buFontTx/>
              <a:buChar char="•"/>
              <a:defRPr/>
            </a:lvl1pPr>
          </a:lstStyle>
          <a:p>
            <a:fld id="{BE254A91-C6AF-414C-A73A-E8C7C564FF89}" type="slidenum">
              <a:rPr lang="en-US" altLang="zh-CN"/>
              <a:pPr/>
              <a:t>‹#›</a:t>
            </a:fld>
            <a:endParaRPr lang="en-US" altLang="zh-CN"/>
          </a:p>
        </p:txBody>
      </p:sp>
    </p:spTree>
    <p:extLst>
      <p:ext uri="{BB962C8B-B14F-4D97-AF65-F5344CB8AC3E}">
        <p14:creationId xmlns:p14="http://schemas.microsoft.com/office/powerpoint/2010/main" val="2440223817"/>
      </p:ext>
    </p:extLst>
  </p:cSld>
  <p:clrMapOvr>
    <a:masterClrMapping/>
  </p:clrMapOvr>
  <p:transition/>
</p:sldLayout>
</file>

<file path=ppt/slideLayouts/slideLayout2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BD7E6064-00ED-41DA-9A33-5DDC95B1CE5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5AB10FF0-1036-41AC-803B-64588CC24A1A}"/>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BC0335B1-4851-49CC-A112-90C5492EB4E0}"/>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F0BC9919-8529-4061-B877-259D583B12B0}"/>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C7178A5-F7D2-4789-9211-BF6E957CCF4B}"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706F5F96-4C27-4D4B-BB4A-9CC036416D9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163E8465-8BE4-4603-AADA-33A100C5A3A2}"/>
              </a:ext>
            </a:extLst>
          </p:cNvPr>
          <p:cNvSpPr>
            <a:spLocks noGrp="1" noChangeArrowheads="1"/>
          </p:cNvSpPr>
          <p:nvPr>
            <p:ph type="sldNum" sz="quarter" idx="12"/>
          </p:nvPr>
        </p:nvSpPr>
        <p:spPr/>
        <p:txBody>
          <a:bodyPr/>
          <a:lstStyle>
            <a:lvl1pPr>
              <a:spcBef>
                <a:spcPct val="20000"/>
              </a:spcBef>
              <a:buSzPct val="85000"/>
              <a:buFontTx/>
              <a:buChar char="•"/>
              <a:defRPr/>
            </a:lvl1pPr>
          </a:lstStyle>
          <a:p>
            <a:fld id="{B83FE494-95DB-455F-B3BF-76E65C4D8DCD}" type="slidenum">
              <a:rPr lang="en-US" altLang="zh-CN"/>
              <a:pPr/>
              <a:t>‹#›</a:t>
            </a:fld>
            <a:endParaRPr lang="en-US" altLang="zh-CN"/>
          </a:p>
        </p:txBody>
      </p:sp>
    </p:spTree>
    <p:extLst>
      <p:ext uri="{BB962C8B-B14F-4D97-AF65-F5344CB8AC3E}">
        <p14:creationId xmlns:p14="http://schemas.microsoft.com/office/powerpoint/2010/main" val="8890409"/>
      </p:ext>
    </p:extLst>
  </p:cSld>
  <p:clrMapOvr>
    <a:masterClrMapping/>
  </p:clrMapOvr>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D0647AB9-12E7-4E65-B1FC-C5C5780B8ACF}"/>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2A8C376D-04B8-4D7E-BD51-42B8A611AA72}"/>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7DC104D4-0BD1-41AA-9EF2-DD9B3E637F87}"/>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E5887B84-AAA4-46E8-803D-1D2FFAF386D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D1928D0-A6ED-4A48-908D-5F926CD8B72D}"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F65A69D3-5BF7-4236-B25C-F10784E1326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EC80E736-E642-4125-B025-8923219697EF}"/>
              </a:ext>
            </a:extLst>
          </p:cNvPr>
          <p:cNvSpPr>
            <a:spLocks noGrp="1" noChangeArrowheads="1"/>
          </p:cNvSpPr>
          <p:nvPr>
            <p:ph type="sldNum" sz="quarter" idx="12"/>
          </p:nvPr>
        </p:nvSpPr>
        <p:spPr/>
        <p:txBody>
          <a:bodyPr/>
          <a:lstStyle>
            <a:lvl1pPr>
              <a:spcBef>
                <a:spcPct val="20000"/>
              </a:spcBef>
              <a:buSzPct val="85000"/>
              <a:buFontTx/>
              <a:buChar char="•"/>
              <a:defRPr/>
            </a:lvl1pPr>
          </a:lstStyle>
          <a:p>
            <a:fld id="{B1BE74A7-CBE4-4A1E-8B92-DD942C5A40EA}" type="slidenum">
              <a:rPr lang="en-US" altLang="zh-CN"/>
              <a:pPr/>
              <a:t>‹#›</a:t>
            </a:fld>
            <a:endParaRPr lang="en-US" altLang="zh-CN"/>
          </a:p>
        </p:txBody>
      </p:sp>
    </p:spTree>
    <p:extLst>
      <p:ext uri="{BB962C8B-B14F-4D97-AF65-F5344CB8AC3E}">
        <p14:creationId xmlns:p14="http://schemas.microsoft.com/office/powerpoint/2010/main" val="636332665"/>
      </p:ext>
    </p:extLst>
  </p:cSld>
  <p:clrMapOvr>
    <a:masterClrMapping/>
  </p:clrMapOvr>
  <p:transition/>
</p:sldLayout>
</file>

<file path=ppt/slideLayouts/slideLayout28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A38C12CA-61E3-40F4-80B1-3EAE45A2BE6F}"/>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D0F2F8D4-6DBB-42B3-8308-11685E038901}"/>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2555B4C7-422D-4CB9-9E22-9416F21F57FA}"/>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368C3279-DDEC-4FC7-B194-20768CC4DBF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3C7F567-D6F7-4338-A832-E5EF7D968A66}"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1137FB4D-CCD7-4657-801E-72770389CF2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AA9DB823-0A4B-45FA-9A50-E7244650B36C}"/>
              </a:ext>
            </a:extLst>
          </p:cNvPr>
          <p:cNvSpPr>
            <a:spLocks noGrp="1" noChangeArrowheads="1"/>
          </p:cNvSpPr>
          <p:nvPr>
            <p:ph type="sldNum" sz="quarter" idx="12"/>
          </p:nvPr>
        </p:nvSpPr>
        <p:spPr/>
        <p:txBody>
          <a:bodyPr/>
          <a:lstStyle>
            <a:lvl1pPr>
              <a:spcBef>
                <a:spcPct val="20000"/>
              </a:spcBef>
              <a:buSzPct val="85000"/>
              <a:buFontTx/>
              <a:buChar char="•"/>
              <a:defRPr/>
            </a:lvl1pPr>
          </a:lstStyle>
          <a:p>
            <a:fld id="{6D194914-40A4-4D29-A2C2-C37790DF5F5B}" type="slidenum">
              <a:rPr lang="en-US" altLang="zh-CN"/>
              <a:pPr/>
              <a:t>‹#›</a:t>
            </a:fld>
            <a:endParaRPr lang="en-US" altLang="zh-CN"/>
          </a:p>
        </p:txBody>
      </p:sp>
    </p:spTree>
    <p:extLst>
      <p:ext uri="{BB962C8B-B14F-4D97-AF65-F5344CB8AC3E}">
        <p14:creationId xmlns:p14="http://schemas.microsoft.com/office/powerpoint/2010/main" val="3470499268"/>
      </p:ext>
    </p:extLst>
  </p:cSld>
  <p:clrMapOvr>
    <a:masterClrMapping/>
  </p:clrMapOvr>
  <p:transition/>
</p:sldLayout>
</file>

<file path=ppt/slideLayouts/slideLayout28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DCC24184-F711-449E-87EE-C890E679001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9EB2D588-242F-4C44-B79B-E65A33EF38C8}"/>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9671BF5E-12FE-442F-967F-D211D9C7F5A9}"/>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53CAAE37-B895-4F87-B0A9-E90BB7D19E0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C1254D7-6FE4-4158-B39D-993DDB852AEC}"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207A587D-1C06-4A9B-AF99-536037C0B6E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E2D2DD8A-2200-4686-87D7-E04F7D8F5F19}"/>
              </a:ext>
            </a:extLst>
          </p:cNvPr>
          <p:cNvSpPr>
            <a:spLocks noGrp="1" noChangeArrowheads="1"/>
          </p:cNvSpPr>
          <p:nvPr>
            <p:ph type="sldNum" sz="quarter" idx="12"/>
          </p:nvPr>
        </p:nvSpPr>
        <p:spPr/>
        <p:txBody>
          <a:bodyPr/>
          <a:lstStyle>
            <a:lvl1pPr>
              <a:spcBef>
                <a:spcPct val="20000"/>
              </a:spcBef>
              <a:buSzPct val="85000"/>
              <a:buFontTx/>
              <a:buChar char="•"/>
              <a:defRPr/>
            </a:lvl1pPr>
          </a:lstStyle>
          <a:p>
            <a:fld id="{FD585417-27E2-4215-8905-E9557FA57033}" type="slidenum">
              <a:rPr lang="en-US" altLang="zh-CN"/>
              <a:pPr/>
              <a:t>‹#›</a:t>
            </a:fld>
            <a:endParaRPr lang="en-US" altLang="zh-CN"/>
          </a:p>
        </p:txBody>
      </p:sp>
    </p:spTree>
    <p:extLst>
      <p:ext uri="{BB962C8B-B14F-4D97-AF65-F5344CB8AC3E}">
        <p14:creationId xmlns:p14="http://schemas.microsoft.com/office/powerpoint/2010/main" val="3543429411"/>
      </p:ext>
    </p:extLst>
  </p:cSld>
  <p:clrMapOvr>
    <a:masterClrMapping/>
  </p:clrMapOvr>
  <p:transition/>
</p:sldLayout>
</file>

<file path=ppt/slideLayouts/slideLayout2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780C3DB4-78C6-494E-B720-D828204D8321}"/>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7E5CE86F-03D6-42CD-B315-F4F52AD30FF9}"/>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3D3954E7-8D91-4096-A489-B358F4AF272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A44A923-5768-4480-BDD1-6DF9747BE1BC}"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7DEBD40C-A94B-46A1-8913-663DBEBC47C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1B024C65-E7B1-4C20-844B-A5E867EEB175}"/>
              </a:ext>
            </a:extLst>
          </p:cNvPr>
          <p:cNvSpPr>
            <a:spLocks noGrp="1" noChangeArrowheads="1"/>
          </p:cNvSpPr>
          <p:nvPr>
            <p:ph type="sldNum" sz="quarter" idx="12"/>
          </p:nvPr>
        </p:nvSpPr>
        <p:spPr/>
        <p:txBody>
          <a:bodyPr/>
          <a:lstStyle>
            <a:lvl1pPr>
              <a:spcBef>
                <a:spcPct val="20000"/>
              </a:spcBef>
              <a:buSzPct val="85000"/>
              <a:buFontTx/>
              <a:buChar char="•"/>
              <a:defRPr/>
            </a:lvl1pPr>
          </a:lstStyle>
          <a:p>
            <a:fld id="{28F84F7F-3A61-4EB7-993B-3D4434F60E3B}" type="slidenum">
              <a:rPr lang="en-US" altLang="zh-CN"/>
              <a:pPr/>
              <a:t>‹#›</a:t>
            </a:fld>
            <a:endParaRPr lang="en-US" altLang="zh-CN"/>
          </a:p>
        </p:txBody>
      </p:sp>
    </p:spTree>
    <p:extLst>
      <p:ext uri="{BB962C8B-B14F-4D97-AF65-F5344CB8AC3E}">
        <p14:creationId xmlns:p14="http://schemas.microsoft.com/office/powerpoint/2010/main" val="637641335"/>
      </p:ext>
    </p:extLst>
  </p:cSld>
  <p:clrMapOvr>
    <a:masterClrMapping/>
  </p:clrMapOvr>
  <p:transition/>
</p:sldLayout>
</file>

<file path=ppt/slideLayouts/slideLayout2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ADFEA8B5-A121-4C6B-8B20-ED1AF316E2D2}"/>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9E7EAEAD-C7D1-4E75-BDC4-4AFF3AB7A12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FD28836-F29F-484E-AC18-99D3C0FB3801}"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C6BCF473-B229-4999-81AC-BE6482DE5A2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DF975A15-5D0C-42CB-845E-2B767FEECD8F}"/>
              </a:ext>
            </a:extLst>
          </p:cNvPr>
          <p:cNvSpPr>
            <a:spLocks noGrp="1" noChangeArrowheads="1"/>
          </p:cNvSpPr>
          <p:nvPr>
            <p:ph type="sldNum" sz="quarter" idx="12"/>
          </p:nvPr>
        </p:nvSpPr>
        <p:spPr/>
        <p:txBody>
          <a:bodyPr/>
          <a:lstStyle>
            <a:lvl1pPr>
              <a:spcBef>
                <a:spcPct val="20000"/>
              </a:spcBef>
              <a:buSzPct val="85000"/>
              <a:buFontTx/>
              <a:buChar char="•"/>
              <a:defRPr/>
            </a:lvl1pPr>
          </a:lstStyle>
          <a:p>
            <a:fld id="{6CC286AB-403E-4E6B-A769-F63F1A59D5A1}" type="slidenum">
              <a:rPr lang="en-US" altLang="zh-CN"/>
              <a:pPr/>
              <a:t>‹#›</a:t>
            </a:fld>
            <a:endParaRPr lang="en-US" altLang="zh-CN"/>
          </a:p>
        </p:txBody>
      </p:sp>
    </p:spTree>
    <p:extLst>
      <p:ext uri="{BB962C8B-B14F-4D97-AF65-F5344CB8AC3E}">
        <p14:creationId xmlns:p14="http://schemas.microsoft.com/office/powerpoint/2010/main" val="3347671840"/>
      </p:ext>
    </p:extLst>
  </p:cSld>
  <p:clrMapOvr>
    <a:masterClrMapping/>
  </p:clrMapOvr>
  <p:transition/>
</p:sldLayout>
</file>

<file path=ppt/slideLayouts/slideLayout2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412DD9BA-74A2-4818-BF1C-43C18387F0AC}"/>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97750BA-2225-4280-93DC-CFA2CE9B891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8C6146B5-C3C1-4855-AA16-6F0A28504E1F}"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5AF571AA-63BE-4E30-922D-2A0F3969527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28723921-070B-4ABC-AA34-210D96F507FB}"/>
              </a:ext>
            </a:extLst>
          </p:cNvPr>
          <p:cNvSpPr>
            <a:spLocks noGrp="1" noChangeArrowheads="1"/>
          </p:cNvSpPr>
          <p:nvPr>
            <p:ph type="sldNum" sz="quarter" idx="12"/>
          </p:nvPr>
        </p:nvSpPr>
        <p:spPr/>
        <p:txBody>
          <a:bodyPr/>
          <a:lstStyle>
            <a:lvl1pPr>
              <a:spcBef>
                <a:spcPct val="20000"/>
              </a:spcBef>
              <a:buSzPct val="85000"/>
              <a:buFontTx/>
              <a:buChar char="•"/>
              <a:defRPr/>
            </a:lvl1pPr>
          </a:lstStyle>
          <a:p>
            <a:fld id="{4B33BC87-70A1-4421-AD9C-9D6807DAAB52}" type="slidenum">
              <a:rPr lang="en-US" altLang="zh-CN"/>
              <a:pPr/>
              <a:t>‹#›</a:t>
            </a:fld>
            <a:endParaRPr lang="en-US" altLang="zh-CN"/>
          </a:p>
        </p:txBody>
      </p:sp>
    </p:spTree>
    <p:extLst>
      <p:ext uri="{BB962C8B-B14F-4D97-AF65-F5344CB8AC3E}">
        <p14:creationId xmlns:p14="http://schemas.microsoft.com/office/powerpoint/2010/main" val="3231410413"/>
      </p:ext>
    </p:extLst>
  </p:cSld>
  <p:clrMapOvr>
    <a:masterClrMapping/>
  </p:clrMapOvr>
  <p:transition/>
</p:sldLayout>
</file>

<file path=ppt/slideLayouts/slideLayout2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638ED624-A104-4CA2-9AE0-3A53FA2840F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31AC106C-BCFB-40B7-B7E7-09364280DB9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CD4E8F5B-2048-40A3-BD17-31751879DA7F}"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7B69A1B4-6DC2-415C-B1A4-FF722F3663E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0EC4AAE0-7FA7-4F14-B4A1-5A75BB4368CB}"/>
              </a:ext>
            </a:extLst>
          </p:cNvPr>
          <p:cNvSpPr>
            <a:spLocks noGrp="1" noChangeArrowheads="1"/>
          </p:cNvSpPr>
          <p:nvPr>
            <p:ph type="sldNum" sz="quarter" idx="12"/>
          </p:nvPr>
        </p:nvSpPr>
        <p:spPr/>
        <p:txBody>
          <a:bodyPr/>
          <a:lstStyle>
            <a:lvl1pPr>
              <a:spcBef>
                <a:spcPct val="20000"/>
              </a:spcBef>
              <a:buSzPct val="85000"/>
              <a:buFontTx/>
              <a:buChar char="•"/>
              <a:defRPr/>
            </a:lvl1pPr>
          </a:lstStyle>
          <a:p>
            <a:fld id="{C9FA0512-6146-47C4-A238-777DEF13AF07}" type="slidenum">
              <a:rPr lang="en-US" altLang="zh-CN"/>
              <a:pPr/>
              <a:t>‹#›</a:t>
            </a:fld>
            <a:endParaRPr lang="en-US" altLang="zh-CN"/>
          </a:p>
        </p:txBody>
      </p:sp>
    </p:spTree>
    <p:extLst>
      <p:ext uri="{BB962C8B-B14F-4D97-AF65-F5344CB8AC3E}">
        <p14:creationId xmlns:p14="http://schemas.microsoft.com/office/powerpoint/2010/main" val="796904826"/>
      </p:ext>
    </p:extLst>
  </p:cSld>
  <p:clrMapOvr>
    <a:masterClrMapping/>
  </p:clrMapOvr>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D71C1E1A-5457-4FAE-AD57-B49DBA691E8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FCD547BE-EED6-4A65-82C7-6E0B6189222B}"/>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AA9D0351-538C-4CCD-8BCD-2061FAD15B85}"/>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12AEF4EB-93E5-48D0-B35C-E1EE6120DAC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8261364-05B1-49F8-8F4F-81FAE17CB9F1}" type="datetime1">
              <a:rPr lang="zh-CN" altLang="en-US"/>
              <a:pPr>
                <a:defRPr/>
              </a:pPr>
              <a:t>2025/10/20</a:t>
            </a:fld>
            <a:endParaRPr lang="en-US" altLang="zh-CN"/>
          </a:p>
        </p:txBody>
      </p:sp>
      <p:sp>
        <p:nvSpPr>
          <p:cNvPr id="11" name="Rectangle 5">
            <a:extLst>
              <a:ext uri="{FF2B5EF4-FFF2-40B4-BE49-F238E27FC236}">
                <a16:creationId xmlns:a16="http://schemas.microsoft.com/office/drawing/2014/main" id="{4B4B92BF-A5C0-463F-B627-7EC02D98CE9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321CB6A4-B421-4E8D-B559-6A7658248089}"/>
              </a:ext>
            </a:extLst>
          </p:cNvPr>
          <p:cNvSpPr>
            <a:spLocks noGrp="1" noChangeArrowheads="1"/>
          </p:cNvSpPr>
          <p:nvPr>
            <p:ph type="sldNum" sz="quarter" idx="12"/>
          </p:nvPr>
        </p:nvSpPr>
        <p:spPr/>
        <p:txBody>
          <a:bodyPr/>
          <a:lstStyle>
            <a:lvl1pPr>
              <a:spcBef>
                <a:spcPct val="20000"/>
              </a:spcBef>
              <a:buSzPct val="85000"/>
              <a:buFontTx/>
              <a:buChar char="•"/>
              <a:defRPr/>
            </a:lvl1pPr>
          </a:lstStyle>
          <a:p>
            <a:fld id="{2E472EC0-C49F-437C-80EC-2B47AD4203E8}" type="slidenum">
              <a:rPr lang="en-US" altLang="zh-CN"/>
              <a:pPr/>
              <a:t>‹#›</a:t>
            </a:fld>
            <a:endParaRPr lang="en-US" altLang="zh-CN"/>
          </a:p>
        </p:txBody>
      </p:sp>
    </p:spTree>
    <p:extLst>
      <p:ext uri="{BB962C8B-B14F-4D97-AF65-F5344CB8AC3E}">
        <p14:creationId xmlns:p14="http://schemas.microsoft.com/office/powerpoint/2010/main" val="1911132993"/>
      </p:ext>
    </p:extLst>
  </p:cSld>
  <p:clrMapOvr>
    <a:masterClrMapping/>
  </p:clrMapOvr>
  <p:transition/>
</p:sldLayout>
</file>

<file path=ppt/slideLayouts/slideLayout2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57E3D2C8-5E2C-49D7-B797-B0C2FE3ACE0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5FDA1A97-3B8A-49DD-B0E5-AAE2286A24C4}"/>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EED14F67-1B98-4171-AAAC-18B92BA530F2}"/>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656A9F05-7634-428B-B26C-0FAE1F00209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05BF9F-05E7-4383-9251-D5D09C47CA3F}"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75747088-0149-494B-8B22-A169EFA1EB6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D16AE8A4-7C97-4AB0-B3E9-9C6343D7A860}"/>
              </a:ext>
            </a:extLst>
          </p:cNvPr>
          <p:cNvSpPr>
            <a:spLocks noGrp="1" noChangeArrowheads="1"/>
          </p:cNvSpPr>
          <p:nvPr>
            <p:ph type="sldNum" sz="quarter" idx="12"/>
          </p:nvPr>
        </p:nvSpPr>
        <p:spPr/>
        <p:txBody>
          <a:bodyPr/>
          <a:lstStyle>
            <a:lvl1pPr>
              <a:spcBef>
                <a:spcPct val="20000"/>
              </a:spcBef>
              <a:buSzPct val="85000"/>
              <a:buFontTx/>
              <a:buChar char="•"/>
              <a:defRPr/>
            </a:lvl1pPr>
          </a:lstStyle>
          <a:p>
            <a:fld id="{3B214770-841A-4FC1-829E-6CE108DF6634}" type="slidenum">
              <a:rPr lang="en-US" altLang="zh-CN"/>
              <a:pPr/>
              <a:t>‹#›</a:t>
            </a:fld>
            <a:endParaRPr lang="en-US" altLang="zh-CN"/>
          </a:p>
        </p:txBody>
      </p:sp>
    </p:spTree>
    <p:extLst>
      <p:ext uri="{BB962C8B-B14F-4D97-AF65-F5344CB8AC3E}">
        <p14:creationId xmlns:p14="http://schemas.microsoft.com/office/powerpoint/2010/main" val="2161863485"/>
      </p:ext>
    </p:extLst>
  </p:cSld>
  <p:clrMapOvr>
    <a:masterClrMapping/>
  </p:clrMapOvr>
  <p:transition/>
</p:sldLayout>
</file>

<file path=ppt/slideLayouts/slideLayout2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8F4CEFA1-8801-43ED-997A-713DD7BEE321}"/>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8A7EF7B5-2AE3-4C24-8098-633076601638}"/>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77430FC5-8E05-4971-891D-84785A1667C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CA6DEB7-C57C-4917-A57F-7338FDCC65C4}"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A842EE08-79FD-4CC2-9577-0944C1214B7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2A26E891-D62D-441C-9E54-0E662F948F1D}"/>
              </a:ext>
            </a:extLst>
          </p:cNvPr>
          <p:cNvSpPr>
            <a:spLocks noGrp="1" noChangeArrowheads="1"/>
          </p:cNvSpPr>
          <p:nvPr>
            <p:ph type="sldNum" sz="quarter" idx="12"/>
          </p:nvPr>
        </p:nvSpPr>
        <p:spPr/>
        <p:txBody>
          <a:bodyPr/>
          <a:lstStyle>
            <a:lvl1pPr>
              <a:spcBef>
                <a:spcPct val="20000"/>
              </a:spcBef>
              <a:buSzPct val="85000"/>
              <a:buFontTx/>
              <a:buChar char="•"/>
              <a:defRPr/>
            </a:lvl1pPr>
          </a:lstStyle>
          <a:p>
            <a:fld id="{A24ED3AE-E988-4669-BAA3-775214A8661A}" type="slidenum">
              <a:rPr lang="en-US" altLang="zh-CN"/>
              <a:pPr/>
              <a:t>‹#›</a:t>
            </a:fld>
            <a:endParaRPr lang="en-US" altLang="zh-CN"/>
          </a:p>
        </p:txBody>
      </p:sp>
    </p:spTree>
    <p:extLst>
      <p:ext uri="{BB962C8B-B14F-4D97-AF65-F5344CB8AC3E}">
        <p14:creationId xmlns:p14="http://schemas.microsoft.com/office/powerpoint/2010/main" val="3743901176"/>
      </p:ext>
    </p:extLst>
  </p:cSld>
  <p:clrMapOvr>
    <a:masterClrMapping/>
  </p:clrMapOvr>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B29DA724-6D99-4A24-9E5B-7EF2FA0B9CA4}"/>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4C2F83BD-F028-4309-8B43-D4F30D4794CF}"/>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37969109-09D1-48CE-A5A1-37432CFC0C4A}"/>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E4028297-C9E0-4EED-BB83-AFE5F2AAE13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F5C9A84-580B-454A-AC10-B5D8293E0EC7}"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0F7657B7-51CF-486D-93A5-527CB8BED4A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3C326A62-9F98-4787-9303-870F221675CA}"/>
              </a:ext>
            </a:extLst>
          </p:cNvPr>
          <p:cNvSpPr>
            <a:spLocks noGrp="1" noChangeArrowheads="1"/>
          </p:cNvSpPr>
          <p:nvPr>
            <p:ph type="sldNum" sz="quarter" idx="12"/>
          </p:nvPr>
        </p:nvSpPr>
        <p:spPr/>
        <p:txBody>
          <a:bodyPr/>
          <a:lstStyle>
            <a:lvl1pPr>
              <a:spcBef>
                <a:spcPct val="20000"/>
              </a:spcBef>
              <a:buSzPct val="85000"/>
              <a:buFontTx/>
              <a:buChar char="•"/>
              <a:defRPr/>
            </a:lvl1pPr>
          </a:lstStyle>
          <a:p>
            <a:fld id="{F2DC7B1C-49AC-4961-BFC9-285C7D82ABAA}" type="slidenum">
              <a:rPr lang="en-US" altLang="zh-CN"/>
              <a:pPr/>
              <a:t>‹#›</a:t>
            </a:fld>
            <a:endParaRPr lang="en-US" altLang="zh-CN"/>
          </a:p>
        </p:txBody>
      </p:sp>
    </p:spTree>
    <p:extLst>
      <p:ext uri="{BB962C8B-B14F-4D97-AF65-F5344CB8AC3E}">
        <p14:creationId xmlns:p14="http://schemas.microsoft.com/office/powerpoint/2010/main" val="75646979"/>
      </p:ext>
    </p:extLst>
  </p:cSld>
  <p:clrMapOvr>
    <a:masterClrMapping/>
  </p:clrMapOvr>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26134BDD-1724-4148-B5BF-AE990D12393C}"/>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3C71ED84-3141-4E3A-B8FE-A02CC10D1218}"/>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A88E57E0-BB7E-4FE5-BC8F-7658F9A7C109}"/>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10BD982B-F6C1-4C79-A25E-D61BDD0FF56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96E49CA-2B79-42BC-82BF-FB5AAFEC1E74}"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58A9E883-9E49-4A18-B887-B23278EBC4F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E1F02720-A8A5-4833-BB53-8C52E51099AA}"/>
              </a:ext>
            </a:extLst>
          </p:cNvPr>
          <p:cNvSpPr>
            <a:spLocks noGrp="1" noChangeArrowheads="1"/>
          </p:cNvSpPr>
          <p:nvPr>
            <p:ph type="sldNum" sz="quarter" idx="12"/>
          </p:nvPr>
        </p:nvSpPr>
        <p:spPr/>
        <p:txBody>
          <a:bodyPr/>
          <a:lstStyle>
            <a:lvl1pPr>
              <a:spcBef>
                <a:spcPct val="20000"/>
              </a:spcBef>
              <a:buSzPct val="85000"/>
              <a:buFontTx/>
              <a:buChar char="•"/>
              <a:defRPr/>
            </a:lvl1pPr>
          </a:lstStyle>
          <a:p>
            <a:fld id="{4D5156E1-34AD-4BA0-BA4C-249733275133}" type="slidenum">
              <a:rPr lang="en-US" altLang="zh-CN"/>
              <a:pPr/>
              <a:t>‹#›</a:t>
            </a:fld>
            <a:endParaRPr lang="en-US" altLang="zh-CN"/>
          </a:p>
        </p:txBody>
      </p:sp>
    </p:spTree>
    <p:extLst>
      <p:ext uri="{BB962C8B-B14F-4D97-AF65-F5344CB8AC3E}">
        <p14:creationId xmlns:p14="http://schemas.microsoft.com/office/powerpoint/2010/main" val="1990863686"/>
      </p:ext>
    </p:extLst>
  </p:cSld>
  <p:clrMapOvr>
    <a:masterClrMapping/>
  </p:clrMapOvr>
  <p:transition/>
</p:sldLayout>
</file>

<file path=ppt/slideLayouts/slideLayout2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0772765C-F71D-4D7C-AAEC-CE5E0C9BA67F}"/>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43C1D904-DA28-4FB5-BC0D-F6280280F5F5}"/>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8B8EC8FC-1BDC-4E6F-A39D-2284CB0670BB}"/>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9E5314E2-E7A3-4C49-89CE-C1E99F8B4D4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5905CF4-EEA9-4F0D-AABA-7C4A5B389417}"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0F27665D-A0ED-46DF-B045-A5808EA679D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DA8207E7-46E2-469C-BAA5-FA749FBD4E36}"/>
              </a:ext>
            </a:extLst>
          </p:cNvPr>
          <p:cNvSpPr>
            <a:spLocks noGrp="1" noChangeArrowheads="1"/>
          </p:cNvSpPr>
          <p:nvPr>
            <p:ph type="sldNum" sz="quarter" idx="12"/>
          </p:nvPr>
        </p:nvSpPr>
        <p:spPr/>
        <p:txBody>
          <a:bodyPr/>
          <a:lstStyle>
            <a:lvl1pPr>
              <a:spcBef>
                <a:spcPct val="20000"/>
              </a:spcBef>
              <a:buSzPct val="85000"/>
              <a:buFontTx/>
              <a:buChar char="•"/>
              <a:defRPr/>
            </a:lvl1pPr>
          </a:lstStyle>
          <a:p>
            <a:fld id="{D0C75035-65C6-4F86-858A-AC549E670B86}" type="slidenum">
              <a:rPr lang="en-US" altLang="zh-CN"/>
              <a:pPr/>
              <a:t>‹#›</a:t>
            </a:fld>
            <a:endParaRPr lang="en-US" altLang="zh-CN"/>
          </a:p>
        </p:txBody>
      </p:sp>
    </p:spTree>
    <p:extLst>
      <p:ext uri="{BB962C8B-B14F-4D97-AF65-F5344CB8AC3E}">
        <p14:creationId xmlns:p14="http://schemas.microsoft.com/office/powerpoint/2010/main" val="2689437401"/>
      </p:ext>
    </p:extLst>
  </p:cSld>
  <p:clrMapOvr>
    <a:masterClrMapping/>
  </p:clrMapOvr>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600614DA-52EB-492A-9FA0-3B232DAF1CA2}"/>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E3DDFBA2-8614-42F1-BB27-0D89A8C70529}"/>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8D93771B-9D34-407A-BDDB-8AAAE6DDD1C4}"/>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04713DA6-35D4-448A-8683-5EE1D32FF0D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11D0A22-4C71-46F4-BD48-20362A62A7B5}"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968E7B97-58F7-47BE-BC15-6FB351E1B97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9B0F2453-34ED-4618-8CA9-9DD3A35C64FF}"/>
              </a:ext>
            </a:extLst>
          </p:cNvPr>
          <p:cNvSpPr>
            <a:spLocks noGrp="1" noChangeArrowheads="1"/>
          </p:cNvSpPr>
          <p:nvPr>
            <p:ph type="sldNum" sz="quarter" idx="12"/>
          </p:nvPr>
        </p:nvSpPr>
        <p:spPr/>
        <p:txBody>
          <a:bodyPr/>
          <a:lstStyle>
            <a:lvl1pPr>
              <a:spcBef>
                <a:spcPct val="20000"/>
              </a:spcBef>
              <a:buSzPct val="85000"/>
              <a:buFontTx/>
              <a:buChar char="•"/>
              <a:defRPr/>
            </a:lvl1pPr>
          </a:lstStyle>
          <a:p>
            <a:fld id="{9E579D34-D361-4165-8950-1982CEE8684D}" type="slidenum">
              <a:rPr lang="en-US" altLang="zh-CN"/>
              <a:pPr/>
              <a:t>‹#›</a:t>
            </a:fld>
            <a:endParaRPr lang="en-US" altLang="zh-CN"/>
          </a:p>
        </p:txBody>
      </p:sp>
    </p:spTree>
    <p:extLst>
      <p:ext uri="{BB962C8B-B14F-4D97-AF65-F5344CB8AC3E}">
        <p14:creationId xmlns:p14="http://schemas.microsoft.com/office/powerpoint/2010/main" val="2848920236"/>
      </p:ext>
    </p:extLst>
  </p:cSld>
  <p:clrMapOvr>
    <a:masterClrMapping/>
  </p:clrMapOvr>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6741D810-D623-4925-93C0-3729FBB76C30}"/>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65D3876E-AED3-4277-BE58-1DED4AEE51DD}"/>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39E949BC-ABB3-4B5D-8FF5-6838A36DAA48}"/>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CCD0A531-6EE8-459B-BB6C-9BCB99D1B9A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11FB2EE-095F-4DF5-B3E2-8A8BF535C64E}"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0274E220-7BDB-4A93-9E14-8E0FC5E4F09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EA82AFF5-6F96-464E-B9A7-E7D104B3D0C0}"/>
              </a:ext>
            </a:extLst>
          </p:cNvPr>
          <p:cNvSpPr>
            <a:spLocks noGrp="1" noChangeArrowheads="1"/>
          </p:cNvSpPr>
          <p:nvPr>
            <p:ph type="sldNum" sz="quarter" idx="12"/>
          </p:nvPr>
        </p:nvSpPr>
        <p:spPr/>
        <p:txBody>
          <a:bodyPr/>
          <a:lstStyle>
            <a:lvl1pPr>
              <a:spcBef>
                <a:spcPct val="20000"/>
              </a:spcBef>
              <a:buSzPct val="85000"/>
              <a:buFontTx/>
              <a:buChar char="•"/>
              <a:defRPr/>
            </a:lvl1pPr>
          </a:lstStyle>
          <a:p>
            <a:fld id="{2643CAC2-6625-49B2-8913-2AEC39B1CAF2}" type="slidenum">
              <a:rPr lang="en-US" altLang="zh-CN"/>
              <a:pPr/>
              <a:t>‹#›</a:t>
            </a:fld>
            <a:endParaRPr lang="en-US" altLang="zh-CN"/>
          </a:p>
        </p:txBody>
      </p:sp>
    </p:spTree>
    <p:extLst>
      <p:ext uri="{BB962C8B-B14F-4D97-AF65-F5344CB8AC3E}">
        <p14:creationId xmlns:p14="http://schemas.microsoft.com/office/powerpoint/2010/main" val="2371036423"/>
      </p:ext>
    </p:extLst>
  </p:cSld>
  <p:clrMapOvr>
    <a:masterClrMapping/>
  </p:clrMapOvr>
  <p:transition/>
</p:sldLayout>
</file>

<file path=ppt/slideLayouts/slideLayout29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C4DC69D0-1ACC-4D09-AC37-E028A35A1ADF}"/>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3B1DE003-043B-47B3-8BB3-4E2880FF637B}"/>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A20596CE-7346-40C6-9547-745087BC35A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A44A923-5768-4480-BDD1-6DF9747BE1BC}"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5E891403-A299-41A1-994A-8F528050343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41D0D0A5-77F2-44F0-AB95-FF4E512511DD}"/>
              </a:ext>
            </a:extLst>
          </p:cNvPr>
          <p:cNvSpPr>
            <a:spLocks noGrp="1" noChangeArrowheads="1"/>
          </p:cNvSpPr>
          <p:nvPr>
            <p:ph type="sldNum" sz="quarter" idx="12"/>
          </p:nvPr>
        </p:nvSpPr>
        <p:spPr/>
        <p:txBody>
          <a:bodyPr/>
          <a:lstStyle>
            <a:lvl1pPr>
              <a:spcBef>
                <a:spcPct val="20000"/>
              </a:spcBef>
              <a:buSzPct val="85000"/>
              <a:buFontTx/>
              <a:buChar char="•"/>
              <a:defRPr/>
            </a:lvl1pPr>
          </a:lstStyle>
          <a:p>
            <a:fld id="{EDB2625B-A013-4A4A-8D78-47051AA4AAE4}" type="slidenum">
              <a:rPr lang="en-US" altLang="zh-CN"/>
              <a:pPr/>
              <a:t>‹#›</a:t>
            </a:fld>
            <a:endParaRPr lang="en-US" altLang="zh-CN"/>
          </a:p>
        </p:txBody>
      </p:sp>
    </p:spTree>
    <p:extLst>
      <p:ext uri="{BB962C8B-B14F-4D97-AF65-F5344CB8AC3E}">
        <p14:creationId xmlns:p14="http://schemas.microsoft.com/office/powerpoint/2010/main" val="682610540"/>
      </p:ext>
    </p:extLst>
  </p:cSld>
  <p:clrMapOvr>
    <a:masterClrMapping/>
  </p:clrMapOvr>
  <p:transition/>
</p:sldLayout>
</file>

<file path=ppt/slideLayouts/slideLayout29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22F4DEAE-C275-40F0-98EA-09A102AE6197}"/>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AE1DA03D-5A7A-40BC-9E63-070A99D42BCC}"/>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FD28836-F29F-484E-AC18-99D3C0FB3801}"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7D3F5A69-BB4B-4E2D-859E-FC262A2E1AB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B36AEBDA-34B8-4DEE-A869-00AD1DA3588A}"/>
              </a:ext>
            </a:extLst>
          </p:cNvPr>
          <p:cNvSpPr>
            <a:spLocks noGrp="1" noChangeArrowheads="1"/>
          </p:cNvSpPr>
          <p:nvPr>
            <p:ph type="sldNum" sz="quarter" idx="12"/>
          </p:nvPr>
        </p:nvSpPr>
        <p:spPr/>
        <p:txBody>
          <a:bodyPr/>
          <a:lstStyle>
            <a:lvl1pPr>
              <a:spcBef>
                <a:spcPct val="20000"/>
              </a:spcBef>
              <a:buSzPct val="85000"/>
              <a:buFontTx/>
              <a:buChar char="•"/>
              <a:defRPr/>
            </a:lvl1pPr>
          </a:lstStyle>
          <a:p>
            <a:fld id="{27182251-2326-4524-9BDD-6EFEC84F8A7F}" type="slidenum">
              <a:rPr lang="en-US" altLang="zh-CN"/>
              <a:pPr/>
              <a:t>‹#›</a:t>
            </a:fld>
            <a:endParaRPr lang="en-US" altLang="zh-CN"/>
          </a:p>
        </p:txBody>
      </p:sp>
    </p:spTree>
    <p:extLst>
      <p:ext uri="{BB962C8B-B14F-4D97-AF65-F5344CB8AC3E}">
        <p14:creationId xmlns:p14="http://schemas.microsoft.com/office/powerpoint/2010/main" val="944049321"/>
      </p:ext>
    </p:extLst>
  </p:cSld>
  <p:clrMapOvr>
    <a:masterClrMapping/>
  </p:clrMapOvr>
  <p:transition/>
</p:sldLayout>
</file>

<file path=ppt/slideLayouts/slideLayout29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0855E9ED-0742-4C25-B229-1B8444600768}"/>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F1FBBBF9-3358-413A-BFFC-BD7665BEA88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8C6146B5-C3C1-4855-AA16-6F0A28504E1F}"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01F78C96-1977-4DA5-9877-D3B560663A7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2AB2D568-4ED5-482E-BDFA-C1028A97A601}"/>
              </a:ext>
            </a:extLst>
          </p:cNvPr>
          <p:cNvSpPr>
            <a:spLocks noGrp="1" noChangeArrowheads="1"/>
          </p:cNvSpPr>
          <p:nvPr>
            <p:ph type="sldNum" sz="quarter" idx="12"/>
          </p:nvPr>
        </p:nvSpPr>
        <p:spPr/>
        <p:txBody>
          <a:bodyPr/>
          <a:lstStyle>
            <a:lvl1pPr>
              <a:spcBef>
                <a:spcPct val="20000"/>
              </a:spcBef>
              <a:buSzPct val="85000"/>
              <a:buFontTx/>
              <a:buChar char="•"/>
              <a:defRPr/>
            </a:lvl1pPr>
          </a:lstStyle>
          <a:p>
            <a:fld id="{077ECC9E-2CEB-4B16-9965-43D187FB943E}" type="slidenum">
              <a:rPr lang="en-US" altLang="zh-CN"/>
              <a:pPr/>
              <a:t>‹#›</a:t>
            </a:fld>
            <a:endParaRPr lang="en-US" altLang="zh-CN"/>
          </a:p>
        </p:txBody>
      </p:sp>
    </p:spTree>
    <p:extLst>
      <p:ext uri="{BB962C8B-B14F-4D97-AF65-F5344CB8AC3E}">
        <p14:creationId xmlns:p14="http://schemas.microsoft.com/office/powerpoint/2010/main" val="2971737815"/>
      </p:ext>
    </p:extLst>
  </p:cSld>
  <p:clrMapOvr>
    <a:masterClrMapping/>
  </p:clrMapOvr>
  <p:transition/>
</p:sldLayout>
</file>

<file path=ppt/slideLayouts/slideLayout29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3F797CC7-1590-40D0-9846-77BFAD71DD1E}"/>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01E1F253-C0A3-4468-9D1E-7DEFDEBCCB5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CD4E8F5B-2048-40A3-BD17-31751879DA7F}"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3BAA8242-319B-423B-8D57-CB2AC00A887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B48F3649-A82F-41A0-8D38-E5A72E9E7B8D}"/>
              </a:ext>
            </a:extLst>
          </p:cNvPr>
          <p:cNvSpPr>
            <a:spLocks noGrp="1" noChangeArrowheads="1"/>
          </p:cNvSpPr>
          <p:nvPr>
            <p:ph type="sldNum" sz="quarter" idx="12"/>
          </p:nvPr>
        </p:nvSpPr>
        <p:spPr/>
        <p:txBody>
          <a:bodyPr/>
          <a:lstStyle>
            <a:lvl1pPr>
              <a:spcBef>
                <a:spcPct val="20000"/>
              </a:spcBef>
              <a:buSzPct val="85000"/>
              <a:buFontTx/>
              <a:buChar char="•"/>
              <a:defRPr/>
            </a:lvl1pPr>
          </a:lstStyle>
          <a:p>
            <a:fld id="{57D10C5D-138B-40B0-A7EF-BA411F33C287}" type="slidenum">
              <a:rPr lang="en-US" altLang="zh-CN"/>
              <a:pPr/>
              <a:t>‹#›</a:t>
            </a:fld>
            <a:endParaRPr lang="en-US" altLang="zh-CN"/>
          </a:p>
        </p:txBody>
      </p:sp>
    </p:spTree>
    <p:extLst>
      <p:ext uri="{BB962C8B-B14F-4D97-AF65-F5344CB8AC3E}">
        <p14:creationId xmlns:p14="http://schemas.microsoft.com/office/powerpoint/2010/main" val="1911139457"/>
      </p:ext>
    </p:extLst>
  </p:cSld>
  <p:clrMapOvr>
    <a:masterClrMapping/>
  </p:clrMapOvr>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24702142-04D8-4BFC-AEAF-B63F2E39E40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ECC4D64B-24DD-4D09-B3DB-1E7237F668EE}"/>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8C436177-1CDE-42F1-A586-128CF7EFB148}"/>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F2F28007-BC87-46C1-BA28-E9C58E74D48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8261364-05B1-49F8-8F4F-81FAE17CB9F1}" type="datetime1">
              <a:rPr lang="zh-CN" altLang="en-US"/>
              <a:pPr>
                <a:defRPr/>
              </a:pPr>
              <a:t>2025/10/20</a:t>
            </a:fld>
            <a:endParaRPr lang="en-US" altLang="zh-CN"/>
          </a:p>
        </p:txBody>
      </p:sp>
      <p:sp>
        <p:nvSpPr>
          <p:cNvPr id="11" name="Rectangle 5">
            <a:extLst>
              <a:ext uri="{FF2B5EF4-FFF2-40B4-BE49-F238E27FC236}">
                <a16:creationId xmlns:a16="http://schemas.microsoft.com/office/drawing/2014/main" id="{1C38F299-8786-480F-B6DF-7A657C7B9B2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E26C9463-64B8-4FA5-91EB-6C95A4DE3DD6}"/>
              </a:ext>
            </a:extLst>
          </p:cNvPr>
          <p:cNvSpPr>
            <a:spLocks noGrp="1" noChangeArrowheads="1"/>
          </p:cNvSpPr>
          <p:nvPr>
            <p:ph type="sldNum" sz="quarter" idx="12"/>
          </p:nvPr>
        </p:nvSpPr>
        <p:spPr/>
        <p:txBody>
          <a:bodyPr/>
          <a:lstStyle>
            <a:lvl1pPr>
              <a:spcBef>
                <a:spcPct val="20000"/>
              </a:spcBef>
              <a:buSzPct val="85000"/>
              <a:buFontTx/>
              <a:buChar char="•"/>
              <a:defRPr/>
            </a:lvl1pPr>
          </a:lstStyle>
          <a:p>
            <a:fld id="{07D47637-3C64-4BBD-A380-89F42588BA6B}" type="slidenum">
              <a:rPr lang="en-US" altLang="zh-CN"/>
              <a:pPr/>
              <a:t>‹#›</a:t>
            </a:fld>
            <a:endParaRPr lang="en-US" altLang="zh-CN"/>
          </a:p>
        </p:txBody>
      </p:sp>
    </p:spTree>
    <p:extLst>
      <p:ext uri="{BB962C8B-B14F-4D97-AF65-F5344CB8AC3E}">
        <p14:creationId xmlns:p14="http://schemas.microsoft.com/office/powerpoint/2010/main" val="3677616379"/>
      </p:ext>
    </p:extLst>
  </p:cSld>
  <p:clrMapOvr>
    <a:masterClrMapping/>
  </p:clrMapOvr>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26A7DA0D-EB0F-4D70-A670-0D6AC4036E8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A9DC2CBA-7671-4A50-88D3-105268B3C2E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7736DE23-E10C-403B-9805-C627DAE038EB}"/>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7978CDC2-7219-4745-A00C-85D5DEE8E88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05BF9F-05E7-4383-9251-D5D09C47CA3F}"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044A4DA6-480F-4792-989D-CB1C2E7DB66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015760D2-75CC-46C7-88CB-5C8BD1AF505C}"/>
              </a:ext>
            </a:extLst>
          </p:cNvPr>
          <p:cNvSpPr>
            <a:spLocks noGrp="1" noChangeArrowheads="1"/>
          </p:cNvSpPr>
          <p:nvPr>
            <p:ph type="sldNum" sz="quarter" idx="12"/>
          </p:nvPr>
        </p:nvSpPr>
        <p:spPr/>
        <p:txBody>
          <a:bodyPr/>
          <a:lstStyle>
            <a:lvl1pPr>
              <a:spcBef>
                <a:spcPct val="20000"/>
              </a:spcBef>
              <a:buSzPct val="85000"/>
              <a:buFontTx/>
              <a:buChar char="•"/>
              <a:defRPr/>
            </a:lvl1pPr>
          </a:lstStyle>
          <a:p>
            <a:fld id="{3CAE8350-62E5-4BC4-A55F-507A6E8B3BB5}" type="slidenum">
              <a:rPr lang="en-US" altLang="zh-CN"/>
              <a:pPr/>
              <a:t>‹#›</a:t>
            </a:fld>
            <a:endParaRPr lang="en-US" altLang="zh-CN"/>
          </a:p>
        </p:txBody>
      </p:sp>
    </p:spTree>
    <p:extLst>
      <p:ext uri="{BB962C8B-B14F-4D97-AF65-F5344CB8AC3E}">
        <p14:creationId xmlns:p14="http://schemas.microsoft.com/office/powerpoint/2010/main" val="2604282221"/>
      </p:ext>
    </p:extLst>
  </p:cSld>
  <p:clrMapOvr>
    <a:masterClrMapping/>
  </p:clrMapOvr>
  <p:transition/>
</p:sldLayout>
</file>

<file path=ppt/slideLayouts/slideLayout3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11365060-DD90-4DF9-8638-C0BEA4CEC823}"/>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23F38DB7-D5D0-4CD6-9D9E-537886B15FB4}"/>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5BF4301A-6715-4466-B04D-C4071ADB9E6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CA6DEB7-C57C-4917-A57F-7338FDCC65C4}"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AC5AB23A-54A6-4C8C-BB66-CBA84F911A8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EF45DEE3-E82F-4798-86BF-C415C99201E7}"/>
              </a:ext>
            </a:extLst>
          </p:cNvPr>
          <p:cNvSpPr>
            <a:spLocks noGrp="1" noChangeArrowheads="1"/>
          </p:cNvSpPr>
          <p:nvPr>
            <p:ph type="sldNum" sz="quarter" idx="12"/>
          </p:nvPr>
        </p:nvSpPr>
        <p:spPr/>
        <p:txBody>
          <a:bodyPr/>
          <a:lstStyle>
            <a:lvl1pPr>
              <a:spcBef>
                <a:spcPct val="20000"/>
              </a:spcBef>
              <a:buSzPct val="85000"/>
              <a:buFontTx/>
              <a:buChar char="•"/>
              <a:defRPr/>
            </a:lvl1pPr>
          </a:lstStyle>
          <a:p>
            <a:fld id="{B7B9CA8C-160A-4FE6-BBE3-32DE135C55BC}" type="slidenum">
              <a:rPr lang="en-US" altLang="zh-CN"/>
              <a:pPr/>
              <a:t>‹#›</a:t>
            </a:fld>
            <a:endParaRPr lang="en-US" altLang="zh-CN"/>
          </a:p>
        </p:txBody>
      </p:sp>
    </p:spTree>
    <p:extLst>
      <p:ext uri="{BB962C8B-B14F-4D97-AF65-F5344CB8AC3E}">
        <p14:creationId xmlns:p14="http://schemas.microsoft.com/office/powerpoint/2010/main" val="1473300272"/>
      </p:ext>
    </p:extLst>
  </p:cSld>
  <p:clrMapOvr>
    <a:masterClrMapping/>
  </p:clrMapOvr>
  <p:transition/>
</p:sldLayout>
</file>

<file path=ppt/slideLayouts/slideLayout30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F66E1CC4-9A60-4A1E-B8B2-520D5ECC842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04F389BB-650A-43D4-B26D-4092CD024C11}"/>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03BFFED5-BBA4-42E7-AE4E-57AAC80A09CA}"/>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EE50D94F-7AF3-4443-B505-DEDC971C123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F5C9A84-580B-454A-AC10-B5D8293E0EC7}"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43F5AE23-98E5-4D74-B0A5-CE72B7FDA0C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178DBB10-A6EB-4BDE-A1F4-4EE0550EBAB5}"/>
              </a:ext>
            </a:extLst>
          </p:cNvPr>
          <p:cNvSpPr>
            <a:spLocks noGrp="1" noChangeArrowheads="1"/>
          </p:cNvSpPr>
          <p:nvPr>
            <p:ph type="sldNum" sz="quarter" idx="12"/>
          </p:nvPr>
        </p:nvSpPr>
        <p:spPr/>
        <p:txBody>
          <a:bodyPr/>
          <a:lstStyle>
            <a:lvl1pPr>
              <a:spcBef>
                <a:spcPct val="20000"/>
              </a:spcBef>
              <a:buSzPct val="85000"/>
              <a:buFontTx/>
              <a:buChar char="•"/>
              <a:defRPr/>
            </a:lvl1pPr>
          </a:lstStyle>
          <a:p>
            <a:fld id="{B3050995-742D-4ABE-92B7-844A97850DF8}" type="slidenum">
              <a:rPr lang="en-US" altLang="zh-CN"/>
              <a:pPr/>
              <a:t>‹#›</a:t>
            </a:fld>
            <a:endParaRPr lang="en-US" altLang="zh-CN"/>
          </a:p>
        </p:txBody>
      </p:sp>
    </p:spTree>
    <p:extLst>
      <p:ext uri="{BB962C8B-B14F-4D97-AF65-F5344CB8AC3E}">
        <p14:creationId xmlns:p14="http://schemas.microsoft.com/office/powerpoint/2010/main" val="970340650"/>
      </p:ext>
    </p:extLst>
  </p:cSld>
  <p:clrMapOvr>
    <a:masterClrMapping/>
  </p:clrMapOvr>
  <p:transition/>
</p:sldLayout>
</file>

<file path=ppt/slideLayouts/slideLayout30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EEEAAE63-C3B9-4749-B96A-B5CF07DE4A5C}"/>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D60939F1-760B-45FD-B3F2-18FEF3029884}"/>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757A2D48-9818-4D44-943B-3D699592E72C}"/>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6B377F7B-2F9F-4FAD-AA08-C75CB7236F8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96E49CA-2B79-42BC-82BF-FB5AAFEC1E74}"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CD042A4C-6C0F-46F1-BBDC-A33F22668C9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EA36CF52-3B04-47FD-86C1-8B11B13F1D62}"/>
              </a:ext>
            </a:extLst>
          </p:cNvPr>
          <p:cNvSpPr>
            <a:spLocks noGrp="1" noChangeArrowheads="1"/>
          </p:cNvSpPr>
          <p:nvPr>
            <p:ph type="sldNum" sz="quarter" idx="12"/>
          </p:nvPr>
        </p:nvSpPr>
        <p:spPr/>
        <p:txBody>
          <a:bodyPr/>
          <a:lstStyle>
            <a:lvl1pPr>
              <a:spcBef>
                <a:spcPct val="20000"/>
              </a:spcBef>
              <a:buSzPct val="85000"/>
              <a:buFontTx/>
              <a:buChar char="•"/>
              <a:defRPr/>
            </a:lvl1pPr>
          </a:lstStyle>
          <a:p>
            <a:fld id="{39E9CC30-06F1-44BA-9DAE-1CEA25E009FC}" type="slidenum">
              <a:rPr lang="en-US" altLang="zh-CN"/>
              <a:pPr/>
              <a:t>‹#›</a:t>
            </a:fld>
            <a:endParaRPr lang="en-US" altLang="zh-CN"/>
          </a:p>
        </p:txBody>
      </p:sp>
    </p:spTree>
    <p:extLst>
      <p:ext uri="{BB962C8B-B14F-4D97-AF65-F5344CB8AC3E}">
        <p14:creationId xmlns:p14="http://schemas.microsoft.com/office/powerpoint/2010/main" val="312975957"/>
      </p:ext>
    </p:extLst>
  </p:cSld>
  <p:clrMapOvr>
    <a:masterClrMapping/>
  </p:clrMapOvr>
  <p:transition/>
</p:sldLayout>
</file>

<file path=ppt/slideLayouts/slideLayout30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D4B08781-36AC-4AAA-B024-0A7EE4A41450}"/>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4A7CDFD5-EB66-4013-B71B-09B216A76CEA}"/>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42226D7A-C1C0-470D-8F66-83D0442C372B}"/>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040E089F-479C-4949-9081-3998E756C07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5905CF4-EEA9-4F0D-AABA-7C4A5B389417}"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A4423192-7F9E-4915-8E73-55626AEF2F3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8E0C92F6-BB99-4CC6-A214-D1C95840B56E}"/>
              </a:ext>
            </a:extLst>
          </p:cNvPr>
          <p:cNvSpPr>
            <a:spLocks noGrp="1" noChangeArrowheads="1"/>
          </p:cNvSpPr>
          <p:nvPr>
            <p:ph type="sldNum" sz="quarter" idx="12"/>
          </p:nvPr>
        </p:nvSpPr>
        <p:spPr/>
        <p:txBody>
          <a:bodyPr/>
          <a:lstStyle>
            <a:lvl1pPr>
              <a:spcBef>
                <a:spcPct val="20000"/>
              </a:spcBef>
              <a:buSzPct val="85000"/>
              <a:buFontTx/>
              <a:buChar char="•"/>
              <a:defRPr/>
            </a:lvl1pPr>
          </a:lstStyle>
          <a:p>
            <a:fld id="{8B4453C5-E3F9-46AD-9CE9-C5A603B6E0ED}" type="slidenum">
              <a:rPr lang="en-US" altLang="zh-CN"/>
              <a:pPr/>
              <a:t>‹#›</a:t>
            </a:fld>
            <a:endParaRPr lang="en-US" altLang="zh-CN"/>
          </a:p>
        </p:txBody>
      </p:sp>
    </p:spTree>
    <p:extLst>
      <p:ext uri="{BB962C8B-B14F-4D97-AF65-F5344CB8AC3E}">
        <p14:creationId xmlns:p14="http://schemas.microsoft.com/office/powerpoint/2010/main" val="4217747967"/>
      </p:ext>
    </p:extLst>
  </p:cSld>
  <p:clrMapOvr>
    <a:masterClrMapping/>
  </p:clrMapOvr>
  <p:transition/>
</p:sldLayout>
</file>

<file path=ppt/slideLayouts/slideLayout30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0E65072D-3E80-4BA1-98F2-9D2C0BF32C1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F17E6D7D-99F3-4DA6-94B4-2980EA6DE56C}"/>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AE62E422-096D-4FBD-91C5-41D605F79FEF}"/>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5743F6DF-9FE6-4096-94B8-3C5423D7EEA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11D0A22-4C71-46F4-BD48-20362A62A7B5}"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36D3DE1C-3E4A-4BC3-A545-A1F45425D38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13F81B7F-F8A1-4CD5-9E23-3A8229BBDF24}"/>
              </a:ext>
            </a:extLst>
          </p:cNvPr>
          <p:cNvSpPr>
            <a:spLocks noGrp="1" noChangeArrowheads="1"/>
          </p:cNvSpPr>
          <p:nvPr>
            <p:ph type="sldNum" sz="quarter" idx="12"/>
          </p:nvPr>
        </p:nvSpPr>
        <p:spPr/>
        <p:txBody>
          <a:bodyPr/>
          <a:lstStyle>
            <a:lvl1pPr>
              <a:spcBef>
                <a:spcPct val="20000"/>
              </a:spcBef>
              <a:buSzPct val="85000"/>
              <a:buFontTx/>
              <a:buChar char="•"/>
              <a:defRPr/>
            </a:lvl1pPr>
          </a:lstStyle>
          <a:p>
            <a:fld id="{918177B9-23F6-4304-AFA1-855FB69EB9B3}" type="slidenum">
              <a:rPr lang="en-US" altLang="zh-CN"/>
              <a:pPr/>
              <a:t>‹#›</a:t>
            </a:fld>
            <a:endParaRPr lang="en-US" altLang="zh-CN"/>
          </a:p>
        </p:txBody>
      </p:sp>
    </p:spTree>
    <p:extLst>
      <p:ext uri="{BB962C8B-B14F-4D97-AF65-F5344CB8AC3E}">
        <p14:creationId xmlns:p14="http://schemas.microsoft.com/office/powerpoint/2010/main" val="2340488561"/>
      </p:ext>
    </p:extLst>
  </p:cSld>
  <p:clrMapOvr>
    <a:masterClrMapping/>
  </p:clrMapOvr>
  <p:transition/>
</p:sldLayout>
</file>

<file path=ppt/slideLayouts/slideLayout30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A4164A28-3BDE-42DF-9BFC-16D26DF3D2E7}"/>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78F954F1-7414-43D0-840B-64B3621874C2}"/>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1742B031-74F3-4827-AEDC-933E449A0DD0}"/>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B9C5E055-4A3A-4A7B-B617-2B5C5DC3C49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11FB2EE-095F-4DF5-B3E2-8A8BF535C64E}"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52E8B6C2-C52D-4FF5-9078-1CE75114870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95F96467-730E-4407-96AA-010CAFB89203}"/>
              </a:ext>
            </a:extLst>
          </p:cNvPr>
          <p:cNvSpPr>
            <a:spLocks noGrp="1" noChangeArrowheads="1"/>
          </p:cNvSpPr>
          <p:nvPr>
            <p:ph type="sldNum" sz="quarter" idx="12"/>
          </p:nvPr>
        </p:nvSpPr>
        <p:spPr/>
        <p:txBody>
          <a:bodyPr/>
          <a:lstStyle>
            <a:lvl1pPr>
              <a:spcBef>
                <a:spcPct val="20000"/>
              </a:spcBef>
              <a:buSzPct val="85000"/>
              <a:buFontTx/>
              <a:buChar char="•"/>
              <a:defRPr/>
            </a:lvl1pPr>
          </a:lstStyle>
          <a:p>
            <a:fld id="{D107F1C9-0DC9-422B-9447-38044234924C}" type="slidenum">
              <a:rPr lang="en-US" altLang="zh-CN"/>
              <a:pPr/>
              <a:t>‹#›</a:t>
            </a:fld>
            <a:endParaRPr lang="en-US" altLang="zh-CN"/>
          </a:p>
        </p:txBody>
      </p:sp>
    </p:spTree>
    <p:extLst>
      <p:ext uri="{BB962C8B-B14F-4D97-AF65-F5344CB8AC3E}">
        <p14:creationId xmlns:p14="http://schemas.microsoft.com/office/powerpoint/2010/main" val="1644390412"/>
      </p:ext>
    </p:extLst>
  </p:cSld>
  <p:clrMapOvr>
    <a:masterClrMapping/>
  </p:clrMapOvr>
  <p:transition/>
</p:sldLayout>
</file>

<file path=ppt/slideLayouts/slideLayout30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8C807038-21D1-4EA2-B528-C0F3BFCA2F2D}"/>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75CA4A87-0FF3-44EA-BBF0-35B6FBE88542}"/>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E613C27F-25A8-4DA9-9C45-F4B01048E12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A44A923-5768-4480-BDD1-6DF9747BE1BC}"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6F95C215-94DC-4B74-BA7D-5488A054EAF1}"/>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0479EEE5-BB8D-4919-A00D-BDD94C375B42}"/>
              </a:ext>
            </a:extLst>
          </p:cNvPr>
          <p:cNvSpPr>
            <a:spLocks noGrp="1" noChangeArrowheads="1"/>
          </p:cNvSpPr>
          <p:nvPr>
            <p:ph type="sldNum" sz="quarter" idx="12"/>
          </p:nvPr>
        </p:nvSpPr>
        <p:spPr/>
        <p:txBody>
          <a:bodyPr/>
          <a:lstStyle>
            <a:lvl1pPr>
              <a:spcBef>
                <a:spcPct val="20000"/>
              </a:spcBef>
              <a:buSzPct val="85000"/>
              <a:buFontTx/>
              <a:buChar char="•"/>
              <a:defRPr/>
            </a:lvl1pPr>
          </a:lstStyle>
          <a:p>
            <a:fld id="{5A751D43-8089-4FA6-9A32-6CB74750E070}" type="slidenum">
              <a:rPr lang="en-US" altLang="zh-CN"/>
              <a:pPr/>
              <a:t>‹#›</a:t>
            </a:fld>
            <a:endParaRPr lang="en-US" altLang="zh-CN"/>
          </a:p>
        </p:txBody>
      </p:sp>
    </p:spTree>
    <p:extLst>
      <p:ext uri="{BB962C8B-B14F-4D97-AF65-F5344CB8AC3E}">
        <p14:creationId xmlns:p14="http://schemas.microsoft.com/office/powerpoint/2010/main" val="958844065"/>
      </p:ext>
    </p:extLst>
  </p:cSld>
  <p:clrMapOvr>
    <a:masterClrMapping/>
  </p:clrMapOvr>
  <p:transition/>
</p:sldLayout>
</file>

<file path=ppt/slideLayouts/slideLayout3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65DD05CF-D11D-4821-B3FC-515880484963}"/>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02ABE065-9892-4620-AAE2-7E846274C62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FD28836-F29F-484E-AC18-99D3C0FB3801}"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75264FE0-0389-45F2-BE15-EE34219F5DD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ED63A0F3-0214-4583-8473-BA39443A48DD}"/>
              </a:ext>
            </a:extLst>
          </p:cNvPr>
          <p:cNvSpPr>
            <a:spLocks noGrp="1" noChangeArrowheads="1"/>
          </p:cNvSpPr>
          <p:nvPr>
            <p:ph type="sldNum" sz="quarter" idx="12"/>
          </p:nvPr>
        </p:nvSpPr>
        <p:spPr/>
        <p:txBody>
          <a:bodyPr/>
          <a:lstStyle>
            <a:lvl1pPr>
              <a:spcBef>
                <a:spcPct val="20000"/>
              </a:spcBef>
              <a:buSzPct val="85000"/>
              <a:buFontTx/>
              <a:buChar char="•"/>
              <a:defRPr/>
            </a:lvl1pPr>
          </a:lstStyle>
          <a:p>
            <a:fld id="{78A720A2-BF96-4C09-9AFB-9E36FC95550A}" type="slidenum">
              <a:rPr lang="en-US" altLang="zh-CN"/>
              <a:pPr/>
              <a:t>‹#›</a:t>
            </a:fld>
            <a:endParaRPr lang="en-US" altLang="zh-CN"/>
          </a:p>
        </p:txBody>
      </p:sp>
    </p:spTree>
    <p:extLst>
      <p:ext uri="{BB962C8B-B14F-4D97-AF65-F5344CB8AC3E}">
        <p14:creationId xmlns:p14="http://schemas.microsoft.com/office/powerpoint/2010/main" val="1121344168"/>
      </p:ext>
    </p:extLst>
  </p:cSld>
  <p:clrMapOvr>
    <a:masterClrMapping/>
  </p:clrMapOvr>
  <p:transition/>
</p:sldLayout>
</file>

<file path=ppt/slideLayouts/slideLayout3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243DAFC5-7342-4D9D-B177-26A172D5330B}"/>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CB5D7152-0360-449D-B2DB-FA8D48D7B9E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8C6146B5-C3C1-4855-AA16-6F0A28504E1F}"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A7B4D78E-5BFD-47E4-965D-CCDE6499847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3C4640C0-272C-47EB-B0B0-D10E68C7F022}"/>
              </a:ext>
            </a:extLst>
          </p:cNvPr>
          <p:cNvSpPr>
            <a:spLocks noGrp="1" noChangeArrowheads="1"/>
          </p:cNvSpPr>
          <p:nvPr>
            <p:ph type="sldNum" sz="quarter" idx="12"/>
          </p:nvPr>
        </p:nvSpPr>
        <p:spPr/>
        <p:txBody>
          <a:bodyPr/>
          <a:lstStyle>
            <a:lvl1pPr>
              <a:spcBef>
                <a:spcPct val="20000"/>
              </a:spcBef>
              <a:buSzPct val="85000"/>
              <a:buFontTx/>
              <a:buChar char="•"/>
              <a:defRPr/>
            </a:lvl1pPr>
          </a:lstStyle>
          <a:p>
            <a:fld id="{C955FB47-978B-45D5-ACFB-ADEFB4895A77}" type="slidenum">
              <a:rPr lang="en-US" altLang="zh-CN"/>
              <a:pPr/>
              <a:t>‹#›</a:t>
            </a:fld>
            <a:endParaRPr lang="en-US" altLang="zh-CN"/>
          </a:p>
        </p:txBody>
      </p:sp>
    </p:spTree>
    <p:extLst>
      <p:ext uri="{BB962C8B-B14F-4D97-AF65-F5344CB8AC3E}">
        <p14:creationId xmlns:p14="http://schemas.microsoft.com/office/powerpoint/2010/main" val="2063143806"/>
      </p:ext>
    </p:extLst>
  </p:cSld>
  <p:clrMapOvr>
    <a:masterClrMapping/>
  </p:clrMapOvr>
  <p:transition/>
</p:sldLayout>
</file>

<file path=ppt/slideLayouts/slideLayout3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39DC6DBE-DD47-4E3E-8F34-39BB2B6F7CA3}"/>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C4E0130E-0A44-4CB6-8752-F28C82326DF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CD4E8F5B-2048-40A3-BD17-31751879DA7F}"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F33CFE34-9764-42BC-B22F-18A36F8685C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9E1A8E59-2365-4A07-A03B-2399FBDDFA7E}"/>
              </a:ext>
            </a:extLst>
          </p:cNvPr>
          <p:cNvSpPr>
            <a:spLocks noGrp="1" noChangeArrowheads="1"/>
          </p:cNvSpPr>
          <p:nvPr>
            <p:ph type="sldNum" sz="quarter" idx="12"/>
          </p:nvPr>
        </p:nvSpPr>
        <p:spPr/>
        <p:txBody>
          <a:bodyPr/>
          <a:lstStyle>
            <a:lvl1pPr>
              <a:spcBef>
                <a:spcPct val="20000"/>
              </a:spcBef>
              <a:buSzPct val="85000"/>
              <a:buFontTx/>
              <a:buChar char="•"/>
              <a:defRPr/>
            </a:lvl1pPr>
          </a:lstStyle>
          <a:p>
            <a:fld id="{7B67F7D3-1C4B-4AD3-BDDF-BF3CE6AEAB07}" type="slidenum">
              <a:rPr lang="en-US" altLang="zh-CN"/>
              <a:pPr/>
              <a:t>‹#›</a:t>
            </a:fld>
            <a:endParaRPr lang="en-US" altLang="zh-CN"/>
          </a:p>
        </p:txBody>
      </p:sp>
    </p:spTree>
    <p:extLst>
      <p:ext uri="{BB962C8B-B14F-4D97-AF65-F5344CB8AC3E}">
        <p14:creationId xmlns:p14="http://schemas.microsoft.com/office/powerpoint/2010/main" val="1756084709"/>
      </p:ext>
    </p:extLst>
  </p:cSld>
  <p:clrMapOvr>
    <a:masterClrMapping/>
  </p:clrMapOvr>
  <p:transition/>
</p:sldLayout>
</file>

<file path=ppt/slideLayouts/slideLayout3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8F7A899B-219A-4E19-BC3C-232CA0F74420}"/>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CB03A183-412D-42C8-AE70-973BB445A24F}"/>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D1074DC4-3793-4784-BE2B-7B25D7DEB450}"/>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D908A9AA-185D-4D30-8945-32506140182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8261364-05B1-49F8-8F4F-81FAE17CB9F1}" type="datetime1">
              <a:rPr lang="zh-CN" altLang="en-US"/>
              <a:pPr>
                <a:defRPr/>
              </a:pPr>
              <a:t>2025/10/20</a:t>
            </a:fld>
            <a:endParaRPr lang="en-US" altLang="zh-CN"/>
          </a:p>
        </p:txBody>
      </p:sp>
      <p:sp>
        <p:nvSpPr>
          <p:cNvPr id="11" name="Rectangle 5">
            <a:extLst>
              <a:ext uri="{FF2B5EF4-FFF2-40B4-BE49-F238E27FC236}">
                <a16:creationId xmlns:a16="http://schemas.microsoft.com/office/drawing/2014/main" id="{222C74EB-D7DC-4309-8143-E3F1F61465D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3E2024C9-42B7-406F-BC90-4926B07143A1}"/>
              </a:ext>
            </a:extLst>
          </p:cNvPr>
          <p:cNvSpPr>
            <a:spLocks noGrp="1" noChangeArrowheads="1"/>
          </p:cNvSpPr>
          <p:nvPr>
            <p:ph type="sldNum" sz="quarter" idx="12"/>
          </p:nvPr>
        </p:nvSpPr>
        <p:spPr/>
        <p:txBody>
          <a:bodyPr/>
          <a:lstStyle>
            <a:lvl1pPr>
              <a:spcBef>
                <a:spcPct val="20000"/>
              </a:spcBef>
              <a:buSzPct val="85000"/>
              <a:buFontTx/>
              <a:buChar char="•"/>
              <a:defRPr/>
            </a:lvl1pPr>
          </a:lstStyle>
          <a:p>
            <a:fld id="{1E1E4AD1-D03A-4846-A39E-EE0AFA4F96E8}" type="slidenum">
              <a:rPr lang="en-US" altLang="zh-CN"/>
              <a:pPr/>
              <a:t>‹#›</a:t>
            </a:fld>
            <a:endParaRPr lang="en-US" altLang="zh-CN"/>
          </a:p>
        </p:txBody>
      </p:sp>
    </p:spTree>
    <p:extLst>
      <p:ext uri="{BB962C8B-B14F-4D97-AF65-F5344CB8AC3E}">
        <p14:creationId xmlns:p14="http://schemas.microsoft.com/office/powerpoint/2010/main" val="2767395990"/>
      </p:ext>
    </p:extLst>
  </p:cSld>
  <p:clrMapOvr>
    <a:masterClrMapping/>
  </p:clrMapOvr>
  <p:transition/>
</p:sldLayout>
</file>

<file path=ppt/slideLayouts/slideLayout3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C2155FCC-2690-4937-847B-2C171C283B4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7F9D421B-FEFD-4CAB-B90C-13D7D9A0C023}"/>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A999F063-0369-4527-8D40-F64C6A58E05D}"/>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1BA504C9-9EC6-46FD-8AE6-91BA95E82F4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05BF9F-05E7-4383-9251-D5D09C47CA3F}"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558513DC-EEC9-4234-BA1F-028AC7A53A2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0F546B09-423B-4FB3-A2A7-284B6D54EA3B}"/>
              </a:ext>
            </a:extLst>
          </p:cNvPr>
          <p:cNvSpPr>
            <a:spLocks noGrp="1" noChangeArrowheads="1"/>
          </p:cNvSpPr>
          <p:nvPr>
            <p:ph type="sldNum" sz="quarter" idx="12"/>
          </p:nvPr>
        </p:nvSpPr>
        <p:spPr/>
        <p:txBody>
          <a:bodyPr/>
          <a:lstStyle>
            <a:lvl1pPr>
              <a:spcBef>
                <a:spcPct val="20000"/>
              </a:spcBef>
              <a:buSzPct val="85000"/>
              <a:buFontTx/>
              <a:buChar char="•"/>
              <a:defRPr/>
            </a:lvl1pPr>
          </a:lstStyle>
          <a:p>
            <a:fld id="{9CF20F37-00F3-42CC-9677-8F98C83E989A}" type="slidenum">
              <a:rPr lang="en-US" altLang="zh-CN"/>
              <a:pPr/>
              <a:t>‹#›</a:t>
            </a:fld>
            <a:endParaRPr lang="en-US" altLang="zh-CN"/>
          </a:p>
        </p:txBody>
      </p:sp>
    </p:spTree>
    <p:extLst>
      <p:ext uri="{BB962C8B-B14F-4D97-AF65-F5344CB8AC3E}">
        <p14:creationId xmlns:p14="http://schemas.microsoft.com/office/powerpoint/2010/main" val="2956272359"/>
      </p:ext>
    </p:extLst>
  </p:cSld>
  <p:clrMapOvr>
    <a:masterClrMapping/>
  </p:clrMapOvr>
  <p:transition/>
</p:sldLayout>
</file>

<file path=ppt/slideLayouts/slideLayout3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3E350B8E-929E-43F5-BD8F-26F13D88C317}"/>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4C59F561-FD75-41E6-BE93-96DD08DFCA07}"/>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425394E1-E02A-4E46-8BE7-91E301C7607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CA6DEB7-C57C-4917-A57F-7338FDCC65C4}"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43FAD478-CEF4-4591-9455-F57F480DA1F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E845A281-11F6-43FC-94B7-61068F76B3A4}"/>
              </a:ext>
            </a:extLst>
          </p:cNvPr>
          <p:cNvSpPr>
            <a:spLocks noGrp="1" noChangeArrowheads="1"/>
          </p:cNvSpPr>
          <p:nvPr>
            <p:ph type="sldNum" sz="quarter" idx="12"/>
          </p:nvPr>
        </p:nvSpPr>
        <p:spPr/>
        <p:txBody>
          <a:bodyPr/>
          <a:lstStyle>
            <a:lvl1pPr>
              <a:spcBef>
                <a:spcPct val="20000"/>
              </a:spcBef>
              <a:buSzPct val="85000"/>
              <a:buFontTx/>
              <a:buChar char="•"/>
              <a:defRPr/>
            </a:lvl1pPr>
          </a:lstStyle>
          <a:p>
            <a:fld id="{5B317D33-8DFC-4766-9C43-3B4472CF5BE4}" type="slidenum">
              <a:rPr lang="en-US" altLang="zh-CN"/>
              <a:pPr/>
              <a:t>‹#›</a:t>
            </a:fld>
            <a:endParaRPr lang="en-US" altLang="zh-CN"/>
          </a:p>
        </p:txBody>
      </p:sp>
    </p:spTree>
    <p:extLst>
      <p:ext uri="{BB962C8B-B14F-4D97-AF65-F5344CB8AC3E}">
        <p14:creationId xmlns:p14="http://schemas.microsoft.com/office/powerpoint/2010/main" val="1139048598"/>
      </p:ext>
    </p:extLst>
  </p:cSld>
  <p:clrMapOvr>
    <a:masterClrMapping/>
  </p:clrMapOvr>
  <p:transition/>
</p:sldLayout>
</file>

<file path=ppt/slideLayouts/slideLayout3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6936CAD0-5502-417F-B813-5DB67E870833}"/>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9F2B39D2-AC93-4FAA-94C0-6854A8B39899}"/>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F116DC3E-0B16-4B0C-BEEA-EEEAA2B6F52C}"/>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C96E1456-CE2D-4C37-9C70-73221415D8B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F5C9A84-580B-454A-AC10-B5D8293E0EC7}"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23E9B787-805C-4CD5-B8FD-18B54F04FAC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D7597003-37DC-49BD-8D79-03DEE3786B7F}"/>
              </a:ext>
            </a:extLst>
          </p:cNvPr>
          <p:cNvSpPr>
            <a:spLocks noGrp="1" noChangeArrowheads="1"/>
          </p:cNvSpPr>
          <p:nvPr>
            <p:ph type="sldNum" sz="quarter" idx="12"/>
          </p:nvPr>
        </p:nvSpPr>
        <p:spPr/>
        <p:txBody>
          <a:bodyPr/>
          <a:lstStyle>
            <a:lvl1pPr>
              <a:spcBef>
                <a:spcPct val="20000"/>
              </a:spcBef>
              <a:buSzPct val="85000"/>
              <a:buFontTx/>
              <a:buChar char="•"/>
              <a:defRPr/>
            </a:lvl1pPr>
          </a:lstStyle>
          <a:p>
            <a:fld id="{92BCAD59-2DD4-4333-8A5E-7063C9C46614}" type="slidenum">
              <a:rPr lang="en-US" altLang="zh-CN"/>
              <a:pPr/>
              <a:t>‹#›</a:t>
            </a:fld>
            <a:endParaRPr lang="en-US" altLang="zh-CN"/>
          </a:p>
        </p:txBody>
      </p:sp>
    </p:spTree>
    <p:extLst>
      <p:ext uri="{BB962C8B-B14F-4D97-AF65-F5344CB8AC3E}">
        <p14:creationId xmlns:p14="http://schemas.microsoft.com/office/powerpoint/2010/main" val="790816512"/>
      </p:ext>
    </p:extLst>
  </p:cSld>
  <p:clrMapOvr>
    <a:masterClrMapping/>
  </p:clrMapOvr>
  <p:transition/>
</p:sldLayout>
</file>

<file path=ppt/slideLayouts/slideLayout3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DEDFF712-F241-4C18-A6A8-2D47B4A3779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B43AE054-7268-44CE-9A41-DDF6DB5638BA}"/>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72159D2A-4B01-468A-B8A7-CB21C948C441}"/>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BDC5E392-DFB9-435F-85E4-A8927CA17F4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96E49CA-2B79-42BC-82BF-FB5AAFEC1E74}"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C2242B6C-73CC-4AFB-9A9F-4043B73B41C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4E24244E-80D2-4892-AF58-D13982792B6C}"/>
              </a:ext>
            </a:extLst>
          </p:cNvPr>
          <p:cNvSpPr>
            <a:spLocks noGrp="1" noChangeArrowheads="1"/>
          </p:cNvSpPr>
          <p:nvPr>
            <p:ph type="sldNum" sz="quarter" idx="12"/>
          </p:nvPr>
        </p:nvSpPr>
        <p:spPr/>
        <p:txBody>
          <a:bodyPr/>
          <a:lstStyle>
            <a:lvl1pPr>
              <a:spcBef>
                <a:spcPct val="20000"/>
              </a:spcBef>
              <a:buSzPct val="85000"/>
              <a:buFontTx/>
              <a:buChar char="•"/>
              <a:defRPr/>
            </a:lvl1pPr>
          </a:lstStyle>
          <a:p>
            <a:fld id="{E6EFE47F-267B-47D1-A3B7-F88BF6F8A312}" type="slidenum">
              <a:rPr lang="en-US" altLang="zh-CN"/>
              <a:pPr/>
              <a:t>‹#›</a:t>
            </a:fld>
            <a:endParaRPr lang="en-US" altLang="zh-CN"/>
          </a:p>
        </p:txBody>
      </p:sp>
    </p:spTree>
    <p:extLst>
      <p:ext uri="{BB962C8B-B14F-4D97-AF65-F5344CB8AC3E}">
        <p14:creationId xmlns:p14="http://schemas.microsoft.com/office/powerpoint/2010/main" val="1646184859"/>
      </p:ext>
    </p:extLst>
  </p:cSld>
  <p:clrMapOvr>
    <a:masterClrMapping/>
  </p:clrMapOvr>
  <p:transition/>
</p:sldLayout>
</file>

<file path=ppt/slideLayouts/slideLayout3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913887C6-8494-4F3C-B512-51CB53DB4CA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EF5AFC7D-8FA0-4568-82EB-5E0A1F04EEC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ADFA848B-E88D-4429-9F41-933AD8C7FCBC}"/>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AAC9C667-59A5-4AE0-ADB8-5D5B732799B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5905CF4-EEA9-4F0D-AABA-7C4A5B389417}"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6378A0F0-997A-493E-8888-896A8CC947B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F4F7F63F-8F66-436C-9316-84A897E107D2}"/>
              </a:ext>
            </a:extLst>
          </p:cNvPr>
          <p:cNvSpPr>
            <a:spLocks noGrp="1" noChangeArrowheads="1"/>
          </p:cNvSpPr>
          <p:nvPr>
            <p:ph type="sldNum" sz="quarter" idx="12"/>
          </p:nvPr>
        </p:nvSpPr>
        <p:spPr/>
        <p:txBody>
          <a:bodyPr/>
          <a:lstStyle>
            <a:lvl1pPr>
              <a:spcBef>
                <a:spcPct val="20000"/>
              </a:spcBef>
              <a:buSzPct val="85000"/>
              <a:buFontTx/>
              <a:buChar char="•"/>
              <a:defRPr/>
            </a:lvl1pPr>
          </a:lstStyle>
          <a:p>
            <a:fld id="{56583880-7D9C-4110-A5DA-303663DE2289}" type="slidenum">
              <a:rPr lang="en-US" altLang="zh-CN"/>
              <a:pPr/>
              <a:t>‹#›</a:t>
            </a:fld>
            <a:endParaRPr lang="en-US" altLang="zh-CN"/>
          </a:p>
        </p:txBody>
      </p:sp>
    </p:spTree>
    <p:extLst>
      <p:ext uri="{BB962C8B-B14F-4D97-AF65-F5344CB8AC3E}">
        <p14:creationId xmlns:p14="http://schemas.microsoft.com/office/powerpoint/2010/main" val="776372244"/>
      </p:ext>
    </p:extLst>
  </p:cSld>
  <p:clrMapOvr>
    <a:masterClrMapping/>
  </p:clrMapOvr>
  <p:transition/>
</p:sldLayout>
</file>

<file path=ppt/slideLayouts/slideLayout3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8D685F10-C99A-4867-8DC3-954B09255901}"/>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FDBC9D33-5AED-449E-8151-C710980E005D}"/>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6AAC33AC-5D2B-40FE-943A-7AD10D232B57}"/>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3196811A-AD3F-48F0-B7CC-EB4963981FF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11D0A22-4C71-46F4-BD48-20362A62A7B5}"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CE43471D-B828-4C75-8548-A4EADBFA381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D8A129CA-AB9D-4622-AA81-3A8B6173C135}"/>
              </a:ext>
            </a:extLst>
          </p:cNvPr>
          <p:cNvSpPr>
            <a:spLocks noGrp="1" noChangeArrowheads="1"/>
          </p:cNvSpPr>
          <p:nvPr>
            <p:ph type="sldNum" sz="quarter" idx="12"/>
          </p:nvPr>
        </p:nvSpPr>
        <p:spPr/>
        <p:txBody>
          <a:bodyPr/>
          <a:lstStyle>
            <a:lvl1pPr>
              <a:spcBef>
                <a:spcPct val="20000"/>
              </a:spcBef>
              <a:buSzPct val="85000"/>
              <a:buFontTx/>
              <a:buChar char="•"/>
              <a:defRPr/>
            </a:lvl1pPr>
          </a:lstStyle>
          <a:p>
            <a:fld id="{2DFD5C2A-A237-48B8-A1A5-CA9C4DF71209}" type="slidenum">
              <a:rPr lang="en-US" altLang="zh-CN"/>
              <a:pPr/>
              <a:t>‹#›</a:t>
            </a:fld>
            <a:endParaRPr lang="en-US" altLang="zh-CN"/>
          </a:p>
        </p:txBody>
      </p:sp>
    </p:spTree>
    <p:extLst>
      <p:ext uri="{BB962C8B-B14F-4D97-AF65-F5344CB8AC3E}">
        <p14:creationId xmlns:p14="http://schemas.microsoft.com/office/powerpoint/2010/main" val="3281562746"/>
      </p:ext>
    </p:extLst>
  </p:cSld>
  <p:clrMapOvr>
    <a:masterClrMapping/>
  </p:clrMapOvr>
  <p:transition/>
</p:sldLayout>
</file>

<file path=ppt/slideLayouts/slideLayout31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1C35B042-3F81-4B4D-BFF4-90D764592393}"/>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41E779AB-A7FC-49D8-BF13-9D676041FCD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15F276EA-2758-47B0-9E3B-0CBEAA83E2CA}"/>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3ABDEFF9-B0C1-44E1-958E-DBAADDE006F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11FB2EE-095F-4DF5-B3E2-8A8BF535C64E}"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DD809EBD-4C92-49C7-8D4E-4E9F3AA6BCF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50B3F16D-8D34-4F47-83D2-9D1BB13BAF90}"/>
              </a:ext>
            </a:extLst>
          </p:cNvPr>
          <p:cNvSpPr>
            <a:spLocks noGrp="1" noChangeArrowheads="1"/>
          </p:cNvSpPr>
          <p:nvPr>
            <p:ph type="sldNum" sz="quarter" idx="12"/>
          </p:nvPr>
        </p:nvSpPr>
        <p:spPr/>
        <p:txBody>
          <a:bodyPr/>
          <a:lstStyle>
            <a:lvl1pPr>
              <a:spcBef>
                <a:spcPct val="20000"/>
              </a:spcBef>
              <a:buSzPct val="85000"/>
              <a:buFontTx/>
              <a:buChar char="•"/>
              <a:defRPr/>
            </a:lvl1pPr>
          </a:lstStyle>
          <a:p>
            <a:fld id="{736BD400-2FF1-4022-A4AA-4FC833AA59F4}" type="slidenum">
              <a:rPr lang="en-US" altLang="zh-CN"/>
              <a:pPr/>
              <a:t>‹#›</a:t>
            </a:fld>
            <a:endParaRPr lang="en-US" altLang="zh-CN"/>
          </a:p>
        </p:txBody>
      </p:sp>
    </p:spTree>
    <p:extLst>
      <p:ext uri="{BB962C8B-B14F-4D97-AF65-F5344CB8AC3E}">
        <p14:creationId xmlns:p14="http://schemas.microsoft.com/office/powerpoint/2010/main" val="2529523341"/>
      </p:ext>
    </p:extLst>
  </p:cSld>
  <p:clrMapOvr>
    <a:masterClrMapping/>
  </p:clrMapOvr>
  <p:transition/>
</p:sldLayout>
</file>

<file path=ppt/slideLayouts/slideLayout3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C6A3F985-85F0-4E25-8EE7-43093BCC80DA}"/>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B74F6196-B752-4298-8F10-486B6F9BDC68}"/>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17C61ABE-B5E8-4953-A240-DE7602161F7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A44A923-5768-4480-BDD1-6DF9747BE1BC}"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7EAE1A15-F491-48FF-A246-17486FEFCD7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DB69FC3D-A122-4F25-8E42-FAE52E8DB2B0}"/>
              </a:ext>
            </a:extLst>
          </p:cNvPr>
          <p:cNvSpPr>
            <a:spLocks noGrp="1" noChangeArrowheads="1"/>
          </p:cNvSpPr>
          <p:nvPr>
            <p:ph type="sldNum" sz="quarter" idx="12"/>
          </p:nvPr>
        </p:nvSpPr>
        <p:spPr/>
        <p:txBody>
          <a:bodyPr/>
          <a:lstStyle>
            <a:lvl1pPr>
              <a:spcBef>
                <a:spcPct val="20000"/>
              </a:spcBef>
              <a:buSzPct val="85000"/>
              <a:buFontTx/>
              <a:buChar char="•"/>
              <a:defRPr/>
            </a:lvl1pPr>
          </a:lstStyle>
          <a:p>
            <a:fld id="{5EFD7A9F-E3E4-4D6E-ABC8-01790E73A7C7}" type="slidenum">
              <a:rPr lang="en-US" altLang="zh-CN"/>
              <a:pPr/>
              <a:t>‹#›</a:t>
            </a:fld>
            <a:endParaRPr lang="en-US" altLang="zh-CN"/>
          </a:p>
        </p:txBody>
      </p:sp>
    </p:spTree>
    <p:extLst>
      <p:ext uri="{BB962C8B-B14F-4D97-AF65-F5344CB8AC3E}">
        <p14:creationId xmlns:p14="http://schemas.microsoft.com/office/powerpoint/2010/main" val="3554868976"/>
      </p:ext>
    </p:extLst>
  </p:cSld>
  <p:clrMapOvr>
    <a:masterClrMapping/>
  </p:clrMapOvr>
  <p:transition/>
</p:sldLayout>
</file>

<file path=ppt/slideLayouts/slideLayout3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37FA2672-E68C-448F-97EC-3F282FC2E586}"/>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F67246F-43DF-4ED5-9243-69BA9E2FF56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FD28836-F29F-484E-AC18-99D3C0FB3801}"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8C07DE49-971A-4EA6-BC71-6E355CFBC93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1CFB6E4F-603E-488A-9FC1-AA58189EEFC7}"/>
              </a:ext>
            </a:extLst>
          </p:cNvPr>
          <p:cNvSpPr>
            <a:spLocks noGrp="1" noChangeArrowheads="1"/>
          </p:cNvSpPr>
          <p:nvPr>
            <p:ph type="sldNum" sz="quarter" idx="12"/>
          </p:nvPr>
        </p:nvSpPr>
        <p:spPr/>
        <p:txBody>
          <a:bodyPr/>
          <a:lstStyle>
            <a:lvl1pPr>
              <a:spcBef>
                <a:spcPct val="20000"/>
              </a:spcBef>
              <a:buSzPct val="85000"/>
              <a:buFontTx/>
              <a:buChar char="•"/>
              <a:defRPr/>
            </a:lvl1pPr>
          </a:lstStyle>
          <a:p>
            <a:fld id="{9C95BDE4-4686-42CC-BB85-D4D42AA5B64A}" type="slidenum">
              <a:rPr lang="en-US" altLang="zh-CN"/>
              <a:pPr/>
              <a:t>‹#›</a:t>
            </a:fld>
            <a:endParaRPr lang="en-US" altLang="zh-CN"/>
          </a:p>
        </p:txBody>
      </p:sp>
    </p:spTree>
    <p:extLst>
      <p:ext uri="{BB962C8B-B14F-4D97-AF65-F5344CB8AC3E}">
        <p14:creationId xmlns:p14="http://schemas.microsoft.com/office/powerpoint/2010/main" val="218637312"/>
      </p:ext>
    </p:extLst>
  </p:cSld>
  <p:clrMapOvr>
    <a:masterClrMapping/>
  </p:clrMapOvr>
  <p:transition/>
</p:sldLayout>
</file>

<file path=ppt/slideLayouts/slideLayout3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3D5A3884-6A90-49FE-A277-DE6027E8E02A}"/>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D6BF012-458A-4F42-9853-F8D8804530D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8C6146B5-C3C1-4855-AA16-6F0A28504E1F}" type="datetime1">
              <a:rPr lang="zh-CN" altLang="en-US"/>
              <a:pPr>
                <a:defRPr/>
              </a:pPr>
              <a:t>2025/10/20</a:t>
            </a:fld>
            <a:endParaRPr lang="en-US" altLang="zh-CN"/>
          </a:p>
        </p:txBody>
      </p:sp>
      <p:sp>
        <p:nvSpPr>
          <p:cNvPr id="6" name="Rectangle 5">
            <a:extLst>
              <a:ext uri="{FF2B5EF4-FFF2-40B4-BE49-F238E27FC236}">
                <a16:creationId xmlns:a16="http://schemas.microsoft.com/office/drawing/2014/main" id="{514CB247-15F1-48DB-946D-E3B58F17952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0DCA4FA7-FE41-4B19-B471-5621B1A394BD}"/>
              </a:ext>
            </a:extLst>
          </p:cNvPr>
          <p:cNvSpPr>
            <a:spLocks noGrp="1" noChangeArrowheads="1"/>
          </p:cNvSpPr>
          <p:nvPr>
            <p:ph type="sldNum" sz="quarter" idx="12"/>
          </p:nvPr>
        </p:nvSpPr>
        <p:spPr/>
        <p:txBody>
          <a:bodyPr/>
          <a:lstStyle>
            <a:lvl1pPr>
              <a:spcBef>
                <a:spcPct val="20000"/>
              </a:spcBef>
              <a:buSzPct val="85000"/>
              <a:buFontTx/>
              <a:buChar char="•"/>
              <a:defRPr/>
            </a:lvl1pPr>
          </a:lstStyle>
          <a:p>
            <a:fld id="{7E3E8DA9-23B2-4C46-8C9E-C013D74F0010}" type="slidenum">
              <a:rPr lang="en-US" altLang="zh-CN"/>
              <a:pPr/>
              <a:t>‹#›</a:t>
            </a:fld>
            <a:endParaRPr lang="en-US" altLang="zh-CN"/>
          </a:p>
        </p:txBody>
      </p:sp>
    </p:spTree>
    <p:extLst>
      <p:ext uri="{BB962C8B-B14F-4D97-AF65-F5344CB8AC3E}">
        <p14:creationId xmlns:p14="http://schemas.microsoft.com/office/powerpoint/2010/main" val="3120272420"/>
      </p:ext>
    </p:extLst>
  </p:cSld>
  <p:clrMapOvr>
    <a:masterClrMapping/>
  </p:clrMapOvr>
  <p:transition/>
</p:sldLayout>
</file>

<file path=ppt/slideLayouts/slideLayout3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5574B98B-BAE2-4D5A-9B7A-6E75EC9839DA}"/>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779DA01E-518F-4458-9EE8-6DEE3FC1E0D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CD4E8F5B-2048-40A3-BD17-31751879DA7F}"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8EA56840-13FB-4E1A-8E60-196D321D957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493EAF0C-BB67-43C8-B420-F5BCB1250A51}"/>
              </a:ext>
            </a:extLst>
          </p:cNvPr>
          <p:cNvSpPr>
            <a:spLocks noGrp="1" noChangeArrowheads="1"/>
          </p:cNvSpPr>
          <p:nvPr>
            <p:ph type="sldNum" sz="quarter" idx="12"/>
          </p:nvPr>
        </p:nvSpPr>
        <p:spPr/>
        <p:txBody>
          <a:bodyPr/>
          <a:lstStyle>
            <a:lvl1pPr>
              <a:spcBef>
                <a:spcPct val="20000"/>
              </a:spcBef>
              <a:buSzPct val="85000"/>
              <a:buFontTx/>
              <a:buChar char="•"/>
              <a:defRPr/>
            </a:lvl1pPr>
          </a:lstStyle>
          <a:p>
            <a:fld id="{0F7FC075-8E13-40FA-BBCB-FE697414C7ED}" type="slidenum">
              <a:rPr lang="en-US" altLang="zh-CN"/>
              <a:pPr/>
              <a:t>‹#›</a:t>
            </a:fld>
            <a:endParaRPr lang="en-US" altLang="zh-CN"/>
          </a:p>
        </p:txBody>
      </p:sp>
    </p:spTree>
    <p:extLst>
      <p:ext uri="{BB962C8B-B14F-4D97-AF65-F5344CB8AC3E}">
        <p14:creationId xmlns:p14="http://schemas.microsoft.com/office/powerpoint/2010/main" val="1806970637"/>
      </p:ext>
    </p:extLst>
  </p:cSld>
  <p:clrMapOvr>
    <a:masterClrMapping/>
  </p:clrMapOvr>
  <p:transition/>
</p:sldLayout>
</file>

<file path=ppt/slideLayouts/slideLayout3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23AEEDA3-E484-4E0C-99C0-6DC5FEBE12CB}"/>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4436988A-36C5-4A74-92A6-116CB6F59441}"/>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9D24E3FF-3488-4191-AD2D-EFBBD33C3179}"/>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9383EC59-97DC-4B6B-9E7C-D6732C49C000}"/>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8261364-05B1-49F8-8F4F-81FAE17CB9F1}" type="datetime1">
              <a:rPr lang="zh-CN" altLang="en-US"/>
              <a:pPr>
                <a:defRPr/>
              </a:pPr>
              <a:t>2025/10/20</a:t>
            </a:fld>
            <a:endParaRPr lang="en-US" altLang="zh-CN"/>
          </a:p>
        </p:txBody>
      </p:sp>
      <p:sp>
        <p:nvSpPr>
          <p:cNvPr id="11" name="Rectangle 5">
            <a:extLst>
              <a:ext uri="{FF2B5EF4-FFF2-40B4-BE49-F238E27FC236}">
                <a16:creationId xmlns:a16="http://schemas.microsoft.com/office/drawing/2014/main" id="{649E1D7B-3D19-4834-8FA0-5C7ECAD9360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04C551FB-C02D-4E66-88B3-7C829C7BA132}"/>
              </a:ext>
            </a:extLst>
          </p:cNvPr>
          <p:cNvSpPr>
            <a:spLocks noGrp="1" noChangeArrowheads="1"/>
          </p:cNvSpPr>
          <p:nvPr>
            <p:ph type="sldNum" sz="quarter" idx="12"/>
          </p:nvPr>
        </p:nvSpPr>
        <p:spPr/>
        <p:txBody>
          <a:bodyPr/>
          <a:lstStyle>
            <a:lvl1pPr>
              <a:spcBef>
                <a:spcPct val="20000"/>
              </a:spcBef>
              <a:buSzPct val="85000"/>
              <a:buFontTx/>
              <a:buChar char="•"/>
              <a:defRPr/>
            </a:lvl1pPr>
          </a:lstStyle>
          <a:p>
            <a:fld id="{2B432A07-215B-47D1-BB29-FCC669D9B78D}" type="slidenum">
              <a:rPr lang="en-US" altLang="zh-CN"/>
              <a:pPr/>
              <a:t>‹#›</a:t>
            </a:fld>
            <a:endParaRPr lang="en-US" altLang="zh-CN"/>
          </a:p>
        </p:txBody>
      </p:sp>
    </p:spTree>
    <p:extLst>
      <p:ext uri="{BB962C8B-B14F-4D97-AF65-F5344CB8AC3E}">
        <p14:creationId xmlns:p14="http://schemas.microsoft.com/office/powerpoint/2010/main" val="313356412"/>
      </p:ext>
    </p:extLst>
  </p:cSld>
  <p:clrMapOvr>
    <a:masterClrMapping/>
  </p:clrMapOvr>
  <p:transition/>
</p:sldLayout>
</file>

<file path=ppt/slideLayouts/slideLayout3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F7AF7DC7-721F-4945-BCD0-1C761E18750A}"/>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F9799EF1-7FB5-492E-A89A-DEF183A436B4}"/>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A233591F-A3CD-4461-810F-045F9A62EE4A}"/>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9BE522F5-F9CD-4F2B-B706-EB62473F1DA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05BF9F-05E7-4383-9251-D5D09C47CA3F}"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20F62A2D-3541-4D03-9679-46B2D797C23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107B8851-4482-4B52-9330-CD3F6824BA83}"/>
              </a:ext>
            </a:extLst>
          </p:cNvPr>
          <p:cNvSpPr>
            <a:spLocks noGrp="1" noChangeArrowheads="1"/>
          </p:cNvSpPr>
          <p:nvPr>
            <p:ph type="sldNum" sz="quarter" idx="12"/>
          </p:nvPr>
        </p:nvSpPr>
        <p:spPr/>
        <p:txBody>
          <a:bodyPr/>
          <a:lstStyle>
            <a:lvl1pPr>
              <a:spcBef>
                <a:spcPct val="20000"/>
              </a:spcBef>
              <a:buSzPct val="85000"/>
              <a:buFontTx/>
              <a:buChar char="•"/>
              <a:defRPr/>
            </a:lvl1pPr>
          </a:lstStyle>
          <a:p>
            <a:fld id="{57B6471B-27F4-430C-AAAF-B2B5B3283762}" type="slidenum">
              <a:rPr lang="en-US" altLang="zh-CN"/>
              <a:pPr/>
              <a:t>‹#›</a:t>
            </a:fld>
            <a:endParaRPr lang="en-US" altLang="zh-CN"/>
          </a:p>
        </p:txBody>
      </p:sp>
    </p:spTree>
    <p:extLst>
      <p:ext uri="{BB962C8B-B14F-4D97-AF65-F5344CB8AC3E}">
        <p14:creationId xmlns:p14="http://schemas.microsoft.com/office/powerpoint/2010/main" val="4182923252"/>
      </p:ext>
    </p:extLst>
  </p:cSld>
  <p:clrMapOvr>
    <a:masterClrMapping/>
  </p:clrMapOvr>
  <p:transition/>
</p:sldLayout>
</file>

<file path=ppt/slideLayouts/slideLayout3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FF599C7A-03E8-4273-8297-774B84425E14}"/>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2EC5DBE0-2EFF-48EF-ADB0-987F726F8895}"/>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4E740A94-31BA-4A81-A6CA-06543C75E2E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CA6DEB7-C57C-4917-A57F-7338FDCC65C4}" type="datetime1">
              <a:rPr lang="zh-CN" altLang="en-US"/>
              <a:pPr>
                <a:defRPr/>
              </a:pPr>
              <a:t>2025/10/20</a:t>
            </a:fld>
            <a:endParaRPr lang="en-US" altLang="zh-CN"/>
          </a:p>
        </p:txBody>
      </p:sp>
      <p:sp>
        <p:nvSpPr>
          <p:cNvPr id="5" name="Rectangle 5">
            <a:extLst>
              <a:ext uri="{FF2B5EF4-FFF2-40B4-BE49-F238E27FC236}">
                <a16:creationId xmlns:a16="http://schemas.microsoft.com/office/drawing/2014/main" id="{8DB0ED7D-6BFA-43FA-9923-DF691B42E93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2C96E875-AA50-497A-9AEA-58E85103C946}"/>
              </a:ext>
            </a:extLst>
          </p:cNvPr>
          <p:cNvSpPr>
            <a:spLocks noGrp="1" noChangeArrowheads="1"/>
          </p:cNvSpPr>
          <p:nvPr>
            <p:ph type="sldNum" sz="quarter" idx="12"/>
          </p:nvPr>
        </p:nvSpPr>
        <p:spPr/>
        <p:txBody>
          <a:bodyPr/>
          <a:lstStyle>
            <a:lvl1pPr>
              <a:spcBef>
                <a:spcPct val="20000"/>
              </a:spcBef>
              <a:buSzPct val="85000"/>
              <a:buFontTx/>
              <a:buChar char="•"/>
              <a:defRPr/>
            </a:lvl1pPr>
          </a:lstStyle>
          <a:p>
            <a:fld id="{D04FBEA9-517E-4A45-B794-E02B3B8BF633}" type="slidenum">
              <a:rPr lang="en-US" altLang="zh-CN"/>
              <a:pPr/>
              <a:t>‹#›</a:t>
            </a:fld>
            <a:endParaRPr lang="en-US" altLang="zh-CN"/>
          </a:p>
        </p:txBody>
      </p:sp>
    </p:spTree>
    <p:extLst>
      <p:ext uri="{BB962C8B-B14F-4D97-AF65-F5344CB8AC3E}">
        <p14:creationId xmlns:p14="http://schemas.microsoft.com/office/powerpoint/2010/main" val="1907874392"/>
      </p:ext>
    </p:extLst>
  </p:cSld>
  <p:clrMapOvr>
    <a:masterClrMapping/>
  </p:clrMapOvr>
  <p:transition/>
</p:sldLayout>
</file>

<file path=ppt/slideLayouts/slideLayout3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03987A0E-3A41-4B82-9A91-FEB09CE089C4}"/>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A71B338A-7C9E-4104-A2A5-5D7583F205F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5C8D4662-F513-4149-A21D-161E58E31D7C}"/>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C32A8CFA-9DBB-483B-84CA-D3DF1A911E7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F5C9A84-580B-454A-AC10-B5D8293E0EC7}"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276A71CC-B458-4FD1-9ADF-D8788F2CD7A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A2F86F2D-1144-4B11-8C26-ACE7F96D25B1}"/>
              </a:ext>
            </a:extLst>
          </p:cNvPr>
          <p:cNvSpPr>
            <a:spLocks noGrp="1" noChangeArrowheads="1"/>
          </p:cNvSpPr>
          <p:nvPr>
            <p:ph type="sldNum" sz="quarter" idx="12"/>
          </p:nvPr>
        </p:nvSpPr>
        <p:spPr/>
        <p:txBody>
          <a:bodyPr/>
          <a:lstStyle>
            <a:lvl1pPr>
              <a:spcBef>
                <a:spcPct val="20000"/>
              </a:spcBef>
              <a:buSzPct val="85000"/>
              <a:buFontTx/>
              <a:buChar char="•"/>
              <a:defRPr/>
            </a:lvl1pPr>
          </a:lstStyle>
          <a:p>
            <a:fld id="{A4947851-645F-415A-9C88-743A7E98A394}" type="slidenum">
              <a:rPr lang="en-US" altLang="zh-CN"/>
              <a:pPr/>
              <a:t>‹#›</a:t>
            </a:fld>
            <a:endParaRPr lang="en-US" altLang="zh-CN"/>
          </a:p>
        </p:txBody>
      </p:sp>
    </p:spTree>
    <p:extLst>
      <p:ext uri="{BB962C8B-B14F-4D97-AF65-F5344CB8AC3E}">
        <p14:creationId xmlns:p14="http://schemas.microsoft.com/office/powerpoint/2010/main" val="928057064"/>
      </p:ext>
    </p:extLst>
  </p:cSld>
  <p:clrMapOvr>
    <a:masterClrMapping/>
  </p:clrMapOvr>
  <p:transition/>
</p:sldLayout>
</file>

<file path=ppt/slideLayouts/slideLayout3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C836D3BD-FEE4-4213-B307-021E5067212C}"/>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CAB35884-C218-49E9-8E8C-1552C1EB2AB4}"/>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23B85D71-7C9D-411E-902C-C64097C49870}"/>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89DAC96E-447A-4864-B299-877E69F8565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96E49CA-2B79-42BC-82BF-FB5AAFEC1E74}" type="datetime1">
              <a:rPr lang="zh-CN" altLang="en-US"/>
              <a:pPr>
                <a:defRPr/>
              </a:pPr>
              <a:t>2025/10/20</a:t>
            </a:fld>
            <a:endParaRPr lang="en-US" altLang="zh-CN"/>
          </a:p>
        </p:txBody>
      </p:sp>
      <p:sp>
        <p:nvSpPr>
          <p:cNvPr id="9" name="Rectangle 5">
            <a:extLst>
              <a:ext uri="{FF2B5EF4-FFF2-40B4-BE49-F238E27FC236}">
                <a16:creationId xmlns:a16="http://schemas.microsoft.com/office/drawing/2014/main" id="{0D502829-3E22-4F09-A162-D00AB6152B1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FD6BEEE0-340D-4631-AC9D-D726CDFED4C0}"/>
              </a:ext>
            </a:extLst>
          </p:cNvPr>
          <p:cNvSpPr>
            <a:spLocks noGrp="1" noChangeArrowheads="1"/>
          </p:cNvSpPr>
          <p:nvPr>
            <p:ph type="sldNum" sz="quarter" idx="12"/>
          </p:nvPr>
        </p:nvSpPr>
        <p:spPr/>
        <p:txBody>
          <a:bodyPr/>
          <a:lstStyle>
            <a:lvl1pPr>
              <a:spcBef>
                <a:spcPct val="20000"/>
              </a:spcBef>
              <a:buSzPct val="85000"/>
              <a:buFontTx/>
              <a:buChar char="•"/>
              <a:defRPr/>
            </a:lvl1pPr>
          </a:lstStyle>
          <a:p>
            <a:fld id="{DAACBC6A-F5CC-4BFB-9916-3DAFDE5712D4}" type="slidenum">
              <a:rPr lang="en-US" altLang="zh-CN"/>
              <a:pPr/>
              <a:t>‹#›</a:t>
            </a:fld>
            <a:endParaRPr lang="en-US" altLang="zh-CN"/>
          </a:p>
        </p:txBody>
      </p:sp>
    </p:spTree>
    <p:extLst>
      <p:ext uri="{BB962C8B-B14F-4D97-AF65-F5344CB8AC3E}">
        <p14:creationId xmlns:p14="http://schemas.microsoft.com/office/powerpoint/2010/main" val="667441406"/>
      </p:ext>
    </p:extLst>
  </p:cSld>
  <p:clrMapOvr>
    <a:masterClrMapping/>
  </p:clrMapOvr>
  <p:transition/>
</p:sldLayout>
</file>

<file path=ppt/slideLayouts/slideLayout3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0B78285B-1ABB-4E0F-8E5F-7E74480932D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849E968F-6D61-42D7-9EB4-6638F027382E}"/>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F9CE0CA8-B139-4AC5-9803-5265B2B1D46C}"/>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F20E98C1-D915-490C-A938-081534986D4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5905CF4-EEA9-4F0D-AABA-7C4A5B389417}"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284B9739-F5D0-4068-A1B4-E1E77CA529E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85805EDA-4909-4AF3-ADCB-7BFDCD5006E7}"/>
              </a:ext>
            </a:extLst>
          </p:cNvPr>
          <p:cNvSpPr>
            <a:spLocks noGrp="1" noChangeArrowheads="1"/>
          </p:cNvSpPr>
          <p:nvPr>
            <p:ph type="sldNum" sz="quarter" idx="12"/>
          </p:nvPr>
        </p:nvSpPr>
        <p:spPr/>
        <p:txBody>
          <a:bodyPr/>
          <a:lstStyle>
            <a:lvl1pPr>
              <a:spcBef>
                <a:spcPct val="20000"/>
              </a:spcBef>
              <a:buSzPct val="85000"/>
              <a:buFontTx/>
              <a:buChar char="•"/>
              <a:defRPr/>
            </a:lvl1pPr>
          </a:lstStyle>
          <a:p>
            <a:fld id="{77E32C81-FD05-4558-9EA1-81475803954B}" type="slidenum">
              <a:rPr lang="en-US" altLang="zh-CN"/>
              <a:pPr/>
              <a:t>‹#›</a:t>
            </a:fld>
            <a:endParaRPr lang="en-US" altLang="zh-CN"/>
          </a:p>
        </p:txBody>
      </p:sp>
    </p:spTree>
    <p:extLst>
      <p:ext uri="{BB962C8B-B14F-4D97-AF65-F5344CB8AC3E}">
        <p14:creationId xmlns:p14="http://schemas.microsoft.com/office/powerpoint/2010/main" val="982277277"/>
      </p:ext>
    </p:extLst>
  </p:cSld>
  <p:clrMapOvr>
    <a:masterClrMapping/>
  </p:clrMapOvr>
  <p:transition/>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AAB93A31-BA08-429B-B8EA-CA173B18711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0C0FE7A7-76B9-4189-B37B-09475FF6A65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EE3C369E-A07E-4BF2-B779-C2EA9152316D}"/>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2CEE5770-037C-437E-8302-4475D34E5DF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11D0A22-4C71-46F4-BD48-20362A62A7B5}" type="datetime1">
              <a:rPr lang="zh-CN" altLang="en-US"/>
              <a:pPr>
                <a:defRPr/>
              </a:pPr>
              <a:t>2025/10/20</a:t>
            </a:fld>
            <a:endParaRPr lang="en-US" altLang="zh-CN"/>
          </a:p>
        </p:txBody>
      </p:sp>
      <p:sp>
        <p:nvSpPr>
          <p:cNvPr id="8" name="Rectangle 5">
            <a:extLst>
              <a:ext uri="{FF2B5EF4-FFF2-40B4-BE49-F238E27FC236}">
                <a16:creationId xmlns:a16="http://schemas.microsoft.com/office/drawing/2014/main" id="{A15D2A77-07C3-4871-82F1-A247A48B8711}"/>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55DA4321-4D29-4412-B2C2-9940CE73DED9}"/>
              </a:ext>
            </a:extLst>
          </p:cNvPr>
          <p:cNvSpPr>
            <a:spLocks noGrp="1" noChangeArrowheads="1"/>
          </p:cNvSpPr>
          <p:nvPr>
            <p:ph type="sldNum" sz="quarter" idx="12"/>
          </p:nvPr>
        </p:nvSpPr>
        <p:spPr/>
        <p:txBody>
          <a:bodyPr/>
          <a:lstStyle>
            <a:lvl1pPr>
              <a:spcBef>
                <a:spcPct val="20000"/>
              </a:spcBef>
              <a:buSzPct val="85000"/>
              <a:buFontTx/>
              <a:buChar char="•"/>
              <a:defRPr/>
            </a:lvl1pPr>
          </a:lstStyle>
          <a:p>
            <a:fld id="{BAF5117D-57DF-4FCB-BEB1-5C939D73ED0D}" type="slidenum">
              <a:rPr lang="en-US" altLang="zh-CN"/>
              <a:pPr/>
              <a:t>‹#›</a:t>
            </a:fld>
            <a:endParaRPr lang="en-US" altLang="zh-CN"/>
          </a:p>
        </p:txBody>
      </p:sp>
    </p:spTree>
    <p:extLst>
      <p:ext uri="{BB962C8B-B14F-4D97-AF65-F5344CB8AC3E}">
        <p14:creationId xmlns:p14="http://schemas.microsoft.com/office/powerpoint/2010/main" val="2514989550"/>
      </p:ext>
    </p:extLst>
  </p:cSld>
  <p:clrMapOvr>
    <a:masterClrMapping/>
  </p:clrMapOvr>
  <p:transition/>
</p:sldLayout>
</file>

<file path=ppt/slideLayouts/slideLayout33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8CB71C76-83BC-4B52-9544-0E72873A9543}"/>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F0A44749-498E-44B0-B8F9-3EF0D83119A4}"/>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BB8A9343-30EA-4849-80C7-407A967C42DB}"/>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8F7649F4-B57C-4571-A489-0E6DE27CA62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11FB2EE-095F-4DF5-B3E2-8A8BF535C64E}" type="datetime1">
              <a:rPr lang="zh-CN" altLang="en-US"/>
              <a:pPr>
                <a:defRPr/>
              </a:pPr>
              <a:t>2025/10/20</a:t>
            </a:fld>
            <a:endParaRPr lang="en-US" altLang="zh-CN"/>
          </a:p>
        </p:txBody>
      </p:sp>
      <p:sp>
        <p:nvSpPr>
          <p:cNvPr id="7" name="Rectangle 5">
            <a:extLst>
              <a:ext uri="{FF2B5EF4-FFF2-40B4-BE49-F238E27FC236}">
                <a16:creationId xmlns:a16="http://schemas.microsoft.com/office/drawing/2014/main" id="{82899909-034C-4A1C-988E-396307CB9A4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0EE95048-053D-48DE-A3BF-3364653BDE89}"/>
              </a:ext>
            </a:extLst>
          </p:cNvPr>
          <p:cNvSpPr>
            <a:spLocks noGrp="1" noChangeArrowheads="1"/>
          </p:cNvSpPr>
          <p:nvPr>
            <p:ph type="sldNum" sz="quarter" idx="12"/>
          </p:nvPr>
        </p:nvSpPr>
        <p:spPr/>
        <p:txBody>
          <a:bodyPr/>
          <a:lstStyle>
            <a:lvl1pPr>
              <a:spcBef>
                <a:spcPct val="20000"/>
              </a:spcBef>
              <a:buSzPct val="85000"/>
              <a:buFontTx/>
              <a:buChar char="•"/>
              <a:defRPr/>
            </a:lvl1pPr>
          </a:lstStyle>
          <a:p>
            <a:fld id="{61DC5F27-9E40-48B4-B4DE-06268BA0F27A}" type="slidenum">
              <a:rPr lang="en-US" altLang="zh-CN"/>
              <a:pPr/>
              <a:t>‹#›</a:t>
            </a:fld>
            <a:endParaRPr lang="en-US" altLang="zh-CN"/>
          </a:p>
        </p:txBody>
      </p:sp>
    </p:spTree>
    <p:extLst>
      <p:ext uri="{BB962C8B-B14F-4D97-AF65-F5344CB8AC3E}">
        <p14:creationId xmlns:p14="http://schemas.microsoft.com/office/powerpoint/2010/main" val="1050736745"/>
      </p:ext>
    </p:extLst>
  </p:cSld>
  <p:clrMapOvr>
    <a:masterClrMapping/>
  </p:clrMapOvr>
  <p:transition/>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7214E71A-DDD2-446E-8F28-BC7E2132023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5" name="Rectangle 5">
            <a:extLst>
              <a:ext uri="{FF2B5EF4-FFF2-40B4-BE49-F238E27FC236}">
                <a16:creationId xmlns:a16="http://schemas.microsoft.com/office/drawing/2014/main" id="{C210C065-B40A-4DAB-A401-F06B8AD06E2F}"/>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6" name="Rectangle 6">
            <a:extLst>
              <a:ext uri="{FF2B5EF4-FFF2-40B4-BE49-F238E27FC236}">
                <a16:creationId xmlns:a16="http://schemas.microsoft.com/office/drawing/2014/main" id="{2CA8AFE0-B9A3-461E-A087-9A2C89AB1E8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F99BB086-5F28-4566-82D0-258652933313}" type="slidenum">
              <a:rPr lang="zh-CN" altLang="en-US"/>
              <a:pPr/>
              <a:t>‹#›</a:t>
            </a:fld>
            <a:endParaRPr lang="zh-CN" altLang="en-US"/>
          </a:p>
        </p:txBody>
      </p:sp>
    </p:spTree>
    <p:extLst>
      <p:ext uri="{BB962C8B-B14F-4D97-AF65-F5344CB8AC3E}">
        <p14:creationId xmlns:p14="http://schemas.microsoft.com/office/powerpoint/2010/main" val="448666442"/>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11AA3D18-14FA-4109-8BA7-2DC1B0422EA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5" name="Rectangle 5">
            <a:extLst>
              <a:ext uri="{FF2B5EF4-FFF2-40B4-BE49-F238E27FC236}">
                <a16:creationId xmlns:a16="http://schemas.microsoft.com/office/drawing/2014/main" id="{E7040995-A54B-4C0B-8D04-ADCDE993243F}"/>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6" name="Rectangle 6">
            <a:extLst>
              <a:ext uri="{FF2B5EF4-FFF2-40B4-BE49-F238E27FC236}">
                <a16:creationId xmlns:a16="http://schemas.microsoft.com/office/drawing/2014/main" id="{9317D083-7619-442B-B426-6B9C612A85E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F31CC833-3233-4651-84CC-03FACB620544}" type="slidenum">
              <a:rPr lang="zh-CN" altLang="en-US"/>
              <a:pPr/>
              <a:t>‹#›</a:t>
            </a:fld>
            <a:endParaRPr lang="zh-CN" altLang="en-US"/>
          </a:p>
        </p:txBody>
      </p:sp>
    </p:spTree>
    <p:extLst>
      <p:ext uri="{BB962C8B-B14F-4D97-AF65-F5344CB8AC3E}">
        <p14:creationId xmlns:p14="http://schemas.microsoft.com/office/powerpoint/2010/main" val="1892860027"/>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EDE05E28-213F-4F70-BA6D-7710D82CC7C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5" name="Rectangle 5">
            <a:extLst>
              <a:ext uri="{FF2B5EF4-FFF2-40B4-BE49-F238E27FC236}">
                <a16:creationId xmlns:a16="http://schemas.microsoft.com/office/drawing/2014/main" id="{822FCC82-4BAC-4CF4-B5DC-D1CA436E1FA1}"/>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6" name="Rectangle 6">
            <a:extLst>
              <a:ext uri="{FF2B5EF4-FFF2-40B4-BE49-F238E27FC236}">
                <a16:creationId xmlns:a16="http://schemas.microsoft.com/office/drawing/2014/main" id="{4A724161-DCF2-407A-BB28-923B7B1FB4B8}"/>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32EB1C87-BD7C-456D-9672-829999391DAC}" type="slidenum">
              <a:rPr lang="zh-CN" altLang="en-US"/>
              <a:pPr/>
              <a:t>‹#›</a:t>
            </a:fld>
            <a:endParaRPr lang="zh-CN" altLang="en-US"/>
          </a:p>
        </p:txBody>
      </p:sp>
    </p:spTree>
    <p:extLst>
      <p:ext uri="{BB962C8B-B14F-4D97-AF65-F5344CB8AC3E}">
        <p14:creationId xmlns:p14="http://schemas.microsoft.com/office/powerpoint/2010/main" val="1170086695"/>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540DFBAF-C290-4942-94E8-B2D9F55ED65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6" name="Rectangle 5">
            <a:extLst>
              <a:ext uri="{FF2B5EF4-FFF2-40B4-BE49-F238E27FC236}">
                <a16:creationId xmlns:a16="http://schemas.microsoft.com/office/drawing/2014/main" id="{1D4B3A3C-1AC5-47EC-9B2F-BC275042DB8E}"/>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7" name="Rectangle 6">
            <a:extLst>
              <a:ext uri="{FF2B5EF4-FFF2-40B4-BE49-F238E27FC236}">
                <a16:creationId xmlns:a16="http://schemas.microsoft.com/office/drawing/2014/main" id="{A1EB70E9-9BAB-42AA-91D4-2584F4D7A3E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3D895142-5BC7-4228-91C6-1221286113F7}" type="slidenum">
              <a:rPr lang="zh-CN" altLang="en-US"/>
              <a:pPr/>
              <a:t>‹#›</a:t>
            </a:fld>
            <a:endParaRPr lang="zh-CN" altLang="en-US"/>
          </a:p>
        </p:txBody>
      </p:sp>
    </p:spTree>
    <p:extLst>
      <p:ext uri="{BB962C8B-B14F-4D97-AF65-F5344CB8AC3E}">
        <p14:creationId xmlns:p14="http://schemas.microsoft.com/office/powerpoint/2010/main" val="2940237865"/>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DC374A44-5F49-43CA-995C-00E171C736A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8" name="Rectangle 5">
            <a:extLst>
              <a:ext uri="{FF2B5EF4-FFF2-40B4-BE49-F238E27FC236}">
                <a16:creationId xmlns:a16="http://schemas.microsoft.com/office/drawing/2014/main" id="{E2CDE709-A459-4B5C-BEAF-4F15466F8092}"/>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9" name="Rectangle 6">
            <a:extLst>
              <a:ext uri="{FF2B5EF4-FFF2-40B4-BE49-F238E27FC236}">
                <a16:creationId xmlns:a16="http://schemas.microsoft.com/office/drawing/2014/main" id="{D80F1D24-C993-485F-913B-8360C08673AA}"/>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4F62E0FE-E4DF-4ECD-BBC4-6493472E3A12}" type="slidenum">
              <a:rPr lang="zh-CN" altLang="en-US"/>
              <a:pPr/>
              <a:t>‹#›</a:t>
            </a:fld>
            <a:endParaRPr lang="zh-CN" altLang="en-US"/>
          </a:p>
        </p:txBody>
      </p:sp>
    </p:spTree>
    <p:extLst>
      <p:ext uri="{BB962C8B-B14F-4D97-AF65-F5344CB8AC3E}">
        <p14:creationId xmlns:p14="http://schemas.microsoft.com/office/powerpoint/2010/main" val="2994066155"/>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053756F9-F749-45E2-A847-68764BE012C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4" name="Rectangle 5">
            <a:extLst>
              <a:ext uri="{FF2B5EF4-FFF2-40B4-BE49-F238E27FC236}">
                <a16:creationId xmlns:a16="http://schemas.microsoft.com/office/drawing/2014/main" id="{0C54485E-8CD9-41F8-AFDE-B76DB44620E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5" name="Rectangle 6">
            <a:extLst>
              <a:ext uri="{FF2B5EF4-FFF2-40B4-BE49-F238E27FC236}">
                <a16:creationId xmlns:a16="http://schemas.microsoft.com/office/drawing/2014/main" id="{82FA12DD-F705-4B57-AE5E-7AE65D2ED22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A22D473C-A1E7-4C7C-AE34-B4279CE16412}" type="slidenum">
              <a:rPr lang="zh-CN" altLang="en-US"/>
              <a:pPr/>
              <a:t>‹#›</a:t>
            </a:fld>
            <a:endParaRPr lang="zh-CN" altLang="en-US"/>
          </a:p>
        </p:txBody>
      </p:sp>
    </p:spTree>
    <p:extLst>
      <p:ext uri="{BB962C8B-B14F-4D97-AF65-F5344CB8AC3E}">
        <p14:creationId xmlns:p14="http://schemas.microsoft.com/office/powerpoint/2010/main" val="3719631096"/>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58E2EC6-1EF4-4B97-A4F7-C13502A3205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3" name="Rectangle 5">
            <a:extLst>
              <a:ext uri="{FF2B5EF4-FFF2-40B4-BE49-F238E27FC236}">
                <a16:creationId xmlns:a16="http://schemas.microsoft.com/office/drawing/2014/main" id="{5843085B-3316-416F-9B85-C4B27F76D3A1}"/>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4" name="Rectangle 6">
            <a:extLst>
              <a:ext uri="{FF2B5EF4-FFF2-40B4-BE49-F238E27FC236}">
                <a16:creationId xmlns:a16="http://schemas.microsoft.com/office/drawing/2014/main" id="{8625A1C5-13E5-48AF-AF37-E8F8F45091E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024B7A65-B6A6-4724-8A15-0210C59EF6ED}" type="slidenum">
              <a:rPr lang="zh-CN" altLang="en-US"/>
              <a:pPr/>
              <a:t>‹#›</a:t>
            </a:fld>
            <a:endParaRPr lang="zh-CN" altLang="en-US"/>
          </a:p>
        </p:txBody>
      </p:sp>
    </p:spTree>
    <p:extLst>
      <p:ext uri="{BB962C8B-B14F-4D97-AF65-F5344CB8AC3E}">
        <p14:creationId xmlns:p14="http://schemas.microsoft.com/office/powerpoint/2010/main" val="2850920845"/>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AC1FB32-1AFF-4A95-8AB9-F7288504AB1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6" name="Rectangle 5">
            <a:extLst>
              <a:ext uri="{FF2B5EF4-FFF2-40B4-BE49-F238E27FC236}">
                <a16:creationId xmlns:a16="http://schemas.microsoft.com/office/drawing/2014/main" id="{A0E4CE55-FADC-4065-BB5A-6C142516C50B}"/>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7" name="Rectangle 6">
            <a:extLst>
              <a:ext uri="{FF2B5EF4-FFF2-40B4-BE49-F238E27FC236}">
                <a16:creationId xmlns:a16="http://schemas.microsoft.com/office/drawing/2014/main" id="{4E1A3D6B-E683-4FCC-9449-93C93473AE8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6D545A9D-C4A4-4AD9-9199-D95C6E1F056B}" type="slidenum">
              <a:rPr lang="zh-CN" altLang="en-US"/>
              <a:pPr/>
              <a:t>‹#›</a:t>
            </a:fld>
            <a:endParaRPr lang="zh-CN" altLang="en-US"/>
          </a:p>
        </p:txBody>
      </p:sp>
    </p:spTree>
    <p:extLst>
      <p:ext uri="{BB962C8B-B14F-4D97-AF65-F5344CB8AC3E}">
        <p14:creationId xmlns:p14="http://schemas.microsoft.com/office/powerpoint/2010/main" val="744452287"/>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E906180-B66B-49AE-929B-98CE8CC22BF8}"/>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6" name="Rectangle 5">
            <a:extLst>
              <a:ext uri="{FF2B5EF4-FFF2-40B4-BE49-F238E27FC236}">
                <a16:creationId xmlns:a16="http://schemas.microsoft.com/office/drawing/2014/main" id="{D5C983E8-33A9-4B91-87EC-0A6EC40FD401}"/>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7" name="Rectangle 6">
            <a:extLst>
              <a:ext uri="{FF2B5EF4-FFF2-40B4-BE49-F238E27FC236}">
                <a16:creationId xmlns:a16="http://schemas.microsoft.com/office/drawing/2014/main" id="{6F7BC90D-9C12-4F8A-AB2A-69223AE98EAB}"/>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B1EF9B5B-FAA6-4260-A2CE-D0CBF77EC81A}" type="slidenum">
              <a:rPr lang="zh-CN" altLang="en-US"/>
              <a:pPr/>
              <a:t>‹#›</a:t>
            </a:fld>
            <a:endParaRPr lang="zh-CN" altLang="en-US"/>
          </a:p>
        </p:txBody>
      </p:sp>
    </p:spTree>
    <p:extLst>
      <p:ext uri="{BB962C8B-B14F-4D97-AF65-F5344CB8AC3E}">
        <p14:creationId xmlns:p14="http://schemas.microsoft.com/office/powerpoint/2010/main" val="4113743826"/>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51E5AA5-A0DB-4E6A-9774-77F5758226D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5" name="Rectangle 5">
            <a:extLst>
              <a:ext uri="{FF2B5EF4-FFF2-40B4-BE49-F238E27FC236}">
                <a16:creationId xmlns:a16="http://schemas.microsoft.com/office/drawing/2014/main" id="{7A901B3B-190F-4CE4-8570-B5E61CFBC15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6" name="Rectangle 6">
            <a:extLst>
              <a:ext uri="{FF2B5EF4-FFF2-40B4-BE49-F238E27FC236}">
                <a16:creationId xmlns:a16="http://schemas.microsoft.com/office/drawing/2014/main" id="{B6E7DEA8-A5A0-4AA6-95F6-1D55ADE4AF2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F60A23B8-D77C-465D-9345-29B2D5D8D79B}" type="slidenum">
              <a:rPr lang="zh-CN" altLang="en-US"/>
              <a:pPr/>
              <a:t>‹#›</a:t>
            </a:fld>
            <a:endParaRPr lang="zh-CN" altLang="en-US"/>
          </a:p>
        </p:txBody>
      </p:sp>
    </p:spTree>
    <p:extLst>
      <p:ext uri="{BB962C8B-B14F-4D97-AF65-F5344CB8AC3E}">
        <p14:creationId xmlns:p14="http://schemas.microsoft.com/office/powerpoint/2010/main" val="87057426"/>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6225"/>
            <a:ext cx="2057400" cy="58499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6225"/>
            <a:ext cx="6019800" cy="58499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66B2BBE-5698-4EDA-8C15-0D06622320B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5" name="Rectangle 5">
            <a:extLst>
              <a:ext uri="{FF2B5EF4-FFF2-40B4-BE49-F238E27FC236}">
                <a16:creationId xmlns:a16="http://schemas.microsoft.com/office/drawing/2014/main" id="{B3BA6F4C-7076-4FC6-A26C-19E440F60224}"/>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6" name="Rectangle 6">
            <a:extLst>
              <a:ext uri="{FF2B5EF4-FFF2-40B4-BE49-F238E27FC236}">
                <a16:creationId xmlns:a16="http://schemas.microsoft.com/office/drawing/2014/main" id="{E3C970EA-890C-4398-A762-42E9C265A849}"/>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BD752E74-D2B7-4E88-A7A9-AFB14E487338}" type="slidenum">
              <a:rPr lang="zh-CN" altLang="en-US"/>
              <a:pPr/>
              <a:t>‹#›</a:t>
            </a:fld>
            <a:endParaRPr lang="zh-CN" altLang="en-US"/>
          </a:p>
        </p:txBody>
      </p:sp>
    </p:spTree>
    <p:extLst>
      <p:ext uri="{BB962C8B-B14F-4D97-AF65-F5344CB8AC3E}">
        <p14:creationId xmlns:p14="http://schemas.microsoft.com/office/powerpoint/2010/main" val="2905218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6.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slideLayout" Target="../slideLayouts/slideLayout84.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theme" Target="../theme/theme9.xml"/><Relationship Id="rId3" Type="http://schemas.openxmlformats.org/officeDocument/2006/relationships/slideLayout" Target="../slideLayouts/slideLayout100.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2" Type="http://schemas.openxmlformats.org/officeDocument/2006/relationships/slideLayout" Target="../slideLayouts/slideLayout99.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5" Type="http://schemas.openxmlformats.org/officeDocument/2006/relationships/slideLayout" Target="../slideLayouts/slideLayout102.xml"/><Relationship Id="rId10" Type="http://schemas.openxmlformats.org/officeDocument/2006/relationships/slideLayout" Target="../slideLayouts/slideLayout107.xml"/><Relationship Id="rId4" Type="http://schemas.openxmlformats.org/officeDocument/2006/relationships/slideLayout" Target="../slideLayouts/slideLayout101.xml"/><Relationship Id="rId9" Type="http://schemas.openxmlformats.org/officeDocument/2006/relationships/slideLayout" Target="../slideLayouts/slideLayout106.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2" Type="http://schemas.openxmlformats.org/officeDocument/2006/relationships/slideLayout" Target="../slideLayouts/slideLayout111.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0.xml"/><Relationship Id="rId13" Type="http://schemas.openxmlformats.org/officeDocument/2006/relationships/slideLayout" Target="../slideLayouts/slideLayout135.xml"/><Relationship Id="rId3" Type="http://schemas.openxmlformats.org/officeDocument/2006/relationships/slideLayout" Target="../slideLayouts/slideLayout125.xml"/><Relationship Id="rId7" Type="http://schemas.openxmlformats.org/officeDocument/2006/relationships/slideLayout" Target="../slideLayouts/slideLayout129.xml"/><Relationship Id="rId12" Type="http://schemas.openxmlformats.org/officeDocument/2006/relationships/slideLayout" Target="../slideLayouts/slideLayout134.xml"/><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5" Type="http://schemas.openxmlformats.org/officeDocument/2006/relationships/slideLayout" Target="../slideLayouts/slideLayout127.xml"/><Relationship Id="rId10" Type="http://schemas.openxmlformats.org/officeDocument/2006/relationships/slideLayout" Target="../slideLayouts/slideLayout132.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14"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3.xml"/><Relationship Id="rId13" Type="http://schemas.openxmlformats.org/officeDocument/2006/relationships/slideLayout" Target="../slideLayouts/slideLayout148.xml"/><Relationship Id="rId3" Type="http://schemas.openxmlformats.org/officeDocument/2006/relationships/slideLayout" Target="../slideLayouts/slideLayout138.xml"/><Relationship Id="rId7" Type="http://schemas.openxmlformats.org/officeDocument/2006/relationships/slideLayout" Target="../slideLayouts/slideLayout142.xml"/><Relationship Id="rId12" Type="http://schemas.openxmlformats.org/officeDocument/2006/relationships/slideLayout" Target="../slideLayouts/slideLayout147.xml"/><Relationship Id="rId2" Type="http://schemas.openxmlformats.org/officeDocument/2006/relationships/slideLayout" Target="../slideLayouts/slideLayout137.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slideLayout" Target="../slideLayouts/slideLayout146.xml"/><Relationship Id="rId5" Type="http://schemas.openxmlformats.org/officeDocument/2006/relationships/slideLayout" Target="../slideLayouts/slideLayout140.xml"/><Relationship Id="rId10" Type="http://schemas.openxmlformats.org/officeDocument/2006/relationships/slideLayout" Target="../slideLayouts/slideLayout145.xml"/><Relationship Id="rId4" Type="http://schemas.openxmlformats.org/officeDocument/2006/relationships/slideLayout" Target="../slideLayouts/slideLayout139.xml"/><Relationship Id="rId9" Type="http://schemas.openxmlformats.org/officeDocument/2006/relationships/slideLayout" Target="../slideLayouts/slideLayout144.xml"/><Relationship Id="rId14"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6.xml"/><Relationship Id="rId13" Type="http://schemas.openxmlformats.org/officeDocument/2006/relationships/slideLayout" Target="../slideLayouts/slideLayout161.xml"/><Relationship Id="rId3" Type="http://schemas.openxmlformats.org/officeDocument/2006/relationships/slideLayout" Target="../slideLayouts/slideLayout151.xml"/><Relationship Id="rId7" Type="http://schemas.openxmlformats.org/officeDocument/2006/relationships/slideLayout" Target="../slideLayouts/slideLayout155.xml"/><Relationship Id="rId12" Type="http://schemas.openxmlformats.org/officeDocument/2006/relationships/slideLayout" Target="../slideLayouts/slideLayout160.xml"/><Relationship Id="rId2" Type="http://schemas.openxmlformats.org/officeDocument/2006/relationships/slideLayout" Target="../slideLayouts/slideLayout150.xml"/><Relationship Id="rId1" Type="http://schemas.openxmlformats.org/officeDocument/2006/relationships/slideLayout" Target="../slideLayouts/slideLayout149.xml"/><Relationship Id="rId6" Type="http://schemas.openxmlformats.org/officeDocument/2006/relationships/slideLayout" Target="../slideLayouts/slideLayout154.xml"/><Relationship Id="rId11" Type="http://schemas.openxmlformats.org/officeDocument/2006/relationships/slideLayout" Target="../slideLayouts/slideLayout159.xml"/><Relationship Id="rId5" Type="http://schemas.openxmlformats.org/officeDocument/2006/relationships/slideLayout" Target="../slideLayouts/slideLayout153.xml"/><Relationship Id="rId15" Type="http://schemas.openxmlformats.org/officeDocument/2006/relationships/theme" Target="../theme/theme13.xml"/><Relationship Id="rId10" Type="http://schemas.openxmlformats.org/officeDocument/2006/relationships/slideLayout" Target="../slideLayouts/slideLayout158.xml"/><Relationship Id="rId4" Type="http://schemas.openxmlformats.org/officeDocument/2006/relationships/slideLayout" Target="../slideLayouts/slideLayout152.xml"/><Relationship Id="rId9" Type="http://schemas.openxmlformats.org/officeDocument/2006/relationships/slideLayout" Target="../slideLayouts/slideLayout157.xml"/><Relationship Id="rId14" Type="http://schemas.openxmlformats.org/officeDocument/2006/relationships/slideLayout" Target="../slideLayouts/slideLayout162.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70.xml"/><Relationship Id="rId13" Type="http://schemas.openxmlformats.org/officeDocument/2006/relationships/slideLayout" Target="../slideLayouts/slideLayout175.xml"/><Relationship Id="rId3" Type="http://schemas.openxmlformats.org/officeDocument/2006/relationships/slideLayout" Target="../slideLayouts/slideLayout165.xml"/><Relationship Id="rId7" Type="http://schemas.openxmlformats.org/officeDocument/2006/relationships/slideLayout" Target="../slideLayouts/slideLayout169.xml"/><Relationship Id="rId12" Type="http://schemas.openxmlformats.org/officeDocument/2006/relationships/slideLayout" Target="../slideLayouts/slideLayout174.xml"/><Relationship Id="rId2" Type="http://schemas.openxmlformats.org/officeDocument/2006/relationships/slideLayout" Target="../slideLayouts/slideLayout164.xml"/><Relationship Id="rId1" Type="http://schemas.openxmlformats.org/officeDocument/2006/relationships/slideLayout" Target="../slideLayouts/slideLayout163.xml"/><Relationship Id="rId6" Type="http://schemas.openxmlformats.org/officeDocument/2006/relationships/slideLayout" Target="../slideLayouts/slideLayout168.xml"/><Relationship Id="rId11" Type="http://schemas.openxmlformats.org/officeDocument/2006/relationships/slideLayout" Target="../slideLayouts/slideLayout173.xml"/><Relationship Id="rId5" Type="http://schemas.openxmlformats.org/officeDocument/2006/relationships/slideLayout" Target="../slideLayouts/slideLayout167.xml"/><Relationship Id="rId15" Type="http://schemas.openxmlformats.org/officeDocument/2006/relationships/theme" Target="../theme/theme14.xml"/><Relationship Id="rId10" Type="http://schemas.openxmlformats.org/officeDocument/2006/relationships/slideLayout" Target="../slideLayouts/slideLayout172.xml"/><Relationship Id="rId4" Type="http://schemas.openxmlformats.org/officeDocument/2006/relationships/slideLayout" Target="../slideLayouts/slideLayout166.xml"/><Relationship Id="rId9" Type="http://schemas.openxmlformats.org/officeDocument/2006/relationships/slideLayout" Target="../slideLayouts/slideLayout171.xml"/><Relationship Id="rId14" Type="http://schemas.openxmlformats.org/officeDocument/2006/relationships/slideLayout" Target="../slideLayouts/slideLayout176.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84.xml"/><Relationship Id="rId13" Type="http://schemas.openxmlformats.org/officeDocument/2006/relationships/slideLayout" Target="../slideLayouts/slideLayout189.xml"/><Relationship Id="rId3" Type="http://schemas.openxmlformats.org/officeDocument/2006/relationships/slideLayout" Target="../slideLayouts/slideLayout179.xml"/><Relationship Id="rId7" Type="http://schemas.openxmlformats.org/officeDocument/2006/relationships/slideLayout" Target="../slideLayouts/slideLayout183.xml"/><Relationship Id="rId12" Type="http://schemas.openxmlformats.org/officeDocument/2006/relationships/slideLayout" Target="../slideLayouts/slideLayout188.xml"/><Relationship Id="rId2" Type="http://schemas.openxmlformats.org/officeDocument/2006/relationships/slideLayout" Target="../slideLayouts/slideLayout178.xml"/><Relationship Id="rId1" Type="http://schemas.openxmlformats.org/officeDocument/2006/relationships/slideLayout" Target="../slideLayouts/slideLayout177.xml"/><Relationship Id="rId6" Type="http://schemas.openxmlformats.org/officeDocument/2006/relationships/slideLayout" Target="../slideLayouts/slideLayout182.xml"/><Relationship Id="rId11" Type="http://schemas.openxmlformats.org/officeDocument/2006/relationships/slideLayout" Target="../slideLayouts/slideLayout187.xml"/><Relationship Id="rId5" Type="http://schemas.openxmlformats.org/officeDocument/2006/relationships/slideLayout" Target="../slideLayouts/slideLayout181.xml"/><Relationship Id="rId15" Type="http://schemas.openxmlformats.org/officeDocument/2006/relationships/theme" Target="../theme/theme15.xml"/><Relationship Id="rId10" Type="http://schemas.openxmlformats.org/officeDocument/2006/relationships/slideLayout" Target="../slideLayouts/slideLayout186.xml"/><Relationship Id="rId4" Type="http://schemas.openxmlformats.org/officeDocument/2006/relationships/slideLayout" Target="../slideLayouts/slideLayout180.xml"/><Relationship Id="rId9" Type="http://schemas.openxmlformats.org/officeDocument/2006/relationships/slideLayout" Target="../slideLayouts/slideLayout185.xml"/><Relationship Id="rId14" Type="http://schemas.openxmlformats.org/officeDocument/2006/relationships/slideLayout" Target="../slideLayouts/slideLayout190.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98.xml"/><Relationship Id="rId13" Type="http://schemas.openxmlformats.org/officeDocument/2006/relationships/slideLayout" Target="../slideLayouts/slideLayout203.xml"/><Relationship Id="rId3" Type="http://schemas.openxmlformats.org/officeDocument/2006/relationships/slideLayout" Target="../slideLayouts/slideLayout193.xml"/><Relationship Id="rId7" Type="http://schemas.openxmlformats.org/officeDocument/2006/relationships/slideLayout" Target="../slideLayouts/slideLayout197.xml"/><Relationship Id="rId12" Type="http://schemas.openxmlformats.org/officeDocument/2006/relationships/slideLayout" Target="../slideLayouts/slideLayout202.xml"/><Relationship Id="rId2" Type="http://schemas.openxmlformats.org/officeDocument/2006/relationships/slideLayout" Target="../slideLayouts/slideLayout192.xml"/><Relationship Id="rId1" Type="http://schemas.openxmlformats.org/officeDocument/2006/relationships/slideLayout" Target="../slideLayouts/slideLayout191.xml"/><Relationship Id="rId6" Type="http://schemas.openxmlformats.org/officeDocument/2006/relationships/slideLayout" Target="../slideLayouts/slideLayout196.xml"/><Relationship Id="rId11" Type="http://schemas.openxmlformats.org/officeDocument/2006/relationships/slideLayout" Target="../slideLayouts/slideLayout201.xml"/><Relationship Id="rId5" Type="http://schemas.openxmlformats.org/officeDocument/2006/relationships/slideLayout" Target="../slideLayouts/slideLayout195.xml"/><Relationship Id="rId15" Type="http://schemas.openxmlformats.org/officeDocument/2006/relationships/theme" Target="../theme/theme16.xml"/><Relationship Id="rId10" Type="http://schemas.openxmlformats.org/officeDocument/2006/relationships/slideLayout" Target="../slideLayouts/slideLayout200.xml"/><Relationship Id="rId4" Type="http://schemas.openxmlformats.org/officeDocument/2006/relationships/slideLayout" Target="../slideLayouts/slideLayout194.xml"/><Relationship Id="rId9" Type="http://schemas.openxmlformats.org/officeDocument/2006/relationships/slideLayout" Target="../slideLayouts/slideLayout199.xml"/><Relationship Id="rId14" Type="http://schemas.openxmlformats.org/officeDocument/2006/relationships/slideLayout" Target="../slideLayouts/slideLayout204.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3" Type="http://schemas.openxmlformats.org/officeDocument/2006/relationships/slideLayout" Target="../slideLayouts/slideLayout207.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2" Type="http://schemas.openxmlformats.org/officeDocument/2006/relationships/slideLayout" Target="../slideLayouts/slideLayout206.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5" Type="http://schemas.openxmlformats.org/officeDocument/2006/relationships/slideLayout" Target="../slideLayouts/slideLayout209.xml"/><Relationship Id="rId15" Type="http://schemas.openxmlformats.org/officeDocument/2006/relationships/theme" Target="../theme/theme17.xml"/><Relationship Id="rId10" Type="http://schemas.openxmlformats.org/officeDocument/2006/relationships/slideLayout" Target="../slideLayouts/slideLayout214.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26.xml"/><Relationship Id="rId13" Type="http://schemas.openxmlformats.org/officeDocument/2006/relationships/slideLayout" Target="../slideLayouts/slideLayout231.xml"/><Relationship Id="rId3" Type="http://schemas.openxmlformats.org/officeDocument/2006/relationships/slideLayout" Target="../slideLayouts/slideLayout221.xml"/><Relationship Id="rId7" Type="http://schemas.openxmlformats.org/officeDocument/2006/relationships/slideLayout" Target="../slideLayouts/slideLayout225.xml"/><Relationship Id="rId12" Type="http://schemas.openxmlformats.org/officeDocument/2006/relationships/slideLayout" Target="../slideLayouts/slideLayout230.xml"/><Relationship Id="rId2" Type="http://schemas.openxmlformats.org/officeDocument/2006/relationships/slideLayout" Target="../slideLayouts/slideLayout220.xml"/><Relationship Id="rId1" Type="http://schemas.openxmlformats.org/officeDocument/2006/relationships/slideLayout" Target="../slideLayouts/slideLayout219.xml"/><Relationship Id="rId6" Type="http://schemas.openxmlformats.org/officeDocument/2006/relationships/slideLayout" Target="../slideLayouts/slideLayout224.xml"/><Relationship Id="rId11" Type="http://schemas.openxmlformats.org/officeDocument/2006/relationships/slideLayout" Target="../slideLayouts/slideLayout229.xml"/><Relationship Id="rId5" Type="http://schemas.openxmlformats.org/officeDocument/2006/relationships/slideLayout" Target="../slideLayouts/slideLayout223.xml"/><Relationship Id="rId15" Type="http://schemas.openxmlformats.org/officeDocument/2006/relationships/theme" Target="../theme/theme18.xml"/><Relationship Id="rId10" Type="http://schemas.openxmlformats.org/officeDocument/2006/relationships/slideLayout" Target="../slideLayouts/slideLayout228.xml"/><Relationship Id="rId4" Type="http://schemas.openxmlformats.org/officeDocument/2006/relationships/slideLayout" Target="../slideLayouts/slideLayout222.xml"/><Relationship Id="rId9" Type="http://schemas.openxmlformats.org/officeDocument/2006/relationships/slideLayout" Target="../slideLayouts/slideLayout227.xml"/><Relationship Id="rId14" Type="http://schemas.openxmlformats.org/officeDocument/2006/relationships/slideLayout" Target="../slideLayouts/slideLayout232.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40.xml"/><Relationship Id="rId13" Type="http://schemas.openxmlformats.org/officeDocument/2006/relationships/slideLayout" Target="../slideLayouts/slideLayout245.xml"/><Relationship Id="rId3" Type="http://schemas.openxmlformats.org/officeDocument/2006/relationships/slideLayout" Target="../slideLayouts/slideLayout235.xml"/><Relationship Id="rId7" Type="http://schemas.openxmlformats.org/officeDocument/2006/relationships/slideLayout" Target="../slideLayouts/slideLayout239.xml"/><Relationship Id="rId12" Type="http://schemas.openxmlformats.org/officeDocument/2006/relationships/slideLayout" Target="../slideLayouts/slideLayout244.xml"/><Relationship Id="rId2" Type="http://schemas.openxmlformats.org/officeDocument/2006/relationships/slideLayout" Target="../slideLayouts/slideLayout234.xml"/><Relationship Id="rId1" Type="http://schemas.openxmlformats.org/officeDocument/2006/relationships/slideLayout" Target="../slideLayouts/slideLayout233.xml"/><Relationship Id="rId6" Type="http://schemas.openxmlformats.org/officeDocument/2006/relationships/slideLayout" Target="../slideLayouts/slideLayout238.xml"/><Relationship Id="rId11" Type="http://schemas.openxmlformats.org/officeDocument/2006/relationships/slideLayout" Target="../slideLayouts/slideLayout243.xml"/><Relationship Id="rId5" Type="http://schemas.openxmlformats.org/officeDocument/2006/relationships/slideLayout" Target="../slideLayouts/slideLayout237.xml"/><Relationship Id="rId15" Type="http://schemas.openxmlformats.org/officeDocument/2006/relationships/theme" Target="../theme/theme19.xml"/><Relationship Id="rId10" Type="http://schemas.openxmlformats.org/officeDocument/2006/relationships/slideLayout" Target="../slideLayouts/slideLayout242.xml"/><Relationship Id="rId4" Type="http://schemas.openxmlformats.org/officeDocument/2006/relationships/slideLayout" Target="../slideLayouts/slideLayout236.xml"/><Relationship Id="rId9" Type="http://schemas.openxmlformats.org/officeDocument/2006/relationships/slideLayout" Target="../slideLayouts/slideLayout241.xml"/><Relationship Id="rId14" Type="http://schemas.openxmlformats.org/officeDocument/2006/relationships/slideLayout" Target="../slideLayouts/slideLayout246.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54.xml"/><Relationship Id="rId13" Type="http://schemas.openxmlformats.org/officeDocument/2006/relationships/theme" Target="../theme/theme20.xml"/><Relationship Id="rId3" Type="http://schemas.openxmlformats.org/officeDocument/2006/relationships/slideLayout" Target="../slideLayouts/slideLayout249.xml"/><Relationship Id="rId7" Type="http://schemas.openxmlformats.org/officeDocument/2006/relationships/slideLayout" Target="../slideLayouts/slideLayout253.xml"/><Relationship Id="rId12" Type="http://schemas.openxmlformats.org/officeDocument/2006/relationships/slideLayout" Target="../slideLayouts/slideLayout258.xml"/><Relationship Id="rId2" Type="http://schemas.openxmlformats.org/officeDocument/2006/relationships/slideLayout" Target="../slideLayouts/slideLayout248.xml"/><Relationship Id="rId1" Type="http://schemas.openxmlformats.org/officeDocument/2006/relationships/slideLayout" Target="../slideLayouts/slideLayout247.xml"/><Relationship Id="rId6" Type="http://schemas.openxmlformats.org/officeDocument/2006/relationships/slideLayout" Target="../slideLayouts/slideLayout252.xml"/><Relationship Id="rId11" Type="http://schemas.openxmlformats.org/officeDocument/2006/relationships/slideLayout" Target="../slideLayouts/slideLayout257.xml"/><Relationship Id="rId5" Type="http://schemas.openxmlformats.org/officeDocument/2006/relationships/slideLayout" Target="../slideLayouts/slideLayout251.xml"/><Relationship Id="rId10" Type="http://schemas.openxmlformats.org/officeDocument/2006/relationships/slideLayout" Target="../slideLayouts/slideLayout256.xml"/><Relationship Id="rId4" Type="http://schemas.openxmlformats.org/officeDocument/2006/relationships/slideLayout" Target="../slideLayouts/slideLayout250.xml"/><Relationship Id="rId9" Type="http://schemas.openxmlformats.org/officeDocument/2006/relationships/slideLayout" Target="../slideLayouts/slideLayout255.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66.xml"/><Relationship Id="rId13" Type="http://schemas.openxmlformats.org/officeDocument/2006/relationships/theme" Target="../theme/theme21.xml"/><Relationship Id="rId3" Type="http://schemas.openxmlformats.org/officeDocument/2006/relationships/slideLayout" Target="../slideLayouts/slideLayout261.xml"/><Relationship Id="rId7" Type="http://schemas.openxmlformats.org/officeDocument/2006/relationships/slideLayout" Target="../slideLayouts/slideLayout265.xml"/><Relationship Id="rId12" Type="http://schemas.openxmlformats.org/officeDocument/2006/relationships/slideLayout" Target="../slideLayouts/slideLayout270.xml"/><Relationship Id="rId2" Type="http://schemas.openxmlformats.org/officeDocument/2006/relationships/slideLayout" Target="../slideLayouts/slideLayout260.xml"/><Relationship Id="rId1" Type="http://schemas.openxmlformats.org/officeDocument/2006/relationships/slideLayout" Target="../slideLayouts/slideLayout259.xml"/><Relationship Id="rId6" Type="http://schemas.openxmlformats.org/officeDocument/2006/relationships/slideLayout" Target="../slideLayouts/slideLayout264.xml"/><Relationship Id="rId11" Type="http://schemas.openxmlformats.org/officeDocument/2006/relationships/slideLayout" Target="../slideLayouts/slideLayout269.xml"/><Relationship Id="rId5" Type="http://schemas.openxmlformats.org/officeDocument/2006/relationships/slideLayout" Target="../slideLayouts/slideLayout263.xml"/><Relationship Id="rId10" Type="http://schemas.openxmlformats.org/officeDocument/2006/relationships/slideLayout" Target="../slideLayouts/slideLayout268.xml"/><Relationship Id="rId4" Type="http://schemas.openxmlformats.org/officeDocument/2006/relationships/slideLayout" Target="../slideLayouts/slideLayout262.xml"/><Relationship Id="rId9" Type="http://schemas.openxmlformats.org/officeDocument/2006/relationships/slideLayout" Target="../slideLayouts/slideLayout267.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78.xml"/><Relationship Id="rId13" Type="http://schemas.openxmlformats.org/officeDocument/2006/relationships/theme" Target="../theme/theme22.xml"/><Relationship Id="rId3" Type="http://schemas.openxmlformats.org/officeDocument/2006/relationships/slideLayout" Target="../slideLayouts/slideLayout273.xml"/><Relationship Id="rId7" Type="http://schemas.openxmlformats.org/officeDocument/2006/relationships/slideLayout" Target="../slideLayouts/slideLayout277.xml"/><Relationship Id="rId12" Type="http://schemas.openxmlformats.org/officeDocument/2006/relationships/slideLayout" Target="../slideLayouts/slideLayout282.xml"/><Relationship Id="rId2" Type="http://schemas.openxmlformats.org/officeDocument/2006/relationships/slideLayout" Target="../slideLayouts/slideLayout272.xml"/><Relationship Id="rId1" Type="http://schemas.openxmlformats.org/officeDocument/2006/relationships/slideLayout" Target="../slideLayouts/slideLayout271.xml"/><Relationship Id="rId6" Type="http://schemas.openxmlformats.org/officeDocument/2006/relationships/slideLayout" Target="../slideLayouts/slideLayout276.xml"/><Relationship Id="rId11" Type="http://schemas.openxmlformats.org/officeDocument/2006/relationships/slideLayout" Target="../slideLayouts/slideLayout281.xml"/><Relationship Id="rId5" Type="http://schemas.openxmlformats.org/officeDocument/2006/relationships/slideLayout" Target="../slideLayouts/slideLayout275.xml"/><Relationship Id="rId10" Type="http://schemas.openxmlformats.org/officeDocument/2006/relationships/slideLayout" Target="../slideLayouts/slideLayout280.xml"/><Relationship Id="rId4" Type="http://schemas.openxmlformats.org/officeDocument/2006/relationships/slideLayout" Target="../slideLayouts/slideLayout274.xml"/><Relationship Id="rId9" Type="http://schemas.openxmlformats.org/officeDocument/2006/relationships/slideLayout" Target="../slideLayouts/slideLayout279.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90.xml"/><Relationship Id="rId13" Type="http://schemas.openxmlformats.org/officeDocument/2006/relationships/theme" Target="../theme/theme23.xml"/><Relationship Id="rId3" Type="http://schemas.openxmlformats.org/officeDocument/2006/relationships/slideLayout" Target="../slideLayouts/slideLayout285.xml"/><Relationship Id="rId7" Type="http://schemas.openxmlformats.org/officeDocument/2006/relationships/slideLayout" Target="../slideLayouts/slideLayout289.xml"/><Relationship Id="rId12" Type="http://schemas.openxmlformats.org/officeDocument/2006/relationships/slideLayout" Target="../slideLayouts/slideLayout294.xml"/><Relationship Id="rId2" Type="http://schemas.openxmlformats.org/officeDocument/2006/relationships/slideLayout" Target="../slideLayouts/slideLayout284.xml"/><Relationship Id="rId1" Type="http://schemas.openxmlformats.org/officeDocument/2006/relationships/slideLayout" Target="../slideLayouts/slideLayout283.xml"/><Relationship Id="rId6" Type="http://schemas.openxmlformats.org/officeDocument/2006/relationships/slideLayout" Target="../slideLayouts/slideLayout288.xml"/><Relationship Id="rId11" Type="http://schemas.openxmlformats.org/officeDocument/2006/relationships/slideLayout" Target="../slideLayouts/slideLayout293.xml"/><Relationship Id="rId5" Type="http://schemas.openxmlformats.org/officeDocument/2006/relationships/slideLayout" Target="../slideLayouts/slideLayout287.xml"/><Relationship Id="rId10" Type="http://schemas.openxmlformats.org/officeDocument/2006/relationships/slideLayout" Target="../slideLayouts/slideLayout292.xml"/><Relationship Id="rId4" Type="http://schemas.openxmlformats.org/officeDocument/2006/relationships/slideLayout" Target="../slideLayouts/slideLayout286.xml"/><Relationship Id="rId9" Type="http://schemas.openxmlformats.org/officeDocument/2006/relationships/slideLayout" Target="../slideLayouts/slideLayout291.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302.xml"/><Relationship Id="rId13" Type="http://schemas.openxmlformats.org/officeDocument/2006/relationships/theme" Target="../theme/theme24.xml"/><Relationship Id="rId3" Type="http://schemas.openxmlformats.org/officeDocument/2006/relationships/slideLayout" Target="../slideLayouts/slideLayout297.xml"/><Relationship Id="rId7" Type="http://schemas.openxmlformats.org/officeDocument/2006/relationships/slideLayout" Target="../slideLayouts/slideLayout301.xml"/><Relationship Id="rId12" Type="http://schemas.openxmlformats.org/officeDocument/2006/relationships/slideLayout" Target="../slideLayouts/slideLayout306.xml"/><Relationship Id="rId2" Type="http://schemas.openxmlformats.org/officeDocument/2006/relationships/slideLayout" Target="../slideLayouts/slideLayout296.xml"/><Relationship Id="rId1" Type="http://schemas.openxmlformats.org/officeDocument/2006/relationships/slideLayout" Target="../slideLayouts/slideLayout295.xml"/><Relationship Id="rId6" Type="http://schemas.openxmlformats.org/officeDocument/2006/relationships/slideLayout" Target="../slideLayouts/slideLayout300.xml"/><Relationship Id="rId11" Type="http://schemas.openxmlformats.org/officeDocument/2006/relationships/slideLayout" Target="../slideLayouts/slideLayout305.xml"/><Relationship Id="rId5" Type="http://schemas.openxmlformats.org/officeDocument/2006/relationships/slideLayout" Target="../slideLayouts/slideLayout299.xml"/><Relationship Id="rId10" Type="http://schemas.openxmlformats.org/officeDocument/2006/relationships/slideLayout" Target="../slideLayouts/slideLayout304.xml"/><Relationship Id="rId4" Type="http://schemas.openxmlformats.org/officeDocument/2006/relationships/slideLayout" Target="../slideLayouts/slideLayout298.xml"/><Relationship Id="rId9" Type="http://schemas.openxmlformats.org/officeDocument/2006/relationships/slideLayout" Target="../slideLayouts/slideLayout303.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314.xml"/><Relationship Id="rId13" Type="http://schemas.openxmlformats.org/officeDocument/2006/relationships/theme" Target="../theme/theme25.xml"/><Relationship Id="rId3" Type="http://schemas.openxmlformats.org/officeDocument/2006/relationships/slideLayout" Target="../slideLayouts/slideLayout309.xml"/><Relationship Id="rId7" Type="http://schemas.openxmlformats.org/officeDocument/2006/relationships/slideLayout" Target="../slideLayouts/slideLayout313.xml"/><Relationship Id="rId12" Type="http://schemas.openxmlformats.org/officeDocument/2006/relationships/slideLayout" Target="../slideLayouts/slideLayout318.xml"/><Relationship Id="rId2" Type="http://schemas.openxmlformats.org/officeDocument/2006/relationships/slideLayout" Target="../slideLayouts/slideLayout308.xml"/><Relationship Id="rId1" Type="http://schemas.openxmlformats.org/officeDocument/2006/relationships/slideLayout" Target="../slideLayouts/slideLayout307.xml"/><Relationship Id="rId6" Type="http://schemas.openxmlformats.org/officeDocument/2006/relationships/slideLayout" Target="../slideLayouts/slideLayout312.xml"/><Relationship Id="rId11" Type="http://schemas.openxmlformats.org/officeDocument/2006/relationships/slideLayout" Target="../slideLayouts/slideLayout317.xml"/><Relationship Id="rId5" Type="http://schemas.openxmlformats.org/officeDocument/2006/relationships/slideLayout" Target="../slideLayouts/slideLayout311.xml"/><Relationship Id="rId10" Type="http://schemas.openxmlformats.org/officeDocument/2006/relationships/slideLayout" Target="../slideLayouts/slideLayout316.xml"/><Relationship Id="rId4" Type="http://schemas.openxmlformats.org/officeDocument/2006/relationships/slideLayout" Target="../slideLayouts/slideLayout310.xml"/><Relationship Id="rId9" Type="http://schemas.openxmlformats.org/officeDocument/2006/relationships/slideLayout" Target="../slideLayouts/slideLayout315.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26.xml"/><Relationship Id="rId13" Type="http://schemas.openxmlformats.org/officeDocument/2006/relationships/theme" Target="../theme/theme26.xml"/><Relationship Id="rId3" Type="http://schemas.openxmlformats.org/officeDocument/2006/relationships/slideLayout" Target="../slideLayouts/slideLayout321.xml"/><Relationship Id="rId7" Type="http://schemas.openxmlformats.org/officeDocument/2006/relationships/slideLayout" Target="../slideLayouts/slideLayout325.xml"/><Relationship Id="rId12" Type="http://schemas.openxmlformats.org/officeDocument/2006/relationships/slideLayout" Target="../slideLayouts/slideLayout330.xml"/><Relationship Id="rId2" Type="http://schemas.openxmlformats.org/officeDocument/2006/relationships/slideLayout" Target="../slideLayouts/slideLayout320.xml"/><Relationship Id="rId1" Type="http://schemas.openxmlformats.org/officeDocument/2006/relationships/slideLayout" Target="../slideLayouts/slideLayout319.xml"/><Relationship Id="rId6" Type="http://schemas.openxmlformats.org/officeDocument/2006/relationships/slideLayout" Target="../slideLayouts/slideLayout324.xml"/><Relationship Id="rId11" Type="http://schemas.openxmlformats.org/officeDocument/2006/relationships/slideLayout" Target="../slideLayouts/slideLayout329.xml"/><Relationship Id="rId5" Type="http://schemas.openxmlformats.org/officeDocument/2006/relationships/slideLayout" Target="../slideLayouts/slideLayout323.xml"/><Relationship Id="rId10" Type="http://schemas.openxmlformats.org/officeDocument/2006/relationships/slideLayout" Target="../slideLayouts/slideLayout328.xml"/><Relationship Id="rId4" Type="http://schemas.openxmlformats.org/officeDocument/2006/relationships/slideLayout" Target="../slideLayouts/slideLayout322.xml"/><Relationship Id="rId9" Type="http://schemas.openxmlformats.org/officeDocument/2006/relationships/slideLayout" Target="../slideLayouts/slideLayout327.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38.xml"/><Relationship Id="rId3" Type="http://schemas.openxmlformats.org/officeDocument/2006/relationships/slideLayout" Target="../slideLayouts/slideLayout333.xml"/><Relationship Id="rId7" Type="http://schemas.openxmlformats.org/officeDocument/2006/relationships/slideLayout" Target="../slideLayouts/slideLayout337.xml"/><Relationship Id="rId12" Type="http://schemas.openxmlformats.org/officeDocument/2006/relationships/theme" Target="../theme/theme27.xml"/><Relationship Id="rId2" Type="http://schemas.openxmlformats.org/officeDocument/2006/relationships/slideLayout" Target="../slideLayouts/slideLayout332.xml"/><Relationship Id="rId1" Type="http://schemas.openxmlformats.org/officeDocument/2006/relationships/slideLayout" Target="../slideLayouts/slideLayout331.xml"/><Relationship Id="rId6" Type="http://schemas.openxmlformats.org/officeDocument/2006/relationships/slideLayout" Target="../slideLayouts/slideLayout336.xml"/><Relationship Id="rId11" Type="http://schemas.openxmlformats.org/officeDocument/2006/relationships/slideLayout" Target="../slideLayouts/slideLayout341.xml"/><Relationship Id="rId5" Type="http://schemas.openxmlformats.org/officeDocument/2006/relationships/slideLayout" Target="../slideLayouts/slideLayout335.xml"/><Relationship Id="rId10" Type="http://schemas.openxmlformats.org/officeDocument/2006/relationships/slideLayout" Target="../slideLayouts/slideLayout340.xml"/><Relationship Id="rId4" Type="http://schemas.openxmlformats.org/officeDocument/2006/relationships/slideLayout" Target="../slideLayouts/slideLayout334.xml"/><Relationship Id="rId9" Type="http://schemas.openxmlformats.org/officeDocument/2006/relationships/slideLayout" Target="../slideLayouts/slideLayout3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EA6638A6-967B-41F1-AA63-32CD352276B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A35CCB20-2DBC-4167-97E5-95AE4F194BF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798FCBA-7FD8-48CD-880D-A41486F6C479}"/>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ADA52E3-25EB-497D-B33B-6F6DBC5C0054}" type="datetime8">
              <a:rPr lang="zh-CN" altLang="en-US"/>
              <a:pPr>
                <a:defRPr/>
              </a:pPr>
              <a:t>2025年10月20日10时11分</a:t>
            </a:fld>
            <a:endParaRPr lang="en-US" altLang="zh-CN"/>
          </a:p>
        </p:txBody>
      </p:sp>
      <p:sp>
        <p:nvSpPr>
          <p:cNvPr id="5" name="页脚占位符 4">
            <a:extLst>
              <a:ext uri="{FF2B5EF4-FFF2-40B4-BE49-F238E27FC236}">
                <a16:creationId xmlns:a16="http://schemas.microsoft.com/office/drawing/2014/main" id="{B9F1B6D6-37BA-4E86-ADB8-C24AFAEBE999}"/>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zh-CN" altLang="en-US"/>
              <a:t>自动化学院</a:t>
            </a:r>
            <a:endParaRPr lang="en-US" altLang="zh-CN"/>
          </a:p>
        </p:txBody>
      </p:sp>
      <p:sp>
        <p:nvSpPr>
          <p:cNvPr id="6" name="灯片编号占位符 5">
            <a:extLst>
              <a:ext uri="{FF2B5EF4-FFF2-40B4-BE49-F238E27FC236}">
                <a16:creationId xmlns:a16="http://schemas.microsoft.com/office/drawing/2014/main" id="{4A56E39E-F59B-4EFB-8B85-F1CA81204AC5}"/>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51D533C0-2DDA-4BFC-805B-1EB93FCF26B4}"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701" r:id="rId1"/>
    <p:sldLayoutId id="2147484702" r:id="rId2"/>
    <p:sldLayoutId id="2147484703" r:id="rId3"/>
    <p:sldLayoutId id="2147484704" r:id="rId4"/>
    <p:sldLayoutId id="2147484705" r:id="rId5"/>
    <p:sldLayoutId id="2147484706" r:id="rId6"/>
    <p:sldLayoutId id="2147484707" r:id="rId7"/>
    <p:sldLayoutId id="2147484708" r:id="rId8"/>
    <p:sldLayoutId id="2147484709" r:id="rId9"/>
    <p:sldLayoutId id="2147484710" r:id="rId10"/>
    <p:sldLayoutId id="2147484711" r:id="rId11"/>
    <p:sldLayoutId id="2147484712" r:id="rId12"/>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标题占位符 1">
            <a:extLst>
              <a:ext uri="{FF2B5EF4-FFF2-40B4-BE49-F238E27FC236}">
                <a16:creationId xmlns:a16="http://schemas.microsoft.com/office/drawing/2014/main" id="{BDA28CFA-2B6F-459E-BCC1-BF1C58431B72}"/>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sym typeface="Calibri" panose="020F0502020204030204" pitchFamily="34" charset="0"/>
              </a:rPr>
              <a:t>单击此处编辑母版标题样式</a:t>
            </a:r>
          </a:p>
        </p:txBody>
      </p:sp>
      <p:sp>
        <p:nvSpPr>
          <p:cNvPr id="2051" name="文本占位符 2">
            <a:extLst>
              <a:ext uri="{FF2B5EF4-FFF2-40B4-BE49-F238E27FC236}">
                <a16:creationId xmlns:a16="http://schemas.microsoft.com/office/drawing/2014/main" id="{F0795CFC-B273-4828-B79F-C128F898B729}"/>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sym typeface="Calibri" panose="020F0502020204030204" pitchFamily="34" charset="0"/>
              </a:rPr>
              <a:t>单击此处编辑母版文本样式</a:t>
            </a:r>
          </a:p>
          <a:p>
            <a:pPr lvl="1"/>
            <a:r>
              <a:rPr lang="zh-CN" altLang="en-US">
                <a:sym typeface="Calibri" panose="020F0502020204030204" pitchFamily="34" charset="0"/>
              </a:rPr>
              <a:t>第二级</a:t>
            </a:r>
          </a:p>
          <a:p>
            <a:pPr lvl="2"/>
            <a:r>
              <a:rPr lang="zh-CN" altLang="en-US">
                <a:sym typeface="Calibri" panose="020F0502020204030204" pitchFamily="34" charset="0"/>
              </a:rPr>
              <a:t>第三级</a:t>
            </a:r>
          </a:p>
          <a:p>
            <a:pPr lvl="3"/>
            <a:r>
              <a:rPr lang="zh-CN" altLang="en-US">
                <a:sym typeface="Calibri" panose="020F0502020204030204" pitchFamily="34" charset="0"/>
              </a:rPr>
              <a:t>第四级</a:t>
            </a:r>
          </a:p>
          <a:p>
            <a:pPr lvl="4"/>
            <a:r>
              <a:rPr lang="zh-CN" altLang="en-US">
                <a:sym typeface="Calibri" panose="020F0502020204030204" pitchFamily="34" charset="0"/>
              </a:rPr>
              <a:t>第五级</a:t>
            </a:r>
          </a:p>
        </p:txBody>
      </p:sp>
      <p:sp>
        <p:nvSpPr>
          <p:cNvPr id="1028" name="日期占位符 3">
            <a:extLst>
              <a:ext uri="{FF2B5EF4-FFF2-40B4-BE49-F238E27FC236}">
                <a16:creationId xmlns:a16="http://schemas.microsoft.com/office/drawing/2014/main" id="{569998FB-B7C1-4843-8A4D-19A7A60A1B48}"/>
              </a:ext>
            </a:extLst>
          </p:cNvPr>
          <p:cNvSpPr>
            <a:spLocks noGrp="1" noChangeArrowheads="1"/>
          </p:cNvSpPr>
          <p:nvPr>
            <p:ph type="dt" sz="half" idx="2"/>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eaLnBrk="0" hangingPunct="0">
              <a:lnSpc>
                <a:spcPct val="100000"/>
              </a:lnSpc>
              <a:spcBef>
                <a:spcPct val="0"/>
              </a:spcBef>
              <a:buSzTx/>
              <a:buFont typeface="Arial" pitchFamily="34" charset="0"/>
              <a:buNone/>
              <a:defRPr kumimoji="0" sz="1200">
                <a:solidFill>
                  <a:srgbClr val="898989"/>
                </a:solidFill>
                <a:latin typeface="+mn-lt"/>
                <a:ea typeface="宋体" pitchFamily="2" charset="-122"/>
                <a:sym typeface="Calibri" pitchFamily="34" charset="0"/>
              </a:defRPr>
            </a:lvl1pPr>
          </a:lstStyle>
          <a:p>
            <a:pPr>
              <a:defRPr/>
            </a:pPr>
            <a:fld id="{198799A6-E282-4BA3-8AC7-A11D06C0D824}" type="datetime1">
              <a:rPr lang="zh-CN" altLang="en-US"/>
              <a:pPr>
                <a:defRPr/>
              </a:pPr>
              <a:t>2025/10/20</a:t>
            </a:fld>
            <a:endParaRPr lang="zh-CN" altLang="en-US" sz="1800">
              <a:solidFill>
                <a:srgbClr val="000000"/>
              </a:solidFill>
              <a:latin typeface="Arial" pitchFamily="34" charset="0"/>
            </a:endParaRPr>
          </a:p>
        </p:txBody>
      </p:sp>
      <p:sp>
        <p:nvSpPr>
          <p:cNvPr id="1029" name="页脚占位符 4">
            <a:extLst>
              <a:ext uri="{FF2B5EF4-FFF2-40B4-BE49-F238E27FC236}">
                <a16:creationId xmlns:a16="http://schemas.microsoft.com/office/drawing/2014/main" id="{B9E23F6D-D034-47BD-A00C-CA9D7ADB158C}"/>
              </a:ext>
            </a:extLst>
          </p:cNvPr>
          <p:cNvSpPr>
            <a:spLocks noGrp="1" noChangeArrowheads="1"/>
          </p:cNvSpPr>
          <p:nvPr>
            <p:ph type="ftr" sz="quarter" idx="3"/>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0" hangingPunct="0">
              <a:lnSpc>
                <a:spcPct val="100000"/>
              </a:lnSpc>
              <a:spcBef>
                <a:spcPct val="0"/>
              </a:spcBef>
              <a:buSzTx/>
              <a:buFont typeface="Arial" pitchFamily="34" charset="0"/>
              <a:buNone/>
              <a:defRPr kumimoji="0" sz="1200">
                <a:solidFill>
                  <a:srgbClr val="898989"/>
                </a:solidFill>
                <a:latin typeface="+mn-lt"/>
                <a:ea typeface="宋体" pitchFamily="2" charset="-122"/>
                <a:sym typeface="Calibri" pitchFamily="34" charset="0"/>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1030" name="灯片编号占位符 5">
            <a:extLst>
              <a:ext uri="{FF2B5EF4-FFF2-40B4-BE49-F238E27FC236}">
                <a16:creationId xmlns:a16="http://schemas.microsoft.com/office/drawing/2014/main" id="{2DE5A89D-CC38-40DE-927C-5D3BDF662860}"/>
              </a:ext>
            </a:extLst>
          </p:cNvPr>
          <p:cNvSpPr>
            <a:spLocks noGrp="1" noChangeArrowheads="1"/>
          </p:cNvSpPr>
          <p:nvPr>
            <p:ph type="sldNum" sz="quarter" idx="4"/>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0" hangingPunct="0">
              <a:lnSpc>
                <a:spcPct val="100000"/>
              </a:lnSpc>
              <a:spcBef>
                <a:spcPct val="0"/>
              </a:spcBef>
              <a:buSzTx/>
              <a:buFont typeface="Arial" panose="020B0604020202020204" pitchFamily="34" charset="0"/>
              <a:buNone/>
              <a:defRPr kumimoji="0" sz="1200">
                <a:solidFill>
                  <a:srgbClr val="898989"/>
                </a:solidFill>
                <a:latin typeface="Calibri" panose="020F0502020204030204" pitchFamily="34" charset="0"/>
                <a:ea typeface="宋体" panose="02010600030101010101" pitchFamily="2" charset="-122"/>
                <a:sym typeface="Calibri" panose="020F0502020204030204" pitchFamily="34" charset="0"/>
              </a:defRPr>
            </a:lvl1pPr>
          </a:lstStyle>
          <a:p>
            <a:fld id="{4E86470B-ABFB-43FE-8D59-2B5D71C3B661}"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4713" r:id="rId1"/>
    <p:sldLayoutId id="2147484714" r:id="rId2"/>
    <p:sldLayoutId id="2147484715" r:id="rId3"/>
    <p:sldLayoutId id="2147484716" r:id="rId4"/>
    <p:sldLayoutId id="2147484717" r:id="rId5"/>
    <p:sldLayoutId id="2147484718" r:id="rId6"/>
    <p:sldLayoutId id="2147484719" r:id="rId7"/>
    <p:sldLayoutId id="2147484720" r:id="rId8"/>
    <p:sldLayoutId id="2147484721" r:id="rId9"/>
    <p:sldLayoutId id="2147484722" r:id="rId10"/>
    <p:sldLayoutId id="2147484723" r:id="rId11"/>
  </p:sldLayoutIdLst>
  <p:hf sldNum="0" hdr="0" ftr="0"/>
  <p:txStyles>
    <p:titleStyle>
      <a:lvl1pPr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D1E8FF"/>
            </a:gs>
            <a:gs pos="100000">
              <a:srgbClr val="FFFFFF"/>
            </a:gs>
          </a:gsLst>
          <a:lin ang="5400000" scaled="1"/>
        </a:gra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C198BB72-A24C-424B-9549-81914D3FE910}"/>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a:extLst>
              <a:ext uri="{FF2B5EF4-FFF2-40B4-BE49-F238E27FC236}">
                <a16:creationId xmlns:a16="http://schemas.microsoft.com/office/drawing/2014/main" id="{DD918058-F624-4B70-80A8-85989D47219D}"/>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8AFE2A57-B8D4-47BE-A5DC-6068E211FA99}"/>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sz="1400">
                <a:solidFill>
                  <a:srgbClr val="000000"/>
                </a:solidFill>
                <a:ea typeface="宋体" pitchFamily="2" charset="-122"/>
              </a:defRPr>
            </a:lvl1pPr>
          </a:lstStyle>
          <a:p>
            <a:pPr>
              <a:defRPr/>
            </a:pPr>
            <a:fld id="{8712B360-096C-4B43-90B3-B670482C8D83}"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85137629-C298-4DF0-A8F4-B9D88A265DBC}"/>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sz="1400">
                <a:solidFill>
                  <a:srgbClr val="000000"/>
                </a:solidFill>
                <a:ea typeface="宋体" pitchFamily="2" charset="-122"/>
              </a:defRPr>
            </a:lvl1pPr>
          </a:lstStyle>
          <a:p>
            <a:pPr>
              <a:defRPr/>
            </a:pPr>
            <a:endParaRPr lang="en-US" altLang="zh-CN"/>
          </a:p>
        </p:txBody>
      </p:sp>
      <p:sp>
        <p:nvSpPr>
          <p:cNvPr id="1030" name="Rectangle 6">
            <a:extLst>
              <a:ext uri="{FF2B5EF4-FFF2-40B4-BE49-F238E27FC236}">
                <a16:creationId xmlns:a16="http://schemas.microsoft.com/office/drawing/2014/main" id="{A396A215-1BC2-4B57-B282-D670A019C039}"/>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708C939F-2CF3-498C-9441-5E725C1CD2ED}"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724" r:id="rId1"/>
    <p:sldLayoutId id="2147484725" r:id="rId2"/>
    <p:sldLayoutId id="2147484726" r:id="rId3"/>
    <p:sldLayoutId id="2147484727" r:id="rId4"/>
    <p:sldLayoutId id="2147484728" r:id="rId5"/>
    <p:sldLayoutId id="2147484729" r:id="rId6"/>
    <p:sldLayoutId id="2147484730" r:id="rId7"/>
    <p:sldLayoutId id="2147484731" r:id="rId8"/>
    <p:sldLayoutId id="2147484732" r:id="rId9"/>
    <p:sldLayoutId id="2147484733" r:id="rId10"/>
    <p:sldLayoutId id="2147484734" r:id="rId11"/>
    <p:sldLayoutId id="2147484735" r:id="rId12"/>
    <p:sldLayoutId id="2147484736" r:id="rId13"/>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B74FB5D6-D435-4249-B860-C3498F34D79A}"/>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99" name="文本占位符 2">
            <a:extLst>
              <a:ext uri="{FF2B5EF4-FFF2-40B4-BE49-F238E27FC236}">
                <a16:creationId xmlns:a16="http://schemas.microsoft.com/office/drawing/2014/main" id="{53F77F66-E339-4DDE-A5C2-8DE2AE96A48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4E29C9A-9BB8-4117-BAA2-0060EE60E788}"/>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lnSpc>
                <a:spcPct val="100000"/>
              </a:lnSpc>
              <a:spcBef>
                <a:spcPts val="0"/>
              </a:spcBef>
              <a:spcAft>
                <a:spcPts val="0"/>
              </a:spcAft>
              <a:buSzTx/>
              <a:buFontTx/>
              <a:buNone/>
              <a:defRPr kumimoji="0" sz="1200" smtClean="0">
                <a:solidFill>
                  <a:prstClr val="black">
                    <a:tint val="75000"/>
                  </a:prstClr>
                </a:solidFill>
                <a:latin typeface="Calibri"/>
                <a:ea typeface="宋体"/>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B699606B-F998-44E3-83C8-608E1CC34B8A}"/>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lnSpc>
                <a:spcPct val="100000"/>
              </a:lnSpc>
              <a:spcBef>
                <a:spcPts val="0"/>
              </a:spcBef>
              <a:spcAft>
                <a:spcPts val="0"/>
              </a:spcAft>
              <a:buSzTx/>
              <a:buFontTx/>
              <a:buNone/>
              <a:defRPr kumimoji="0" sz="1200">
                <a:solidFill>
                  <a:prstClr val="black">
                    <a:tint val="75000"/>
                  </a:prstClr>
                </a:solidFill>
                <a:latin typeface="Calibri"/>
                <a:ea typeface="宋体"/>
              </a:defRPr>
            </a:lvl1pPr>
          </a:lstStyle>
          <a:p>
            <a:pPr>
              <a:defRPr/>
            </a:pPr>
            <a:endParaRPr lang="zh-CN" altLang="en-US"/>
          </a:p>
        </p:txBody>
      </p:sp>
      <p:sp>
        <p:nvSpPr>
          <p:cNvPr id="6" name="灯片编号占位符 5">
            <a:extLst>
              <a:ext uri="{FF2B5EF4-FFF2-40B4-BE49-F238E27FC236}">
                <a16:creationId xmlns:a16="http://schemas.microsoft.com/office/drawing/2014/main" id="{9C284811-787C-4183-86A2-BEC1AEF572CB}"/>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lnSpc>
                <a:spcPct val="100000"/>
              </a:lnSpc>
              <a:spcBef>
                <a:spcPct val="0"/>
              </a:spcBef>
              <a:buSzTx/>
              <a:buFontTx/>
              <a:buNone/>
              <a:defRPr kumimoji="0" sz="1200">
                <a:solidFill>
                  <a:srgbClr val="898989"/>
                </a:solidFill>
                <a:latin typeface="Calibri" panose="020F0502020204030204" pitchFamily="34" charset="0"/>
                <a:ea typeface="宋体" panose="02010600030101010101" pitchFamily="2" charset="-122"/>
              </a:defRPr>
            </a:lvl1pPr>
          </a:lstStyle>
          <a:p>
            <a:fld id="{37F98234-65EE-45D1-B74B-EE15FA3D80D1}"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4737" r:id="rId1"/>
    <p:sldLayoutId id="2147484738" r:id="rId2"/>
    <p:sldLayoutId id="2147484739" r:id="rId3"/>
    <p:sldLayoutId id="2147484740" r:id="rId4"/>
    <p:sldLayoutId id="2147484741" r:id="rId5"/>
    <p:sldLayoutId id="2147484742" r:id="rId6"/>
    <p:sldLayoutId id="2147484743" r:id="rId7"/>
    <p:sldLayoutId id="2147484744" r:id="rId8"/>
    <p:sldLayoutId id="2147484745" r:id="rId9"/>
    <p:sldLayoutId id="2147484746" r:id="rId10"/>
    <p:sldLayoutId id="2147484747" r:id="rId11"/>
    <p:sldLayoutId id="2147484748" r:id="rId12"/>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标题占位符 1">
            <a:extLst>
              <a:ext uri="{FF2B5EF4-FFF2-40B4-BE49-F238E27FC236}">
                <a16:creationId xmlns:a16="http://schemas.microsoft.com/office/drawing/2014/main" id="{357945F3-E0CF-47C4-8C8E-81BA8F5C9787}"/>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5123" name="文本占位符 2">
            <a:extLst>
              <a:ext uri="{FF2B5EF4-FFF2-40B4-BE49-F238E27FC236}">
                <a16:creationId xmlns:a16="http://schemas.microsoft.com/office/drawing/2014/main" id="{B73C12B2-3565-48A1-9C89-7C9C7BF92499}"/>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EF3427E-9B8C-4ED5-997C-9630475A8A3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lnSpc>
                <a:spcPct val="100000"/>
              </a:lnSpc>
              <a:spcBef>
                <a:spcPts val="0"/>
              </a:spcBef>
              <a:spcAft>
                <a:spcPts val="0"/>
              </a:spcAft>
              <a:buSzTx/>
              <a:buFontTx/>
              <a:buNone/>
              <a:defRPr kumimoji="0" sz="1200" smtClean="0">
                <a:solidFill>
                  <a:prstClr val="black">
                    <a:tint val="75000"/>
                  </a:prstClr>
                </a:solidFill>
                <a:latin typeface="Calibri"/>
                <a:ea typeface="宋体"/>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0DD9EE51-8587-41E9-9644-91516FA0CA9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lnSpc>
                <a:spcPct val="100000"/>
              </a:lnSpc>
              <a:spcBef>
                <a:spcPts val="0"/>
              </a:spcBef>
              <a:spcAft>
                <a:spcPts val="0"/>
              </a:spcAft>
              <a:buSzTx/>
              <a:buFontTx/>
              <a:buNone/>
              <a:defRPr kumimoji="0" sz="1200">
                <a:solidFill>
                  <a:prstClr val="black">
                    <a:tint val="75000"/>
                  </a:prstClr>
                </a:solidFill>
                <a:latin typeface="Calibri"/>
                <a:ea typeface="宋体"/>
              </a:defRPr>
            </a:lvl1pPr>
          </a:lstStyle>
          <a:p>
            <a:pPr>
              <a:defRPr/>
            </a:pPr>
            <a:endParaRPr lang="zh-CN" altLang="en-US"/>
          </a:p>
        </p:txBody>
      </p:sp>
      <p:sp>
        <p:nvSpPr>
          <p:cNvPr id="6" name="灯片编号占位符 5">
            <a:extLst>
              <a:ext uri="{FF2B5EF4-FFF2-40B4-BE49-F238E27FC236}">
                <a16:creationId xmlns:a16="http://schemas.microsoft.com/office/drawing/2014/main" id="{D1C6DE36-9412-47E9-9F85-7880DBF1F7B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lnSpc>
                <a:spcPct val="100000"/>
              </a:lnSpc>
              <a:spcBef>
                <a:spcPct val="0"/>
              </a:spcBef>
              <a:buSzTx/>
              <a:buFontTx/>
              <a:buNone/>
              <a:defRPr kumimoji="0" sz="1200">
                <a:solidFill>
                  <a:srgbClr val="898989"/>
                </a:solidFill>
                <a:latin typeface="Calibri" panose="020F0502020204030204" pitchFamily="34" charset="0"/>
                <a:ea typeface="宋体" panose="02010600030101010101" pitchFamily="2" charset="-122"/>
              </a:defRPr>
            </a:lvl1pPr>
          </a:lstStyle>
          <a:p>
            <a:fld id="{E538D004-453E-49AC-A3FB-57D013CFEE5A}"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4749" r:id="rId1"/>
    <p:sldLayoutId id="2147484750" r:id="rId2"/>
    <p:sldLayoutId id="2147484751" r:id="rId3"/>
    <p:sldLayoutId id="2147484752" r:id="rId4"/>
    <p:sldLayoutId id="2147484753" r:id="rId5"/>
    <p:sldLayoutId id="2147484754" r:id="rId6"/>
    <p:sldLayoutId id="2147484755" r:id="rId7"/>
    <p:sldLayoutId id="2147484756" r:id="rId8"/>
    <p:sldLayoutId id="2147484757" r:id="rId9"/>
    <p:sldLayoutId id="2147484758" r:id="rId10"/>
    <p:sldLayoutId id="2147484759" r:id="rId11"/>
    <p:sldLayoutId id="2147484760" r:id="rId12"/>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标题占位符 1">
            <a:extLst>
              <a:ext uri="{FF2B5EF4-FFF2-40B4-BE49-F238E27FC236}">
                <a16:creationId xmlns:a16="http://schemas.microsoft.com/office/drawing/2014/main" id="{6AC8CB9A-19A8-42C9-B66C-A879089CE0BF}"/>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147" name="文本占位符 2">
            <a:extLst>
              <a:ext uri="{FF2B5EF4-FFF2-40B4-BE49-F238E27FC236}">
                <a16:creationId xmlns:a16="http://schemas.microsoft.com/office/drawing/2014/main" id="{BCAD52FC-35B5-4806-8CC9-910C7FCDF12F}"/>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328FAA2-A977-4170-B376-88BE102D6E0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lnSpc>
                <a:spcPct val="100000"/>
              </a:lnSpc>
              <a:spcBef>
                <a:spcPts val="0"/>
              </a:spcBef>
              <a:spcAft>
                <a:spcPts val="0"/>
              </a:spcAft>
              <a:buSzTx/>
              <a:buFontTx/>
              <a:buNone/>
              <a:defRPr kumimoji="0" sz="1200" smtClean="0">
                <a:solidFill>
                  <a:prstClr val="black">
                    <a:tint val="75000"/>
                  </a:prstClr>
                </a:solidFill>
                <a:latin typeface="Calibri"/>
                <a:ea typeface="宋体"/>
              </a:defRPr>
            </a:lvl1pPr>
          </a:lstStyle>
          <a:p>
            <a:pPr>
              <a:defRPr/>
            </a:pPr>
            <a:fld id="{06260483-FB1C-43AA-B8B8-1234E9CE2F1B}" type="datetimeFigureOut">
              <a:rPr lang="zh-CN" altLang="en-US"/>
              <a:pPr>
                <a:defRPr/>
              </a:pPr>
              <a:t>2025/10/20</a:t>
            </a:fld>
            <a:endParaRPr lang="zh-CN" altLang="en-US"/>
          </a:p>
        </p:txBody>
      </p:sp>
      <p:sp>
        <p:nvSpPr>
          <p:cNvPr id="5" name="页脚占位符 4">
            <a:extLst>
              <a:ext uri="{FF2B5EF4-FFF2-40B4-BE49-F238E27FC236}">
                <a16:creationId xmlns:a16="http://schemas.microsoft.com/office/drawing/2014/main" id="{6A243C11-270D-4BAF-9480-478947F6B295}"/>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lnSpc>
                <a:spcPct val="100000"/>
              </a:lnSpc>
              <a:spcBef>
                <a:spcPts val="0"/>
              </a:spcBef>
              <a:spcAft>
                <a:spcPts val="0"/>
              </a:spcAft>
              <a:buSzTx/>
              <a:buFontTx/>
              <a:buNone/>
              <a:defRPr kumimoji="0" sz="1200">
                <a:solidFill>
                  <a:prstClr val="black">
                    <a:tint val="75000"/>
                  </a:prstClr>
                </a:solidFill>
                <a:latin typeface="Calibri"/>
                <a:ea typeface="宋体"/>
              </a:defRPr>
            </a:lvl1pPr>
          </a:lstStyle>
          <a:p>
            <a:pPr>
              <a:defRPr/>
            </a:pPr>
            <a:endParaRPr lang="zh-CN" altLang="en-US"/>
          </a:p>
        </p:txBody>
      </p:sp>
      <p:sp>
        <p:nvSpPr>
          <p:cNvPr id="6" name="灯片编号占位符 5">
            <a:extLst>
              <a:ext uri="{FF2B5EF4-FFF2-40B4-BE49-F238E27FC236}">
                <a16:creationId xmlns:a16="http://schemas.microsoft.com/office/drawing/2014/main" id="{9130089F-71EF-4A5D-85CE-9B9E288DB9D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lnSpc>
                <a:spcPct val="100000"/>
              </a:lnSpc>
              <a:spcBef>
                <a:spcPct val="0"/>
              </a:spcBef>
              <a:buSzTx/>
              <a:buFontTx/>
              <a:buNone/>
              <a:defRPr kumimoji="0" sz="1200">
                <a:solidFill>
                  <a:srgbClr val="898989"/>
                </a:solidFill>
                <a:latin typeface="Calibri" panose="020F0502020204030204" pitchFamily="34" charset="0"/>
                <a:ea typeface="宋体" panose="02010600030101010101" pitchFamily="2" charset="-122"/>
              </a:defRPr>
            </a:lvl1pPr>
          </a:lstStyle>
          <a:p>
            <a:fld id="{1A2AB610-360F-47B7-B63F-B2E5F437267B}"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4761" r:id="rId1"/>
    <p:sldLayoutId id="2147484762" r:id="rId2"/>
    <p:sldLayoutId id="2147484763" r:id="rId3"/>
    <p:sldLayoutId id="2147484764" r:id="rId4"/>
    <p:sldLayoutId id="2147484765" r:id="rId5"/>
    <p:sldLayoutId id="2147484766" r:id="rId6"/>
    <p:sldLayoutId id="2147484767" r:id="rId7"/>
    <p:sldLayoutId id="2147484768" r:id="rId8"/>
    <p:sldLayoutId id="2147484769" r:id="rId9"/>
    <p:sldLayoutId id="2147484770" r:id="rId10"/>
    <p:sldLayoutId id="2147484771"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D1E8FF"/>
            </a:gs>
            <a:gs pos="100000">
              <a:srgbClr val="FFFFFF"/>
            </a:gs>
          </a:gsLst>
          <a:lin ang="5400000" scaled="1"/>
        </a:gra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D1BD21A4-458D-4240-BF87-19C1489439CA}"/>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171" name="Rectangle 3">
            <a:extLst>
              <a:ext uri="{FF2B5EF4-FFF2-40B4-BE49-F238E27FC236}">
                <a16:creationId xmlns:a16="http://schemas.microsoft.com/office/drawing/2014/main" id="{BEBAF854-79EA-450B-B3A9-58C65CE509B9}"/>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0AD93DB6-3D7F-4457-982A-E38922258EF5}"/>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sz="1400">
                <a:solidFill>
                  <a:srgbClr val="000000"/>
                </a:solidFill>
                <a:ea typeface="宋体" pitchFamily="2" charset="-122"/>
              </a:defRPr>
            </a:lvl1pPr>
          </a:lstStyle>
          <a:p>
            <a:pPr>
              <a:defRPr/>
            </a:pPr>
            <a:fld id="{8712B360-096C-4B43-90B3-B670482C8D83}"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E0486B42-598E-4878-AB6A-08D59D68C24D}"/>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sz="1400">
                <a:solidFill>
                  <a:srgbClr val="000000"/>
                </a:solidFill>
                <a:ea typeface="宋体" pitchFamily="2" charset="-122"/>
              </a:defRPr>
            </a:lvl1pPr>
          </a:lstStyle>
          <a:p>
            <a:pPr>
              <a:defRPr/>
            </a:pPr>
            <a:endParaRPr lang="en-US" altLang="zh-CN"/>
          </a:p>
        </p:txBody>
      </p:sp>
      <p:sp>
        <p:nvSpPr>
          <p:cNvPr id="1030" name="Rectangle 6">
            <a:extLst>
              <a:ext uri="{FF2B5EF4-FFF2-40B4-BE49-F238E27FC236}">
                <a16:creationId xmlns:a16="http://schemas.microsoft.com/office/drawing/2014/main" id="{D66D7A57-6A85-4A2D-8F03-F89D8ACA4751}"/>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51CBBEB1-4EF8-4278-8E7E-6C1E95D3ED44}"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772" r:id="rId1"/>
    <p:sldLayoutId id="2147484773" r:id="rId2"/>
    <p:sldLayoutId id="2147484774" r:id="rId3"/>
    <p:sldLayoutId id="2147484775" r:id="rId4"/>
    <p:sldLayoutId id="2147484776" r:id="rId5"/>
    <p:sldLayoutId id="2147484777" r:id="rId6"/>
    <p:sldLayoutId id="2147484778" r:id="rId7"/>
    <p:sldLayoutId id="2147484779" r:id="rId8"/>
    <p:sldLayoutId id="2147484780" r:id="rId9"/>
    <p:sldLayoutId id="2147484781" r:id="rId10"/>
    <p:sldLayoutId id="2147484782" r:id="rId11"/>
    <p:sldLayoutId id="2147484783" r:id="rId12"/>
    <p:sldLayoutId id="2147484784" r:id="rId13"/>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Freeform 2">
            <a:extLst>
              <a:ext uri="{FF2B5EF4-FFF2-40B4-BE49-F238E27FC236}">
                <a16:creationId xmlns:a16="http://schemas.microsoft.com/office/drawing/2014/main" id="{DDC9F2E4-A2E7-4656-B497-C30928D4A233}"/>
              </a:ext>
            </a:extLst>
          </p:cNvPr>
          <p:cNvSpPr>
            <a:spLocks/>
          </p:cNvSpPr>
          <p:nvPr/>
        </p:nvSpPr>
        <p:spPr bwMode="auto">
          <a:xfrm rot="-3172564">
            <a:off x="7777957" y="-15081"/>
            <a:ext cx="1162050" cy="2084387"/>
          </a:xfrm>
          <a:custGeom>
            <a:avLst/>
            <a:gdLst>
              <a:gd name="T0" fmla="*/ 2147483647 w 2903"/>
              <a:gd name="T1" fmla="*/ 2147483647 h 3686"/>
              <a:gd name="T2" fmla="*/ 2147483647 w 2903"/>
              <a:gd name="T3" fmla="*/ 2147483647 h 3686"/>
              <a:gd name="T4" fmla="*/ 2147483647 w 2903"/>
              <a:gd name="T5" fmla="*/ 0 h 3686"/>
              <a:gd name="T6" fmla="*/ 2147483647 w 2903"/>
              <a:gd name="T7" fmla="*/ 2147483647 h 3686"/>
              <a:gd name="T8" fmla="*/ 2147483647 w 2903"/>
              <a:gd name="T9" fmla="*/ 2147483647 h 3686"/>
              <a:gd name="T10" fmla="*/ 0 w 2903"/>
              <a:gd name="T11" fmla="*/ 2147483647 h 3686"/>
              <a:gd name="T12" fmla="*/ 2147483647 w 2903"/>
              <a:gd name="T13" fmla="*/ 2147483647 h 3686"/>
              <a:gd name="T14" fmla="*/ 2147483647 w 2903"/>
              <a:gd name="T15" fmla="*/ 2147483647 h 3686"/>
              <a:gd name="T16" fmla="*/ 2147483647 w 2903"/>
              <a:gd name="T17" fmla="*/ 2147483647 h 3686"/>
              <a:gd name="T18" fmla="*/ 2147483647 w 2903"/>
              <a:gd name="T19" fmla="*/ 2147483647 h 3686"/>
              <a:gd name="T20" fmla="*/ 2147483647 w 2903"/>
              <a:gd name="T21" fmla="*/ 2147483647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5" name="Rectangle 3">
            <a:extLst>
              <a:ext uri="{FF2B5EF4-FFF2-40B4-BE49-F238E27FC236}">
                <a16:creationId xmlns:a16="http://schemas.microsoft.com/office/drawing/2014/main" id="{AEFD1BF7-AA84-41C5-A4CA-4771A0963882}"/>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8196" name="Rectangle 4">
            <a:extLst>
              <a:ext uri="{FF2B5EF4-FFF2-40B4-BE49-F238E27FC236}">
                <a16:creationId xmlns:a16="http://schemas.microsoft.com/office/drawing/2014/main" id="{798ED73E-F455-41DE-83F4-88D59586688C}"/>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3FD78DB2-C8A2-4CFA-B996-7A967A82D8C5}"/>
              </a:ext>
            </a:extLst>
          </p:cNvPr>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endParaRPr lang="en-US" altLang="zh-CN"/>
          </a:p>
        </p:txBody>
      </p:sp>
      <p:sp>
        <p:nvSpPr>
          <p:cNvPr id="4102" name="Rectangle 6">
            <a:extLst>
              <a:ext uri="{FF2B5EF4-FFF2-40B4-BE49-F238E27FC236}">
                <a16:creationId xmlns:a16="http://schemas.microsoft.com/office/drawing/2014/main" id="{ACB6E879-3F07-4E63-B739-99128D2F644F}"/>
              </a:ext>
            </a:extLst>
          </p:cNvPr>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r>
              <a:rPr lang="zh-CN" altLang="en-US"/>
              <a:t>自动化学院测量科学与仪器系</a:t>
            </a:r>
            <a:endParaRPr lang="en-US" altLang="zh-CN"/>
          </a:p>
        </p:txBody>
      </p:sp>
      <p:sp>
        <p:nvSpPr>
          <p:cNvPr id="4103" name="Rectangle 7">
            <a:extLst>
              <a:ext uri="{FF2B5EF4-FFF2-40B4-BE49-F238E27FC236}">
                <a16:creationId xmlns:a16="http://schemas.microsoft.com/office/drawing/2014/main" id="{B2C837C7-646A-4F17-9B19-8C19DBCF4791}"/>
              </a:ext>
            </a:extLst>
          </p:cNvPr>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kumimoji="0" sz="1400">
                <a:solidFill>
                  <a:srgbClr val="000000"/>
                </a:solidFill>
                <a:latin typeface="Comic Sans MS" panose="030F0702030302020204" pitchFamily="66" charset="0"/>
                <a:ea typeface="宋体" panose="02010600030101010101" pitchFamily="2" charset="-122"/>
              </a:defRPr>
            </a:lvl1pPr>
          </a:lstStyle>
          <a:p>
            <a:fld id="{06D16F41-669B-45A9-A43A-7E357CA5D277}" type="slidenum">
              <a:rPr lang="en-US" altLang="zh-CN"/>
              <a:pPr/>
              <a:t>‹#›</a:t>
            </a:fld>
            <a:endParaRPr lang="en-US" altLang="zh-CN"/>
          </a:p>
        </p:txBody>
      </p:sp>
      <p:sp>
        <p:nvSpPr>
          <p:cNvPr id="8200" name="Freeform 8">
            <a:extLst>
              <a:ext uri="{FF2B5EF4-FFF2-40B4-BE49-F238E27FC236}">
                <a16:creationId xmlns:a16="http://schemas.microsoft.com/office/drawing/2014/main" id="{9CBFC4CF-77F5-47B7-AB6A-8D796144BDD8}"/>
              </a:ext>
            </a:extLst>
          </p:cNvPr>
          <p:cNvSpPr>
            <a:spLocks/>
          </p:cNvSpPr>
          <p:nvPr/>
        </p:nvSpPr>
        <p:spPr bwMode="auto">
          <a:xfrm rot="-3172564">
            <a:off x="7865269" y="24607"/>
            <a:ext cx="1165225" cy="2097087"/>
          </a:xfrm>
          <a:custGeom>
            <a:avLst/>
            <a:gdLst>
              <a:gd name="T0" fmla="*/ 2147483647 w 2911"/>
              <a:gd name="T1" fmla="*/ 0 h 3703"/>
              <a:gd name="T2" fmla="*/ 2147483647 w 2911"/>
              <a:gd name="T3" fmla="*/ 2147483647 h 3703"/>
              <a:gd name="T4" fmla="*/ 2147483647 w 2911"/>
              <a:gd name="T5" fmla="*/ 2147483647 h 3703"/>
              <a:gd name="T6" fmla="*/ 0 w 2911"/>
              <a:gd name="T7" fmla="*/ 2147483647 h 3703"/>
              <a:gd name="T8" fmla="*/ 2147483647 w 2911"/>
              <a:gd name="T9" fmla="*/ 2147483647 h 3703"/>
              <a:gd name="T10" fmla="*/ 2147483647 w 2911"/>
              <a:gd name="T11" fmla="*/ 2147483647 h 3703"/>
              <a:gd name="T12" fmla="*/ 2147483647 w 2911"/>
              <a:gd name="T13" fmla="*/ 2147483647 h 3703"/>
              <a:gd name="T14" fmla="*/ 2147483647 w 2911"/>
              <a:gd name="T15" fmla="*/ 2147483647 h 3703"/>
              <a:gd name="T16" fmla="*/ 2147483647 w 2911"/>
              <a:gd name="T17" fmla="*/ 2147483647 h 3703"/>
              <a:gd name="T18" fmla="*/ 2147483647 w 2911"/>
              <a:gd name="T19" fmla="*/ 0 h 3703"/>
              <a:gd name="T20" fmla="*/ 2147483647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01" name="Freeform 9">
            <a:extLst>
              <a:ext uri="{FF2B5EF4-FFF2-40B4-BE49-F238E27FC236}">
                <a16:creationId xmlns:a16="http://schemas.microsoft.com/office/drawing/2014/main" id="{3AE9046B-0E61-4D0E-94E2-584C8C87FAE0}"/>
              </a:ext>
            </a:extLst>
          </p:cNvPr>
          <p:cNvSpPr>
            <a:spLocks/>
          </p:cNvSpPr>
          <p:nvPr/>
        </p:nvSpPr>
        <p:spPr bwMode="auto">
          <a:xfrm rot="-3172564">
            <a:off x="7831138" y="192088"/>
            <a:ext cx="1025525" cy="1571625"/>
          </a:xfrm>
          <a:custGeom>
            <a:avLst/>
            <a:gdLst>
              <a:gd name="T0" fmla="*/ 0 w 2561"/>
              <a:gd name="T1" fmla="*/ 2147483647 h 2777"/>
              <a:gd name="T2" fmla="*/ 2147483647 w 2561"/>
              <a:gd name="T3" fmla="*/ 2147483647 h 2777"/>
              <a:gd name="T4" fmla="*/ 2147483647 w 2561"/>
              <a:gd name="T5" fmla="*/ 2147483647 h 2777"/>
              <a:gd name="T6" fmla="*/ 2147483647 w 2561"/>
              <a:gd name="T7" fmla="*/ 2147483647 h 2777"/>
              <a:gd name="T8" fmla="*/ 2147483647 w 2561"/>
              <a:gd name="T9" fmla="*/ 2147483647 h 2777"/>
              <a:gd name="T10" fmla="*/ 2147483647 w 2561"/>
              <a:gd name="T11" fmla="*/ 0 h 2777"/>
              <a:gd name="T12" fmla="*/ 0 w 2561"/>
              <a:gd name="T13" fmla="*/ 2147483647 h 2777"/>
              <a:gd name="T14" fmla="*/ 0 w 2561"/>
              <a:gd name="T15" fmla="*/ 2147483647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02" name="Group 10">
            <a:extLst>
              <a:ext uri="{FF2B5EF4-FFF2-40B4-BE49-F238E27FC236}">
                <a16:creationId xmlns:a16="http://schemas.microsoft.com/office/drawing/2014/main" id="{6C4CBE80-C659-4458-9605-E7C942E24572}"/>
              </a:ext>
            </a:extLst>
          </p:cNvPr>
          <p:cNvGrpSpPr>
            <a:grpSpLocks/>
          </p:cNvGrpSpPr>
          <p:nvPr/>
        </p:nvGrpSpPr>
        <p:grpSpPr bwMode="auto">
          <a:xfrm>
            <a:off x="7938" y="5540375"/>
            <a:ext cx="1784350" cy="1246188"/>
            <a:chOff x="5" y="3490"/>
            <a:chExt cx="1124" cy="785"/>
          </a:xfrm>
        </p:grpSpPr>
        <p:sp>
          <p:nvSpPr>
            <p:cNvPr id="8219" name="Freeform 11">
              <a:extLst>
                <a:ext uri="{FF2B5EF4-FFF2-40B4-BE49-F238E27FC236}">
                  <a16:creationId xmlns:a16="http://schemas.microsoft.com/office/drawing/2014/main" id="{B51FEF48-4F71-4947-ABFB-434AA6988EA7}"/>
                </a:ext>
              </a:extLst>
            </p:cNvPr>
            <p:cNvSpPr>
              <a:spLocks/>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0" name="Freeform 12">
              <a:extLst>
                <a:ext uri="{FF2B5EF4-FFF2-40B4-BE49-F238E27FC236}">
                  <a16:creationId xmlns:a16="http://schemas.microsoft.com/office/drawing/2014/main" id="{AD9E8EFB-4E61-48A3-BA97-A7343B850C82}"/>
                </a:ext>
              </a:extLst>
            </p:cNvPr>
            <p:cNvSpPr>
              <a:spLocks/>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1" name="Freeform 13">
              <a:extLst>
                <a:ext uri="{FF2B5EF4-FFF2-40B4-BE49-F238E27FC236}">
                  <a16:creationId xmlns:a16="http://schemas.microsoft.com/office/drawing/2014/main" id="{B4257CD9-B79F-4421-9D00-3C9AEE741AE0}"/>
                </a:ext>
              </a:extLst>
            </p:cNvPr>
            <p:cNvSpPr>
              <a:spLocks/>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2" name="Freeform 14">
              <a:extLst>
                <a:ext uri="{FF2B5EF4-FFF2-40B4-BE49-F238E27FC236}">
                  <a16:creationId xmlns:a16="http://schemas.microsoft.com/office/drawing/2014/main" id="{559954D5-668E-4E7B-BA48-465A78F9B7D2}"/>
                </a:ext>
              </a:extLst>
            </p:cNvPr>
            <p:cNvSpPr>
              <a:spLocks/>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3" name="Freeform 15">
              <a:extLst>
                <a:ext uri="{FF2B5EF4-FFF2-40B4-BE49-F238E27FC236}">
                  <a16:creationId xmlns:a16="http://schemas.microsoft.com/office/drawing/2014/main" id="{B88C8B6F-792D-4201-82DE-7ED7E6CA21F6}"/>
                </a:ext>
              </a:extLst>
            </p:cNvPr>
            <p:cNvSpPr>
              <a:spLocks/>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4" name="Freeform 16">
              <a:extLst>
                <a:ext uri="{FF2B5EF4-FFF2-40B4-BE49-F238E27FC236}">
                  <a16:creationId xmlns:a16="http://schemas.microsoft.com/office/drawing/2014/main" id="{D1DD84FE-F02F-4C10-8B35-EFADFA0CF063}"/>
                </a:ext>
              </a:extLst>
            </p:cNvPr>
            <p:cNvSpPr>
              <a:spLocks/>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5" name="Freeform 17">
              <a:extLst>
                <a:ext uri="{FF2B5EF4-FFF2-40B4-BE49-F238E27FC236}">
                  <a16:creationId xmlns:a16="http://schemas.microsoft.com/office/drawing/2014/main" id="{5FB6CDAC-A9DE-4443-A718-4D972974D7C6}"/>
                </a:ext>
              </a:extLst>
            </p:cNvPr>
            <p:cNvSpPr>
              <a:spLocks/>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6" name="Freeform 18">
              <a:extLst>
                <a:ext uri="{FF2B5EF4-FFF2-40B4-BE49-F238E27FC236}">
                  <a16:creationId xmlns:a16="http://schemas.microsoft.com/office/drawing/2014/main" id="{427400A7-E959-41E3-89BC-21828D30A1A6}"/>
                </a:ext>
              </a:extLst>
            </p:cNvPr>
            <p:cNvSpPr>
              <a:spLocks/>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7" name="Freeform 19">
              <a:extLst>
                <a:ext uri="{FF2B5EF4-FFF2-40B4-BE49-F238E27FC236}">
                  <a16:creationId xmlns:a16="http://schemas.microsoft.com/office/drawing/2014/main" id="{0BC1A98E-76D5-4577-8492-D850B24CB384}"/>
                </a:ext>
              </a:extLst>
            </p:cNvPr>
            <p:cNvSpPr>
              <a:spLocks/>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28" name="Group 20">
              <a:extLst>
                <a:ext uri="{FF2B5EF4-FFF2-40B4-BE49-F238E27FC236}">
                  <a16:creationId xmlns:a16="http://schemas.microsoft.com/office/drawing/2014/main" id="{159B5FAB-2454-4318-AA4F-44954834DF98}"/>
                </a:ext>
              </a:extLst>
            </p:cNvPr>
            <p:cNvGrpSpPr>
              <a:grpSpLocks/>
            </p:cNvGrpSpPr>
            <p:nvPr userDrawn="1"/>
          </p:nvGrpSpPr>
          <p:grpSpPr bwMode="auto">
            <a:xfrm>
              <a:off x="5" y="3490"/>
              <a:ext cx="1124" cy="780"/>
              <a:chOff x="5" y="3490"/>
              <a:chExt cx="1124" cy="780"/>
            </a:xfrm>
          </p:grpSpPr>
          <p:grpSp>
            <p:nvGrpSpPr>
              <p:cNvPr id="8229" name="Group 21">
                <a:extLst>
                  <a:ext uri="{FF2B5EF4-FFF2-40B4-BE49-F238E27FC236}">
                    <a16:creationId xmlns:a16="http://schemas.microsoft.com/office/drawing/2014/main" id="{46AB0024-787B-4A60-9505-B849D2DD8F20}"/>
                  </a:ext>
                </a:extLst>
              </p:cNvPr>
              <p:cNvGrpSpPr>
                <a:grpSpLocks/>
              </p:cNvGrpSpPr>
              <p:nvPr userDrawn="1"/>
            </p:nvGrpSpPr>
            <p:grpSpPr bwMode="auto">
              <a:xfrm>
                <a:off x="499" y="3562"/>
                <a:ext cx="548" cy="708"/>
                <a:chOff x="499" y="3562"/>
                <a:chExt cx="548" cy="708"/>
              </a:xfrm>
            </p:grpSpPr>
            <p:sp>
              <p:nvSpPr>
                <p:cNvPr id="8242" name="Freeform 22">
                  <a:extLst>
                    <a:ext uri="{FF2B5EF4-FFF2-40B4-BE49-F238E27FC236}">
                      <a16:creationId xmlns:a16="http://schemas.microsoft.com/office/drawing/2014/main" id="{8E5A1CD5-3FAF-4566-B521-637590C74EAD}"/>
                    </a:ext>
                  </a:extLst>
                </p:cNvPr>
                <p:cNvSpPr>
                  <a:spLocks/>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3" name="Freeform 23">
                  <a:extLst>
                    <a:ext uri="{FF2B5EF4-FFF2-40B4-BE49-F238E27FC236}">
                      <a16:creationId xmlns:a16="http://schemas.microsoft.com/office/drawing/2014/main" id="{CB429E17-1882-4937-A362-9098BCCED6C6}"/>
                    </a:ext>
                  </a:extLst>
                </p:cNvPr>
                <p:cNvSpPr>
                  <a:spLocks/>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4" name="Freeform 24">
                  <a:extLst>
                    <a:ext uri="{FF2B5EF4-FFF2-40B4-BE49-F238E27FC236}">
                      <a16:creationId xmlns:a16="http://schemas.microsoft.com/office/drawing/2014/main" id="{69F79D1E-3DF1-4840-ABD6-1B338A585384}"/>
                    </a:ext>
                  </a:extLst>
                </p:cNvPr>
                <p:cNvSpPr>
                  <a:spLocks/>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230" name="Freeform 25">
                <a:extLst>
                  <a:ext uri="{FF2B5EF4-FFF2-40B4-BE49-F238E27FC236}">
                    <a16:creationId xmlns:a16="http://schemas.microsoft.com/office/drawing/2014/main" id="{A93FA600-886E-4421-97AF-4EC070B98C24}"/>
                  </a:ext>
                </a:extLst>
              </p:cNvPr>
              <p:cNvSpPr>
                <a:spLocks/>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1" name="Freeform 26">
                <a:extLst>
                  <a:ext uri="{FF2B5EF4-FFF2-40B4-BE49-F238E27FC236}">
                    <a16:creationId xmlns:a16="http://schemas.microsoft.com/office/drawing/2014/main" id="{9377A7AD-1A2C-4A9F-8162-345CA8618DE5}"/>
                  </a:ext>
                </a:extLst>
              </p:cNvPr>
              <p:cNvSpPr>
                <a:spLocks/>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2" name="Freeform 27">
                <a:extLst>
                  <a:ext uri="{FF2B5EF4-FFF2-40B4-BE49-F238E27FC236}">
                    <a16:creationId xmlns:a16="http://schemas.microsoft.com/office/drawing/2014/main" id="{C57BD842-6D61-42AA-B4BB-BDCE306E64E9}"/>
                  </a:ext>
                </a:extLst>
              </p:cNvPr>
              <p:cNvSpPr>
                <a:spLocks/>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33" name="Group 28">
                <a:extLst>
                  <a:ext uri="{FF2B5EF4-FFF2-40B4-BE49-F238E27FC236}">
                    <a16:creationId xmlns:a16="http://schemas.microsoft.com/office/drawing/2014/main" id="{637CE6BF-D00F-43F8-88A9-6E648A8F9C72}"/>
                  </a:ext>
                </a:extLst>
              </p:cNvPr>
              <p:cNvGrpSpPr>
                <a:grpSpLocks/>
              </p:cNvGrpSpPr>
              <p:nvPr userDrawn="1"/>
            </p:nvGrpSpPr>
            <p:grpSpPr bwMode="auto">
              <a:xfrm>
                <a:off x="5" y="3490"/>
                <a:ext cx="1124" cy="678"/>
                <a:chOff x="5" y="3490"/>
                <a:chExt cx="1124" cy="678"/>
              </a:xfrm>
            </p:grpSpPr>
            <p:sp>
              <p:nvSpPr>
                <p:cNvPr id="8234" name="Freeform 29">
                  <a:extLst>
                    <a:ext uri="{FF2B5EF4-FFF2-40B4-BE49-F238E27FC236}">
                      <a16:creationId xmlns:a16="http://schemas.microsoft.com/office/drawing/2014/main" id="{586A4009-34BB-4A52-A39D-0471EA4F5904}"/>
                    </a:ext>
                  </a:extLst>
                </p:cNvPr>
                <p:cNvSpPr>
                  <a:spLocks/>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5" name="Freeform 30">
                  <a:extLst>
                    <a:ext uri="{FF2B5EF4-FFF2-40B4-BE49-F238E27FC236}">
                      <a16:creationId xmlns:a16="http://schemas.microsoft.com/office/drawing/2014/main" id="{8715B963-0062-4643-8FC6-BA9EFF5122E1}"/>
                    </a:ext>
                  </a:extLst>
                </p:cNvPr>
                <p:cNvSpPr>
                  <a:spLocks/>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6" name="Freeform 31">
                  <a:extLst>
                    <a:ext uri="{FF2B5EF4-FFF2-40B4-BE49-F238E27FC236}">
                      <a16:creationId xmlns:a16="http://schemas.microsoft.com/office/drawing/2014/main" id="{A3696554-F9EC-4C3D-A03B-54EC1F219294}"/>
                    </a:ext>
                  </a:extLst>
                </p:cNvPr>
                <p:cNvSpPr>
                  <a:spLocks/>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7" name="Freeform 32">
                  <a:extLst>
                    <a:ext uri="{FF2B5EF4-FFF2-40B4-BE49-F238E27FC236}">
                      <a16:creationId xmlns:a16="http://schemas.microsoft.com/office/drawing/2014/main" id="{091DF6ED-F0B1-480B-80AE-BE5D5446C2C0}"/>
                    </a:ext>
                  </a:extLst>
                </p:cNvPr>
                <p:cNvSpPr>
                  <a:spLocks/>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8" name="Freeform 33">
                  <a:extLst>
                    <a:ext uri="{FF2B5EF4-FFF2-40B4-BE49-F238E27FC236}">
                      <a16:creationId xmlns:a16="http://schemas.microsoft.com/office/drawing/2014/main" id="{21C65446-1852-4672-93C2-51135894C722}"/>
                    </a:ext>
                  </a:extLst>
                </p:cNvPr>
                <p:cNvSpPr>
                  <a:spLocks/>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9" name="Freeform 34">
                  <a:extLst>
                    <a:ext uri="{FF2B5EF4-FFF2-40B4-BE49-F238E27FC236}">
                      <a16:creationId xmlns:a16="http://schemas.microsoft.com/office/drawing/2014/main" id="{9CDCDE48-F996-4714-8BED-CB6745D207AA}"/>
                    </a:ext>
                  </a:extLst>
                </p:cNvPr>
                <p:cNvSpPr>
                  <a:spLocks/>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0" name="Freeform 35">
                  <a:extLst>
                    <a:ext uri="{FF2B5EF4-FFF2-40B4-BE49-F238E27FC236}">
                      <a16:creationId xmlns:a16="http://schemas.microsoft.com/office/drawing/2014/main" id="{B68A536A-9B9D-49E8-B20E-B876048F277E}"/>
                    </a:ext>
                  </a:extLst>
                </p:cNvPr>
                <p:cNvSpPr>
                  <a:spLocks/>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1" name="Freeform 36">
                  <a:extLst>
                    <a:ext uri="{FF2B5EF4-FFF2-40B4-BE49-F238E27FC236}">
                      <a16:creationId xmlns:a16="http://schemas.microsoft.com/office/drawing/2014/main" id="{2FB4B16A-DF9A-40F4-82A8-3BD733DDEC24}"/>
                    </a:ext>
                  </a:extLst>
                </p:cNvPr>
                <p:cNvSpPr>
                  <a:spLocks/>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nvGrpSpPr>
          <p:cNvPr id="8203" name="Group 37">
            <a:extLst>
              <a:ext uri="{FF2B5EF4-FFF2-40B4-BE49-F238E27FC236}">
                <a16:creationId xmlns:a16="http://schemas.microsoft.com/office/drawing/2014/main" id="{C2C097F2-7FF4-4ABF-AF26-6909246151A4}"/>
              </a:ext>
            </a:extLst>
          </p:cNvPr>
          <p:cNvGrpSpPr>
            <a:grpSpLocks/>
          </p:cNvGrpSpPr>
          <p:nvPr/>
        </p:nvGrpSpPr>
        <p:grpSpPr bwMode="auto">
          <a:xfrm>
            <a:off x="8680450" y="2116138"/>
            <a:ext cx="385763" cy="4308475"/>
            <a:chOff x="5468" y="1333"/>
            <a:chExt cx="243" cy="2714"/>
          </a:xfrm>
        </p:grpSpPr>
        <p:sp>
          <p:nvSpPr>
            <p:cNvPr id="8217" name="Freeform 38">
              <a:extLst>
                <a:ext uri="{FF2B5EF4-FFF2-40B4-BE49-F238E27FC236}">
                  <a16:creationId xmlns:a16="http://schemas.microsoft.com/office/drawing/2014/main" id="{6765839D-BC02-4093-838E-0E555A8E9AC5}"/>
                </a:ext>
              </a:extLst>
            </p:cNvPr>
            <p:cNvSpPr>
              <a:spLocks/>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8" name="Freeform 39">
              <a:extLst>
                <a:ext uri="{FF2B5EF4-FFF2-40B4-BE49-F238E27FC236}">
                  <a16:creationId xmlns:a16="http://schemas.microsoft.com/office/drawing/2014/main" id="{C77938F1-698D-45AE-8B2C-6C882561E0D7}"/>
                </a:ext>
              </a:extLst>
            </p:cNvPr>
            <p:cNvSpPr>
              <a:spLocks/>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204" name="Group 40">
            <a:extLst>
              <a:ext uri="{FF2B5EF4-FFF2-40B4-BE49-F238E27FC236}">
                <a16:creationId xmlns:a16="http://schemas.microsoft.com/office/drawing/2014/main" id="{C1B0B3CE-DA18-453B-843E-6EFCE75C2393}"/>
              </a:ext>
            </a:extLst>
          </p:cNvPr>
          <p:cNvGrpSpPr>
            <a:grpSpLocks/>
          </p:cNvGrpSpPr>
          <p:nvPr/>
        </p:nvGrpSpPr>
        <p:grpSpPr bwMode="auto">
          <a:xfrm>
            <a:off x="7318375" y="90488"/>
            <a:ext cx="2133600" cy="1911350"/>
            <a:chOff x="4610" y="57"/>
            <a:chExt cx="1344" cy="1204"/>
          </a:xfrm>
        </p:grpSpPr>
        <p:grpSp>
          <p:nvGrpSpPr>
            <p:cNvPr id="8205" name="Group 41">
              <a:extLst>
                <a:ext uri="{FF2B5EF4-FFF2-40B4-BE49-F238E27FC236}">
                  <a16:creationId xmlns:a16="http://schemas.microsoft.com/office/drawing/2014/main" id="{0518E6EE-D1E0-4C12-9D95-E5705972C085}"/>
                </a:ext>
              </a:extLst>
            </p:cNvPr>
            <p:cNvGrpSpPr>
              <a:grpSpLocks/>
            </p:cNvGrpSpPr>
            <p:nvPr userDrawn="1"/>
          </p:nvGrpSpPr>
          <p:grpSpPr bwMode="auto">
            <a:xfrm>
              <a:off x="4610" y="57"/>
              <a:ext cx="1344" cy="1204"/>
              <a:chOff x="4610" y="57"/>
              <a:chExt cx="1344" cy="1204"/>
            </a:xfrm>
          </p:grpSpPr>
          <p:sp>
            <p:nvSpPr>
              <p:cNvPr id="8207" name="Freeform 42">
                <a:extLst>
                  <a:ext uri="{FF2B5EF4-FFF2-40B4-BE49-F238E27FC236}">
                    <a16:creationId xmlns:a16="http://schemas.microsoft.com/office/drawing/2014/main" id="{CB4BC33A-7ED7-4511-954E-0F2B3A2810D8}"/>
                  </a:ext>
                </a:extLst>
              </p:cNvPr>
              <p:cNvSpPr>
                <a:spLocks/>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08" name="Group 43">
                <a:extLst>
                  <a:ext uri="{FF2B5EF4-FFF2-40B4-BE49-F238E27FC236}">
                    <a16:creationId xmlns:a16="http://schemas.microsoft.com/office/drawing/2014/main" id="{A09BA5C8-C5AB-44F5-A2D9-678EE5EBBAA2}"/>
                  </a:ext>
                </a:extLst>
              </p:cNvPr>
              <p:cNvGrpSpPr>
                <a:grpSpLocks/>
              </p:cNvGrpSpPr>
              <p:nvPr userDrawn="1"/>
            </p:nvGrpSpPr>
            <p:grpSpPr bwMode="auto">
              <a:xfrm>
                <a:off x="4610" y="57"/>
                <a:ext cx="1344" cy="985"/>
                <a:chOff x="4610" y="57"/>
                <a:chExt cx="1344" cy="985"/>
              </a:xfrm>
            </p:grpSpPr>
            <p:sp>
              <p:nvSpPr>
                <p:cNvPr id="8209" name="Freeform 44">
                  <a:extLst>
                    <a:ext uri="{FF2B5EF4-FFF2-40B4-BE49-F238E27FC236}">
                      <a16:creationId xmlns:a16="http://schemas.microsoft.com/office/drawing/2014/main" id="{E2A08B59-D928-4024-8E79-1DB6495B9BDF}"/>
                    </a:ext>
                  </a:extLst>
                </p:cNvPr>
                <p:cNvSpPr>
                  <a:spLocks/>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0" name="Freeform 45">
                  <a:extLst>
                    <a:ext uri="{FF2B5EF4-FFF2-40B4-BE49-F238E27FC236}">
                      <a16:creationId xmlns:a16="http://schemas.microsoft.com/office/drawing/2014/main" id="{CABE9E6E-E364-4352-8D96-02F8BD745476}"/>
                    </a:ext>
                  </a:extLst>
                </p:cNvPr>
                <p:cNvSpPr>
                  <a:spLocks/>
                </p:cNvSpPr>
                <p:nvPr userDrawn="1"/>
              </p:nvSpPr>
              <p:spPr bwMode="auto">
                <a:xfrm rot="-3172564">
                  <a:off x="5052" y="328"/>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1" name="Freeform 46">
                  <a:extLst>
                    <a:ext uri="{FF2B5EF4-FFF2-40B4-BE49-F238E27FC236}">
                      <a16:creationId xmlns:a16="http://schemas.microsoft.com/office/drawing/2014/main" id="{5A129877-261F-451B-992F-98B8DFF0F035}"/>
                    </a:ext>
                  </a:extLst>
                </p:cNvPr>
                <p:cNvSpPr>
                  <a:spLocks/>
                </p:cNvSpPr>
                <p:nvPr userDrawn="1"/>
              </p:nvSpPr>
              <p:spPr bwMode="auto">
                <a:xfrm rot="-3172564">
                  <a:off x="4862" y="178"/>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2" name="Freeform 47">
                  <a:extLst>
                    <a:ext uri="{FF2B5EF4-FFF2-40B4-BE49-F238E27FC236}">
                      <a16:creationId xmlns:a16="http://schemas.microsoft.com/office/drawing/2014/main" id="{5861244F-D522-4A9C-805E-D6F870751B77}"/>
                    </a:ext>
                  </a:extLst>
                </p:cNvPr>
                <p:cNvSpPr>
                  <a:spLocks/>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3" name="Freeform 48">
                  <a:extLst>
                    <a:ext uri="{FF2B5EF4-FFF2-40B4-BE49-F238E27FC236}">
                      <a16:creationId xmlns:a16="http://schemas.microsoft.com/office/drawing/2014/main" id="{A980B5D8-73AB-43D4-8505-26D70E3E2660}"/>
                    </a:ext>
                  </a:extLst>
                </p:cNvPr>
                <p:cNvSpPr>
                  <a:spLocks/>
                </p:cNvSpPr>
                <p:nvPr userDrawn="1"/>
              </p:nvSpPr>
              <p:spPr bwMode="auto">
                <a:xfrm rot="-3172564">
                  <a:off x="5301" y="893"/>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4" name="Freeform 49">
                  <a:extLst>
                    <a:ext uri="{FF2B5EF4-FFF2-40B4-BE49-F238E27FC236}">
                      <a16:creationId xmlns:a16="http://schemas.microsoft.com/office/drawing/2014/main" id="{5F4CA6CF-5A95-47AE-B04F-3379D9EAF792}"/>
                    </a:ext>
                  </a:extLst>
                </p:cNvPr>
                <p:cNvSpPr>
                  <a:spLocks/>
                </p:cNvSpPr>
                <p:nvPr userDrawn="1"/>
              </p:nvSpPr>
              <p:spPr bwMode="auto">
                <a:xfrm rot="-3172564">
                  <a:off x="5253" y="802"/>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5" name="Freeform 50">
                  <a:extLst>
                    <a:ext uri="{FF2B5EF4-FFF2-40B4-BE49-F238E27FC236}">
                      <a16:creationId xmlns:a16="http://schemas.microsoft.com/office/drawing/2014/main" id="{5D8AC654-C3ED-42B3-B669-B3CF0E68E321}"/>
                    </a:ext>
                  </a:extLst>
                </p:cNvPr>
                <p:cNvSpPr>
                  <a:spLocks/>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6" name="Freeform 51">
                  <a:extLst>
                    <a:ext uri="{FF2B5EF4-FFF2-40B4-BE49-F238E27FC236}">
                      <a16:creationId xmlns:a16="http://schemas.microsoft.com/office/drawing/2014/main" id="{21774701-7D62-441C-8C24-BD1AD443F801}"/>
                    </a:ext>
                  </a:extLst>
                </p:cNvPr>
                <p:cNvSpPr>
                  <a:spLocks/>
                </p:cNvSpPr>
                <p:nvPr userDrawn="1"/>
              </p:nvSpPr>
              <p:spPr bwMode="auto">
                <a:xfrm rot="-3172564">
                  <a:off x="4951" y="138"/>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8206" name="Line 52">
              <a:extLst>
                <a:ext uri="{FF2B5EF4-FFF2-40B4-BE49-F238E27FC236}">
                  <a16:creationId xmlns:a16="http://schemas.microsoft.com/office/drawing/2014/main" id="{2871BD77-40A9-4E22-8F27-CC26C2A1EBC7}"/>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4785" r:id="rId1"/>
    <p:sldLayoutId id="2147484786" r:id="rId2"/>
    <p:sldLayoutId id="2147484787" r:id="rId3"/>
    <p:sldLayoutId id="2147484788" r:id="rId4"/>
    <p:sldLayoutId id="2147484789" r:id="rId5"/>
    <p:sldLayoutId id="2147484790" r:id="rId6"/>
    <p:sldLayoutId id="2147484791" r:id="rId7"/>
    <p:sldLayoutId id="2147484792" r:id="rId8"/>
    <p:sldLayoutId id="2147484793" r:id="rId9"/>
    <p:sldLayoutId id="2147484794" r:id="rId10"/>
    <p:sldLayoutId id="2147484795" r:id="rId11"/>
    <p:sldLayoutId id="2147484796" r:id="rId12"/>
    <p:sldLayoutId id="2147484797" r:id="rId13"/>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Freeform 2">
            <a:extLst>
              <a:ext uri="{FF2B5EF4-FFF2-40B4-BE49-F238E27FC236}">
                <a16:creationId xmlns:a16="http://schemas.microsoft.com/office/drawing/2014/main" id="{D5E3C3DD-EB4D-44F8-AA46-33FDFCBC673C}"/>
              </a:ext>
            </a:extLst>
          </p:cNvPr>
          <p:cNvSpPr>
            <a:spLocks/>
          </p:cNvSpPr>
          <p:nvPr/>
        </p:nvSpPr>
        <p:spPr bwMode="auto">
          <a:xfrm rot="-3172564">
            <a:off x="7777957" y="-15081"/>
            <a:ext cx="1162050" cy="2084387"/>
          </a:xfrm>
          <a:custGeom>
            <a:avLst/>
            <a:gdLst>
              <a:gd name="T0" fmla="*/ 2147483647 w 2903"/>
              <a:gd name="T1" fmla="*/ 2147483647 h 3686"/>
              <a:gd name="T2" fmla="*/ 2147483647 w 2903"/>
              <a:gd name="T3" fmla="*/ 2147483647 h 3686"/>
              <a:gd name="T4" fmla="*/ 2147483647 w 2903"/>
              <a:gd name="T5" fmla="*/ 0 h 3686"/>
              <a:gd name="T6" fmla="*/ 2147483647 w 2903"/>
              <a:gd name="T7" fmla="*/ 2147483647 h 3686"/>
              <a:gd name="T8" fmla="*/ 2147483647 w 2903"/>
              <a:gd name="T9" fmla="*/ 2147483647 h 3686"/>
              <a:gd name="T10" fmla="*/ 0 w 2903"/>
              <a:gd name="T11" fmla="*/ 2147483647 h 3686"/>
              <a:gd name="T12" fmla="*/ 2147483647 w 2903"/>
              <a:gd name="T13" fmla="*/ 2147483647 h 3686"/>
              <a:gd name="T14" fmla="*/ 2147483647 w 2903"/>
              <a:gd name="T15" fmla="*/ 2147483647 h 3686"/>
              <a:gd name="T16" fmla="*/ 2147483647 w 2903"/>
              <a:gd name="T17" fmla="*/ 2147483647 h 3686"/>
              <a:gd name="T18" fmla="*/ 2147483647 w 2903"/>
              <a:gd name="T19" fmla="*/ 2147483647 h 3686"/>
              <a:gd name="T20" fmla="*/ 2147483647 w 2903"/>
              <a:gd name="T21" fmla="*/ 2147483647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19" name="Rectangle 3">
            <a:extLst>
              <a:ext uri="{FF2B5EF4-FFF2-40B4-BE49-F238E27FC236}">
                <a16:creationId xmlns:a16="http://schemas.microsoft.com/office/drawing/2014/main" id="{9C9CC50A-7CFA-4A87-92BA-DE20F87EF4D0}"/>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9220" name="Rectangle 4">
            <a:extLst>
              <a:ext uri="{FF2B5EF4-FFF2-40B4-BE49-F238E27FC236}">
                <a16:creationId xmlns:a16="http://schemas.microsoft.com/office/drawing/2014/main" id="{F3776249-4664-4A1C-AB94-727494F3E10A}"/>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F51A0D1F-EE16-495A-89F1-7080CC6DD4A9}"/>
              </a:ext>
            </a:extLst>
          </p:cNvPr>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endParaRPr lang="en-US" altLang="zh-CN"/>
          </a:p>
        </p:txBody>
      </p:sp>
      <p:sp>
        <p:nvSpPr>
          <p:cNvPr id="4102" name="Rectangle 6">
            <a:extLst>
              <a:ext uri="{FF2B5EF4-FFF2-40B4-BE49-F238E27FC236}">
                <a16:creationId xmlns:a16="http://schemas.microsoft.com/office/drawing/2014/main" id="{37B0B778-B0FC-48D1-9207-A169AF6EC4D0}"/>
              </a:ext>
            </a:extLst>
          </p:cNvPr>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r>
              <a:rPr lang="zh-CN" altLang="en-US"/>
              <a:t>自动化学院测量科学与仪器系</a:t>
            </a:r>
            <a:endParaRPr lang="en-US" altLang="zh-CN"/>
          </a:p>
        </p:txBody>
      </p:sp>
      <p:sp>
        <p:nvSpPr>
          <p:cNvPr id="4103" name="Rectangle 7">
            <a:extLst>
              <a:ext uri="{FF2B5EF4-FFF2-40B4-BE49-F238E27FC236}">
                <a16:creationId xmlns:a16="http://schemas.microsoft.com/office/drawing/2014/main" id="{423C378F-831C-4A6F-90CE-FD1986D504D1}"/>
              </a:ext>
            </a:extLst>
          </p:cNvPr>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kumimoji="0" sz="1400">
                <a:solidFill>
                  <a:srgbClr val="000000"/>
                </a:solidFill>
                <a:latin typeface="Comic Sans MS" panose="030F0702030302020204" pitchFamily="66" charset="0"/>
                <a:ea typeface="宋体" panose="02010600030101010101" pitchFamily="2" charset="-122"/>
              </a:defRPr>
            </a:lvl1pPr>
          </a:lstStyle>
          <a:p>
            <a:fld id="{F9FCB660-07EC-4F9F-B855-6CD62D8359AE}" type="slidenum">
              <a:rPr lang="en-US" altLang="zh-CN"/>
              <a:pPr/>
              <a:t>‹#›</a:t>
            </a:fld>
            <a:endParaRPr lang="en-US" altLang="zh-CN"/>
          </a:p>
        </p:txBody>
      </p:sp>
      <p:sp>
        <p:nvSpPr>
          <p:cNvPr id="9224" name="Freeform 8">
            <a:extLst>
              <a:ext uri="{FF2B5EF4-FFF2-40B4-BE49-F238E27FC236}">
                <a16:creationId xmlns:a16="http://schemas.microsoft.com/office/drawing/2014/main" id="{7D4EB6F4-EFB4-41ED-81BE-292DCE8F02C9}"/>
              </a:ext>
            </a:extLst>
          </p:cNvPr>
          <p:cNvSpPr>
            <a:spLocks/>
          </p:cNvSpPr>
          <p:nvPr/>
        </p:nvSpPr>
        <p:spPr bwMode="auto">
          <a:xfrm rot="-3172564">
            <a:off x="7865269" y="24607"/>
            <a:ext cx="1165225" cy="2097087"/>
          </a:xfrm>
          <a:custGeom>
            <a:avLst/>
            <a:gdLst>
              <a:gd name="T0" fmla="*/ 2147483647 w 2911"/>
              <a:gd name="T1" fmla="*/ 0 h 3703"/>
              <a:gd name="T2" fmla="*/ 2147483647 w 2911"/>
              <a:gd name="T3" fmla="*/ 2147483647 h 3703"/>
              <a:gd name="T4" fmla="*/ 2147483647 w 2911"/>
              <a:gd name="T5" fmla="*/ 2147483647 h 3703"/>
              <a:gd name="T6" fmla="*/ 0 w 2911"/>
              <a:gd name="T7" fmla="*/ 2147483647 h 3703"/>
              <a:gd name="T8" fmla="*/ 2147483647 w 2911"/>
              <a:gd name="T9" fmla="*/ 2147483647 h 3703"/>
              <a:gd name="T10" fmla="*/ 2147483647 w 2911"/>
              <a:gd name="T11" fmla="*/ 2147483647 h 3703"/>
              <a:gd name="T12" fmla="*/ 2147483647 w 2911"/>
              <a:gd name="T13" fmla="*/ 2147483647 h 3703"/>
              <a:gd name="T14" fmla="*/ 2147483647 w 2911"/>
              <a:gd name="T15" fmla="*/ 2147483647 h 3703"/>
              <a:gd name="T16" fmla="*/ 2147483647 w 2911"/>
              <a:gd name="T17" fmla="*/ 2147483647 h 3703"/>
              <a:gd name="T18" fmla="*/ 2147483647 w 2911"/>
              <a:gd name="T19" fmla="*/ 0 h 3703"/>
              <a:gd name="T20" fmla="*/ 2147483647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5" name="Freeform 9">
            <a:extLst>
              <a:ext uri="{FF2B5EF4-FFF2-40B4-BE49-F238E27FC236}">
                <a16:creationId xmlns:a16="http://schemas.microsoft.com/office/drawing/2014/main" id="{CB7DB5F1-558E-4827-A9CA-913167A7060C}"/>
              </a:ext>
            </a:extLst>
          </p:cNvPr>
          <p:cNvSpPr>
            <a:spLocks/>
          </p:cNvSpPr>
          <p:nvPr/>
        </p:nvSpPr>
        <p:spPr bwMode="auto">
          <a:xfrm rot="-3172564">
            <a:off x="7831138" y="192088"/>
            <a:ext cx="1025525" cy="1571625"/>
          </a:xfrm>
          <a:custGeom>
            <a:avLst/>
            <a:gdLst>
              <a:gd name="T0" fmla="*/ 0 w 2561"/>
              <a:gd name="T1" fmla="*/ 2147483647 h 2777"/>
              <a:gd name="T2" fmla="*/ 2147483647 w 2561"/>
              <a:gd name="T3" fmla="*/ 2147483647 h 2777"/>
              <a:gd name="T4" fmla="*/ 2147483647 w 2561"/>
              <a:gd name="T5" fmla="*/ 2147483647 h 2777"/>
              <a:gd name="T6" fmla="*/ 2147483647 w 2561"/>
              <a:gd name="T7" fmla="*/ 2147483647 h 2777"/>
              <a:gd name="T8" fmla="*/ 2147483647 w 2561"/>
              <a:gd name="T9" fmla="*/ 2147483647 h 2777"/>
              <a:gd name="T10" fmla="*/ 2147483647 w 2561"/>
              <a:gd name="T11" fmla="*/ 0 h 2777"/>
              <a:gd name="T12" fmla="*/ 0 w 2561"/>
              <a:gd name="T13" fmla="*/ 2147483647 h 2777"/>
              <a:gd name="T14" fmla="*/ 0 w 2561"/>
              <a:gd name="T15" fmla="*/ 2147483647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26" name="Group 10">
            <a:extLst>
              <a:ext uri="{FF2B5EF4-FFF2-40B4-BE49-F238E27FC236}">
                <a16:creationId xmlns:a16="http://schemas.microsoft.com/office/drawing/2014/main" id="{3D43FB2D-2E7D-4E93-8B4E-223F6E82E029}"/>
              </a:ext>
            </a:extLst>
          </p:cNvPr>
          <p:cNvGrpSpPr>
            <a:grpSpLocks/>
          </p:cNvGrpSpPr>
          <p:nvPr/>
        </p:nvGrpSpPr>
        <p:grpSpPr bwMode="auto">
          <a:xfrm>
            <a:off x="7938" y="5540375"/>
            <a:ext cx="1784350" cy="1246188"/>
            <a:chOff x="5" y="3490"/>
            <a:chExt cx="1124" cy="785"/>
          </a:xfrm>
        </p:grpSpPr>
        <p:sp>
          <p:nvSpPr>
            <p:cNvPr id="9243" name="Freeform 11">
              <a:extLst>
                <a:ext uri="{FF2B5EF4-FFF2-40B4-BE49-F238E27FC236}">
                  <a16:creationId xmlns:a16="http://schemas.microsoft.com/office/drawing/2014/main" id="{6C596F3D-44D6-4228-9C6A-F4955B620DB8}"/>
                </a:ext>
              </a:extLst>
            </p:cNvPr>
            <p:cNvSpPr>
              <a:spLocks/>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4" name="Freeform 12">
              <a:extLst>
                <a:ext uri="{FF2B5EF4-FFF2-40B4-BE49-F238E27FC236}">
                  <a16:creationId xmlns:a16="http://schemas.microsoft.com/office/drawing/2014/main" id="{FCD946C6-DBB4-4FE7-9FAF-C4BD11F2E77A}"/>
                </a:ext>
              </a:extLst>
            </p:cNvPr>
            <p:cNvSpPr>
              <a:spLocks/>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5" name="Freeform 13">
              <a:extLst>
                <a:ext uri="{FF2B5EF4-FFF2-40B4-BE49-F238E27FC236}">
                  <a16:creationId xmlns:a16="http://schemas.microsoft.com/office/drawing/2014/main" id="{5850C77C-F150-449E-B535-5D66B49BFF02}"/>
                </a:ext>
              </a:extLst>
            </p:cNvPr>
            <p:cNvSpPr>
              <a:spLocks/>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6" name="Freeform 14">
              <a:extLst>
                <a:ext uri="{FF2B5EF4-FFF2-40B4-BE49-F238E27FC236}">
                  <a16:creationId xmlns:a16="http://schemas.microsoft.com/office/drawing/2014/main" id="{7225BB22-3D1E-4C5A-9FA1-5BA25FF38934}"/>
                </a:ext>
              </a:extLst>
            </p:cNvPr>
            <p:cNvSpPr>
              <a:spLocks/>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7" name="Freeform 15">
              <a:extLst>
                <a:ext uri="{FF2B5EF4-FFF2-40B4-BE49-F238E27FC236}">
                  <a16:creationId xmlns:a16="http://schemas.microsoft.com/office/drawing/2014/main" id="{72462788-0879-4E32-92D6-6DB254A2F2EC}"/>
                </a:ext>
              </a:extLst>
            </p:cNvPr>
            <p:cNvSpPr>
              <a:spLocks/>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8" name="Freeform 16">
              <a:extLst>
                <a:ext uri="{FF2B5EF4-FFF2-40B4-BE49-F238E27FC236}">
                  <a16:creationId xmlns:a16="http://schemas.microsoft.com/office/drawing/2014/main" id="{735B53D7-ED5A-49F9-8397-CBFCEEBEB19B}"/>
                </a:ext>
              </a:extLst>
            </p:cNvPr>
            <p:cNvSpPr>
              <a:spLocks/>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9" name="Freeform 17">
              <a:extLst>
                <a:ext uri="{FF2B5EF4-FFF2-40B4-BE49-F238E27FC236}">
                  <a16:creationId xmlns:a16="http://schemas.microsoft.com/office/drawing/2014/main" id="{9197793C-8B50-4CA8-927D-F76207D36B3C}"/>
                </a:ext>
              </a:extLst>
            </p:cNvPr>
            <p:cNvSpPr>
              <a:spLocks/>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50" name="Freeform 18">
              <a:extLst>
                <a:ext uri="{FF2B5EF4-FFF2-40B4-BE49-F238E27FC236}">
                  <a16:creationId xmlns:a16="http://schemas.microsoft.com/office/drawing/2014/main" id="{15D88FEC-571D-4568-B8DD-701FAF9A0CDE}"/>
                </a:ext>
              </a:extLst>
            </p:cNvPr>
            <p:cNvSpPr>
              <a:spLocks/>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51" name="Freeform 19">
              <a:extLst>
                <a:ext uri="{FF2B5EF4-FFF2-40B4-BE49-F238E27FC236}">
                  <a16:creationId xmlns:a16="http://schemas.microsoft.com/office/drawing/2014/main" id="{805AE474-8869-4142-8768-62BF8AB4111E}"/>
                </a:ext>
              </a:extLst>
            </p:cNvPr>
            <p:cNvSpPr>
              <a:spLocks/>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52" name="Group 20">
              <a:extLst>
                <a:ext uri="{FF2B5EF4-FFF2-40B4-BE49-F238E27FC236}">
                  <a16:creationId xmlns:a16="http://schemas.microsoft.com/office/drawing/2014/main" id="{6C7E28CA-12AD-49F4-BF1B-77515037493E}"/>
                </a:ext>
              </a:extLst>
            </p:cNvPr>
            <p:cNvGrpSpPr>
              <a:grpSpLocks/>
            </p:cNvGrpSpPr>
            <p:nvPr userDrawn="1"/>
          </p:nvGrpSpPr>
          <p:grpSpPr bwMode="auto">
            <a:xfrm>
              <a:off x="5" y="3490"/>
              <a:ext cx="1124" cy="780"/>
              <a:chOff x="5" y="3490"/>
              <a:chExt cx="1124" cy="780"/>
            </a:xfrm>
          </p:grpSpPr>
          <p:grpSp>
            <p:nvGrpSpPr>
              <p:cNvPr id="9253" name="Group 21">
                <a:extLst>
                  <a:ext uri="{FF2B5EF4-FFF2-40B4-BE49-F238E27FC236}">
                    <a16:creationId xmlns:a16="http://schemas.microsoft.com/office/drawing/2014/main" id="{052BB51D-0483-4015-AC36-715D56C9A274}"/>
                  </a:ext>
                </a:extLst>
              </p:cNvPr>
              <p:cNvGrpSpPr>
                <a:grpSpLocks/>
              </p:cNvGrpSpPr>
              <p:nvPr userDrawn="1"/>
            </p:nvGrpSpPr>
            <p:grpSpPr bwMode="auto">
              <a:xfrm>
                <a:off x="499" y="3562"/>
                <a:ext cx="548" cy="708"/>
                <a:chOff x="499" y="3562"/>
                <a:chExt cx="548" cy="708"/>
              </a:xfrm>
            </p:grpSpPr>
            <p:sp>
              <p:nvSpPr>
                <p:cNvPr id="9266" name="Freeform 22">
                  <a:extLst>
                    <a:ext uri="{FF2B5EF4-FFF2-40B4-BE49-F238E27FC236}">
                      <a16:creationId xmlns:a16="http://schemas.microsoft.com/office/drawing/2014/main" id="{4DA7C706-BD37-4BBA-A3EB-0035E458FFDC}"/>
                    </a:ext>
                  </a:extLst>
                </p:cNvPr>
                <p:cNvSpPr>
                  <a:spLocks/>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7" name="Freeform 23">
                  <a:extLst>
                    <a:ext uri="{FF2B5EF4-FFF2-40B4-BE49-F238E27FC236}">
                      <a16:creationId xmlns:a16="http://schemas.microsoft.com/office/drawing/2014/main" id="{0164294B-3B25-4AC5-9E23-00AA0286044D}"/>
                    </a:ext>
                  </a:extLst>
                </p:cNvPr>
                <p:cNvSpPr>
                  <a:spLocks/>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8" name="Freeform 24">
                  <a:extLst>
                    <a:ext uri="{FF2B5EF4-FFF2-40B4-BE49-F238E27FC236}">
                      <a16:creationId xmlns:a16="http://schemas.microsoft.com/office/drawing/2014/main" id="{CC1A20D4-D947-4183-A990-B75C8C7BF2A7}"/>
                    </a:ext>
                  </a:extLst>
                </p:cNvPr>
                <p:cNvSpPr>
                  <a:spLocks/>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254" name="Freeform 25">
                <a:extLst>
                  <a:ext uri="{FF2B5EF4-FFF2-40B4-BE49-F238E27FC236}">
                    <a16:creationId xmlns:a16="http://schemas.microsoft.com/office/drawing/2014/main" id="{E5919CB3-7089-4A12-88A2-3BB0BCD4A4CF}"/>
                  </a:ext>
                </a:extLst>
              </p:cNvPr>
              <p:cNvSpPr>
                <a:spLocks/>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55" name="Freeform 26">
                <a:extLst>
                  <a:ext uri="{FF2B5EF4-FFF2-40B4-BE49-F238E27FC236}">
                    <a16:creationId xmlns:a16="http://schemas.microsoft.com/office/drawing/2014/main" id="{FCD14AED-4B1A-40A0-8ADF-F62724C0BE3C}"/>
                  </a:ext>
                </a:extLst>
              </p:cNvPr>
              <p:cNvSpPr>
                <a:spLocks/>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56" name="Freeform 27">
                <a:extLst>
                  <a:ext uri="{FF2B5EF4-FFF2-40B4-BE49-F238E27FC236}">
                    <a16:creationId xmlns:a16="http://schemas.microsoft.com/office/drawing/2014/main" id="{0383DFE4-949F-447A-8782-C972A927862A}"/>
                  </a:ext>
                </a:extLst>
              </p:cNvPr>
              <p:cNvSpPr>
                <a:spLocks/>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57" name="Group 28">
                <a:extLst>
                  <a:ext uri="{FF2B5EF4-FFF2-40B4-BE49-F238E27FC236}">
                    <a16:creationId xmlns:a16="http://schemas.microsoft.com/office/drawing/2014/main" id="{DAF8B16D-57C3-4F0A-A3D2-27842F77E487}"/>
                  </a:ext>
                </a:extLst>
              </p:cNvPr>
              <p:cNvGrpSpPr>
                <a:grpSpLocks/>
              </p:cNvGrpSpPr>
              <p:nvPr userDrawn="1"/>
            </p:nvGrpSpPr>
            <p:grpSpPr bwMode="auto">
              <a:xfrm>
                <a:off x="5" y="3490"/>
                <a:ext cx="1124" cy="678"/>
                <a:chOff x="5" y="3490"/>
                <a:chExt cx="1124" cy="678"/>
              </a:xfrm>
            </p:grpSpPr>
            <p:sp>
              <p:nvSpPr>
                <p:cNvPr id="9258" name="Freeform 29">
                  <a:extLst>
                    <a:ext uri="{FF2B5EF4-FFF2-40B4-BE49-F238E27FC236}">
                      <a16:creationId xmlns:a16="http://schemas.microsoft.com/office/drawing/2014/main" id="{31EA8EBA-FEDB-44C2-81E6-A289FD9FD819}"/>
                    </a:ext>
                  </a:extLst>
                </p:cNvPr>
                <p:cNvSpPr>
                  <a:spLocks/>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59" name="Freeform 30">
                  <a:extLst>
                    <a:ext uri="{FF2B5EF4-FFF2-40B4-BE49-F238E27FC236}">
                      <a16:creationId xmlns:a16="http://schemas.microsoft.com/office/drawing/2014/main" id="{BE5B054D-7F0C-41DA-8792-8AC6204AF9E4}"/>
                    </a:ext>
                  </a:extLst>
                </p:cNvPr>
                <p:cNvSpPr>
                  <a:spLocks/>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0" name="Freeform 31">
                  <a:extLst>
                    <a:ext uri="{FF2B5EF4-FFF2-40B4-BE49-F238E27FC236}">
                      <a16:creationId xmlns:a16="http://schemas.microsoft.com/office/drawing/2014/main" id="{1A7EF838-9228-4DEA-9CA9-7C6BAB79B711}"/>
                    </a:ext>
                  </a:extLst>
                </p:cNvPr>
                <p:cNvSpPr>
                  <a:spLocks/>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1" name="Freeform 32">
                  <a:extLst>
                    <a:ext uri="{FF2B5EF4-FFF2-40B4-BE49-F238E27FC236}">
                      <a16:creationId xmlns:a16="http://schemas.microsoft.com/office/drawing/2014/main" id="{04DF50A0-58F9-4445-B788-CE212A5C1467}"/>
                    </a:ext>
                  </a:extLst>
                </p:cNvPr>
                <p:cNvSpPr>
                  <a:spLocks/>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2" name="Freeform 33">
                  <a:extLst>
                    <a:ext uri="{FF2B5EF4-FFF2-40B4-BE49-F238E27FC236}">
                      <a16:creationId xmlns:a16="http://schemas.microsoft.com/office/drawing/2014/main" id="{AA8762D3-38F6-4F20-810C-B1013413FB22}"/>
                    </a:ext>
                  </a:extLst>
                </p:cNvPr>
                <p:cNvSpPr>
                  <a:spLocks/>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3" name="Freeform 34">
                  <a:extLst>
                    <a:ext uri="{FF2B5EF4-FFF2-40B4-BE49-F238E27FC236}">
                      <a16:creationId xmlns:a16="http://schemas.microsoft.com/office/drawing/2014/main" id="{D285DDB5-0288-4AF9-9848-693C45E37C80}"/>
                    </a:ext>
                  </a:extLst>
                </p:cNvPr>
                <p:cNvSpPr>
                  <a:spLocks/>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4" name="Freeform 35">
                  <a:extLst>
                    <a:ext uri="{FF2B5EF4-FFF2-40B4-BE49-F238E27FC236}">
                      <a16:creationId xmlns:a16="http://schemas.microsoft.com/office/drawing/2014/main" id="{40FB3A17-55E4-4889-A2AF-3CFCF1CB9C83}"/>
                    </a:ext>
                  </a:extLst>
                </p:cNvPr>
                <p:cNvSpPr>
                  <a:spLocks/>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5" name="Freeform 36">
                  <a:extLst>
                    <a:ext uri="{FF2B5EF4-FFF2-40B4-BE49-F238E27FC236}">
                      <a16:creationId xmlns:a16="http://schemas.microsoft.com/office/drawing/2014/main" id="{F73D1E20-EA5D-424D-A2AE-A6CBA973CD75}"/>
                    </a:ext>
                  </a:extLst>
                </p:cNvPr>
                <p:cNvSpPr>
                  <a:spLocks/>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nvGrpSpPr>
          <p:cNvPr id="9227" name="Group 37">
            <a:extLst>
              <a:ext uri="{FF2B5EF4-FFF2-40B4-BE49-F238E27FC236}">
                <a16:creationId xmlns:a16="http://schemas.microsoft.com/office/drawing/2014/main" id="{F3D478D3-C3AF-41F9-8734-63BC557F9956}"/>
              </a:ext>
            </a:extLst>
          </p:cNvPr>
          <p:cNvGrpSpPr>
            <a:grpSpLocks/>
          </p:cNvGrpSpPr>
          <p:nvPr/>
        </p:nvGrpSpPr>
        <p:grpSpPr bwMode="auto">
          <a:xfrm>
            <a:off x="8680450" y="2116138"/>
            <a:ext cx="385763" cy="4308475"/>
            <a:chOff x="5468" y="1333"/>
            <a:chExt cx="243" cy="2714"/>
          </a:xfrm>
        </p:grpSpPr>
        <p:sp>
          <p:nvSpPr>
            <p:cNvPr id="9241" name="Freeform 38">
              <a:extLst>
                <a:ext uri="{FF2B5EF4-FFF2-40B4-BE49-F238E27FC236}">
                  <a16:creationId xmlns:a16="http://schemas.microsoft.com/office/drawing/2014/main" id="{6D55B052-41BA-464A-BBE5-457C2EA0964A}"/>
                </a:ext>
              </a:extLst>
            </p:cNvPr>
            <p:cNvSpPr>
              <a:spLocks/>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2" name="Freeform 39">
              <a:extLst>
                <a:ext uri="{FF2B5EF4-FFF2-40B4-BE49-F238E27FC236}">
                  <a16:creationId xmlns:a16="http://schemas.microsoft.com/office/drawing/2014/main" id="{BBC7F2CD-E453-4B56-AFC4-F340DC5F22EF}"/>
                </a:ext>
              </a:extLst>
            </p:cNvPr>
            <p:cNvSpPr>
              <a:spLocks/>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228" name="Group 40">
            <a:extLst>
              <a:ext uri="{FF2B5EF4-FFF2-40B4-BE49-F238E27FC236}">
                <a16:creationId xmlns:a16="http://schemas.microsoft.com/office/drawing/2014/main" id="{D98AA1E2-734C-4349-AD7B-040BBE45EE9B}"/>
              </a:ext>
            </a:extLst>
          </p:cNvPr>
          <p:cNvGrpSpPr>
            <a:grpSpLocks/>
          </p:cNvGrpSpPr>
          <p:nvPr/>
        </p:nvGrpSpPr>
        <p:grpSpPr bwMode="auto">
          <a:xfrm>
            <a:off x="7318375" y="90488"/>
            <a:ext cx="2133600" cy="1911350"/>
            <a:chOff x="4610" y="57"/>
            <a:chExt cx="1344" cy="1204"/>
          </a:xfrm>
        </p:grpSpPr>
        <p:grpSp>
          <p:nvGrpSpPr>
            <p:cNvPr id="9229" name="Group 41">
              <a:extLst>
                <a:ext uri="{FF2B5EF4-FFF2-40B4-BE49-F238E27FC236}">
                  <a16:creationId xmlns:a16="http://schemas.microsoft.com/office/drawing/2014/main" id="{C967D513-FB4E-4C23-9512-DE119930CDD1}"/>
                </a:ext>
              </a:extLst>
            </p:cNvPr>
            <p:cNvGrpSpPr>
              <a:grpSpLocks/>
            </p:cNvGrpSpPr>
            <p:nvPr userDrawn="1"/>
          </p:nvGrpSpPr>
          <p:grpSpPr bwMode="auto">
            <a:xfrm>
              <a:off x="4610" y="57"/>
              <a:ext cx="1344" cy="1204"/>
              <a:chOff x="4610" y="57"/>
              <a:chExt cx="1344" cy="1204"/>
            </a:xfrm>
          </p:grpSpPr>
          <p:sp>
            <p:nvSpPr>
              <p:cNvPr id="9231" name="Freeform 42">
                <a:extLst>
                  <a:ext uri="{FF2B5EF4-FFF2-40B4-BE49-F238E27FC236}">
                    <a16:creationId xmlns:a16="http://schemas.microsoft.com/office/drawing/2014/main" id="{C81263BF-DF66-4BB5-B699-DC1C3D06F2AF}"/>
                  </a:ext>
                </a:extLst>
              </p:cNvPr>
              <p:cNvSpPr>
                <a:spLocks/>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32" name="Group 43">
                <a:extLst>
                  <a:ext uri="{FF2B5EF4-FFF2-40B4-BE49-F238E27FC236}">
                    <a16:creationId xmlns:a16="http://schemas.microsoft.com/office/drawing/2014/main" id="{F2F75807-47D1-4769-B8A5-FC940CFBE184}"/>
                  </a:ext>
                </a:extLst>
              </p:cNvPr>
              <p:cNvGrpSpPr>
                <a:grpSpLocks/>
              </p:cNvGrpSpPr>
              <p:nvPr userDrawn="1"/>
            </p:nvGrpSpPr>
            <p:grpSpPr bwMode="auto">
              <a:xfrm>
                <a:off x="4610" y="57"/>
                <a:ext cx="1344" cy="985"/>
                <a:chOff x="4610" y="57"/>
                <a:chExt cx="1344" cy="985"/>
              </a:xfrm>
            </p:grpSpPr>
            <p:sp>
              <p:nvSpPr>
                <p:cNvPr id="9233" name="Freeform 44">
                  <a:extLst>
                    <a:ext uri="{FF2B5EF4-FFF2-40B4-BE49-F238E27FC236}">
                      <a16:creationId xmlns:a16="http://schemas.microsoft.com/office/drawing/2014/main" id="{90A03E18-7A5C-47CF-BD96-DEBEC51A528F}"/>
                    </a:ext>
                  </a:extLst>
                </p:cNvPr>
                <p:cNvSpPr>
                  <a:spLocks/>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4" name="Freeform 45">
                  <a:extLst>
                    <a:ext uri="{FF2B5EF4-FFF2-40B4-BE49-F238E27FC236}">
                      <a16:creationId xmlns:a16="http://schemas.microsoft.com/office/drawing/2014/main" id="{4F68D23A-3E02-4034-A12A-99B767BA1EED}"/>
                    </a:ext>
                  </a:extLst>
                </p:cNvPr>
                <p:cNvSpPr>
                  <a:spLocks/>
                </p:cNvSpPr>
                <p:nvPr userDrawn="1"/>
              </p:nvSpPr>
              <p:spPr bwMode="auto">
                <a:xfrm rot="-3172564">
                  <a:off x="5052" y="328"/>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5" name="Freeform 46">
                  <a:extLst>
                    <a:ext uri="{FF2B5EF4-FFF2-40B4-BE49-F238E27FC236}">
                      <a16:creationId xmlns:a16="http://schemas.microsoft.com/office/drawing/2014/main" id="{B5824CC5-3EF8-4357-A657-54961176F76D}"/>
                    </a:ext>
                  </a:extLst>
                </p:cNvPr>
                <p:cNvSpPr>
                  <a:spLocks/>
                </p:cNvSpPr>
                <p:nvPr userDrawn="1"/>
              </p:nvSpPr>
              <p:spPr bwMode="auto">
                <a:xfrm rot="-3172564">
                  <a:off x="4862" y="178"/>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6" name="Freeform 47">
                  <a:extLst>
                    <a:ext uri="{FF2B5EF4-FFF2-40B4-BE49-F238E27FC236}">
                      <a16:creationId xmlns:a16="http://schemas.microsoft.com/office/drawing/2014/main" id="{04C95F1D-9DFA-44D6-839A-381E51935753}"/>
                    </a:ext>
                  </a:extLst>
                </p:cNvPr>
                <p:cNvSpPr>
                  <a:spLocks/>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7" name="Freeform 48">
                  <a:extLst>
                    <a:ext uri="{FF2B5EF4-FFF2-40B4-BE49-F238E27FC236}">
                      <a16:creationId xmlns:a16="http://schemas.microsoft.com/office/drawing/2014/main" id="{DFC9DCE3-CD17-4735-8B8A-AE0612B09019}"/>
                    </a:ext>
                  </a:extLst>
                </p:cNvPr>
                <p:cNvSpPr>
                  <a:spLocks/>
                </p:cNvSpPr>
                <p:nvPr userDrawn="1"/>
              </p:nvSpPr>
              <p:spPr bwMode="auto">
                <a:xfrm rot="-3172564">
                  <a:off x="5301" y="893"/>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8" name="Freeform 49">
                  <a:extLst>
                    <a:ext uri="{FF2B5EF4-FFF2-40B4-BE49-F238E27FC236}">
                      <a16:creationId xmlns:a16="http://schemas.microsoft.com/office/drawing/2014/main" id="{4587D86F-40A5-4D8C-B078-859BD3E88221}"/>
                    </a:ext>
                  </a:extLst>
                </p:cNvPr>
                <p:cNvSpPr>
                  <a:spLocks/>
                </p:cNvSpPr>
                <p:nvPr userDrawn="1"/>
              </p:nvSpPr>
              <p:spPr bwMode="auto">
                <a:xfrm rot="-3172564">
                  <a:off x="5253" y="802"/>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9" name="Freeform 50">
                  <a:extLst>
                    <a:ext uri="{FF2B5EF4-FFF2-40B4-BE49-F238E27FC236}">
                      <a16:creationId xmlns:a16="http://schemas.microsoft.com/office/drawing/2014/main" id="{06ACDE12-D46A-4516-951F-45A4652D918C}"/>
                    </a:ext>
                  </a:extLst>
                </p:cNvPr>
                <p:cNvSpPr>
                  <a:spLocks/>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0" name="Freeform 51">
                  <a:extLst>
                    <a:ext uri="{FF2B5EF4-FFF2-40B4-BE49-F238E27FC236}">
                      <a16:creationId xmlns:a16="http://schemas.microsoft.com/office/drawing/2014/main" id="{C256D86A-F545-41AE-8210-F8FAC60E83E2}"/>
                    </a:ext>
                  </a:extLst>
                </p:cNvPr>
                <p:cNvSpPr>
                  <a:spLocks/>
                </p:cNvSpPr>
                <p:nvPr userDrawn="1"/>
              </p:nvSpPr>
              <p:spPr bwMode="auto">
                <a:xfrm rot="-3172564">
                  <a:off x="4951" y="138"/>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9230" name="Line 52">
              <a:extLst>
                <a:ext uri="{FF2B5EF4-FFF2-40B4-BE49-F238E27FC236}">
                  <a16:creationId xmlns:a16="http://schemas.microsoft.com/office/drawing/2014/main" id="{7A182BCD-9911-4E13-8141-6805A941FDB8}"/>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4798" r:id="rId1"/>
    <p:sldLayoutId id="2147484799" r:id="rId2"/>
    <p:sldLayoutId id="2147484800" r:id="rId3"/>
    <p:sldLayoutId id="2147484801" r:id="rId4"/>
    <p:sldLayoutId id="2147484802" r:id="rId5"/>
    <p:sldLayoutId id="2147484803" r:id="rId6"/>
    <p:sldLayoutId id="2147484804" r:id="rId7"/>
    <p:sldLayoutId id="2147484805" r:id="rId8"/>
    <p:sldLayoutId id="2147484806" r:id="rId9"/>
    <p:sldLayoutId id="2147484807" r:id="rId10"/>
    <p:sldLayoutId id="2147484808" r:id="rId11"/>
    <p:sldLayoutId id="2147484809" r:id="rId12"/>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Freeform 2">
            <a:extLst>
              <a:ext uri="{FF2B5EF4-FFF2-40B4-BE49-F238E27FC236}">
                <a16:creationId xmlns:a16="http://schemas.microsoft.com/office/drawing/2014/main" id="{93397DFB-DB99-4D7A-A223-EBD698375DF0}"/>
              </a:ext>
            </a:extLst>
          </p:cNvPr>
          <p:cNvSpPr>
            <a:spLocks/>
          </p:cNvSpPr>
          <p:nvPr/>
        </p:nvSpPr>
        <p:spPr bwMode="auto">
          <a:xfrm rot="-3172564">
            <a:off x="7777957" y="-15081"/>
            <a:ext cx="1162050" cy="2084387"/>
          </a:xfrm>
          <a:custGeom>
            <a:avLst/>
            <a:gdLst>
              <a:gd name="T0" fmla="*/ 2147483647 w 2903"/>
              <a:gd name="T1" fmla="*/ 2147483647 h 3686"/>
              <a:gd name="T2" fmla="*/ 2147483647 w 2903"/>
              <a:gd name="T3" fmla="*/ 2147483647 h 3686"/>
              <a:gd name="T4" fmla="*/ 2147483647 w 2903"/>
              <a:gd name="T5" fmla="*/ 0 h 3686"/>
              <a:gd name="T6" fmla="*/ 2147483647 w 2903"/>
              <a:gd name="T7" fmla="*/ 2147483647 h 3686"/>
              <a:gd name="T8" fmla="*/ 2147483647 w 2903"/>
              <a:gd name="T9" fmla="*/ 2147483647 h 3686"/>
              <a:gd name="T10" fmla="*/ 0 w 2903"/>
              <a:gd name="T11" fmla="*/ 2147483647 h 3686"/>
              <a:gd name="T12" fmla="*/ 2147483647 w 2903"/>
              <a:gd name="T13" fmla="*/ 2147483647 h 3686"/>
              <a:gd name="T14" fmla="*/ 2147483647 w 2903"/>
              <a:gd name="T15" fmla="*/ 2147483647 h 3686"/>
              <a:gd name="T16" fmla="*/ 2147483647 w 2903"/>
              <a:gd name="T17" fmla="*/ 2147483647 h 3686"/>
              <a:gd name="T18" fmla="*/ 2147483647 w 2903"/>
              <a:gd name="T19" fmla="*/ 2147483647 h 3686"/>
              <a:gd name="T20" fmla="*/ 2147483647 w 2903"/>
              <a:gd name="T21" fmla="*/ 2147483647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3" name="Rectangle 3">
            <a:extLst>
              <a:ext uri="{FF2B5EF4-FFF2-40B4-BE49-F238E27FC236}">
                <a16:creationId xmlns:a16="http://schemas.microsoft.com/office/drawing/2014/main" id="{47A9E496-375D-49BE-9E8A-14ABCA3E63B1}"/>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44" name="Rectangle 4">
            <a:extLst>
              <a:ext uri="{FF2B5EF4-FFF2-40B4-BE49-F238E27FC236}">
                <a16:creationId xmlns:a16="http://schemas.microsoft.com/office/drawing/2014/main" id="{9FB3E675-570F-45F3-A783-49C3F5A926C7}"/>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A8E6879A-43BB-42B0-8929-5D2DD78B3912}"/>
              </a:ext>
            </a:extLst>
          </p:cNvPr>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endParaRPr lang="en-US" altLang="zh-CN"/>
          </a:p>
        </p:txBody>
      </p:sp>
      <p:sp>
        <p:nvSpPr>
          <p:cNvPr id="4102" name="Rectangle 6">
            <a:extLst>
              <a:ext uri="{FF2B5EF4-FFF2-40B4-BE49-F238E27FC236}">
                <a16:creationId xmlns:a16="http://schemas.microsoft.com/office/drawing/2014/main" id="{663E9AC8-7971-4738-B120-3B4EF759EC07}"/>
              </a:ext>
            </a:extLst>
          </p:cNvPr>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r>
              <a:rPr lang="zh-CN" altLang="en-US"/>
              <a:t>自动化学院测量科学与仪器系</a:t>
            </a:r>
            <a:endParaRPr lang="en-US" altLang="zh-CN"/>
          </a:p>
        </p:txBody>
      </p:sp>
      <p:sp>
        <p:nvSpPr>
          <p:cNvPr id="4103" name="Rectangle 7">
            <a:extLst>
              <a:ext uri="{FF2B5EF4-FFF2-40B4-BE49-F238E27FC236}">
                <a16:creationId xmlns:a16="http://schemas.microsoft.com/office/drawing/2014/main" id="{196CF95F-5019-4381-9E80-AC37BC10CA7D}"/>
              </a:ext>
            </a:extLst>
          </p:cNvPr>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kumimoji="0" sz="1400">
                <a:solidFill>
                  <a:srgbClr val="000000"/>
                </a:solidFill>
                <a:latin typeface="Comic Sans MS" panose="030F0702030302020204" pitchFamily="66" charset="0"/>
                <a:ea typeface="宋体" panose="02010600030101010101" pitchFamily="2" charset="-122"/>
              </a:defRPr>
            </a:lvl1pPr>
          </a:lstStyle>
          <a:p>
            <a:fld id="{899C124F-5778-46D2-B786-3ECC68775DAC}" type="slidenum">
              <a:rPr lang="en-US" altLang="zh-CN"/>
              <a:pPr/>
              <a:t>‹#›</a:t>
            </a:fld>
            <a:endParaRPr lang="en-US" altLang="zh-CN"/>
          </a:p>
        </p:txBody>
      </p:sp>
      <p:sp>
        <p:nvSpPr>
          <p:cNvPr id="10248" name="Freeform 8">
            <a:extLst>
              <a:ext uri="{FF2B5EF4-FFF2-40B4-BE49-F238E27FC236}">
                <a16:creationId xmlns:a16="http://schemas.microsoft.com/office/drawing/2014/main" id="{FADAD749-6220-424F-A362-2A7D4FF5844D}"/>
              </a:ext>
            </a:extLst>
          </p:cNvPr>
          <p:cNvSpPr>
            <a:spLocks/>
          </p:cNvSpPr>
          <p:nvPr/>
        </p:nvSpPr>
        <p:spPr bwMode="auto">
          <a:xfrm rot="-3172564">
            <a:off x="7865269" y="24607"/>
            <a:ext cx="1165225" cy="2097087"/>
          </a:xfrm>
          <a:custGeom>
            <a:avLst/>
            <a:gdLst>
              <a:gd name="T0" fmla="*/ 2147483647 w 2911"/>
              <a:gd name="T1" fmla="*/ 0 h 3703"/>
              <a:gd name="T2" fmla="*/ 2147483647 w 2911"/>
              <a:gd name="T3" fmla="*/ 2147483647 h 3703"/>
              <a:gd name="T4" fmla="*/ 2147483647 w 2911"/>
              <a:gd name="T5" fmla="*/ 2147483647 h 3703"/>
              <a:gd name="T6" fmla="*/ 0 w 2911"/>
              <a:gd name="T7" fmla="*/ 2147483647 h 3703"/>
              <a:gd name="T8" fmla="*/ 2147483647 w 2911"/>
              <a:gd name="T9" fmla="*/ 2147483647 h 3703"/>
              <a:gd name="T10" fmla="*/ 2147483647 w 2911"/>
              <a:gd name="T11" fmla="*/ 2147483647 h 3703"/>
              <a:gd name="T12" fmla="*/ 2147483647 w 2911"/>
              <a:gd name="T13" fmla="*/ 2147483647 h 3703"/>
              <a:gd name="T14" fmla="*/ 2147483647 w 2911"/>
              <a:gd name="T15" fmla="*/ 2147483647 h 3703"/>
              <a:gd name="T16" fmla="*/ 2147483647 w 2911"/>
              <a:gd name="T17" fmla="*/ 2147483647 h 3703"/>
              <a:gd name="T18" fmla="*/ 2147483647 w 2911"/>
              <a:gd name="T19" fmla="*/ 0 h 3703"/>
              <a:gd name="T20" fmla="*/ 2147483647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9" name="Freeform 9">
            <a:extLst>
              <a:ext uri="{FF2B5EF4-FFF2-40B4-BE49-F238E27FC236}">
                <a16:creationId xmlns:a16="http://schemas.microsoft.com/office/drawing/2014/main" id="{9A9C825A-0D2C-49AE-9222-76E1D0F85EE5}"/>
              </a:ext>
            </a:extLst>
          </p:cNvPr>
          <p:cNvSpPr>
            <a:spLocks/>
          </p:cNvSpPr>
          <p:nvPr/>
        </p:nvSpPr>
        <p:spPr bwMode="auto">
          <a:xfrm rot="-3172564">
            <a:off x="7831138" y="192088"/>
            <a:ext cx="1025525" cy="1571625"/>
          </a:xfrm>
          <a:custGeom>
            <a:avLst/>
            <a:gdLst>
              <a:gd name="T0" fmla="*/ 0 w 2561"/>
              <a:gd name="T1" fmla="*/ 2147483647 h 2777"/>
              <a:gd name="T2" fmla="*/ 2147483647 w 2561"/>
              <a:gd name="T3" fmla="*/ 2147483647 h 2777"/>
              <a:gd name="T4" fmla="*/ 2147483647 w 2561"/>
              <a:gd name="T5" fmla="*/ 2147483647 h 2777"/>
              <a:gd name="T6" fmla="*/ 2147483647 w 2561"/>
              <a:gd name="T7" fmla="*/ 2147483647 h 2777"/>
              <a:gd name="T8" fmla="*/ 2147483647 w 2561"/>
              <a:gd name="T9" fmla="*/ 2147483647 h 2777"/>
              <a:gd name="T10" fmla="*/ 2147483647 w 2561"/>
              <a:gd name="T11" fmla="*/ 0 h 2777"/>
              <a:gd name="T12" fmla="*/ 0 w 2561"/>
              <a:gd name="T13" fmla="*/ 2147483647 h 2777"/>
              <a:gd name="T14" fmla="*/ 0 w 2561"/>
              <a:gd name="T15" fmla="*/ 2147483647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50" name="Group 10">
            <a:extLst>
              <a:ext uri="{FF2B5EF4-FFF2-40B4-BE49-F238E27FC236}">
                <a16:creationId xmlns:a16="http://schemas.microsoft.com/office/drawing/2014/main" id="{47C04A0A-4076-445E-A694-F3505340859D}"/>
              </a:ext>
            </a:extLst>
          </p:cNvPr>
          <p:cNvGrpSpPr>
            <a:grpSpLocks/>
          </p:cNvGrpSpPr>
          <p:nvPr/>
        </p:nvGrpSpPr>
        <p:grpSpPr bwMode="auto">
          <a:xfrm>
            <a:off x="7938" y="5540375"/>
            <a:ext cx="1784350" cy="1246188"/>
            <a:chOff x="5" y="3490"/>
            <a:chExt cx="1124" cy="785"/>
          </a:xfrm>
        </p:grpSpPr>
        <p:sp>
          <p:nvSpPr>
            <p:cNvPr id="10267" name="Freeform 11">
              <a:extLst>
                <a:ext uri="{FF2B5EF4-FFF2-40B4-BE49-F238E27FC236}">
                  <a16:creationId xmlns:a16="http://schemas.microsoft.com/office/drawing/2014/main" id="{FCF58FB8-D894-4577-9F16-F06E4CA912B7}"/>
                </a:ext>
              </a:extLst>
            </p:cNvPr>
            <p:cNvSpPr>
              <a:spLocks/>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8" name="Freeform 12">
              <a:extLst>
                <a:ext uri="{FF2B5EF4-FFF2-40B4-BE49-F238E27FC236}">
                  <a16:creationId xmlns:a16="http://schemas.microsoft.com/office/drawing/2014/main" id="{6C17C1B0-2047-4498-9822-ADFFD49399DB}"/>
                </a:ext>
              </a:extLst>
            </p:cNvPr>
            <p:cNvSpPr>
              <a:spLocks/>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9" name="Freeform 13">
              <a:extLst>
                <a:ext uri="{FF2B5EF4-FFF2-40B4-BE49-F238E27FC236}">
                  <a16:creationId xmlns:a16="http://schemas.microsoft.com/office/drawing/2014/main" id="{014B020A-DD5C-4A5A-A62E-7CCAEAF2579A}"/>
                </a:ext>
              </a:extLst>
            </p:cNvPr>
            <p:cNvSpPr>
              <a:spLocks/>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0" name="Freeform 14">
              <a:extLst>
                <a:ext uri="{FF2B5EF4-FFF2-40B4-BE49-F238E27FC236}">
                  <a16:creationId xmlns:a16="http://schemas.microsoft.com/office/drawing/2014/main" id="{2D3F8CAD-11AD-4E4A-899F-A8BF90E71766}"/>
                </a:ext>
              </a:extLst>
            </p:cNvPr>
            <p:cNvSpPr>
              <a:spLocks/>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1" name="Freeform 15">
              <a:extLst>
                <a:ext uri="{FF2B5EF4-FFF2-40B4-BE49-F238E27FC236}">
                  <a16:creationId xmlns:a16="http://schemas.microsoft.com/office/drawing/2014/main" id="{4C7CFB7F-B58B-429E-9D2B-5A41C84DAC37}"/>
                </a:ext>
              </a:extLst>
            </p:cNvPr>
            <p:cNvSpPr>
              <a:spLocks/>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2" name="Freeform 16">
              <a:extLst>
                <a:ext uri="{FF2B5EF4-FFF2-40B4-BE49-F238E27FC236}">
                  <a16:creationId xmlns:a16="http://schemas.microsoft.com/office/drawing/2014/main" id="{C140CF0C-1C87-41A3-8327-2DE6E4EB7D8E}"/>
                </a:ext>
              </a:extLst>
            </p:cNvPr>
            <p:cNvSpPr>
              <a:spLocks/>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3" name="Freeform 17">
              <a:extLst>
                <a:ext uri="{FF2B5EF4-FFF2-40B4-BE49-F238E27FC236}">
                  <a16:creationId xmlns:a16="http://schemas.microsoft.com/office/drawing/2014/main" id="{23846B03-A3C3-4E5C-8B5D-4279552915B9}"/>
                </a:ext>
              </a:extLst>
            </p:cNvPr>
            <p:cNvSpPr>
              <a:spLocks/>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4" name="Freeform 18">
              <a:extLst>
                <a:ext uri="{FF2B5EF4-FFF2-40B4-BE49-F238E27FC236}">
                  <a16:creationId xmlns:a16="http://schemas.microsoft.com/office/drawing/2014/main" id="{CC52D224-EB5A-4170-B99B-D3F887600662}"/>
                </a:ext>
              </a:extLst>
            </p:cNvPr>
            <p:cNvSpPr>
              <a:spLocks/>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5" name="Freeform 19">
              <a:extLst>
                <a:ext uri="{FF2B5EF4-FFF2-40B4-BE49-F238E27FC236}">
                  <a16:creationId xmlns:a16="http://schemas.microsoft.com/office/drawing/2014/main" id="{8E65D0F6-DE53-42F6-99D2-6147892756DB}"/>
                </a:ext>
              </a:extLst>
            </p:cNvPr>
            <p:cNvSpPr>
              <a:spLocks/>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76" name="Group 20">
              <a:extLst>
                <a:ext uri="{FF2B5EF4-FFF2-40B4-BE49-F238E27FC236}">
                  <a16:creationId xmlns:a16="http://schemas.microsoft.com/office/drawing/2014/main" id="{D816539A-ADD0-4824-90BA-5472761CC2AE}"/>
                </a:ext>
              </a:extLst>
            </p:cNvPr>
            <p:cNvGrpSpPr>
              <a:grpSpLocks/>
            </p:cNvGrpSpPr>
            <p:nvPr userDrawn="1"/>
          </p:nvGrpSpPr>
          <p:grpSpPr bwMode="auto">
            <a:xfrm>
              <a:off x="5" y="3490"/>
              <a:ext cx="1124" cy="780"/>
              <a:chOff x="5" y="3490"/>
              <a:chExt cx="1124" cy="780"/>
            </a:xfrm>
          </p:grpSpPr>
          <p:grpSp>
            <p:nvGrpSpPr>
              <p:cNvPr id="10277" name="Group 21">
                <a:extLst>
                  <a:ext uri="{FF2B5EF4-FFF2-40B4-BE49-F238E27FC236}">
                    <a16:creationId xmlns:a16="http://schemas.microsoft.com/office/drawing/2014/main" id="{F4C9836D-4055-4647-992B-982B08D74C8F}"/>
                  </a:ext>
                </a:extLst>
              </p:cNvPr>
              <p:cNvGrpSpPr>
                <a:grpSpLocks/>
              </p:cNvGrpSpPr>
              <p:nvPr userDrawn="1"/>
            </p:nvGrpSpPr>
            <p:grpSpPr bwMode="auto">
              <a:xfrm>
                <a:off x="499" y="3562"/>
                <a:ext cx="548" cy="708"/>
                <a:chOff x="499" y="3562"/>
                <a:chExt cx="548" cy="708"/>
              </a:xfrm>
            </p:grpSpPr>
            <p:sp>
              <p:nvSpPr>
                <p:cNvPr id="10290" name="Freeform 22">
                  <a:extLst>
                    <a:ext uri="{FF2B5EF4-FFF2-40B4-BE49-F238E27FC236}">
                      <a16:creationId xmlns:a16="http://schemas.microsoft.com/office/drawing/2014/main" id="{2D059982-216E-4E1A-95B8-C79F2FA74160}"/>
                    </a:ext>
                  </a:extLst>
                </p:cNvPr>
                <p:cNvSpPr>
                  <a:spLocks/>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91" name="Freeform 23">
                  <a:extLst>
                    <a:ext uri="{FF2B5EF4-FFF2-40B4-BE49-F238E27FC236}">
                      <a16:creationId xmlns:a16="http://schemas.microsoft.com/office/drawing/2014/main" id="{609DF99F-B327-43DC-A860-D189DD0C0B8A}"/>
                    </a:ext>
                  </a:extLst>
                </p:cNvPr>
                <p:cNvSpPr>
                  <a:spLocks/>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92" name="Freeform 24">
                  <a:extLst>
                    <a:ext uri="{FF2B5EF4-FFF2-40B4-BE49-F238E27FC236}">
                      <a16:creationId xmlns:a16="http://schemas.microsoft.com/office/drawing/2014/main" id="{B36F5CA3-AA6A-4D69-9B53-38D163981B60}"/>
                    </a:ext>
                  </a:extLst>
                </p:cNvPr>
                <p:cNvSpPr>
                  <a:spLocks/>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278" name="Freeform 25">
                <a:extLst>
                  <a:ext uri="{FF2B5EF4-FFF2-40B4-BE49-F238E27FC236}">
                    <a16:creationId xmlns:a16="http://schemas.microsoft.com/office/drawing/2014/main" id="{89D892E3-95A8-417C-A495-2CABF940C962}"/>
                  </a:ext>
                </a:extLst>
              </p:cNvPr>
              <p:cNvSpPr>
                <a:spLocks/>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9" name="Freeform 26">
                <a:extLst>
                  <a:ext uri="{FF2B5EF4-FFF2-40B4-BE49-F238E27FC236}">
                    <a16:creationId xmlns:a16="http://schemas.microsoft.com/office/drawing/2014/main" id="{5B07B370-E623-49AE-8D3F-D5EC59BCFA5B}"/>
                  </a:ext>
                </a:extLst>
              </p:cNvPr>
              <p:cNvSpPr>
                <a:spLocks/>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0" name="Freeform 27">
                <a:extLst>
                  <a:ext uri="{FF2B5EF4-FFF2-40B4-BE49-F238E27FC236}">
                    <a16:creationId xmlns:a16="http://schemas.microsoft.com/office/drawing/2014/main" id="{64E8B27A-9738-4783-8C7F-DA316B229A08}"/>
                  </a:ext>
                </a:extLst>
              </p:cNvPr>
              <p:cNvSpPr>
                <a:spLocks/>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81" name="Group 28">
                <a:extLst>
                  <a:ext uri="{FF2B5EF4-FFF2-40B4-BE49-F238E27FC236}">
                    <a16:creationId xmlns:a16="http://schemas.microsoft.com/office/drawing/2014/main" id="{2272D4A0-8A24-4F4C-BE78-75CFCD82FB2C}"/>
                  </a:ext>
                </a:extLst>
              </p:cNvPr>
              <p:cNvGrpSpPr>
                <a:grpSpLocks/>
              </p:cNvGrpSpPr>
              <p:nvPr userDrawn="1"/>
            </p:nvGrpSpPr>
            <p:grpSpPr bwMode="auto">
              <a:xfrm>
                <a:off x="5" y="3490"/>
                <a:ext cx="1124" cy="678"/>
                <a:chOff x="5" y="3490"/>
                <a:chExt cx="1124" cy="678"/>
              </a:xfrm>
            </p:grpSpPr>
            <p:sp>
              <p:nvSpPr>
                <p:cNvPr id="10282" name="Freeform 29">
                  <a:extLst>
                    <a:ext uri="{FF2B5EF4-FFF2-40B4-BE49-F238E27FC236}">
                      <a16:creationId xmlns:a16="http://schemas.microsoft.com/office/drawing/2014/main" id="{CED9DF59-86E2-47C7-AF2D-AD8514AF557F}"/>
                    </a:ext>
                  </a:extLst>
                </p:cNvPr>
                <p:cNvSpPr>
                  <a:spLocks/>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3" name="Freeform 30">
                  <a:extLst>
                    <a:ext uri="{FF2B5EF4-FFF2-40B4-BE49-F238E27FC236}">
                      <a16:creationId xmlns:a16="http://schemas.microsoft.com/office/drawing/2014/main" id="{1127064B-3599-4E34-A8ED-2AE86F113F41}"/>
                    </a:ext>
                  </a:extLst>
                </p:cNvPr>
                <p:cNvSpPr>
                  <a:spLocks/>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4" name="Freeform 31">
                  <a:extLst>
                    <a:ext uri="{FF2B5EF4-FFF2-40B4-BE49-F238E27FC236}">
                      <a16:creationId xmlns:a16="http://schemas.microsoft.com/office/drawing/2014/main" id="{73C94944-6665-4C4A-B4CF-A152F4504692}"/>
                    </a:ext>
                  </a:extLst>
                </p:cNvPr>
                <p:cNvSpPr>
                  <a:spLocks/>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5" name="Freeform 32">
                  <a:extLst>
                    <a:ext uri="{FF2B5EF4-FFF2-40B4-BE49-F238E27FC236}">
                      <a16:creationId xmlns:a16="http://schemas.microsoft.com/office/drawing/2014/main" id="{EBFC20FA-5AF1-4AD8-AC28-014D77F7F556}"/>
                    </a:ext>
                  </a:extLst>
                </p:cNvPr>
                <p:cNvSpPr>
                  <a:spLocks/>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6" name="Freeform 33">
                  <a:extLst>
                    <a:ext uri="{FF2B5EF4-FFF2-40B4-BE49-F238E27FC236}">
                      <a16:creationId xmlns:a16="http://schemas.microsoft.com/office/drawing/2014/main" id="{721AFD2B-A1C3-4F72-A61E-160750DD647F}"/>
                    </a:ext>
                  </a:extLst>
                </p:cNvPr>
                <p:cNvSpPr>
                  <a:spLocks/>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7" name="Freeform 34">
                  <a:extLst>
                    <a:ext uri="{FF2B5EF4-FFF2-40B4-BE49-F238E27FC236}">
                      <a16:creationId xmlns:a16="http://schemas.microsoft.com/office/drawing/2014/main" id="{1FC62E40-3E25-4F0B-BD05-11E2EF5F7CED}"/>
                    </a:ext>
                  </a:extLst>
                </p:cNvPr>
                <p:cNvSpPr>
                  <a:spLocks/>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8" name="Freeform 35">
                  <a:extLst>
                    <a:ext uri="{FF2B5EF4-FFF2-40B4-BE49-F238E27FC236}">
                      <a16:creationId xmlns:a16="http://schemas.microsoft.com/office/drawing/2014/main" id="{6FAD8C3F-1CFE-49EF-AE7D-523286C4697D}"/>
                    </a:ext>
                  </a:extLst>
                </p:cNvPr>
                <p:cNvSpPr>
                  <a:spLocks/>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9" name="Freeform 36">
                  <a:extLst>
                    <a:ext uri="{FF2B5EF4-FFF2-40B4-BE49-F238E27FC236}">
                      <a16:creationId xmlns:a16="http://schemas.microsoft.com/office/drawing/2014/main" id="{9F80C580-DF2B-468F-948A-6CFDCC509456}"/>
                    </a:ext>
                  </a:extLst>
                </p:cNvPr>
                <p:cNvSpPr>
                  <a:spLocks/>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nvGrpSpPr>
          <p:cNvPr id="10251" name="Group 37">
            <a:extLst>
              <a:ext uri="{FF2B5EF4-FFF2-40B4-BE49-F238E27FC236}">
                <a16:creationId xmlns:a16="http://schemas.microsoft.com/office/drawing/2014/main" id="{7D5CF219-0063-4565-B560-7391F27819AE}"/>
              </a:ext>
            </a:extLst>
          </p:cNvPr>
          <p:cNvGrpSpPr>
            <a:grpSpLocks/>
          </p:cNvGrpSpPr>
          <p:nvPr/>
        </p:nvGrpSpPr>
        <p:grpSpPr bwMode="auto">
          <a:xfrm>
            <a:off x="8680450" y="2116138"/>
            <a:ext cx="385763" cy="4308475"/>
            <a:chOff x="5468" y="1333"/>
            <a:chExt cx="243" cy="2714"/>
          </a:xfrm>
        </p:grpSpPr>
        <p:sp>
          <p:nvSpPr>
            <p:cNvPr id="10265" name="Freeform 38">
              <a:extLst>
                <a:ext uri="{FF2B5EF4-FFF2-40B4-BE49-F238E27FC236}">
                  <a16:creationId xmlns:a16="http://schemas.microsoft.com/office/drawing/2014/main" id="{AC4B87A2-23E7-4C1F-8D24-71475FFE5CFC}"/>
                </a:ext>
              </a:extLst>
            </p:cNvPr>
            <p:cNvSpPr>
              <a:spLocks/>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6" name="Freeform 39">
              <a:extLst>
                <a:ext uri="{FF2B5EF4-FFF2-40B4-BE49-F238E27FC236}">
                  <a16:creationId xmlns:a16="http://schemas.microsoft.com/office/drawing/2014/main" id="{89B69B04-A455-445F-9871-06B328904E68}"/>
                </a:ext>
              </a:extLst>
            </p:cNvPr>
            <p:cNvSpPr>
              <a:spLocks/>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252" name="Group 40">
            <a:extLst>
              <a:ext uri="{FF2B5EF4-FFF2-40B4-BE49-F238E27FC236}">
                <a16:creationId xmlns:a16="http://schemas.microsoft.com/office/drawing/2014/main" id="{6E0E676B-B157-424A-9842-5FB98F0CF5B9}"/>
              </a:ext>
            </a:extLst>
          </p:cNvPr>
          <p:cNvGrpSpPr>
            <a:grpSpLocks/>
          </p:cNvGrpSpPr>
          <p:nvPr/>
        </p:nvGrpSpPr>
        <p:grpSpPr bwMode="auto">
          <a:xfrm>
            <a:off x="7318375" y="90488"/>
            <a:ext cx="2133600" cy="1911350"/>
            <a:chOff x="4610" y="57"/>
            <a:chExt cx="1344" cy="1204"/>
          </a:xfrm>
        </p:grpSpPr>
        <p:grpSp>
          <p:nvGrpSpPr>
            <p:cNvPr id="10253" name="Group 41">
              <a:extLst>
                <a:ext uri="{FF2B5EF4-FFF2-40B4-BE49-F238E27FC236}">
                  <a16:creationId xmlns:a16="http://schemas.microsoft.com/office/drawing/2014/main" id="{CE6F7756-F7A5-4A97-9968-D42A8029E3B7}"/>
                </a:ext>
              </a:extLst>
            </p:cNvPr>
            <p:cNvGrpSpPr>
              <a:grpSpLocks/>
            </p:cNvGrpSpPr>
            <p:nvPr userDrawn="1"/>
          </p:nvGrpSpPr>
          <p:grpSpPr bwMode="auto">
            <a:xfrm>
              <a:off x="4610" y="57"/>
              <a:ext cx="1344" cy="1204"/>
              <a:chOff x="4610" y="57"/>
              <a:chExt cx="1344" cy="1204"/>
            </a:xfrm>
          </p:grpSpPr>
          <p:sp>
            <p:nvSpPr>
              <p:cNvPr id="10255" name="Freeform 42">
                <a:extLst>
                  <a:ext uri="{FF2B5EF4-FFF2-40B4-BE49-F238E27FC236}">
                    <a16:creationId xmlns:a16="http://schemas.microsoft.com/office/drawing/2014/main" id="{1CB1F66C-5BB9-4B76-8B5F-B8B3BCF301BF}"/>
                  </a:ext>
                </a:extLst>
              </p:cNvPr>
              <p:cNvSpPr>
                <a:spLocks/>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56" name="Group 43">
                <a:extLst>
                  <a:ext uri="{FF2B5EF4-FFF2-40B4-BE49-F238E27FC236}">
                    <a16:creationId xmlns:a16="http://schemas.microsoft.com/office/drawing/2014/main" id="{F1B88638-9804-420F-9F85-E6EF7BA70D21}"/>
                  </a:ext>
                </a:extLst>
              </p:cNvPr>
              <p:cNvGrpSpPr>
                <a:grpSpLocks/>
              </p:cNvGrpSpPr>
              <p:nvPr userDrawn="1"/>
            </p:nvGrpSpPr>
            <p:grpSpPr bwMode="auto">
              <a:xfrm>
                <a:off x="4610" y="57"/>
                <a:ext cx="1344" cy="985"/>
                <a:chOff x="4610" y="57"/>
                <a:chExt cx="1344" cy="985"/>
              </a:xfrm>
            </p:grpSpPr>
            <p:sp>
              <p:nvSpPr>
                <p:cNvPr id="10257" name="Freeform 44">
                  <a:extLst>
                    <a:ext uri="{FF2B5EF4-FFF2-40B4-BE49-F238E27FC236}">
                      <a16:creationId xmlns:a16="http://schemas.microsoft.com/office/drawing/2014/main" id="{D2037015-02FF-46BB-A356-F63AD7EDAFE4}"/>
                    </a:ext>
                  </a:extLst>
                </p:cNvPr>
                <p:cNvSpPr>
                  <a:spLocks/>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58" name="Freeform 45">
                  <a:extLst>
                    <a:ext uri="{FF2B5EF4-FFF2-40B4-BE49-F238E27FC236}">
                      <a16:creationId xmlns:a16="http://schemas.microsoft.com/office/drawing/2014/main" id="{093C5066-D9F8-40D1-8F49-C1B500BEF46A}"/>
                    </a:ext>
                  </a:extLst>
                </p:cNvPr>
                <p:cNvSpPr>
                  <a:spLocks/>
                </p:cNvSpPr>
                <p:nvPr userDrawn="1"/>
              </p:nvSpPr>
              <p:spPr bwMode="auto">
                <a:xfrm rot="-3172564">
                  <a:off x="5052" y="328"/>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59" name="Freeform 46">
                  <a:extLst>
                    <a:ext uri="{FF2B5EF4-FFF2-40B4-BE49-F238E27FC236}">
                      <a16:creationId xmlns:a16="http://schemas.microsoft.com/office/drawing/2014/main" id="{168A9A01-05F7-4B0A-87AE-35641DBEEE4D}"/>
                    </a:ext>
                  </a:extLst>
                </p:cNvPr>
                <p:cNvSpPr>
                  <a:spLocks/>
                </p:cNvSpPr>
                <p:nvPr userDrawn="1"/>
              </p:nvSpPr>
              <p:spPr bwMode="auto">
                <a:xfrm rot="-3172564">
                  <a:off x="4862" y="178"/>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0" name="Freeform 47">
                  <a:extLst>
                    <a:ext uri="{FF2B5EF4-FFF2-40B4-BE49-F238E27FC236}">
                      <a16:creationId xmlns:a16="http://schemas.microsoft.com/office/drawing/2014/main" id="{491E319C-DA59-47F9-A9AF-E00AE356B149}"/>
                    </a:ext>
                  </a:extLst>
                </p:cNvPr>
                <p:cNvSpPr>
                  <a:spLocks/>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1" name="Freeform 48">
                  <a:extLst>
                    <a:ext uri="{FF2B5EF4-FFF2-40B4-BE49-F238E27FC236}">
                      <a16:creationId xmlns:a16="http://schemas.microsoft.com/office/drawing/2014/main" id="{BEA95195-7DE7-477F-8B6F-A26BAFB7DA51}"/>
                    </a:ext>
                  </a:extLst>
                </p:cNvPr>
                <p:cNvSpPr>
                  <a:spLocks/>
                </p:cNvSpPr>
                <p:nvPr userDrawn="1"/>
              </p:nvSpPr>
              <p:spPr bwMode="auto">
                <a:xfrm rot="-3172564">
                  <a:off x="5301" y="893"/>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2" name="Freeform 49">
                  <a:extLst>
                    <a:ext uri="{FF2B5EF4-FFF2-40B4-BE49-F238E27FC236}">
                      <a16:creationId xmlns:a16="http://schemas.microsoft.com/office/drawing/2014/main" id="{1C34F553-8A0F-42E9-BF4E-45E5D6F36D94}"/>
                    </a:ext>
                  </a:extLst>
                </p:cNvPr>
                <p:cNvSpPr>
                  <a:spLocks/>
                </p:cNvSpPr>
                <p:nvPr userDrawn="1"/>
              </p:nvSpPr>
              <p:spPr bwMode="auto">
                <a:xfrm rot="-3172564">
                  <a:off x="5253" y="802"/>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3" name="Freeform 50">
                  <a:extLst>
                    <a:ext uri="{FF2B5EF4-FFF2-40B4-BE49-F238E27FC236}">
                      <a16:creationId xmlns:a16="http://schemas.microsoft.com/office/drawing/2014/main" id="{BFE7CA94-2CBF-4BC1-A622-0B68EAC106D3}"/>
                    </a:ext>
                  </a:extLst>
                </p:cNvPr>
                <p:cNvSpPr>
                  <a:spLocks/>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4" name="Freeform 51">
                  <a:extLst>
                    <a:ext uri="{FF2B5EF4-FFF2-40B4-BE49-F238E27FC236}">
                      <a16:creationId xmlns:a16="http://schemas.microsoft.com/office/drawing/2014/main" id="{2C48705D-3DE5-45F0-B8D8-005E374124D5}"/>
                    </a:ext>
                  </a:extLst>
                </p:cNvPr>
                <p:cNvSpPr>
                  <a:spLocks/>
                </p:cNvSpPr>
                <p:nvPr userDrawn="1"/>
              </p:nvSpPr>
              <p:spPr bwMode="auto">
                <a:xfrm rot="-3172564">
                  <a:off x="4951" y="138"/>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0254" name="Line 52">
              <a:extLst>
                <a:ext uri="{FF2B5EF4-FFF2-40B4-BE49-F238E27FC236}">
                  <a16:creationId xmlns:a16="http://schemas.microsoft.com/office/drawing/2014/main" id="{F3611766-C7CE-475F-BEF1-7BFC8273379D}"/>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4810" r:id="rId1"/>
    <p:sldLayoutId id="2147484811" r:id="rId2"/>
    <p:sldLayoutId id="2147484812" r:id="rId3"/>
    <p:sldLayoutId id="2147484813" r:id="rId4"/>
    <p:sldLayoutId id="2147484814" r:id="rId5"/>
    <p:sldLayoutId id="2147484815" r:id="rId6"/>
    <p:sldLayoutId id="2147484816" r:id="rId7"/>
    <p:sldLayoutId id="2147484817" r:id="rId8"/>
    <p:sldLayoutId id="2147484818" r:id="rId9"/>
    <p:sldLayoutId id="2147484819" r:id="rId10"/>
    <p:sldLayoutId id="2147484820" r:id="rId11"/>
    <p:sldLayoutId id="2147484821" r:id="rId12"/>
    <p:sldLayoutId id="2147484822" r:id="rId13"/>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Freeform 2">
            <a:extLst>
              <a:ext uri="{FF2B5EF4-FFF2-40B4-BE49-F238E27FC236}">
                <a16:creationId xmlns:a16="http://schemas.microsoft.com/office/drawing/2014/main" id="{10F47C9B-B15C-4BD4-9B2F-F23656C66A10}"/>
              </a:ext>
            </a:extLst>
          </p:cNvPr>
          <p:cNvSpPr>
            <a:spLocks/>
          </p:cNvSpPr>
          <p:nvPr/>
        </p:nvSpPr>
        <p:spPr bwMode="auto">
          <a:xfrm rot="-3172564">
            <a:off x="7777957" y="-15081"/>
            <a:ext cx="1162050" cy="2084387"/>
          </a:xfrm>
          <a:custGeom>
            <a:avLst/>
            <a:gdLst>
              <a:gd name="T0" fmla="*/ 2147483647 w 2903"/>
              <a:gd name="T1" fmla="*/ 2147483647 h 3686"/>
              <a:gd name="T2" fmla="*/ 2147483647 w 2903"/>
              <a:gd name="T3" fmla="*/ 2147483647 h 3686"/>
              <a:gd name="T4" fmla="*/ 2147483647 w 2903"/>
              <a:gd name="T5" fmla="*/ 0 h 3686"/>
              <a:gd name="T6" fmla="*/ 2147483647 w 2903"/>
              <a:gd name="T7" fmla="*/ 2147483647 h 3686"/>
              <a:gd name="T8" fmla="*/ 2147483647 w 2903"/>
              <a:gd name="T9" fmla="*/ 2147483647 h 3686"/>
              <a:gd name="T10" fmla="*/ 0 w 2903"/>
              <a:gd name="T11" fmla="*/ 2147483647 h 3686"/>
              <a:gd name="T12" fmla="*/ 2147483647 w 2903"/>
              <a:gd name="T13" fmla="*/ 2147483647 h 3686"/>
              <a:gd name="T14" fmla="*/ 2147483647 w 2903"/>
              <a:gd name="T15" fmla="*/ 2147483647 h 3686"/>
              <a:gd name="T16" fmla="*/ 2147483647 w 2903"/>
              <a:gd name="T17" fmla="*/ 2147483647 h 3686"/>
              <a:gd name="T18" fmla="*/ 2147483647 w 2903"/>
              <a:gd name="T19" fmla="*/ 2147483647 h 3686"/>
              <a:gd name="T20" fmla="*/ 2147483647 w 2903"/>
              <a:gd name="T21" fmla="*/ 2147483647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7" name="Rectangle 3">
            <a:extLst>
              <a:ext uri="{FF2B5EF4-FFF2-40B4-BE49-F238E27FC236}">
                <a16:creationId xmlns:a16="http://schemas.microsoft.com/office/drawing/2014/main" id="{2B2B0568-6054-4C25-A3A3-C0BBAD9F65F1}"/>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1268" name="Rectangle 4">
            <a:extLst>
              <a:ext uri="{FF2B5EF4-FFF2-40B4-BE49-F238E27FC236}">
                <a16:creationId xmlns:a16="http://schemas.microsoft.com/office/drawing/2014/main" id="{9663FC0D-9F68-47D4-B608-A08897ADF183}"/>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2E6F8D19-BDA1-4206-BC09-1F2CD56A9E96}"/>
              </a:ext>
            </a:extLst>
          </p:cNvPr>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endParaRPr lang="en-US" altLang="zh-CN"/>
          </a:p>
        </p:txBody>
      </p:sp>
      <p:sp>
        <p:nvSpPr>
          <p:cNvPr id="4102" name="Rectangle 6">
            <a:extLst>
              <a:ext uri="{FF2B5EF4-FFF2-40B4-BE49-F238E27FC236}">
                <a16:creationId xmlns:a16="http://schemas.microsoft.com/office/drawing/2014/main" id="{AA54D71D-90D8-420A-96D7-4338406A2A15}"/>
              </a:ext>
            </a:extLst>
          </p:cNvPr>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r>
              <a:rPr lang="zh-CN" altLang="en-US"/>
              <a:t>自动化学院测量科学与仪器系</a:t>
            </a:r>
            <a:endParaRPr lang="en-US" altLang="zh-CN"/>
          </a:p>
        </p:txBody>
      </p:sp>
      <p:sp>
        <p:nvSpPr>
          <p:cNvPr id="4103" name="Rectangle 7">
            <a:extLst>
              <a:ext uri="{FF2B5EF4-FFF2-40B4-BE49-F238E27FC236}">
                <a16:creationId xmlns:a16="http://schemas.microsoft.com/office/drawing/2014/main" id="{1BA4DF43-807F-4326-A4CF-CC0835DDFED3}"/>
              </a:ext>
            </a:extLst>
          </p:cNvPr>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kumimoji="0" sz="1400">
                <a:solidFill>
                  <a:srgbClr val="000000"/>
                </a:solidFill>
                <a:latin typeface="Comic Sans MS" panose="030F0702030302020204" pitchFamily="66" charset="0"/>
                <a:ea typeface="宋体" panose="02010600030101010101" pitchFamily="2" charset="-122"/>
              </a:defRPr>
            </a:lvl1pPr>
          </a:lstStyle>
          <a:p>
            <a:fld id="{EF63E350-FA2C-4BC2-9928-CC858B744E92}" type="slidenum">
              <a:rPr lang="en-US" altLang="zh-CN"/>
              <a:pPr/>
              <a:t>‹#›</a:t>
            </a:fld>
            <a:endParaRPr lang="en-US" altLang="zh-CN"/>
          </a:p>
        </p:txBody>
      </p:sp>
      <p:sp>
        <p:nvSpPr>
          <p:cNvPr id="11272" name="Freeform 8">
            <a:extLst>
              <a:ext uri="{FF2B5EF4-FFF2-40B4-BE49-F238E27FC236}">
                <a16:creationId xmlns:a16="http://schemas.microsoft.com/office/drawing/2014/main" id="{75880BB8-64D7-4399-906C-C30C9D322B04}"/>
              </a:ext>
            </a:extLst>
          </p:cNvPr>
          <p:cNvSpPr>
            <a:spLocks/>
          </p:cNvSpPr>
          <p:nvPr/>
        </p:nvSpPr>
        <p:spPr bwMode="auto">
          <a:xfrm rot="-3172564">
            <a:off x="7865269" y="24607"/>
            <a:ext cx="1165225" cy="2097087"/>
          </a:xfrm>
          <a:custGeom>
            <a:avLst/>
            <a:gdLst>
              <a:gd name="T0" fmla="*/ 2147483647 w 2911"/>
              <a:gd name="T1" fmla="*/ 0 h 3703"/>
              <a:gd name="T2" fmla="*/ 2147483647 w 2911"/>
              <a:gd name="T3" fmla="*/ 2147483647 h 3703"/>
              <a:gd name="T4" fmla="*/ 2147483647 w 2911"/>
              <a:gd name="T5" fmla="*/ 2147483647 h 3703"/>
              <a:gd name="T6" fmla="*/ 0 w 2911"/>
              <a:gd name="T7" fmla="*/ 2147483647 h 3703"/>
              <a:gd name="T8" fmla="*/ 2147483647 w 2911"/>
              <a:gd name="T9" fmla="*/ 2147483647 h 3703"/>
              <a:gd name="T10" fmla="*/ 2147483647 w 2911"/>
              <a:gd name="T11" fmla="*/ 2147483647 h 3703"/>
              <a:gd name="T12" fmla="*/ 2147483647 w 2911"/>
              <a:gd name="T13" fmla="*/ 2147483647 h 3703"/>
              <a:gd name="T14" fmla="*/ 2147483647 w 2911"/>
              <a:gd name="T15" fmla="*/ 2147483647 h 3703"/>
              <a:gd name="T16" fmla="*/ 2147483647 w 2911"/>
              <a:gd name="T17" fmla="*/ 2147483647 h 3703"/>
              <a:gd name="T18" fmla="*/ 2147483647 w 2911"/>
              <a:gd name="T19" fmla="*/ 0 h 3703"/>
              <a:gd name="T20" fmla="*/ 2147483647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73" name="Freeform 9">
            <a:extLst>
              <a:ext uri="{FF2B5EF4-FFF2-40B4-BE49-F238E27FC236}">
                <a16:creationId xmlns:a16="http://schemas.microsoft.com/office/drawing/2014/main" id="{2B2F16FA-2C76-4887-A8BF-8C02AEC9054B}"/>
              </a:ext>
            </a:extLst>
          </p:cNvPr>
          <p:cNvSpPr>
            <a:spLocks/>
          </p:cNvSpPr>
          <p:nvPr/>
        </p:nvSpPr>
        <p:spPr bwMode="auto">
          <a:xfrm rot="-3172564">
            <a:off x="7831138" y="192088"/>
            <a:ext cx="1025525" cy="1571625"/>
          </a:xfrm>
          <a:custGeom>
            <a:avLst/>
            <a:gdLst>
              <a:gd name="T0" fmla="*/ 0 w 2561"/>
              <a:gd name="T1" fmla="*/ 2147483647 h 2777"/>
              <a:gd name="T2" fmla="*/ 2147483647 w 2561"/>
              <a:gd name="T3" fmla="*/ 2147483647 h 2777"/>
              <a:gd name="T4" fmla="*/ 2147483647 w 2561"/>
              <a:gd name="T5" fmla="*/ 2147483647 h 2777"/>
              <a:gd name="T6" fmla="*/ 2147483647 w 2561"/>
              <a:gd name="T7" fmla="*/ 2147483647 h 2777"/>
              <a:gd name="T8" fmla="*/ 2147483647 w 2561"/>
              <a:gd name="T9" fmla="*/ 2147483647 h 2777"/>
              <a:gd name="T10" fmla="*/ 2147483647 w 2561"/>
              <a:gd name="T11" fmla="*/ 0 h 2777"/>
              <a:gd name="T12" fmla="*/ 0 w 2561"/>
              <a:gd name="T13" fmla="*/ 2147483647 h 2777"/>
              <a:gd name="T14" fmla="*/ 0 w 2561"/>
              <a:gd name="T15" fmla="*/ 2147483647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1274" name="Group 10">
            <a:extLst>
              <a:ext uri="{FF2B5EF4-FFF2-40B4-BE49-F238E27FC236}">
                <a16:creationId xmlns:a16="http://schemas.microsoft.com/office/drawing/2014/main" id="{5AABD1D2-D034-4CD2-B2A7-50DB141DC81E}"/>
              </a:ext>
            </a:extLst>
          </p:cNvPr>
          <p:cNvGrpSpPr>
            <a:grpSpLocks/>
          </p:cNvGrpSpPr>
          <p:nvPr/>
        </p:nvGrpSpPr>
        <p:grpSpPr bwMode="auto">
          <a:xfrm>
            <a:off x="7938" y="5540375"/>
            <a:ext cx="1784350" cy="1246188"/>
            <a:chOff x="5" y="3490"/>
            <a:chExt cx="1124" cy="785"/>
          </a:xfrm>
        </p:grpSpPr>
        <p:sp>
          <p:nvSpPr>
            <p:cNvPr id="11291" name="Freeform 11">
              <a:extLst>
                <a:ext uri="{FF2B5EF4-FFF2-40B4-BE49-F238E27FC236}">
                  <a16:creationId xmlns:a16="http://schemas.microsoft.com/office/drawing/2014/main" id="{E18D18D2-8DE4-49A7-9DFB-ADA24D97E1E6}"/>
                </a:ext>
              </a:extLst>
            </p:cNvPr>
            <p:cNvSpPr>
              <a:spLocks/>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2" name="Freeform 12">
              <a:extLst>
                <a:ext uri="{FF2B5EF4-FFF2-40B4-BE49-F238E27FC236}">
                  <a16:creationId xmlns:a16="http://schemas.microsoft.com/office/drawing/2014/main" id="{010A6729-F8C2-40A6-B6DB-8D65236E5D67}"/>
                </a:ext>
              </a:extLst>
            </p:cNvPr>
            <p:cNvSpPr>
              <a:spLocks/>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3" name="Freeform 13">
              <a:extLst>
                <a:ext uri="{FF2B5EF4-FFF2-40B4-BE49-F238E27FC236}">
                  <a16:creationId xmlns:a16="http://schemas.microsoft.com/office/drawing/2014/main" id="{B5FF1838-6552-4959-B2C6-E077AB2F8023}"/>
                </a:ext>
              </a:extLst>
            </p:cNvPr>
            <p:cNvSpPr>
              <a:spLocks/>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4" name="Freeform 14">
              <a:extLst>
                <a:ext uri="{FF2B5EF4-FFF2-40B4-BE49-F238E27FC236}">
                  <a16:creationId xmlns:a16="http://schemas.microsoft.com/office/drawing/2014/main" id="{26274CD5-7015-4A09-9C9B-AA07DC09EA8D}"/>
                </a:ext>
              </a:extLst>
            </p:cNvPr>
            <p:cNvSpPr>
              <a:spLocks/>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5" name="Freeform 15">
              <a:extLst>
                <a:ext uri="{FF2B5EF4-FFF2-40B4-BE49-F238E27FC236}">
                  <a16:creationId xmlns:a16="http://schemas.microsoft.com/office/drawing/2014/main" id="{E976CCA0-3194-43FC-B636-4554713E5767}"/>
                </a:ext>
              </a:extLst>
            </p:cNvPr>
            <p:cNvSpPr>
              <a:spLocks/>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6" name="Freeform 16">
              <a:extLst>
                <a:ext uri="{FF2B5EF4-FFF2-40B4-BE49-F238E27FC236}">
                  <a16:creationId xmlns:a16="http://schemas.microsoft.com/office/drawing/2014/main" id="{9E36CD74-A569-45D7-AC8D-05DDC6022A2F}"/>
                </a:ext>
              </a:extLst>
            </p:cNvPr>
            <p:cNvSpPr>
              <a:spLocks/>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7" name="Freeform 17">
              <a:extLst>
                <a:ext uri="{FF2B5EF4-FFF2-40B4-BE49-F238E27FC236}">
                  <a16:creationId xmlns:a16="http://schemas.microsoft.com/office/drawing/2014/main" id="{774FB4D1-A613-4ED5-9F4A-3AA846C0D9C8}"/>
                </a:ext>
              </a:extLst>
            </p:cNvPr>
            <p:cNvSpPr>
              <a:spLocks/>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8" name="Freeform 18">
              <a:extLst>
                <a:ext uri="{FF2B5EF4-FFF2-40B4-BE49-F238E27FC236}">
                  <a16:creationId xmlns:a16="http://schemas.microsoft.com/office/drawing/2014/main" id="{98199CA1-BE82-425B-8E24-05E10264ECAA}"/>
                </a:ext>
              </a:extLst>
            </p:cNvPr>
            <p:cNvSpPr>
              <a:spLocks/>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9" name="Freeform 19">
              <a:extLst>
                <a:ext uri="{FF2B5EF4-FFF2-40B4-BE49-F238E27FC236}">
                  <a16:creationId xmlns:a16="http://schemas.microsoft.com/office/drawing/2014/main" id="{E49DDCD0-3CFF-4D8F-8483-8F9EF6AB4029}"/>
                </a:ext>
              </a:extLst>
            </p:cNvPr>
            <p:cNvSpPr>
              <a:spLocks/>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1300" name="Group 20">
              <a:extLst>
                <a:ext uri="{FF2B5EF4-FFF2-40B4-BE49-F238E27FC236}">
                  <a16:creationId xmlns:a16="http://schemas.microsoft.com/office/drawing/2014/main" id="{06C8333F-C351-44E3-A5FF-B5BE1BF65A56}"/>
                </a:ext>
              </a:extLst>
            </p:cNvPr>
            <p:cNvGrpSpPr>
              <a:grpSpLocks/>
            </p:cNvGrpSpPr>
            <p:nvPr userDrawn="1"/>
          </p:nvGrpSpPr>
          <p:grpSpPr bwMode="auto">
            <a:xfrm>
              <a:off x="5" y="3490"/>
              <a:ext cx="1124" cy="780"/>
              <a:chOff x="5" y="3490"/>
              <a:chExt cx="1124" cy="780"/>
            </a:xfrm>
          </p:grpSpPr>
          <p:grpSp>
            <p:nvGrpSpPr>
              <p:cNvPr id="11301" name="Group 21">
                <a:extLst>
                  <a:ext uri="{FF2B5EF4-FFF2-40B4-BE49-F238E27FC236}">
                    <a16:creationId xmlns:a16="http://schemas.microsoft.com/office/drawing/2014/main" id="{BE8FE18E-ED3B-4C3E-BA59-A844A16FF487}"/>
                  </a:ext>
                </a:extLst>
              </p:cNvPr>
              <p:cNvGrpSpPr>
                <a:grpSpLocks/>
              </p:cNvGrpSpPr>
              <p:nvPr userDrawn="1"/>
            </p:nvGrpSpPr>
            <p:grpSpPr bwMode="auto">
              <a:xfrm>
                <a:off x="499" y="3562"/>
                <a:ext cx="548" cy="708"/>
                <a:chOff x="499" y="3562"/>
                <a:chExt cx="548" cy="708"/>
              </a:xfrm>
            </p:grpSpPr>
            <p:sp>
              <p:nvSpPr>
                <p:cNvPr id="11314" name="Freeform 22">
                  <a:extLst>
                    <a:ext uri="{FF2B5EF4-FFF2-40B4-BE49-F238E27FC236}">
                      <a16:creationId xmlns:a16="http://schemas.microsoft.com/office/drawing/2014/main" id="{83000CB5-76C1-4197-BCA2-D391B53B6794}"/>
                    </a:ext>
                  </a:extLst>
                </p:cNvPr>
                <p:cNvSpPr>
                  <a:spLocks/>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5" name="Freeform 23">
                  <a:extLst>
                    <a:ext uri="{FF2B5EF4-FFF2-40B4-BE49-F238E27FC236}">
                      <a16:creationId xmlns:a16="http://schemas.microsoft.com/office/drawing/2014/main" id="{3B1E722E-FC5E-4D96-96B3-34AB9403DE5A}"/>
                    </a:ext>
                  </a:extLst>
                </p:cNvPr>
                <p:cNvSpPr>
                  <a:spLocks/>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6" name="Freeform 24">
                  <a:extLst>
                    <a:ext uri="{FF2B5EF4-FFF2-40B4-BE49-F238E27FC236}">
                      <a16:creationId xmlns:a16="http://schemas.microsoft.com/office/drawing/2014/main" id="{6992D6F6-4C7F-443F-AAC6-4D4145206D72}"/>
                    </a:ext>
                  </a:extLst>
                </p:cNvPr>
                <p:cNvSpPr>
                  <a:spLocks/>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302" name="Freeform 25">
                <a:extLst>
                  <a:ext uri="{FF2B5EF4-FFF2-40B4-BE49-F238E27FC236}">
                    <a16:creationId xmlns:a16="http://schemas.microsoft.com/office/drawing/2014/main" id="{C054DC2D-B87C-4AF0-8471-AEC1F514F7F8}"/>
                  </a:ext>
                </a:extLst>
              </p:cNvPr>
              <p:cNvSpPr>
                <a:spLocks/>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03" name="Freeform 26">
                <a:extLst>
                  <a:ext uri="{FF2B5EF4-FFF2-40B4-BE49-F238E27FC236}">
                    <a16:creationId xmlns:a16="http://schemas.microsoft.com/office/drawing/2014/main" id="{C41106EC-6F7B-4EB7-88FE-227A7EE3A01F}"/>
                  </a:ext>
                </a:extLst>
              </p:cNvPr>
              <p:cNvSpPr>
                <a:spLocks/>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04" name="Freeform 27">
                <a:extLst>
                  <a:ext uri="{FF2B5EF4-FFF2-40B4-BE49-F238E27FC236}">
                    <a16:creationId xmlns:a16="http://schemas.microsoft.com/office/drawing/2014/main" id="{25CE5F00-2642-4609-B007-28B85E180192}"/>
                  </a:ext>
                </a:extLst>
              </p:cNvPr>
              <p:cNvSpPr>
                <a:spLocks/>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1305" name="Group 28">
                <a:extLst>
                  <a:ext uri="{FF2B5EF4-FFF2-40B4-BE49-F238E27FC236}">
                    <a16:creationId xmlns:a16="http://schemas.microsoft.com/office/drawing/2014/main" id="{E89FC161-99BC-47F6-8B09-77867833C32B}"/>
                  </a:ext>
                </a:extLst>
              </p:cNvPr>
              <p:cNvGrpSpPr>
                <a:grpSpLocks/>
              </p:cNvGrpSpPr>
              <p:nvPr userDrawn="1"/>
            </p:nvGrpSpPr>
            <p:grpSpPr bwMode="auto">
              <a:xfrm>
                <a:off x="5" y="3490"/>
                <a:ext cx="1124" cy="678"/>
                <a:chOff x="5" y="3490"/>
                <a:chExt cx="1124" cy="678"/>
              </a:xfrm>
            </p:grpSpPr>
            <p:sp>
              <p:nvSpPr>
                <p:cNvPr id="11306" name="Freeform 29">
                  <a:extLst>
                    <a:ext uri="{FF2B5EF4-FFF2-40B4-BE49-F238E27FC236}">
                      <a16:creationId xmlns:a16="http://schemas.microsoft.com/office/drawing/2014/main" id="{3286FF60-8B19-4D9B-9E87-75F57BB0E239}"/>
                    </a:ext>
                  </a:extLst>
                </p:cNvPr>
                <p:cNvSpPr>
                  <a:spLocks/>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07" name="Freeform 30">
                  <a:extLst>
                    <a:ext uri="{FF2B5EF4-FFF2-40B4-BE49-F238E27FC236}">
                      <a16:creationId xmlns:a16="http://schemas.microsoft.com/office/drawing/2014/main" id="{60495339-959C-4695-B998-A75D9E9D84A0}"/>
                    </a:ext>
                  </a:extLst>
                </p:cNvPr>
                <p:cNvSpPr>
                  <a:spLocks/>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08" name="Freeform 31">
                  <a:extLst>
                    <a:ext uri="{FF2B5EF4-FFF2-40B4-BE49-F238E27FC236}">
                      <a16:creationId xmlns:a16="http://schemas.microsoft.com/office/drawing/2014/main" id="{FDE38F7D-3830-4BDA-B4E5-527F03EC4F2B}"/>
                    </a:ext>
                  </a:extLst>
                </p:cNvPr>
                <p:cNvSpPr>
                  <a:spLocks/>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09" name="Freeform 32">
                  <a:extLst>
                    <a:ext uri="{FF2B5EF4-FFF2-40B4-BE49-F238E27FC236}">
                      <a16:creationId xmlns:a16="http://schemas.microsoft.com/office/drawing/2014/main" id="{C7F9B53E-165B-4765-9F7D-004E4EC1D74C}"/>
                    </a:ext>
                  </a:extLst>
                </p:cNvPr>
                <p:cNvSpPr>
                  <a:spLocks/>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0" name="Freeform 33">
                  <a:extLst>
                    <a:ext uri="{FF2B5EF4-FFF2-40B4-BE49-F238E27FC236}">
                      <a16:creationId xmlns:a16="http://schemas.microsoft.com/office/drawing/2014/main" id="{30628FF5-014F-42F2-8426-6B187DE6B5B6}"/>
                    </a:ext>
                  </a:extLst>
                </p:cNvPr>
                <p:cNvSpPr>
                  <a:spLocks/>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1" name="Freeform 34">
                  <a:extLst>
                    <a:ext uri="{FF2B5EF4-FFF2-40B4-BE49-F238E27FC236}">
                      <a16:creationId xmlns:a16="http://schemas.microsoft.com/office/drawing/2014/main" id="{BCDD88EE-51EE-4740-9078-D1B71C344810}"/>
                    </a:ext>
                  </a:extLst>
                </p:cNvPr>
                <p:cNvSpPr>
                  <a:spLocks/>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2" name="Freeform 35">
                  <a:extLst>
                    <a:ext uri="{FF2B5EF4-FFF2-40B4-BE49-F238E27FC236}">
                      <a16:creationId xmlns:a16="http://schemas.microsoft.com/office/drawing/2014/main" id="{89E27894-5C0D-440C-A742-13D63F9581C3}"/>
                    </a:ext>
                  </a:extLst>
                </p:cNvPr>
                <p:cNvSpPr>
                  <a:spLocks/>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3" name="Freeform 36">
                  <a:extLst>
                    <a:ext uri="{FF2B5EF4-FFF2-40B4-BE49-F238E27FC236}">
                      <a16:creationId xmlns:a16="http://schemas.microsoft.com/office/drawing/2014/main" id="{441B6203-CB9C-4356-B5DB-A8E8B607B313}"/>
                    </a:ext>
                  </a:extLst>
                </p:cNvPr>
                <p:cNvSpPr>
                  <a:spLocks/>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nvGrpSpPr>
          <p:cNvPr id="11275" name="Group 37">
            <a:extLst>
              <a:ext uri="{FF2B5EF4-FFF2-40B4-BE49-F238E27FC236}">
                <a16:creationId xmlns:a16="http://schemas.microsoft.com/office/drawing/2014/main" id="{B996FD70-ACA1-4A6F-8572-51887B61F7A6}"/>
              </a:ext>
            </a:extLst>
          </p:cNvPr>
          <p:cNvGrpSpPr>
            <a:grpSpLocks/>
          </p:cNvGrpSpPr>
          <p:nvPr/>
        </p:nvGrpSpPr>
        <p:grpSpPr bwMode="auto">
          <a:xfrm>
            <a:off x="8680450" y="2116138"/>
            <a:ext cx="385763" cy="4308475"/>
            <a:chOff x="5468" y="1333"/>
            <a:chExt cx="243" cy="2714"/>
          </a:xfrm>
        </p:grpSpPr>
        <p:sp>
          <p:nvSpPr>
            <p:cNvPr id="11289" name="Freeform 38">
              <a:extLst>
                <a:ext uri="{FF2B5EF4-FFF2-40B4-BE49-F238E27FC236}">
                  <a16:creationId xmlns:a16="http://schemas.microsoft.com/office/drawing/2014/main" id="{763B7593-1B6D-4DEC-8BDD-050974519321}"/>
                </a:ext>
              </a:extLst>
            </p:cNvPr>
            <p:cNvSpPr>
              <a:spLocks/>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0" name="Freeform 39">
              <a:extLst>
                <a:ext uri="{FF2B5EF4-FFF2-40B4-BE49-F238E27FC236}">
                  <a16:creationId xmlns:a16="http://schemas.microsoft.com/office/drawing/2014/main" id="{C420FC2D-F833-4178-8011-7ED8C7D28184}"/>
                </a:ext>
              </a:extLst>
            </p:cNvPr>
            <p:cNvSpPr>
              <a:spLocks/>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276" name="Group 40">
            <a:extLst>
              <a:ext uri="{FF2B5EF4-FFF2-40B4-BE49-F238E27FC236}">
                <a16:creationId xmlns:a16="http://schemas.microsoft.com/office/drawing/2014/main" id="{F26ADC04-D2B5-4D26-9331-75FF1966E0CC}"/>
              </a:ext>
            </a:extLst>
          </p:cNvPr>
          <p:cNvGrpSpPr>
            <a:grpSpLocks/>
          </p:cNvGrpSpPr>
          <p:nvPr/>
        </p:nvGrpSpPr>
        <p:grpSpPr bwMode="auto">
          <a:xfrm>
            <a:off x="7318375" y="90488"/>
            <a:ext cx="2133600" cy="1911350"/>
            <a:chOff x="4610" y="57"/>
            <a:chExt cx="1344" cy="1204"/>
          </a:xfrm>
        </p:grpSpPr>
        <p:grpSp>
          <p:nvGrpSpPr>
            <p:cNvPr id="11277" name="Group 41">
              <a:extLst>
                <a:ext uri="{FF2B5EF4-FFF2-40B4-BE49-F238E27FC236}">
                  <a16:creationId xmlns:a16="http://schemas.microsoft.com/office/drawing/2014/main" id="{C5FA7C70-D5A9-47C2-8D98-1AF0872C3C8D}"/>
                </a:ext>
              </a:extLst>
            </p:cNvPr>
            <p:cNvGrpSpPr>
              <a:grpSpLocks/>
            </p:cNvGrpSpPr>
            <p:nvPr userDrawn="1"/>
          </p:nvGrpSpPr>
          <p:grpSpPr bwMode="auto">
            <a:xfrm>
              <a:off x="4610" y="57"/>
              <a:ext cx="1344" cy="1204"/>
              <a:chOff x="4610" y="57"/>
              <a:chExt cx="1344" cy="1204"/>
            </a:xfrm>
          </p:grpSpPr>
          <p:sp>
            <p:nvSpPr>
              <p:cNvPr id="11279" name="Freeform 42">
                <a:extLst>
                  <a:ext uri="{FF2B5EF4-FFF2-40B4-BE49-F238E27FC236}">
                    <a16:creationId xmlns:a16="http://schemas.microsoft.com/office/drawing/2014/main" id="{1C1CB4B3-B5B7-4EF3-B8DD-327D6FA0B0E4}"/>
                  </a:ext>
                </a:extLst>
              </p:cNvPr>
              <p:cNvSpPr>
                <a:spLocks/>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1280" name="Group 43">
                <a:extLst>
                  <a:ext uri="{FF2B5EF4-FFF2-40B4-BE49-F238E27FC236}">
                    <a16:creationId xmlns:a16="http://schemas.microsoft.com/office/drawing/2014/main" id="{E3137E0F-7BBF-4589-AF5B-A8F87D8BD4C7}"/>
                  </a:ext>
                </a:extLst>
              </p:cNvPr>
              <p:cNvGrpSpPr>
                <a:grpSpLocks/>
              </p:cNvGrpSpPr>
              <p:nvPr userDrawn="1"/>
            </p:nvGrpSpPr>
            <p:grpSpPr bwMode="auto">
              <a:xfrm>
                <a:off x="4610" y="57"/>
                <a:ext cx="1344" cy="985"/>
                <a:chOff x="4610" y="57"/>
                <a:chExt cx="1344" cy="985"/>
              </a:xfrm>
            </p:grpSpPr>
            <p:sp>
              <p:nvSpPr>
                <p:cNvPr id="11281" name="Freeform 44">
                  <a:extLst>
                    <a:ext uri="{FF2B5EF4-FFF2-40B4-BE49-F238E27FC236}">
                      <a16:creationId xmlns:a16="http://schemas.microsoft.com/office/drawing/2014/main" id="{8075F411-E86D-4621-990B-30020AB6653F}"/>
                    </a:ext>
                  </a:extLst>
                </p:cNvPr>
                <p:cNvSpPr>
                  <a:spLocks/>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2" name="Freeform 45">
                  <a:extLst>
                    <a:ext uri="{FF2B5EF4-FFF2-40B4-BE49-F238E27FC236}">
                      <a16:creationId xmlns:a16="http://schemas.microsoft.com/office/drawing/2014/main" id="{D56D453A-F3F5-4A3F-82A8-39458C68D753}"/>
                    </a:ext>
                  </a:extLst>
                </p:cNvPr>
                <p:cNvSpPr>
                  <a:spLocks/>
                </p:cNvSpPr>
                <p:nvPr userDrawn="1"/>
              </p:nvSpPr>
              <p:spPr bwMode="auto">
                <a:xfrm rot="-3172564">
                  <a:off x="5052" y="328"/>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3" name="Freeform 46">
                  <a:extLst>
                    <a:ext uri="{FF2B5EF4-FFF2-40B4-BE49-F238E27FC236}">
                      <a16:creationId xmlns:a16="http://schemas.microsoft.com/office/drawing/2014/main" id="{C3B24A67-F202-4DB2-A624-FC4D48D1F916}"/>
                    </a:ext>
                  </a:extLst>
                </p:cNvPr>
                <p:cNvSpPr>
                  <a:spLocks/>
                </p:cNvSpPr>
                <p:nvPr userDrawn="1"/>
              </p:nvSpPr>
              <p:spPr bwMode="auto">
                <a:xfrm rot="-3172564">
                  <a:off x="4862" y="178"/>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4" name="Freeform 47">
                  <a:extLst>
                    <a:ext uri="{FF2B5EF4-FFF2-40B4-BE49-F238E27FC236}">
                      <a16:creationId xmlns:a16="http://schemas.microsoft.com/office/drawing/2014/main" id="{4A9D31D0-F9B4-40C8-89C2-032A4D4AE72F}"/>
                    </a:ext>
                  </a:extLst>
                </p:cNvPr>
                <p:cNvSpPr>
                  <a:spLocks/>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5" name="Freeform 48">
                  <a:extLst>
                    <a:ext uri="{FF2B5EF4-FFF2-40B4-BE49-F238E27FC236}">
                      <a16:creationId xmlns:a16="http://schemas.microsoft.com/office/drawing/2014/main" id="{ED0F71D8-A0E8-44B7-8857-CEFB4E1D54EA}"/>
                    </a:ext>
                  </a:extLst>
                </p:cNvPr>
                <p:cNvSpPr>
                  <a:spLocks/>
                </p:cNvSpPr>
                <p:nvPr userDrawn="1"/>
              </p:nvSpPr>
              <p:spPr bwMode="auto">
                <a:xfrm rot="-3172564">
                  <a:off x="5301" y="893"/>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6" name="Freeform 49">
                  <a:extLst>
                    <a:ext uri="{FF2B5EF4-FFF2-40B4-BE49-F238E27FC236}">
                      <a16:creationId xmlns:a16="http://schemas.microsoft.com/office/drawing/2014/main" id="{DDE56A8A-ACFA-4196-B30A-4107F8D58CAD}"/>
                    </a:ext>
                  </a:extLst>
                </p:cNvPr>
                <p:cNvSpPr>
                  <a:spLocks/>
                </p:cNvSpPr>
                <p:nvPr userDrawn="1"/>
              </p:nvSpPr>
              <p:spPr bwMode="auto">
                <a:xfrm rot="-3172564">
                  <a:off x="5253" y="802"/>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7" name="Freeform 50">
                  <a:extLst>
                    <a:ext uri="{FF2B5EF4-FFF2-40B4-BE49-F238E27FC236}">
                      <a16:creationId xmlns:a16="http://schemas.microsoft.com/office/drawing/2014/main" id="{04D9EE88-BDE9-4713-A20C-16E6E4DD579B}"/>
                    </a:ext>
                  </a:extLst>
                </p:cNvPr>
                <p:cNvSpPr>
                  <a:spLocks/>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8" name="Freeform 51">
                  <a:extLst>
                    <a:ext uri="{FF2B5EF4-FFF2-40B4-BE49-F238E27FC236}">
                      <a16:creationId xmlns:a16="http://schemas.microsoft.com/office/drawing/2014/main" id="{9C3A6ACA-135E-4C0F-9BC7-F7A0A8F49D25}"/>
                    </a:ext>
                  </a:extLst>
                </p:cNvPr>
                <p:cNvSpPr>
                  <a:spLocks/>
                </p:cNvSpPr>
                <p:nvPr userDrawn="1"/>
              </p:nvSpPr>
              <p:spPr bwMode="auto">
                <a:xfrm rot="-3172564">
                  <a:off x="4951" y="138"/>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1278" name="Line 52">
              <a:extLst>
                <a:ext uri="{FF2B5EF4-FFF2-40B4-BE49-F238E27FC236}">
                  <a16:creationId xmlns:a16="http://schemas.microsoft.com/office/drawing/2014/main" id="{4C9D63F3-2694-42E2-8959-6EB0F16FDB9F}"/>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4823" r:id="rId1"/>
    <p:sldLayoutId id="2147484824" r:id="rId2"/>
    <p:sldLayoutId id="2147484825" r:id="rId3"/>
    <p:sldLayoutId id="2147484826" r:id="rId4"/>
    <p:sldLayoutId id="2147484827" r:id="rId5"/>
    <p:sldLayoutId id="2147484828" r:id="rId6"/>
    <p:sldLayoutId id="2147484829" r:id="rId7"/>
    <p:sldLayoutId id="2147484830" r:id="rId8"/>
    <p:sldLayoutId id="2147484831" r:id="rId9"/>
    <p:sldLayoutId id="2147484832" r:id="rId10"/>
    <p:sldLayoutId id="2147484833" r:id="rId11"/>
    <p:sldLayoutId id="2147484834" r:id="rId12"/>
    <p:sldLayoutId id="2147484835" r:id="rId13"/>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Freeform 2">
            <a:extLst>
              <a:ext uri="{FF2B5EF4-FFF2-40B4-BE49-F238E27FC236}">
                <a16:creationId xmlns:a16="http://schemas.microsoft.com/office/drawing/2014/main" id="{B11F7C86-CFBE-4C46-8281-37DDF2A5F8BE}"/>
              </a:ext>
            </a:extLst>
          </p:cNvPr>
          <p:cNvSpPr>
            <a:spLocks/>
          </p:cNvSpPr>
          <p:nvPr/>
        </p:nvSpPr>
        <p:spPr bwMode="auto">
          <a:xfrm rot="-3172564">
            <a:off x="7777957" y="-15081"/>
            <a:ext cx="1162050" cy="2084387"/>
          </a:xfrm>
          <a:custGeom>
            <a:avLst/>
            <a:gdLst>
              <a:gd name="T0" fmla="*/ 2147483647 w 2903"/>
              <a:gd name="T1" fmla="*/ 2147483647 h 3686"/>
              <a:gd name="T2" fmla="*/ 2147483647 w 2903"/>
              <a:gd name="T3" fmla="*/ 2147483647 h 3686"/>
              <a:gd name="T4" fmla="*/ 2147483647 w 2903"/>
              <a:gd name="T5" fmla="*/ 0 h 3686"/>
              <a:gd name="T6" fmla="*/ 2147483647 w 2903"/>
              <a:gd name="T7" fmla="*/ 2147483647 h 3686"/>
              <a:gd name="T8" fmla="*/ 2147483647 w 2903"/>
              <a:gd name="T9" fmla="*/ 2147483647 h 3686"/>
              <a:gd name="T10" fmla="*/ 0 w 2903"/>
              <a:gd name="T11" fmla="*/ 2147483647 h 3686"/>
              <a:gd name="T12" fmla="*/ 2147483647 w 2903"/>
              <a:gd name="T13" fmla="*/ 2147483647 h 3686"/>
              <a:gd name="T14" fmla="*/ 2147483647 w 2903"/>
              <a:gd name="T15" fmla="*/ 2147483647 h 3686"/>
              <a:gd name="T16" fmla="*/ 2147483647 w 2903"/>
              <a:gd name="T17" fmla="*/ 2147483647 h 3686"/>
              <a:gd name="T18" fmla="*/ 2147483647 w 2903"/>
              <a:gd name="T19" fmla="*/ 2147483647 h 3686"/>
              <a:gd name="T20" fmla="*/ 2147483647 w 2903"/>
              <a:gd name="T21" fmla="*/ 2147483647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91" name="Rectangle 3">
            <a:extLst>
              <a:ext uri="{FF2B5EF4-FFF2-40B4-BE49-F238E27FC236}">
                <a16:creationId xmlns:a16="http://schemas.microsoft.com/office/drawing/2014/main" id="{FBB94139-A35A-470A-8786-771DD87F6BA5}"/>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2292" name="Rectangle 4">
            <a:extLst>
              <a:ext uri="{FF2B5EF4-FFF2-40B4-BE49-F238E27FC236}">
                <a16:creationId xmlns:a16="http://schemas.microsoft.com/office/drawing/2014/main" id="{FB4D5FFA-3332-4A94-B439-1BEBB67EA9E7}"/>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AEF60E2B-5D63-4B96-99B0-E4E0E0F768BC}"/>
              </a:ext>
            </a:extLst>
          </p:cNvPr>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endParaRPr lang="en-US" altLang="zh-CN"/>
          </a:p>
        </p:txBody>
      </p:sp>
      <p:sp>
        <p:nvSpPr>
          <p:cNvPr id="4102" name="Rectangle 6">
            <a:extLst>
              <a:ext uri="{FF2B5EF4-FFF2-40B4-BE49-F238E27FC236}">
                <a16:creationId xmlns:a16="http://schemas.microsoft.com/office/drawing/2014/main" id="{42E1503A-548D-452D-834A-C199FF755A5A}"/>
              </a:ext>
            </a:extLst>
          </p:cNvPr>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r>
              <a:rPr lang="zh-CN" altLang="en-US"/>
              <a:t>自动化学院测量科学与仪器系</a:t>
            </a:r>
            <a:endParaRPr lang="en-US" altLang="zh-CN"/>
          </a:p>
        </p:txBody>
      </p:sp>
      <p:sp>
        <p:nvSpPr>
          <p:cNvPr id="4103" name="Rectangle 7">
            <a:extLst>
              <a:ext uri="{FF2B5EF4-FFF2-40B4-BE49-F238E27FC236}">
                <a16:creationId xmlns:a16="http://schemas.microsoft.com/office/drawing/2014/main" id="{0DC44075-C0D1-40DC-84CB-2224B7C09DF1}"/>
              </a:ext>
            </a:extLst>
          </p:cNvPr>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kumimoji="0" sz="1400">
                <a:solidFill>
                  <a:srgbClr val="000000"/>
                </a:solidFill>
                <a:latin typeface="Comic Sans MS" panose="030F0702030302020204" pitchFamily="66" charset="0"/>
                <a:ea typeface="宋体" panose="02010600030101010101" pitchFamily="2" charset="-122"/>
              </a:defRPr>
            </a:lvl1pPr>
          </a:lstStyle>
          <a:p>
            <a:fld id="{B5E9EEA2-D3F6-4551-86CF-2C882BFE483C}" type="slidenum">
              <a:rPr lang="en-US" altLang="zh-CN"/>
              <a:pPr/>
              <a:t>‹#›</a:t>
            </a:fld>
            <a:endParaRPr lang="en-US" altLang="zh-CN"/>
          </a:p>
        </p:txBody>
      </p:sp>
      <p:sp>
        <p:nvSpPr>
          <p:cNvPr id="12296" name="Freeform 8">
            <a:extLst>
              <a:ext uri="{FF2B5EF4-FFF2-40B4-BE49-F238E27FC236}">
                <a16:creationId xmlns:a16="http://schemas.microsoft.com/office/drawing/2014/main" id="{9054D04C-5BD6-41F8-8F3A-B23CE5942FEC}"/>
              </a:ext>
            </a:extLst>
          </p:cNvPr>
          <p:cNvSpPr>
            <a:spLocks/>
          </p:cNvSpPr>
          <p:nvPr/>
        </p:nvSpPr>
        <p:spPr bwMode="auto">
          <a:xfrm rot="-3172564">
            <a:off x="7865269" y="24607"/>
            <a:ext cx="1165225" cy="2097087"/>
          </a:xfrm>
          <a:custGeom>
            <a:avLst/>
            <a:gdLst>
              <a:gd name="T0" fmla="*/ 2147483647 w 2911"/>
              <a:gd name="T1" fmla="*/ 0 h 3703"/>
              <a:gd name="T2" fmla="*/ 2147483647 w 2911"/>
              <a:gd name="T3" fmla="*/ 2147483647 h 3703"/>
              <a:gd name="T4" fmla="*/ 2147483647 w 2911"/>
              <a:gd name="T5" fmla="*/ 2147483647 h 3703"/>
              <a:gd name="T6" fmla="*/ 0 w 2911"/>
              <a:gd name="T7" fmla="*/ 2147483647 h 3703"/>
              <a:gd name="T8" fmla="*/ 2147483647 w 2911"/>
              <a:gd name="T9" fmla="*/ 2147483647 h 3703"/>
              <a:gd name="T10" fmla="*/ 2147483647 w 2911"/>
              <a:gd name="T11" fmla="*/ 2147483647 h 3703"/>
              <a:gd name="T12" fmla="*/ 2147483647 w 2911"/>
              <a:gd name="T13" fmla="*/ 2147483647 h 3703"/>
              <a:gd name="T14" fmla="*/ 2147483647 w 2911"/>
              <a:gd name="T15" fmla="*/ 2147483647 h 3703"/>
              <a:gd name="T16" fmla="*/ 2147483647 w 2911"/>
              <a:gd name="T17" fmla="*/ 2147483647 h 3703"/>
              <a:gd name="T18" fmla="*/ 2147483647 w 2911"/>
              <a:gd name="T19" fmla="*/ 0 h 3703"/>
              <a:gd name="T20" fmla="*/ 2147483647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97" name="Freeform 9">
            <a:extLst>
              <a:ext uri="{FF2B5EF4-FFF2-40B4-BE49-F238E27FC236}">
                <a16:creationId xmlns:a16="http://schemas.microsoft.com/office/drawing/2014/main" id="{7ACE135F-FD9C-4317-8AC6-692DDE5276CE}"/>
              </a:ext>
            </a:extLst>
          </p:cNvPr>
          <p:cNvSpPr>
            <a:spLocks/>
          </p:cNvSpPr>
          <p:nvPr/>
        </p:nvSpPr>
        <p:spPr bwMode="auto">
          <a:xfrm rot="-3172564">
            <a:off x="7831138" y="192088"/>
            <a:ext cx="1025525" cy="1571625"/>
          </a:xfrm>
          <a:custGeom>
            <a:avLst/>
            <a:gdLst>
              <a:gd name="T0" fmla="*/ 0 w 2561"/>
              <a:gd name="T1" fmla="*/ 2147483647 h 2777"/>
              <a:gd name="T2" fmla="*/ 2147483647 w 2561"/>
              <a:gd name="T3" fmla="*/ 2147483647 h 2777"/>
              <a:gd name="T4" fmla="*/ 2147483647 w 2561"/>
              <a:gd name="T5" fmla="*/ 2147483647 h 2777"/>
              <a:gd name="T6" fmla="*/ 2147483647 w 2561"/>
              <a:gd name="T7" fmla="*/ 2147483647 h 2777"/>
              <a:gd name="T8" fmla="*/ 2147483647 w 2561"/>
              <a:gd name="T9" fmla="*/ 2147483647 h 2777"/>
              <a:gd name="T10" fmla="*/ 2147483647 w 2561"/>
              <a:gd name="T11" fmla="*/ 0 h 2777"/>
              <a:gd name="T12" fmla="*/ 0 w 2561"/>
              <a:gd name="T13" fmla="*/ 2147483647 h 2777"/>
              <a:gd name="T14" fmla="*/ 0 w 2561"/>
              <a:gd name="T15" fmla="*/ 2147483647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298" name="Group 10">
            <a:extLst>
              <a:ext uri="{FF2B5EF4-FFF2-40B4-BE49-F238E27FC236}">
                <a16:creationId xmlns:a16="http://schemas.microsoft.com/office/drawing/2014/main" id="{699B1F95-E36F-497F-9BE7-72D3F0B73D3F}"/>
              </a:ext>
            </a:extLst>
          </p:cNvPr>
          <p:cNvGrpSpPr>
            <a:grpSpLocks/>
          </p:cNvGrpSpPr>
          <p:nvPr/>
        </p:nvGrpSpPr>
        <p:grpSpPr bwMode="auto">
          <a:xfrm>
            <a:off x="7938" y="5540375"/>
            <a:ext cx="1784350" cy="1246188"/>
            <a:chOff x="5" y="3490"/>
            <a:chExt cx="1124" cy="785"/>
          </a:xfrm>
        </p:grpSpPr>
        <p:sp>
          <p:nvSpPr>
            <p:cNvPr id="12315" name="Freeform 11">
              <a:extLst>
                <a:ext uri="{FF2B5EF4-FFF2-40B4-BE49-F238E27FC236}">
                  <a16:creationId xmlns:a16="http://schemas.microsoft.com/office/drawing/2014/main" id="{F01633FE-6A73-4FD7-8D53-FCCE7AFD13D6}"/>
                </a:ext>
              </a:extLst>
            </p:cNvPr>
            <p:cNvSpPr>
              <a:spLocks/>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6" name="Freeform 12">
              <a:extLst>
                <a:ext uri="{FF2B5EF4-FFF2-40B4-BE49-F238E27FC236}">
                  <a16:creationId xmlns:a16="http://schemas.microsoft.com/office/drawing/2014/main" id="{DC164F14-7F51-4E71-B8D3-6C39A26BD974}"/>
                </a:ext>
              </a:extLst>
            </p:cNvPr>
            <p:cNvSpPr>
              <a:spLocks/>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7" name="Freeform 13">
              <a:extLst>
                <a:ext uri="{FF2B5EF4-FFF2-40B4-BE49-F238E27FC236}">
                  <a16:creationId xmlns:a16="http://schemas.microsoft.com/office/drawing/2014/main" id="{AEDA4B6B-AF45-4173-AC91-27DA3347F585}"/>
                </a:ext>
              </a:extLst>
            </p:cNvPr>
            <p:cNvSpPr>
              <a:spLocks/>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8" name="Freeform 14">
              <a:extLst>
                <a:ext uri="{FF2B5EF4-FFF2-40B4-BE49-F238E27FC236}">
                  <a16:creationId xmlns:a16="http://schemas.microsoft.com/office/drawing/2014/main" id="{0292C919-061E-41F0-9055-E5AA03E690BA}"/>
                </a:ext>
              </a:extLst>
            </p:cNvPr>
            <p:cNvSpPr>
              <a:spLocks/>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9" name="Freeform 15">
              <a:extLst>
                <a:ext uri="{FF2B5EF4-FFF2-40B4-BE49-F238E27FC236}">
                  <a16:creationId xmlns:a16="http://schemas.microsoft.com/office/drawing/2014/main" id="{864C201C-6253-4122-A367-5E4AEED9E407}"/>
                </a:ext>
              </a:extLst>
            </p:cNvPr>
            <p:cNvSpPr>
              <a:spLocks/>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20" name="Freeform 16">
              <a:extLst>
                <a:ext uri="{FF2B5EF4-FFF2-40B4-BE49-F238E27FC236}">
                  <a16:creationId xmlns:a16="http://schemas.microsoft.com/office/drawing/2014/main" id="{A8382E12-7D36-4515-8CF5-2953E42F4CA9}"/>
                </a:ext>
              </a:extLst>
            </p:cNvPr>
            <p:cNvSpPr>
              <a:spLocks/>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21" name="Freeform 17">
              <a:extLst>
                <a:ext uri="{FF2B5EF4-FFF2-40B4-BE49-F238E27FC236}">
                  <a16:creationId xmlns:a16="http://schemas.microsoft.com/office/drawing/2014/main" id="{964DB8C6-B524-4775-9EC7-8D69F8C60C1D}"/>
                </a:ext>
              </a:extLst>
            </p:cNvPr>
            <p:cNvSpPr>
              <a:spLocks/>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22" name="Freeform 18">
              <a:extLst>
                <a:ext uri="{FF2B5EF4-FFF2-40B4-BE49-F238E27FC236}">
                  <a16:creationId xmlns:a16="http://schemas.microsoft.com/office/drawing/2014/main" id="{765E6002-4154-4CDF-B701-A6E7CF933153}"/>
                </a:ext>
              </a:extLst>
            </p:cNvPr>
            <p:cNvSpPr>
              <a:spLocks/>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23" name="Freeform 19">
              <a:extLst>
                <a:ext uri="{FF2B5EF4-FFF2-40B4-BE49-F238E27FC236}">
                  <a16:creationId xmlns:a16="http://schemas.microsoft.com/office/drawing/2014/main" id="{AEB1717F-1F30-4206-9283-59E290A903EA}"/>
                </a:ext>
              </a:extLst>
            </p:cNvPr>
            <p:cNvSpPr>
              <a:spLocks/>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24" name="Group 20">
              <a:extLst>
                <a:ext uri="{FF2B5EF4-FFF2-40B4-BE49-F238E27FC236}">
                  <a16:creationId xmlns:a16="http://schemas.microsoft.com/office/drawing/2014/main" id="{0D5C7A4A-F81D-40B5-8F6F-920C61430348}"/>
                </a:ext>
              </a:extLst>
            </p:cNvPr>
            <p:cNvGrpSpPr>
              <a:grpSpLocks/>
            </p:cNvGrpSpPr>
            <p:nvPr userDrawn="1"/>
          </p:nvGrpSpPr>
          <p:grpSpPr bwMode="auto">
            <a:xfrm>
              <a:off x="5" y="3490"/>
              <a:ext cx="1124" cy="780"/>
              <a:chOff x="5" y="3490"/>
              <a:chExt cx="1124" cy="780"/>
            </a:xfrm>
          </p:grpSpPr>
          <p:grpSp>
            <p:nvGrpSpPr>
              <p:cNvPr id="12325" name="Group 21">
                <a:extLst>
                  <a:ext uri="{FF2B5EF4-FFF2-40B4-BE49-F238E27FC236}">
                    <a16:creationId xmlns:a16="http://schemas.microsoft.com/office/drawing/2014/main" id="{5558245A-7471-4534-B134-7DE09E3C2892}"/>
                  </a:ext>
                </a:extLst>
              </p:cNvPr>
              <p:cNvGrpSpPr>
                <a:grpSpLocks/>
              </p:cNvGrpSpPr>
              <p:nvPr userDrawn="1"/>
            </p:nvGrpSpPr>
            <p:grpSpPr bwMode="auto">
              <a:xfrm>
                <a:off x="499" y="3562"/>
                <a:ext cx="548" cy="708"/>
                <a:chOff x="499" y="3562"/>
                <a:chExt cx="548" cy="708"/>
              </a:xfrm>
            </p:grpSpPr>
            <p:sp>
              <p:nvSpPr>
                <p:cNvPr id="12338" name="Freeform 22">
                  <a:extLst>
                    <a:ext uri="{FF2B5EF4-FFF2-40B4-BE49-F238E27FC236}">
                      <a16:creationId xmlns:a16="http://schemas.microsoft.com/office/drawing/2014/main" id="{D0CA6C58-B9BD-411B-9E7A-74AA5E4786A2}"/>
                    </a:ext>
                  </a:extLst>
                </p:cNvPr>
                <p:cNvSpPr>
                  <a:spLocks/>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9" name="Freeform 23">
                  <a:extLst>
                    <a:ext uri="{FF2B5EF4-FFF2-40B4-BE49-F238E27FC236}">
                      <a16:creationId xmlns:a16="http://schemas.microsoft.com/office/drawing/2014/main" id="{8AC197D7-DA0D-4BEA-B6B5-1DF259A23F53}"/>
                    </a:ext>
                  </a:extLst>
                </p:cNvPr>
                <p:cNvSpPr>
                  <a:spLocks/>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40" name="Freeform 24">
                  <a:extLst>
                    <a:ext uri="{FF2B5EF4-FFF2-40B4-BE49-F238E27FC236}">
                      <a16:creationId xmlns:a16="http://schemas.microsoft.com/office/drawing/2014/main" id="{F19024A7-5FA4-4123-A3F8-A19CEE972F69}"/>
                    </a:ext>
                  </a:extLst>
                </p:cNvPr>
                <p:cNvSpPr>
                  <a:spLocks/>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2326" name="Freeform 25">
                <a:extLst>
                  <a:ext uri="{FF2B5EF4-FFF2-40B4-BE49-F238E27FC236}">
                    <a16:creationId xmlns:a16="http://schemas.microsoft.com/office/drawing/2014/main" id="{DE9CE12E-DEC5-4DDD-9735-779E73DC858D}"/>
                  </a:ext>
                </a:extLst>
              </p:cNvPr>
              <p:cNvSpPr>
                <a:spLocks/>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27" name="Freeform 26">
                <a:extLst>
                  <a:ext uri="{FF2B5EF4-FFF2-40B4-BE49-F238E27FC236}">
                    <a16:creationId xmlns:a16="http://schemas.microsoft.com/office/drawing/2014/main" id="{CE934954-417F-4B19-9429-567577DA7E4F}"/>
                  </a:ext>
                </a:extLst>
              </p:cNvPr>
              <p:cNvSpPr>
                <a:spLocks/>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28" name="Freeform 27">
                <a:extLst>
                  <a:ext uri="{FF2B5EF4-FFF2-40B4-BE49-F238E27FC236}">
                    <a16:creationId xmlns:a16="http://schemas.microsoft.com/office/drawing/2014/main" id="{0B1DE3D3-F1F3-4E86-8EEE-73ABB06F2D0F}"/>
                  </a:ext>
                </a:extLst>
              </p:cNvPr>
              <p:cNvSpPr>
                <a:spLocks/>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29" name="Group 28">
                <a:extLst>
                  <a:ext uri="{FF2B5EF4-FFF2-40B4-BE49-F238E27FC236}">
                    <a16:creationId xmlns:a16="http://schemas.microsoft.com/office/drawing/2014/main" id="{8A35276A-C651-4A4E-B3A9-E8A83F3A4758}"/>
                  </a:ext>
                </a:extLst>
              </p:cNvPr>
              <p:cNvGrpSpPr>
                <a:grpSpLocks/>
              </p:cNvGrpSpPr>
              <p:nvPr userDrawn="1"/>
            </p:nvGrpSpPr>
            <p:grpSpPr bwMode="auto">
              <a:xfrm>
                <a:off x="5" y="3490"/>
                <a:ext cx="1124" cy="678"/>
                <a:chOff x="5" y="3490"/>
                <a:chExt cx="1124" cy="678"/>
              </a:xfrm>
            </p:grpSpPr>
            <p:sp>
              <p:nvSpPr>
                <p:cNvPr id="12330" name="Freeform 29">
                  <a:extLst>
                    <a:ext uri="{FF2B5EF4-FFF2-40B4-BE49-F238E27FC236}">
                      <a16:creationId xmlns:a16="http://schemas.microsoft.com/office/drawing/2014/main" id="{4EFDE8C1-85DA-445D-89D7-1299203F6C94}"/>
                    </a:ext>
                  </a:extLst>
                </p:cNvPr>
                <p:cNvSpPr>
                  <a:spLocks/>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1" name="Freeform 30">
                  <a:extLst>
                    <a:ext uri="{FF2B5EF4-FFF2-40B4-BE49-F238E27FC236}">
                      <a16:creationId xmlns:a16="http://schemas.microsoft.com/office/drawing/2014/main" id="{848CA333-863B-45DA-86A2-331F8A428251}"/>
                    </a:ext>
                  </a:extLst>
                </p:cNvPr>
                <p:cNvSpPr>
                  <a:spLocks/>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2" name="Freeform 31">
                  <a:extLst>
                    <a:ext uri="{FF2B5EF4-FFF2-40B4-BE49-F238E27FC236}">
                      <a16:creationId xmlns:a16="http://schemas.microsoft.com/office/drawing/2014/main" id="{E9D6DE52-78CF-40FA-9AF4-60EA0A9FED6E}"/>
                    </a:ext>
                  </a:extLst>
                </p:cNvPr>
                <p:cNvSpPr>
                  <a:spLocks/>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3" name="Freeform 32">
                  <a:extLst>
                    <a:ext uri="{FF2B5EF4-FFF2-40B4-BE49-F238E27FC236}">
                      <a16:creationId xmlns:a16="http://schemas.microsoft.com/office/drawing/2014/main" id="{2E2BABE4-AEEC-4120-99A6-487168A2286C}"/>
                    </a:ext>
                  </a:extLst>
                </p:cNvPr>
                <p:cNvSpPr>
                  <a:spLocks/>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4" name="Freeform 33">
                  <a:extLst>
                    <a:ext uri="{FF2B5EF4-FFF2-40B4-BE49-F238E27FC236}">
                      <a16:creationId xmlns:a16="http://schemas.microsoft.com/office/drawing/2014/main" id="{6D923C19-5ACA-4932-912B-ABC6C2C68F2E}"/>
                    </a:ext>
                  </a:extLst>
                </p:cNvPr>
                <p:cNvSpPr>
                  <a:spLocks/>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5" name="Freeform 34">
                  <a:extLst>
                    <a:ext uri="{FF2B5EF4-FFF2-40B4-BE49-F238E27FC236}">
                      <a16:creationId xmlns:a16="http://schemas.microsoft.com/office/drawing/2014/main" id="{8F9B5E21-00C4-4913-83EF-990B9680E29B}"/>
                    </a:ext>
                  </a:extLst>
                </p:cNvPr>
                <p:cNvSpPr>
                  <a:spLocks/>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6" name="Freeform 35">
                  <a:extLst>
                    <a:ext uri="{FF2B5EF4-FFF2-40B4-BE49-F238E27FC236}">
                      <a16:creationId xmlns:a16="http://schemas.microsoft.com/office/drawing/2014/main" id="{15853A87-F621-45B9-A71A-4D0674A2D8E5}"/>
                    </a:ext>
                  </a:extLst>
                </p:cNvPr>
                <p:cNvSpPr>
                  <a:spLocks/>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7" name="Freeform 36">
                  <a:extLst>
                    <a:ext uri="{FF2B5EF4-FFF2-40B4-BE49-F238E27FC236}">
                      <a16:creationId xmlns:a16="http://schemas.microsoft.com/office/drawing/2014/main" id="{DE423E59-6F6E-4C38-8E1A-7E4CD70AF54C}"/>
                    </a:ext>
                  </a:extLst>
                </p:cNvPr>
                <p:cNvSpPr>
                  <a:spLocks/>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nvGrpSpPr>
          <p:cNvPr id="12299" name="Group 37">
            <a:extLst>
              <a:ext uri="{FF2B5EF4-FFF2-40B4-BE49-F238E27FC236}">
                <a16:creationId xmlns:a16="http://schemas.microsoft.com/office/drawing/2014/main" id="{D6715644-A2DF-4675-8D83-AA3E912B956C}"/>
              </a:ext>
            </a:extLst>
          </p:cNvPr>
          <p:cNvGrpSpPr>
            <a:grpSpLocks/>
          </p:cNvGrpSpPr>
          <p:nvPr/>
        </p:nvGrpSpPr>
        <p:grpSpPr bwMode="auto">
          <a:xfrm>
            <a:off x="8680450" y="2116138"/>
            <a:ext cx="385763" cy="4308475"/>
            <a:chOff x="5468" y="1333"/>
            <a:chExt cx="243" cy="2714"/>
          </a:xfrm>
        </p:grpSpPr>
        <p:sp>
          <p:nvSpPr>
            <p:cNvPr id="12313" name="Freeform 38">
              <a:extLst>
                <a:ext uri="{FF2B5EF4-FFF2-40B4-BE49-F238E27FC236}">
                  <a16:creationId xmlns:a16="http://schemas.microsoft.com/office/drawing/2014/main" id="{A3EDCEDE-BC86-409A-9779-12E42A7D277C}"/>
                </a:ext>
              </a:extLst>
            </p:cNvPr>
            <p:cNvSpPr>
              <a:spLocks/>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4" name="Freeform 39">
              <a:extLst>
                <a:ext uri="{FF2B5EF4-FFF2-40B4-BE49-F238E27FC236}">
                  <a16:creationId xmlns:a16="http://schemas.microsoft.com/office/drawing/2014/main" id="{FE2569DF-09D5-4460-88B0-6905F411EEFE}"/>
                </a:ext>
              </a:extLst>
            </p:cNvPr>
            <p:cNvSpPr>
              <a:spLocks/>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2300" name="Group 40">
            <a:extLst>
              <a:ext uri="{FF2B5EF4-FFF2-40B4-BE49-F238E27FC236}">
                <a16:creationId xmlns:a16="http://schemas.microsoft.com/office/drawing/2014/main" id="{B74BA4B3-D4ED-4CCE-BEC4-E40776FABA51}"/>
              </a:ext>
            </a:extLst>
          </p:cNvPr>
          <p:cNvGrpSpPr>
            <a:grpSpLocks/>
          </p:cNvGrpSpPr>
          <p:nvPr/>
        </p:nvGrpSpPr>
        <p:grpSpPr bwMode="auto">
          <a:xfrm>
            <a:off x="7318375" y="90488"/>
            <a:ext cx="2133600" cy="1911350"/>
            <a:chOff x="4610" y="57"/>
            <a:chExt cx="1344" cy="1204"/>
          </a:xfrm>
        </p:grpSpPr>
        <p:grpSp>
          <p:nvGrpSpPr>
            <p:cNvPr id="12301" name="Group 41">
              <a:extLst>
                <a:ext uri="{FF2B5EF4-FFF2-40B4-BE49-F238E27FC236}">
                  <a16:creationId xmlns:a16="http://schemas.microsoft.com/office/drawing/2014/main" id="{17BD491E-57E1-4775-9C98-103BC5F553BE}"/>
                </a:ext>
              </a:extLst>
            </p:cNvPr>
            <p:cNvGrpSpPr>
              <a:grpSpLocks/>
            </p:cNvGrpSpPr>
            <p:nvPr userDrawn="1"/>
          </p:nvGrpSpPr>
          <p:grpSpPr bwMode="auto">
            <a:xfrm>
              <a:off x="4610" y="57"/>
              <a:ext cx="1344" cy="1204"/>
              <a:chOff x="4610" y="57"/>
              <a:chExt cx="1344" cy="1204"/>
            </a:xfrm>
          </p:grpSpPr>
          <p:sp>
            <p:nvSpPr>
              <p:cNvPr id="12303" name="Freeform 42">
                <a:extLst>
                  <a:ext uri="{FF2B5EF4-FFF2-40B4-BE49-F238E27FC236}">
                    <a16:creationId xmlns:a16="http://schemas.microsoft.com/office/drawing/2014/main" id="{43FEFC35-51B0-473D-9A03-CAE8F0278475}"/>
                  </a:ext>
                </a:extLst>
              </p:cNvPr>
              <p:cNvSpPr>
                <a:spLocks/>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04" name="Group 43">
                <a:extLst>
                  <a:ext uri="{FF2B5EF4-FFF2-40B4-BE49-F238E27FC236}">
                    <a16:creationId xmlns:a16="http://schemas.microsoft.com/office/drawing/2014/main" id="{1C405F99-5D02-42E8-ACB1-17E42A0E6323}"/>
                  </a:ext>
                </a:extLst>
              </p:cNvPr>
              <p:cNvGrpSpPr>
                <a:grpSpLocks/>
              </p:cNvGrpSpPr>
              <p:nvPr userDrawn="1"/>
            </p:nvGrpSpPr>
            <p:grpSpPr bwMode="auto">
              <a:xfrm>
                <a:off x="4610" y="57"/>
                <a:ext cx="1344" cy="985"/>
                <a:chOff x="4610" y="57"/>
                <a:chExt cx="1344" cy="985"/>
              </a:xfrm>
            </p:grpSpPr>
            <p:sp>
              <p:nvSpPr>
                <p:cNvPr id="12305" name="Freeform 44">
                  <a:extLst>
                    <a:ext uri="{FF2B5EF4-FFF2-40B4-BE49-F238E27FC236}">
                      <a16:creationId xmlns:a16="http://schemas.microsoft.com/office/drawing/2014/main" id="{20FC3C00-A358-4B07-B838-CC2E65DC806E}"/>
                    </a:ext>
                  </a:extLst>
                </p:cNvPr>
                <p:cNvSpPr>
                  <a:spLocks/>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06" name="Freeform 45">
                  <a:extLst>
                    <a:ext uri="{FF2B5EF4-FFF2-40B4-BE49-F238E27FC236}">
                      <a16:creationId xmlns:a16="http://schemas.microsoft.com/office/drawing/2014/main" id="{8F9A9FEF-B07B-4B60-A2D1-B487093E0C8E}"/>
                    </a:ext>
                  </a:extLst>
                </p:cNvPr>
                <p:cNvSpPr>
                  <a:spLocks/>
                </p:cNvSpPr>
                <p:nvPr userDrawn="1"/>
              </p:nvSpPr>
              <p:spPr bwMode="auto">
                <a:xfrm rot="-3172564">
                  <a:off x="5052" y="328"/>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07" name="Freeform 46">
                  <a:extLst>
                    <a:ext uri="{FF2B5EF4-FFF2-40B4-BE49-F238E27FC236}">
                      <a16:creationId xmlns:a16="http://schemas.microsoft.com/office/drawing/2014/main" id="{3677324F-4C09-4F95-9CB8-AC634475C733}"/>
                    </a:ext>
                  </a:extLst>
                </p:cNvPr>
                <p:cNvSpPr>
                  <a:spLocks/>
                </p:cNvSpPr>
                <p:nvPr userDrawn="1"/>
              </p:nvSpPr>
              <p:spPr bwMode="auto">
                <a:xfrm rot="-3172564">
                  <a:off x="4862" y="178"/>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08" name="Freeform 47">
                  <a:extLst>
                    <a:ext uri="{FF2B5EF4-FFF2-40B4-BE49-F238E27FC236}">
                      <a16:creationId xmlns:a16="http://schemas.microsoft.com/office/drawing/2014/main" id="{99656669-F329-417A-B2C6-9B6945A84775}"/>
                    </a:ext>
                  </a:extLst>
                </p:cNvPr>
                <p:cNvSpPr>
                  <a:spLocks/>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09" name="Freeform 48">
                  <a:extLst>
                    <a:ext uri="{FF2B5EF4-FFF2-40B4-BE49-F238E27FC236}">
                      <a16:creationId xmlns:a16="http://schemas.microsoft.com/office/drawing/2014/main" id="{D48768C2-C623-4F32-A383-C248BA487C75}"/>
                    </a:ext>
                  </a:extLst>
                </p:cNvPr>
                <p:cNvSpPr>
                  <a:spLocks/>
                </p:cNvSpPr>
                <p:nvPr userDrawn="1"/>
              </p:nvSpPr>
              <p:spPr bwMode="auto">
                <a:xfrm rot="-3172564">
                  <a:off x="5301" y="893"/>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0" name="Freeform 49">
                  <a:extLst>
                    <a:ext uri="{FF2B5EF4-FFF2-40B4-BE49-F238E27FC236}">
                      <a16:creationId xmlns:a16="http://schemas.microsoft.com/office/drawing/2014/main" id="{5C8DFF81-4A7F-4138-A287-7B550D57053C}"/>
                    </a:ext>
                  </a:extLst>
                </p:cNvPr>
                <p:cNvSpPr>
                  <a:spLocks/>
                </p:cNvSpPr>
                <p:nvPr userDrawn="1"/>
              </p:nvSpPr>
              <p:spPr bwMode="auto">
                <a:xfrm rot="-3172564">
                  <a:off x="5253" y="802"/>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1" name="Freeform 50">
                  <a:extLst>
                    <a:ext uri="{FF2B5EF4-FFF2-40B4-BE49-F238E27FC236}">
                      <a16:creationId xmlns:a16="http://schemas.microsoft.com/office/drawing/2014/main" id="{19471628-18DB-401C-B7A3-3A2FE08EDD53}"/>
                    </a:ext>
                  </a:extLst>
                </p:cNvPr>
                <p:cNvSpPr>
                  <a:spLocks/>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2" name="Freeform 51">
                  <a:extLst>
                    <a:ext uri="{FF2B5EF4-FFF2-40B4-BE49-F238E27FC236}">
                      <a16:creationId xmlns:a16="http://schemas.microsoft.com/office/drawing/2014/main" id="{04A690FF-D20C-4741-9856-CDFA29A04DFC}"/>
                    </a:ext>
                  </a:extLst>
                </p:cNvPr>
                <p:cNvSpPr>
                  <a:spLocks/>
                </p:cNvSpPr>
                <p:nvPr userDrawn="1"/>
              </p:nvSpPr>
              <p:spPr bwMode="auto">
                <a:xfrm rot="-3172564">
                  <a:off x="4951" y="138"/>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2302" name="Line 52">
              <a:extLst>
                <a:ext uri="{FF2B5EF4-FFF2-40B4-BE49-F238E27FC236}">
                  <a16:creationId xmlns:a16="http://schemas.microsoft.com/office/drawing/2014/main" id="{FBD60D9E-EA30-4367-B636-646A2EC34DA4}"/>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4836" r:id="rId1"/>
    <p:sldLayoutId id="2147484837" r:id="rId2"/>
    <p:sldLayoutId id="2147484838" r:id="rId3"/>
    <p:sldLayoutId id="2147484839" r:id="rId4"/>
    <p:sldLayoutId id="2147484840" r:id="rId5"/>
    <p:sldLayoutId id="2147484841" r:id="rId6"/>
    <p:sldLayoutId id="2147484842" r:id="rId7"/>
    <p:sldLayoutId id="2147484843" r:id="rId8"/>
    <p:sldLayoutId id="2147484844" r:id="rId9"/>
    <p:sldLayoutId id="2147484845" r:id="rId10"/>
    <p:sldLayoutId id="2147484846" r:id="rId11"/>
    <p:sldLayoutId id="2147484847" r:id="rId12"/>
    <p:sldLayoutId id="2147484848" r:id="rId13"/>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D4FC3C22-E9D5-4070-A6F0-9B59AF3D79B4}"/>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3315" name="Rectangle 3">
            <a:extLst>
              <a:ext uri="{FF2B5EF4-FFF2-40B4-BE49-F238E27FC236}">
                <a16:creationId xmlns:a16="http://schemas.microsoft.com/office/drawing/2014/main" id="{41E3E00A-E613-4D36-86A8-6B4104B4074B}"/>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12CEB22E-F98B-441F-A52A-169ADBED1255}"/>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3FEFD28E-F814-4C70-A392-382765D9C93B}"/>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A0668C07-FD67-47FE-A43F-D087290DAC2E}"/>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01297B4C-48DE-4F96-B8BC-DC48FC37EE40}"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849" r:id="rId1"/>
    <p:sldLayoutId id="2147484850" r:id="rId2"/>
    <p:sldLayoutId id="2147484851" r:id="rId3"/>
    <p:sldLayoutId id="2147484852" r:id="rId4"/>
    <p:sldLayoutId id="2147484853" r:id="rId5"/>
    <p:sldLayoutId id="2147484854" r:id="rId6"/>
    <p:sldLayoutId id="2147484855" r:id="rId7"/>
    <p:sldLayoutId id="2147484856" r:id="rId8"/>
    <p:sldLayoutId id="2147484857" r:id="rId9"/>
    <p:sldLayoutId id="2147484858" r:id="rId10"/>
    <p:sldLayoutId id="2147484859" r:id="rId11"/>
    <p:sldLayoutId id="2147484860" r:id="rId12"/>
    <p:sldLayoutId id="2147484861" r:id="rId13"/>
    <p:sldLayoutId id="2147484862"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43EE9E3-3508-4CFA-933F-C5F03EB642B4}"/>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4339" name="Rectangle 3">
            <a:extLst>
              <a:ext uri="{FF2B5EF4-FFF2-40B4-BE49-F238E27FC236}">
                <a16:creationId xmlns:a16="http://schemas.microsoft.com/office/drawing/2014/main" id="{CDBC5A7B-3217-426D-9791-3DB76F83A9F5}"/>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FAF30B4A-C154-4BA3-8EA3-17C19BDEF450}"/>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B7BD0361-3C74-4CDA-AF38-3C05AA416C4A}"/>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A06B5AB5-CD16-4A6E-8EFE-4FC17F3569F4}"/>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DA0E46E7-5929-46EE-9C2B-7DE4B86109DC}"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863" r:id="rId1"/>
    <p:sldLayoutId id="2147484864" r:id="rId2"/>
    <p:sldLayoutId id="2147484865" r:id="rId3"/>
    <p:sldLayoutId id="2147484866" r:id="rId4"/>
    <p:sldLayoutId id="2147484867" r:id="rId5"/>
    <p:sldLayoutId id="2147484868" r:id="rId6"/>
    <p:sldLayoutId id="2147484869" r:id="rId7"/>
    <p:sldLayoutId id="2147484870" r:id="rId8"/>
    <p:sldLayoutId id="2147484871" r:id="rId9"/>
    <p:sldLayoutId id="2147484872" r:id="rId10"/>
    <p:sldLayoutId id="2147484873" r:id="rId11"/>
    <p:sldLayoutId id="2147484874" r:id="rId12"/>
    <p:sldLayoutId id="2147484875" r:id="rId13"/>
    <p:sldLayoutId id="2147484876"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9C3BB81-63D3-4C5B-ABA1-F1861906BD44}"/>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5363" name="Rectangle 3">
            <a:extLst>
              <a:ext uri="{FF2B5EF4-FFF2-40B4-BE49-F238E27FC236}">
                <a16:creationId xmlns:a16="http://schemas.microsoft.com/office/drawing/2014/main" id="{8AFD877E-EA06-4C5D-BFCE-DBD5380D9113}"/>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750A99CF-7062-4CFB-899E-288589A440A9}"/>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4A677E21-5541-4FE6-998F-FE51B6BA463E}"/>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81474375-318F-4092-9354-21DF7ED8D9D6}"/>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1A9B8C4B-C7EE-4059-8E68-A560D3D02334}"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877" r:id="rId1"/>
    <p:sldLayoutId id="2147484878" r:id="rId2"/>
    <p:sldLayoutId id="2147484879" r:id="rId3"/>
    <p:sldLayoutId id="2147484880" r:id="rId4"/>
    <p:sldLayoutId id="2147484881" r:id="rId5"/>
    <p:sldLayoutId id="2147484882" r:id="rId6"/>
    <p:sldLayoutId id="2147484883" r:id="rId7"/>
    <p:sldLayoutId id="2147484884" r:id="rId8"/>
    <p:sldLayoutId id="2147484885" r:id="rId9"/>
    <p:sldLayoutId id="2147484886" r:id="rId10"/>
    <p:sldLayoutId id="2147484887" r:id="rId11"/>
    <p:sldLayoutId id="2147484888" r:id="rId12"/>
    <p:sldLayoutId id="2147484889" r:id="rId13"/>
    <p:sldLayoutId id="2147484890"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02A52EE-AE49-43BF-806C-5A8B386FB50E}"/>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6387" name="Rectangle 3">
            <a:extLst>
              <a:ext uri="{FF2B5EF4-FFF2-40B4-BE49-F238E27FC236}">
                <a16:creationId xmlns:a16="http://schemas.microsoft.com/office/drawing/2014/main" id="{3311861E-0C0C-470D-8FDA-91AA8ABBBAB1}"/>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AF90C604-51B0-4666-8470-D20EF95B1DA3}"/>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2B862D86-1663-43AC-960B-7D25121A1446}"/>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8ED21193-4C88-4D60-89C9-02BF992D31E0}"/>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78EBFA79-85C3-49E6-A1ED-5A7B30878E6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 id="2147484903" r:id="rId13"/>
    <p:sldLayoutId id="2147484904"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CA0432F3-8FBD-4EBC-A7C7-4CD48903011C}"/>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7411" name="Rectangle 3">
            <a:extLst>
              <a:ext uri="{FF2B5EF4-FFF2-40B4-BE49-F238E27FC236}">
                <a16:creationId xmlns:a16="http://schemas.microsoft.com/office/drawing/2014/main" id="{A589BAB2-EAA0-492E-82BB-1DCB406095D9}"/>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CDC89A07-94F1-4F46-A2BE-B84306339D90}"/>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AD2D260C-7115-49C8-A4FD-F241FE2B8FC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77F92272-67C1-41EB-BC83-579F757BF045}"/>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B3FA91B4-A259-41FB-A16E-AAEE4FD307B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05" r:id="rId1"/>
    <p:sldLayoutId id="2147484906" r:id="rId2"/>
    <p:sldLayoutId id="2147484907" r:id="rId3"/>
    <p:sldLayoutId id="2147484908" r:id="rId4"/>
    <p:sldLayoutId id="2147484909" r:id="rId5"/>
    <p:sldLayoutId id="2147484910" r:id="rId6"/>
    <p:sldLayoutId id="2147484911" r:id="rId7"/>
    <p:sldLayoutId id="2147484912" r:id="rId8"/>
    <p:sldLayoutId id="2147484913" r:id="rId9"/>
    <p:sldLayoutId id="2147484914" r:id="rId10"/>
    <p:sldLayoutId id="2147484915" r:id="rId11"/>
    <p:sldLayoutId id="2147484916" r:id="rId12"/>
    <p:sldLayoutId id="2147484917" r:id="rId13"/>
    <p:sldLayoutId id="2147484918"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1CABD5A-D7C4-4FE3-A08D-70F56FE58D0B}"/>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8435" name="Rectangle 3">
            <a:extLst>
              <a:ext uri="{FF2B5EF4-FFF2-40B4-BE49-F238E27FC236}">
                <a16:creationId xmlns:a16="http://schemas.microsoft.com/office/drawing/2014/main" id="{911BBFF6-BBD6-47AE-ABCC-4CD754BB8C4D}"/>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7E3BBB5E-5E9E-4F2F-8663-327FA920C287}"/>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0B9D8B4E-ED4C-483B-A323-3AD57803D47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C8A91FCE-1190-446B-B4B2-671D5D7D0169}"/>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B00097D4-A285-4F19-B6FE-1C3AB890D25B}"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19" r:id="rId1"/>
    <p:sldLayoutId id="2147484920" r:id="rId2"/>
    <p:sldLayoutId id="2147484921" r:id="rId3"/>
    <p:sldLayoutId id="2147484922" r:id="rId4"/>
    <p:sldLayoutId id="2147484923" r:id="rId5"/>
    <p:sldLayoutId id="2147484924" r:id="rId6"/>
    <p:sldLayoutId id="2147484925" r:id="rId7"/>
    <p:sldLayoutId id="2147484926" r:id="rId8"/>
    <p:sldLayoutId id="2147484927" r:id="rId9"/>
    <p:sldLayoutId id="2147484928" r:id="rId10"/>
    <p:sldLayoutId id="2147484929" r:id="rId11"/>
    <p:sldLayoutId id="2147484930" r:id="rId12"/>
    <p:sldLayoutId id="2147484931" r:id="rId13"/>
    <p:sldLayoutId id="2147484932"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59720B0-B52B-4695-8940-4F1DF81FDF8F}"/>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9459" name="Rectangle 3">
            <a:extLst>
              <a:ext uri="{FF2B5EF4-FFF2-40B4-BE49-F238E27FC236}">
                <a16:creationId xmlns:a16="http://schemas.microsoft.com/office/drawing/2014/main" id="{81DB5855-0618-43FD-9F6A-72C7354F8CF2}"/>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EFF05A87-CF37-44B2-B0B1-5DD27D71EB50}"/>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7781B9E2-7E2E-4687-9A6A-46F9195F6F62}"/>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03E43F5B-A369-4411-B0B6-5482582EC857}"/>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3D94CC55-9471-4BCC-805C-62289F6026B5}"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33" r:id="rId1"/>
    <p:sldLayoutId id="2147484934" r:id="rId2"/>
    <p:sldLayoutId id="2147484935" r:id="rId3"/>
    <p:sldLayoutId id="2147484936" r:id="rId4"/>
    <p:sldLayoutId id="2147484937" r:id="rId5"/>
    <p:sldLayoutId id="2147484938" r:id="rId6"/>
    <p:sldLayoutId id="2147484939" r:id="rId7"/>
    <p:sldLayoutId id="2147484940" r:id="rId8"/>
    <p:sldLayoutId id="2147484941" r:id="rId9"/>
    <p:sldLayoutId id="2147484942" r:id="rId10"/>
    <p:sldLayoutId id="2147484943" r:id="rId11"/>
    <p:sldLayoutId id="2147484944" r:id="rId12"/>
    <p:sldLayoutId id="2147484945" r:id="rId13"/>
    <p:sldLayoutId id="2147484946"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962F7AF-DBD7-4ED6-9B91-2E8430175731}"/>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483" name="Rectangle 3">
            <a:extLst>
              <a:ext uri="{FF2B5EF4-FFF2-40B4-BE49-F238E27FC236}">
                <a16:creationId xmlns:a16="http://schemas.microsoft.com/office/drawing/2014/main" id="{6B2B5D42-1BC5-4E21-9B88-8F2E843387AF}"/>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B8881244-8C4D-4CCB-BA98-1B5C6CBD8DC5}"/>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9BEF278D-9391-4F1A-BECF-973F9AE8C9E0}"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680DD801-86D8-41E2-B2AA-F468D4AF87CB}"/>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B465143F-CCE0-4B94-800F-57A7DC1932F3}"/>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1201B534-10CB-4F53-9936-5355B46C56A5}"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47" r:id="rId1"/>
    <p:sldLayoutId id="2147484948" r:id="rId2"/>
    <p:sldLayoutId id="2147484949" r:id="rId3"/>
    <p:sldLayoutId id="2147484950" r:id="rId4"/>
    <p:sldLayoutId id="2147484951" r:id="rId5"/>
    <p:sldLayoutId id="2147484952" r:id="rId6"/>
    <p:sldLayoutId id="2147484953" r:id="rId7"/>
    <p:sldLayoutId id="2147484954" r:id="rId8"/>
    <p:sldLayoutId id="2147484955" r:id="rId9"/>
    <p:sldLayoutId id="2147484956" r:id="rId10"/>
    <p:sldLayoutId id="2147484957" r:id="rId11"/>
    <p:sldLayoutId id="2147484958"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84B132B-8001-4406-90EC-AF15966C2185}"/>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1507" name="Rectangle 3">
            <a:extLst>
              <a:ext uri="{FF2B5EF4-FFF2-40B4-BE49-F238E27FC236}">
                <a16:creationId xmlns:a16="http://schemas.microsoft.com/office/drawing/2014/main" id="{5F64580D-F100-423D-BD8F-742DD0E052EA}"/>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AF67678B-D66F-4702-8FAA-D8F176B3E7B8}"/>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9BEF278D-9391-4F1A-BECF-973F9AE8C9E0}"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011E4430-F8FB-4793-BA7E-92A5581EF211}"/>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27999CAD-556B-4E2C-81DA-9682C57F3160}"/>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D63DA5AD-1EA9-4EA5-9F55-EB8EC919E4A2}"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59" r:id="rId1"/>
    <p:sldLayoutId id="2147484960" r:id="rId2"/>
    <p:sldLayoutId id="2147484961" r:id="rId3"/>
    <p:sldLayoutId id="2147484962" r:id="rId4"/>
    <p:sldLayoutId id="2147484963" r:id="rId5"/>
    <p:sldLayoutId id="2147484964" r:id="rId6"/>
    <p:sldLayoutId id="2147484965" r:id="rId7"/>
    <p:sldLayoutId id="2147484966" r:id="rId8"/>
    <p:sldLayoutId id="2147484967" r:id="rId9"/>
    <p:sldLayoutId id="2147484968" r:id="rId10"/>
    <p:sldLayoutId id="2147484969" r:id="rId11"/>
    <p:sldLayoutId id="2147484970"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B2D800A-F060-47D6-9381-F6B77DA00853}"/>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2531" name="Rectangle 3">
            <a:extLst>
              <a:ext uri="{FF2B5EF4-FFF2-40B4-BE49-F238E27FC236}">
                <a16:creationId xmlns:a16="http://schemas.microsoft.com/office/drawing/2014/main" id="{821194CE-3D50-428A-B9C3-7A45F371247A}"/>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5573DE95-875C-4BC5-BA3A-F0DF6BB828CB}"/>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2CE94785-25A9-4672-B30A-DEAEAC73E6C8}"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62045D06-E8FA-4B3A-A919-1955286733E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CEF1EC69-27A2-4C2B-8C58-9470DBA30662}"/>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F92A8491-F5DA-4D15-8BB3-5A67396E8F16}"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71" r:id="rId1"/>
    <p:sldLayoutId id="2147484972" r:id="rId2"/>
    <p:sldLayoutId id="2147484973" r:id="rId3"/>
    <p:sldLayoutId id="2147484974" r:id="rId4"/>
    <p:sldLayoutId id="2147484975" r:id="rId5"/>
    <p:sldLayoutId id="2147484976" r:id="rId6"/>
    <p:sldLayoutId id="2147484977" r:id="rId7"/>
    <p:sldLayoutId id="2147484978" r:id="rId8"/>
    <p:sldLayoutId id="2147484979" r:id="rId9"/>
    <p:sldLayoutId id="2147484980" r:id="rId10"/>
    <p:sldLayoutId id="2147484981" r:id="rId11"/>
    <p:sldLayoutId id="2147484982"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89107E39-718B-4655-ABAF-1ADABCA6A622}"/>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3555" name="Rectangle 3">
            <a:extLst>
              <a:ext uri="{FF2B5EF4-FFF2-40B4-BE49-F238E27FC236}">
                <a16:creationId xmlns:a16="http://schemas.microsoft.com/office/drawing/2014/main" id="{9795848C-7EB9-49C4-847F-19D1124A6419}"/>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962A396F-5AC2-40A9-9516-D7FB89F7DD80}"/>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D9FD7496-910A-4BA3-ADB3-2130AAEA73A5}"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955D6A6D-491E-4EC5-B301-5F84F92109A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97246512-1777-4C2F-86AE-783D0F55A764}"/>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1BE5CCB9-801E-48D2-8552-6BBC2EA18307}"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83" r:id="rId1"/>
    <p:sldLayoutId id="2147484984" r:id="rId2"/>
    <p:sldLayoutId id="2147484985" r:id="rId3"/>
    <p:sldLayoutId id="2147484986" r:id="rId4"/>
    <p:sldLayoutId id="2147484987" r:id="rId5"/>
    <p:sldLayoutId id="2147484988" r:id="rId6"/>
    <p:sldLayoutId id="2147484989" r:id="rId7"/>
    <p:sldLayoutId id="2147484990" r:id="rId8"/>
    <p:sldLayoutId id="2147484991" r:id="rId9"/>
    <p:sldLayoutId id="2147484992" r:id="rId10"/>
    <p:sldLayoutId id="2147484993" r:id="rId11"/>
    <p:sldLayoutId id="2147484994"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FD9A280-A3EE-416C-866E-347CE739EE9B}"/>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4579" name="Rectangle 3">
            <a:extLst>
              <a:ext uri="{FF2B5EF4-FFF2-40B4-BE49-F238E27FC236}">
                <a16:creationId xmlns:a16="http://schemas.microsoft.com/office/drawing/2014/main" id="{FC84B861-930F-4E8B-BB08-36FE04E4AE5E}"/>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761CC007-4BCB-4F7C-9DDB-0DEAC88025E4}"/>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D9FD7496-910A-4BA3-ADB3-2130AAEA73A5}"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6B3DA2AD-11B7-43B2-82FA-F6FEFD90436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5455141C-71F9-47E0-BC70-864A977EB075}"/>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179652DD-D641-406D-B742-D726715CD6E8}"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95" r:id="rId1"/>
    <p:sldLayoutId id="2147484996" r:id="rId2"/>
    <p:sldLayoutId id="2147484997" r:id="rId3"/>
    <p:sldLayoutId id="2147484998" r:id="rId4"/>
    <p:sldLayoutId id="2147484999" r:id="rId5"/>
    <p:sldLayoutId id="2147485000" r:id="rId6"/>
    <p:sldLayoutId id="2147485001" r:id="rId7"/>
    <p:sldLayoutId id="2147485002" r:id="rId8"/>
    <p:sldLayoutId id="2147485003" r:id="rId9"/>
    <p:sldLayoutId id="2147485004" r:id="rId10"/>
    <p:sldLayoutId id="2147485005" r:id="rId11"/>
    <p:sldLayoutId id="2147485006"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0E1B6C5-AC9E-46A9-AFE3-5F4C6C78D338}"/>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5603" name="Rectangle 3">
            <a:extLst>
              <a:ext uri="{FF2B5EF4-FFF2-40B4-BE49-F238E27FC236}">
                <a16:creationId xmlns:a16="http://schemas.microsoft.com/office/drawing/2014/main" id="{4868D6EA-5CE8-45C1-A1C0-DED8482367CC}"/>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A68FCA52-723D-42D2-8E9E-9119B002093C}"/>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D9FD7496-910A-4BA3-ADB3-2130AAEA73A5}"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811E479F-0707-4F8F-89E9-E9550E9FB7D2}"/>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6657B2C4-DC52-4A8C-95E8-54C1C546ED61}"/>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F84A5E3D-F89F-4559-838F-44B5AACA7B5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5007" r:id="rId1"/>
    <p:sldLayoutId id="2147485008" r:id="rId2"/>
    <p:sldLayoutId id="2147485009" r:id="rId3"/>
    <p:sldLayoutId id="2147485010" r:id="rId4"/>
    <p:sldLayoutId id="2147485011" r:id="rId5"/>
    <p:sldLayoutId id="2147485012" r:id="rId6"/>
    <p:sldLayoutId id="2147485013" r:id="rId7"/>
    <p:sldLayoutId id="2147485014" r:id="rId8"/>
    <p:sldLayoutId id="2147485015" r:id="rId9"/>
    <p:sldLayoutId id="2147485016" r:id="rId10"/>
    <p:sldLayoutId id="2147485017" r:id="rId11"/>
    <p:sldLayoutId id="2147485018"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E5CC0FCF-FB5B-4F02-985E-8604ABBDFC78}"/>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6627" name="Rectangle 3">
            <a:extLst>
              <a:ext uri="{FF2B5EF4-FFF2-40B4-BE49-F238E27FC236}">
                <a16:creationId xmlns:a16="http://schemas.microsoft.com/office/drawing/2014/main" id="{06BEF5E1-0DB3-4C90-8A92-B0530F7C0B17}"/>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2125044B-92AE-407F-9B3A-3F957D307AF3}"/>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D9FD7496-910A-4BA3-ADB3-2130AAEA73A5}" type="datetime1">
              <a:rPr lang="zh-CN" altLang="en-US"/>
              <a:pPr>
                <a:defRPr/>
              </a:pPr>
              <a:t>2025/10/20</a:t>
            </a:fld>
            <a:endParaRPr lang="en-US" altLang="zh-CN"/>
          </a:p>
        </p:txBody>
      </p:sp>
      <p:sp>
        <p:nvSpPr>
          <p:cNvPr id="1029" name="Rectangle 5">
            <a:extLst>
              <a:ext uri="{FF2B5EF4-FFF2-40B4-BE49-F238E27FC236}">
                <a16:creationId xmlns:a16="http://schemas.microsoft.com/office/drawing/2014/main" id="{7902FF85-0009-437F-A2B3-BCDAEF4523EC}"/>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1F277346-121C-4217-AF06-4958D886351C}"/>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4B62B6FB-02BB-4B0C-9752-5A345282DAEC}"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5019" r:id="rId1"/>
    <p:sldLayoutId id="2147485020" r:id="rId2"/>
    <p:sldLayoutId id="2147485021" r:id="rId3"/>
    <p:sldLayoutId id="2147485022" r:id="rId4"/>
    <p:sldLayoutId id="2147485023" r:id="rId5"/>
    <p:sldLayoutId id="2147485024" r:id="rId6"/>
    <p:sldLayoutId id="2147485025" r:id="rId7"/>
    <p:sldLayoutId id="2147485026" r:id="rId8"/>
    <p:sldLayoutId id="2147485027" r:id="rId9"/>
    <p:sldLayoutId id="2147485028" r:id="rId10"/>
    <p:sldLayoutId id="2147485029" r:id="rId11"/>
    <p:sldLayoutId id="2147485030"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7D3A2E2-5554-43FF-9301-E130A899FA3B}"/>
              </a:ext>
            </a:extLst>
          </p:cNvPr>
          <p:cNvSpPr>
            <a:spLocks noGrp="1" noChangeArrowheads="1"/>
          </p:cNvSpPr>
          <p:nvPr>
            <p:ph type="title"/>
          </p:nvPr>
        </p:nvSpPr>
        <p:spPr bwMode="auto">
          <a:xfrm>
            <a:off x="457200" y="276225"/>
            <a:ext cx="82296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27651" name="Rectangle 3">
            <a:extLst>
              <a:ext uri="{FF2B5EF4-FFF2-40B4-BE49-F238E27FC236}">
                <a16:creationId xmlns:a16="http://schemas.microsoft.com/office/drawing/2014/main" id="{B45E580A-ABE5-41C3-84DB-A996CA0A5551}"/>
              </a:ext>
            </a:extLst>
          </p:cNvPr>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a:extLst>
              <a:ext uri="{FF2B5EF4-FFF2-40B4-BE49-F238E27FC236}">
                <a16:creationId xmlns:a16="http://schemas.microsoft.com/office/drawing/2014/main" id="{BD4AA7AD-9717-4D27-A3D7-F8CD98FCB3D6}"/>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0" sz="1400">
                <a:solidFill>
                  <a:srgbClr val="000000"/>
                </a:solidFill>
                <a:latin typeface="Arial" pitchFamily="34" charset="0"/>
                <a:ea typeface="宋体" pitchFamily="2" charset="-122"/>
              </a:defRPr>
            </a:lvl1pPr>
          </a:lstStyle>
          <a:p>
            <a:pPr>
              <a:defRPr/>
            </a:pPr>
            <a:endParaRPr lang="zh-CN" altLang="en-US"/>
          </a:p>
        </p:txBody>
      </p:sp>
      <p:sp>
        <p:nvSpPr>
          <p:cNvPr id="1029" name="Rectangle 5">
            <a:extLst>
              <a:ext uri="{FF2B5EF4-FFF2-40B4-BE49-F238E27FC236}">
                <a16:creationId xmlns:a16="http://schemas.microsoft.com/office/drawing/2014/main" id="{FBA48227-89D7-4E8E-9BBF-E6D56B5EF766}"/>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0" sz="1400">
                <a:solidFill>
                  <a:srgbClr val="000000"/>
                </a:solidFill>
                <a:latin typeface="Arial" pitchFamily="34" charset="0"/>
                <a:ea typeface="宋体" pitchFamily="2" charset="-122"/>
              </a:defRPr>
            </a:lvl1pPr>
          </a:lstStyle>
          <a:p>
            <a:pPr>
              <a:defRPr/>
            </a:pPr>
            <a:endParaRPr lang="zh-CN" altLang="en-US"/>
          </a:p>
        </p:txBody>
      </p:sp>
      <p:sp>
        <p:nvSpPr>
          <p:cNvPr id="1030" name="Rectangle 6">
            <a:extLst>
              <a:ext uri="{FF2B5EF4-FFF2-40B4-BE49-F238E27FC236}">
                <a16:creationId xmlns:a16="http://schemas.microsoft.com/office/drawing/2014/main" id="{784F5DDA-548F-43A3-B1B6-B5DADBB12186}"/>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kumimoji="0" sz="1400">
                <a:solidFill>
                  <a:srgbClr val="000000"/>
                </a:solidFill>
                <a:latin typeface="Arial" panose="020B0604020202020204" pitchFamily="34" charset="0"/>
                <a:ea typeface="宋体" panose="02010600030101010101" pitchFamily="2" charset="-122"/>
              </a:defRPr>
            </a:lvl1pPr>
          </a:lstStyle>
          <a:p>
            <a:fld id="{8904E771-C040-46C8-A779-2FDEE5AC5DAF}"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5031" r:id="rId1"/>
    <p:sldLayoutId id="2147485032" r:id="rId2"/>
    <p:sldLayoutId id="2147485033" r:id="rId3"/>
    <p:sldLayoutId id="2147485034" r:id="rId4"/>
    <p:sldLayoutId id="2147485035" r:id="rId5"/>
    <p:sldLayoutId id="2147485036" r:id="rId6"/>
    <p:sldLayoutId id="2147485037" r:id="rId7"/>
    <p:sldLayoutId id="2147485038" r:id="rId8"/>
    <p:sldLayoutId id="2147485039" r:id="rId9"/>
    <p:sldLayoutId id="2147485040" r:id="rId10"/>
    <p:sldLayoutId id="2147485041" r:id="rId11"/>
  </p:sldLayoutIdLst>
  <p:txStyles>
    <p:titleStyle>
      <a:lvl1pPr algn="l" rtl="0" eaLnBrk="0" fontAlgn="base" hangingPunct="0">
        <a:spcBef>
          <a:spcPct val="0"/>
        </a:spcBef>
        <a:spcAft>
          <a:spcPct val="0"/>
        </a:spcAft>
        <a:defRPr sz="3200">
          <a:solidFill>
            <a:srgbClr val="D09E00"/>
          </a:solidFill>
          <a:latin typeface="+mj-lt"/>
          <a:ea typeface="+mj-ea"/>
          <a:cs typeface="+mj-cs"/>
        </a:defRPr>
      </a:lvl1pPr>
      <a:lvl2pPr algn="l" rtl="0" eaLnBrk="0" fontAlgn="base" hangingPunct="0">
        <a:spcBef>
          <a:spcPct val="0"/>
        </a:spcBef>
        <a:spcAft>
          <a:spcPct val="0"/>
        </a:spcAft>
        <a:defRPr sz="3200">
          <a:solidFill>
            <a:srgbClr val="D09E00"/>
          </a:solidFill>
          <a:latin typeface="Arial" pitchFamily="34" charset="0"/>
          <a:ea typeface="微软雅黑" pitchFamily="34" charset="-122"/>
        </a:defRPr>
      </a:lvl2pPr>
      <a:lvl3pPr algn="l" rtl="0" eaLnBrk="0" fontAlgn="base" hangingPunct="0">
        <a:spcBef>
          <a:spcPct val="0"/>
        </a:spcBef>
        <a:spcAft>
          <a:spcPct val="0"/>
        </a:spcAft>
        <a:defRPr sz="3200">
          <a:solidFill>
            <a:srgbClr val="D09E00"/>
          </a:solidFill>
          <a:latin typeface="Arial" pitchFamily="34" charset="0"/>
          <a:ea typeface="微软雅黑" pitchFamily="34" charset="-122"/>
        </a:defRPr>
      </a:lvl3pPr>
      <a:lvl4pPr algn="l" rtl="0" eaLnBrk="0" fontAlgn="base" hangingPunct="0">
        <a:spcBef>
          <a:spcPct val="0"/>
        </a:spcBef>
        <a:spcAft>
          <a:spcPct val="0"/>
        </a:spcAft>
        <a:defRPr sz="3200">
          <a:solidFill>
            <a:srgbClr val="D09E00"/>
          </a:solidFill>
          <a:latin typeface="Arial" pitchFamily="34" charset="0"/>
          <a:ea typeface="微软雅黑" pitchFamily="34" charset="-122"/>
        </a:defRPr>
      </a:lvl4pPr>
      <a:lvl5pPr algn="l" rtl="0" eaLnBrk="0" fontAlgn="base" hangingPunct="0">
        <a:spcBef>
          <a:spcPct val="0"/>
        </a:spcBef>
        <a:spcAft>
          <a:spcPct val="0"/>
        </a:spcAft>
        <a:defRPr sz="3200">
          <a:solidFill>
            <a:srgbClr val="D09E00"/>
          </a:solidFill>
          <a:latin typeface="Arial" pitchFamily="34" charset="0"/>
          <a:ea typeface="微软雅黑" pitchFamily="34" charset="-122"/>
        </a:defRPr>
      </a:lvl5pPr>
      <a:lvl6pPr marL="457200" algn="l" rtl="0" eaLnBrk="0" fontAlgn="base" hangingPunct="0">
        <a:spcBef>
          <a:spcPct val="0"/>
        </a:spcBef>
        <a:spcAft>
          <a:spcPct val="0"/>
        </a:spcAft>
        <a:defRPr sz="3200">
          <a:solidFill>
            <a:srgbClr val="D09E00"/>
          </a:solidFill>
          <a:latin typeface="Arial" pitchFamily="34" charset="0"/>
          <a:ea typeface="微软雅黑" pitchFamily="34" charset="-122"/>
        </a:defRPr>
      </a:lvl6pPr>
      <a:lvl7pPr marL="914400" algn="l" rtl="0" eaLnBrk="0" fontAlgn="base" hangingPunct="0">
        <a:spcBef>
          <a:spcPct val="0"/>
        </a:spcBef>
        <a:spcAft>
          <a:spcPct val="0"/>
        </a:spcAft>
        <a:defRPr sz="3200">
          <a:solidFill>
            <a:srgbClr val="D09E00"/>
          </a:solidFill>
          <a:latin typeface="Arial" pitchFamily="34" charset="0"/>
          <a:ea typeface="微软雅黑" pitchFamily="34" charset="-122"/>
        </a:defRPr>
      </a:lvl7pPr>
      <a:lvl8pPr marL="1371600" algn="l" rtl="0" eaLnBrk="0" fontAlgn="base" hangingPunct="0">
        <a:spcBef>
          <a:spcPct val="0"/>
        </a:spcBef>
        <a:spcAft>
          <a:spcPct val="0"/>
        </a:spcAft>
        <a:defRPr sz="3200">
          <a:solidFill>
            <a:srgbClr val="D09E00"/>
          </a:solidFill>
          <a:latin typeface="Arial" pitchFamily="34" charset="0"/>
          <a:ea typeface="微软雅黑" pitchFamily="34" charset="-122"/>
        </a:defRPr>
      </a:lvl8pPr>
      <a:lvl9pPr marL="1828800" algn="l" rtl="0" eaLnBrk="0" fontAlgn="base" hangingPunct="0">
        <a:spcBef>
          <a:spcPct val="0"/>
        </a:spcBef>
        <a:spcAft>
          <a:spcPct val="0"/>
        </a:spcAft>
        <a:defRPr sz="3200">
          <a:solidFill>
            <a:srgbClr val="D09E00"/>
          </a:solidFill>
          <a:latin typeface="Arial" pitchFamily="34" charset="0"/>
          <a:ea typeface="微软雅黑" pitchFamily="34" charset="-122"/>
        </a:defRPr>
      </a:lvl9pPr>
    </p:titleStyle>
    <p:bodyStyle>
      <a:lvl1pPr marL="342900" indent="-342900" algn="l" rtl="0" eaLnBrk="0" fontAlgn="base" hangingPunct="0">
        <a:spcBef>
          <a:spcPct val="20000"/>
        </a:spcBef>
        <a:spcAft>
          <a:spcPct val="0"/>
        </a:spcAft>
        <a:buChar char="•"/>
        <a:defRPr sz="2000">
          <a:solidFill>
            <a:srgbClr val="D09E00"/>
          </a:solidFill>
          <a:latin typeface="+mn-lt"/>
          <a:ea typeface="+mn-ea"/>
          <a:cs typeface="+mn-cs"/>
        </a:defRPr>
      </a:lvl1pPr>
      <a:lvl2pPr marL="742950" indent="-285750" algn="l" rtl="0" eaLnBrk="0" fontAlgn="base" hangingPunct="0">
        <a:spcBef>
          <a:spcPct val="20000"/>
        </a:spcBef>
        <a:spcAft>
          <a:spcPct val="0"/>
        </a:spcAft>
        <a:buChar char="–"/>
        <a:defRPr sz="2800">
          <a:solidFill>
            <a:srgbClr val="D09E00"/>
          </a:solidFill>
          <a:latin typeface="+mn-lt"/>
          <a:ea typeface="+mn-ea"/>
        </a:defRPr>
      </a:lvl2pPr>
      <a:lvl3pPr marL="1143000" indent="-228600" algn="l" rtl="0" eaLnBrk="0" fontAlgn="base" hangingPunct="0">
        <a:spcBef>
          <a:spcPct val="20000"/>
        </a:spcBef>
        <a:spcAft>
          <a:spcPct val="0"/>
        </a:spcAft>
        <a:buChar char="•"/>
        <a:defRPr sz="1600">
          <a:solidFill>
            <a:srgbClr val="D09E00"/>
          </a:solidFill>
          <a:latin typeface="+mn-lt"/>
          <a:ea typeface="+mn-ea"/>
        </a:defRPr>
      </a:lvl3pPr>
      <a:lvl4pPr marL="1600200" indent="-228600" algn="l" rtl="0" eaLnBrk="0" fontAlgn="base" hangingPunct="0">
        <a:spcBef>
          <a:spcPct val="20000"/>
        </a:spcBef>
        <a:spcAft>
          <a:spcPct val="0"/>
        </a:spcAft>
        <a:buChar char="–"/>
        <a:defRPr sz="1400">
          <a:solidFill>
            <a:srgbClr val="D09E00"/>
          </a:solidFill>
          <a:latin typeface="+mn-lt"/>
          <a:ea typeface="+mn-ea"/>
        </a:defRPr>
      </a:lvl4pPr>
      <a:lvl5pPr marL="2057400" indent="-228600" algn="l" rtl="0" eaLnBrk="0" fontAlgn="base" hangingPunct="0">
        <a:spcBef>
          <a:spcPct val="20000"/>
        </a:spcBef>
        <a:spcAft>
          <a:spcPct val="0"/>
        </a:spcAft>
        <a:buChar char="»"/>
        <a:defRPr sz="1400">
          <a:solidFill>
            <a:srgbClr val="D09E00"/>
          </a:solidFill>
          <a:latin typeface="+mn-lt"/>
          <a:ea typeface="+mn-ea"/>
        </a:defRPr>
      </a:lvl5pPr>
      <a:lvl6pPr marL="2514600" indent="-228600" algn="l" rtl="0" eaLnBrk="0" fontAlgn="base" hangingPunct="0">
        <a:spcBef>
          <a:spcPct val="20000"/>
        </a:spcBef>
        <a:spcAft>
          <a:spcPct val="0"/>
        </a:spcAft>
        <a:buChar char="»"/>
        <a:defRPr sz="1400">
          <a:solidFill>
            <a:srgbClr val="D09E00"/>
          </a:solidFill>
          <a:latin typeface="+mn-lt"/>
          <a:ea typeface="+mn-ea"/>
        </a:defRPr>
      </a:lvl6pPr>
      <a:lvl7pPr marL="2971800" indent="-228600" algn="l" rtl="0" eaLnBrk="0" fontAlgn="base" hangingPunct="0">
        <a:spcBef>
          <a:spcPct val="20000"/>
        </a:spcBef>
        <a:spcAft>
          <a:spcPct val="0"/>
        </a:spcAft>
        <a:buChar char="»"/>
        <a:defRPr sz="1400">
          <a:solidFill>
            <a:srgbClr val="D09E00"/>
          </a:solidFill>
          <a:latin typeface="+mn-lt"/>
          <a:ea typeface="+mn-ea"/>
        </a:defRPr>
      </a:lvl7pPr>
      <a:lvl8pPr marL="3429000" indent="-228600" algn="l" rtl="0" eaLnBrk="0" fontAlgn="base" hangingPunct="0">
        <a:spcBef>
          <a:spcPct val="20000"/>
        </a:spcBef>
        <a:spcAft>
          <a:spcPct val="0"/>
        </a:spcAft>
        <a:buChar char="»"/>
        <a:defRPr sz="1400">
          <a:solidFill>
            <a:srgbClr val="D09E00"/>
          </a:solidFill>
          <a:latin typeface="+mn-lt"/>
          <a:ea typeface="+mn-ea"/>
        </a:defRPr>
      </a:lvl8pPr>
      <a:lvl9pPr marL="3886200" indent="-228600" algn="l" rtl="0" eaLnBrk="0" fontAlgn="base" hangingPunct="0">
        <a:spcBef>
          <a:spcPct val="20000"/>
        </a:spcBef>
        <a:spcAft>
          <a:spcPct val="0"/>
        </a:spcAft>
        <a:buChar char="»"/>
        <a:defRPr sz="1400">
          <a:solidFill>
            <a:srgbClr val="D09E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10.png"/><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1.w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12.w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wmf"/><Relationship Id="rId1" Type="http://schemas.openxmlformats.org/officeDocument/2006/relationships/slideLayout" Target="../slideLayouts/slideLayout1.xml"/><Relationship Id="rId5" Type="http://schemas.openxmlformats.org/officeDocument/2006/relationships/image" Target="../media/image16.wmf"/><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2.wmf"/><Relationship Id="rId2" Type="http://schemas.openxmlformats.org/officeDocument/2006/relationships/image" Target="../media/image17.emf"/><Relationship Id="rId1" Type="http://schemas.openxmlformats.org/officeDocument/2006/relationships/slideLayout" Target="../slideLayouts/slideLayout1.xml"/><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slides/_rels/slide11.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13.xml"/><Relationship Id="rId4" Type="http://schemas.openxmlformats.org/officeDocument/2006/relationships/image" Target="../media/image26.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5.xml"/><Relationship Id="rId1" Type="http://schemas.openxmlformats.org/officeDocument/2006/relationships/vmlDrawing" Target="../drawings/vmlDrawing5.vml"/><Relationship Id="rId4" Type="http://schemas.openxmlformats.org/officeDocument/2006/relationships/image" Target="../media/image27.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5.xml"/><Relationship Id="rId1" Type="http://schemas.openxmlformats.org/officeDocument/2006/relationships/vmlDrawing" Target="../drawings/vmlDrawing6.vml"/><Relationship Id="rId4" Type="http://schemas.openxmlformats.org/officeDocument/2006/relationships/image" Target="../media/image28.wmf"/></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png"/><Relationship Id="rId1" Type="http://schemas.openxmlformats.org/officeDocument/2006/relationships/slideLayout" Target="../slideLayouts/slideLayout4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61.xml"/></Relationships>
</file>

<file path=ppt/slides/_rels/slide33.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61.xml"/><Relationship Id="rId4" Type="http://schemas.openxmlformats.org/officeDocument/2006/relationships/image" Target="../media/image38.gi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83.xml"/><Relationship Id="rId1" Type="http://schemas.openxmlformats.org/officeDocument/2006/relationships/vmlDrawing" Target="../drawings/vmlDrawing7.vml"/><Relationship Id="rId4" Type="http://schemas.openxmlformats.org/officeDocument/2006/relationships/image" Target="../media/image41.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91.xml"/><Relationship Id="rId1" Type="http://schemas.openxmlformats.org/officeDocument/2006/relationships/vmlDrawing" Target="../drawings/vmlDrawing8.vml"/><Relationship Id="rId4" Type="http://schemas.openxmlformats.org/officeDocument/2006/relationships/image" Target="../media/image42.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04.xml"/></Relationships>
</file>

<file path=ppt/slides/_rels/slide38.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04.xml"/></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2.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22.xml"/></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2.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5.png"/><Relationship Id="rId1" Type="http://schemas.openxmlformats.org/officeDocument/2006/relationships/slideLayout" Target="../slideLayouts/slideLayout12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52.png"/><Relationship Id="rId2" Type="http://schemas.openxmlformats.org/officeDocument/2006/relationships/image" Target="../media/image46.png"/><Relationship Id="rId1" Type="http://schemas.openxmlformats.org/officeDocument/2006/relationships/slideLayout" Target="../slideLayouts/slideLayout12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4.wmf"/><Relationship Id="rId2" Type="http://schemas.openxmlformats.org/officeDocument/2006/relationships/slideLayout" Target="../slideLayouts/slideLayout113.xml"/><Relationship Id="rId1" Type="http://schemas.openxmlformats.org/officeDocument/2006/relationships/vmlDrawing" Target="../drawings/vmlDrawing9.vml"/><Relationship Id="rId6" Type="http://schemas.openxmlformats.org/officeDocument/2006/relationships/oleObject" Target="../embeddings/oleObject10.bin"/><Relationship Id="rId5" Type="http://schemas.openxmlformats.org/officeDocument/2006/relationships/image" Target="../media/image53.wmf"/><Relationship Id="rId4" Type="http://schemas.openxmlformats.org/officeDocument/2006/relationships/oleObject" Target="../embeddings/oleObject9.bin"/></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5.png"/><Relationship Id="rId1" Type="http://schemas.openxmlformats.org/officeDocument/2006/relationships/slideLayout" Target="../slideLayouts/slideLayout12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35.xml"/><Relationship Id="rId1" Type="http://schemas.openxmlformats.org/officeDocument/2006/relationships/vmlDrawing" Target="../drawings/vmlDrawing10.vml"/><Relationship Id="rId4" Type="http://schemas.openxmlformats.org/officeDocument/2006/relationships/image" Target="../media/image56.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35.xml"/><Relationship Id="rId1" Type="http://schemas.openxmlformats.org/officeDocument/2006/relationships/vmlDrawing" Target="../drawings/vmlDrawing11.vml"/><Relationship Id="rId4" Type="http://schemas.openxmlformats.org/officeDocument/2006/relationships/image" Target="../media/image57.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oleObject" Target="../embeddings/oleObject13.bin"/><Relationship Id="rId7" Type="http://schemas.openxmlformats.org/officeDocument/2006/relationships/image" Target="../media/image55.png"/><Relationship Id="rId2" Type="http://schemas.openxmlformats.org/officeDocument/2006/relationships/slideLayout" Target="../slideLayouts/slideLayout135.xml"/><Relationship Id="rId1" Type="http://schemas.openxmlformats.org/officeDocument/2006/relationships/vmlDrawing" Target="../drawings/vmlDrawing12.vml"/><Relationship Id="rId6" Type="http://schemas.openxmlformats.org/officeDocument/2006/relationships/image" Target="../media/image59.wmf"/><Relationship Id="rId5" Type="http://schemas.openxmlformats.org/officeDocument/2006/relationships/oleObject" Target="../embeddings/oleObject14.bin"/><Relationship Id="rId4" Type="http://schemas.openxmlformats.org/officeDocument/2006/relationships/image" Target="../media/image58.wmf"/><Relationship Id="rId9" Type="http://schemas.openxmlformats.org/officeDocument/2006/relationships/image" Target="../media/image60.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oleObject" Target="../embeddings/oleObject16.bin"/><Relationship Id="rId7" Type="http://schemas.openxmlformats.org/officeDocument/2006/relationships/image" Target="../media/image55.png"/><Relationship Id="rId2" Type="http://schemas.openxmlformats.org/officeDocument/2006/relationships/slideLayout" Target="../slideLayouts/slideLayout148.xml"/><Relationship Id="rId1" Type="http://schemas.openxmlformats.org/officeDocument/2006/relationships/vmlDrawing" Target="../drawings/vmlDrawing13.vml"/><Relationship Id="rId6" Type="http://schemas.openxmlformats.org/officeDocument/2006/relationships/image" Target="../media/image59.wmf"/><Relationship Id="rId5" Type="http://schemas.openxmlformats.org/officeDocument/2006/relationships/oleObject" Target="../embeddings/oleObject17.bin"/><Relationship Id="rId4" Type="http://schemas.openxmlformats.org/officeDocument/2006/relationships/image" Target="../media/image58.wmf"/><Relationship Id="rId9" Type="http://schemas.openxmlformats.org/officeDocument/2006/relationships/image" Target="../media/image60.w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70.xml"/><Relationship Id="rId1" Type="http://schemas.openxmlformats.org/officeDocument/2006/relationships/vmlDrawing" Target="../drawings/vmlDrawing14.vml"/><Relationship Id="rId6" Type="http://schemas.openxmlformats.org/officeDocument/2006/relationships/image" Target="../media/image61.wmf"/><Relationship Id="rId5" Type="http://schemas.openxmlformats.org/officeDocument/2006/relationships/oleObject" Target="../embeddings/oleObject19.bin"/><Relationship Id="rId4" Type="http://schemas.openxmlformats.org/officeDocument/2006/relationships/image" Target="../media/image62.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65.jpeg"/><Relationship Id="rId2" Type="http://schemas.openxmlformats.org/officeDocument/2006/relationships/slideLayout" Target="../slideLayouts/slideLayout166.xml"/><Relationship Id="rId1" Type="http://schemas.openxmlformats.org/officeDocument/2006/relationships/vmlDrawing" Target="../drawings/vmlDrawing15.vml"/><Relationship Id="rId6" Type="http://schemas.openxmlformats.org/officeDocument/2006/relationships/image" Target="../media/image63.wmf"/><Relationship Id="rId5" Type="http://schemas.openxmlformats.org/officeDocument/2006/relationships/oleObject" Target="../embeddings/oleObject20.bin"/><Relationship Id="rId4" Type="http://schemas.openxmlformats.org/officeDocument/2006/relationships/image" Target="../media/image64.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66.xml"/><Relationship Id="rId1" Type="http://schemas.openxmlformats.org/officeDocument/2006/relationships/vmlDrawing" Target="../drawings/vmlDrawing16.vml"/><Relationship Id="rId6" Type="http://schemas.openxmlformats.org/officeDocument/2006/relationships/image" Target="../media/image67.jpeg"/><Relationship Id="rId5" Type="http://schemas.openxmlformats.org/officeDocument/2006/relationships/image" Target="../media/image66.wmf"/><Relationship Id="rId4" Type="http://schemas.openxmlformats.org/officeDocument/2006/relationships/oleObject" Target="../embeddings/oleObject21.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84.xml"/><Relationship Id="rId1" Type="http://schemas.openxmlformats.org/officeDocument/2006/relationships/vmlDrawing" Target="../drawings/vmlDrawing17.vml"/><Relationship Id="rId5" Type="http://schemas.openxmlformats.org/officeDocument/2006/relationships/image" Target="../media/image61.wmf"/><Relationship Id="rId4" Type="http://schemas.openxmlformats.org/officeDocument/2006/relationships/oleObject" Target="../embeddings/oleObject22.bin"/></Relationships>
</file>

<file path=ppt/slides/_rels/slide5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xml"/><Relationship Id="rId1" Type="http://schemas.openxmlformats.org/officeDocument/2006/relationships/slideLayout" Target="../slideLayouts/slideLayout18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4.xml"/></Relationships>
</file>

<file path=ppt/slides/_rels/slide58.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184.xml"/><Relationship Id="rId1" Type="http://schemas.openxmlformats.org/officeDocument/2006/relationships/vmlDrawing" Target="../drawings/vmlDrawing18.vml"/><Relationship Id="rId6" Type="http://schemas.openxmlformats.org/officeDocument/2006/relationships/image" Target="../media/image70.wmf"/><Relationship Id="rId5" Type="http://schemas.openxmlformats.org/officeDocument/2006/relationships/oleObject" Target="../embeddings/oleObject24.bin"/><Relationship Id="rId4" Type="http://schemas.openxmlformats.org/officeDocument/2006/relationships/image" Target="../media/image69.wmf"/></Relationships>
</file>

<file path=ppt/slides/_rels/slide59.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76.wmf"/><Relationship Id="rId2" Type="http://schemas.openxmlformats.org/officeDocument/2006/relationships/slideLayout" Target="../slideLayouts/slideLayout184.xml"/><Relationship Id="rId1" Type="http://schemas.openxmlformats.org/officeDocument/2006/relationships/vmlDrawing" Target="../drawings/vmlDrawing19.vml"/><Relationship Id="rId6" Type="http://schemas.openxmlformats.org/officeDocument/2006/relationships/image" Target="../media/image73.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29.bin"/></Relationships>
</file>

<file path=ppt/slides/_rels/slide60.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184.xml"/><Relationship Id="rId1" Type="http://schemas.openxmlformats.org/officeDocument/2006/relationships/vmlDrawing" Target="../drawings/vmlDrawing20.vml"/><Relationship Id="rId6" Type="http://schemas.openxmlformats.org/officeDocument/2006/relationships/image" Target="../media/image78.wmf"/><Relationship Id="rId5" Type="http://schemas.openxmlformats.org/officeDocument/2006/relationships/oleObject" Target="../embeddings/oleObject32.bin"/><Relationship Id="rId4" Type="http://schemas.openxmlformats.org/officeDocument/2006/relationships/image" Target="../media/image77.wmf"/></Relationships>
</file>

<file path=ppt/slides/_rels/slide61.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184.xml"/><Relationship Id="rId1" Type="http://schemas.openxmlformats.org/officeDocument/2006/relationships/vmlDrawing" Target="../drawings/vmlDrawing21.vml"/><Relationship Id="rId6" Type="http://schemas.openxmlformats.org/officeDocument/2006/relationships/image" Target="../media/image80.wmf"/><Relationship Id="rId5" Type="http://schemas.openxmlformats.org/officeDocument/2006/relationships/oleObject" Target="../embeddings/oleObject35.bin"/><Relationship Id="rId10" Type="http://schemas.openxmlformats.org/officeDocument/2006/relationships/image" Target="../media/image82.wmf"/><Relationship Id="rId4" Type="http://schemas.openxmlformats.org/officeDocument/2006/relationships/image" Target="../media/image79.wmf"/><Relationship Id="rId9" Type="http://schemas.openxmlformats.org/officeDocument/2006/relationships/oleObject" Target="../embeddings/oleObject37.bin"/></Relationships>
</file>

<file path=ppt/slides/_rels/slide62.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38.bin"/><Relationship Id="rId7" Type="http://schemas.openxmlformats.org/officeDocument/2006/relationships/oleObject" Target="../embeddings/oleObject40.bin"/><Relationship Id="rId12" Type="http://schemas.openxmlformats.org/officeDocument/2006/relationships/image" Target="../media/image87.wmf"/><Relationship Id="rId2" Type="http://schemas.openxmlformats.org/officeDocument/2006/relationships/slideLayout" Target="../slideLayouts/slideLayout184.xml"/><Relationship Id="rId1" Type="http://schemas.openxmlformats.org/officeDocument/2006/relationships/vmlDrawing" Target="../drawings/vmlDrawing22.vml"/><Relationship Id="rId6" Type="http://schemas.openxmlformats.org/officeDocument/2006/relationships/image" Target="../media/image84.wmf"/><Relationship Id="rId11" Type="http://schemas.openxmlformats.org/officeDocument/2006/relationships/oleObject" Target="../embeddings/oleObject42.bin"/><Relationship Id="rId5" Type="http://schemas.openxmlformats.org/officeDocument/2006/relationships/oleObject" Target="../embeddings/oleObject39.bin"/><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41.bin"/></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184.xml"/><Relationship Id="rId1" Type="http://schemas.openxmlformats.org/officeDocument/2006/relationships/vmlDrawing" Target="../drawings/vmlDrawing23.vml"/><Relationship Id="rId4" Type="http://schemas.openxmlformats.org/officeDocument/2006/relationships/image" Target="../media/image88.wmf"/></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98.xml"/><Relationship Id="rId1" Type="http://schemas.openxmlformats.org/officeDocument/2006/relationships/vmlDrawing" Target="../drawings/vmlDrawing24.vml"/><Relationship Id="rId5" Type="http://schemas.openxmlformats.org/officeDocument/2006/relationships/image" Target="../media/image89.wmf"/><Relationship Id="rId4" Type="http://schemas.openxmlformats.org/officeDocument/2006/relationships/oleObject" Target="../embeddings/oleObject44.bin"/></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91.wmf"/><Relationship Id="rId2" Type="http://schemas.openxmlformats.org/officeDocument/2006/relationships/slideLayout" Target="../slideLayouts/slideLayout198.xml"/><Relationship Id="rId1" Type="http://schemas.openxmlformats.org/officeDocument/2006/relationships/vmlDrawing" Target="../drawings/vmlDrawing25.vml"/><Relationship Id="rId6" Type="http://schemas.openxmlformats.org/officeDocument/2006/relationships/oleObject" Target="../embeddings/oleObject46.bin"/><Relationship Id="rId5" Type="http://schemas.openxmlformats.org/officeDocument/2006/relationships/image" Target="../media/image90.wmf"/><Relationship Id="rId4" Type="http://schemas.openxmlformats.org/officeDocument/2006/relationships/oleObject" Target="../embeddings/oleObject45.bin"/></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93.wmf"/><Relationship Id="rId2" Type="http://schemas.openxmlformats.org/officeDocument/2006/relationships/slideLayout" Target="../slideLayouts/slideLayout198.xml"/><Relationship Id="rId1" Type="http://schemas.openxmlformats.org/officeDocument/2006/relationships/vmlDrawing" Target="../drawings/vmlDrawing26.vml"/><Relationship Id="rId6" Type="http://schemas.openxmlformats.org/officeDocument/2006/relationships/oleObject" Target="../embeddings/oleObject48.bin"/><Relationship Id="rId5" Type="http://schemas.openxmlformats.org/officeDocument/2006/relationships/image" Target="../media/image92.wmf"/><Relationship Id="rId4" Type="http://schemas.openxmlformats.org/officeDocument/2006/relationships/oleObject" Target="../embeddings/oleObject47.bin"/></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98.wmf"/><Relationship Id="rId3" Type="http://schemas.openxmlformats.org/officeDocument/2006/relationships/notesSlide" Target="../notesSlides/notesSlide13.xml"/><Relationship Id="rId7" Type="http://schemas.openxmlformats.org/officeDocument/2006/relationships/image" Target="../media/image95.wmf"/><Relationship Id="rId12" Type="http://schemas.openxmlformats.org/officeDocument/2006/relationships/oleObject" Target="../embeddings/oleObject53.bin"/><Relationship Id="rId2" Type="http://schemas.openxmlformats.org/officeDocument/2006/relationships/slideLayout" Target="../slideLayouts/slideLayout198.xml"/><Relationship Id="rId1" Type="http://schemas.openxmlformats.org/officeDocument/2006/relationships/vmlDrawing" Target="../drawings/vmlDrawing27.vml"/><Relationship Id="rId6" Type="http://schemas.openxmlformats.org/officeDocument/2006/relationships/oleObject" Target="../embeddings/oleObject50.bin"/><Relationship Id="rId11" Type="http://schemas.openxmlformats.org/officeDocument/2006/relationships/image" Target="../media/image97.wmf"/><Relationship Id="rId5" Type="http://schemas.openxmlformats.org/officeDocument/2006/relationships/image" Target="../media/image94.wmf"/><Relationship Id="rId10" Type="http://schemas.openxmlformats.org/officeDocument/2006/relationships/oleObject" Target="../embeddings/oleObject52.bin"/><Relationship Id="rId4" Type="http://schemas.openxmlformats.org/officeDocument/2006/relationships/oleObject" Target="../embeddings/oleObject49.bin"/><Relationship Id="rId9" Type="http://schemas.openxmlformats.org/officeDocument/2006/relationships/image" Target="../media/image96.wmf"/></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56.bin"/><Relationship Id="rId13" Type="http://schemas.openxmlformats.org/officeDocument/2006/relationships/image" Target="../media/image102.wmf"/><Relationship Id="rId3" Type="http://schemas.openxmlformats.org/officeDocument/2006/relationships/notesSlide" Target="../notesSlides/notesSlide14.xml"/><Relationship Id="rId7" Type="http://schemas.openxmlformats.org/officeDocument/2006/relationships/image" Target="../media/image99.wmf"/><Relationship Id="rId12" Type="http://schemas.openxmlformats.org/officeDocument/2006/relationships/oleObject" Target="../embeddings/oleObject58.bin"/><Relationship Id="rId2" Type="http://schemas.openxmlformats.org/officeDocument/2006/relationships/slideLayout" Target="../slideLayouts/slideLayout198.xml"/><Relationship Id="rId1" Type="http://schemas.openxmlformats.org/officeDocument/2006/relationships/vmlDrawing" Target="../drawings/vmlDrawing28.vml"/><Relationship Id="rId6" Type="http://schemas.openxmlformats.org/officeDocument/2006/relationships/oleObject" Target="../embeddings/oleObject55.bin"/><Relationship Id="rId11" Type="http://schemas.openxmlformats.org/officeDocument/2006/relationships/image" Target="../media/image101.wmf"/><Relationship Id="rId5" Type="http://schemas.openxmlformats.org/officeDocument/2006/relationships/image" Target="../media/image96.wmf"/><Relationship Id="rId15" Type="http://schemas.openxmlformats.org/officeDocument/2006/relationships/image" Target="../media/image103.wmf"/><Relationship Id="rId10" Type="http://schemas.openxmlformats.org/officeDocument/2006/relationships/oleObject" Target="../embeddings/oleObject57.bin"/><Relationship Id="rId4" Type="http://schemas.openxmlformats.org/officeDocument/2006/relationships/oleObject" Target="../embeddings/oleObject54.bin"/><Relationship Id="rId9" Type="http://schemas.openxmlformats.org/officeDocument/2006/relationships/image" Target="../media/image100.wmf"/><Relationship Id="rId14" Type="http://schemas.openxmlformats.org/officeDocument/2006/relationships/oleObject" Target="../embeddings/oleObject59.bin"/></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62.bin"/><Relationship Id="rId13" Type="http://schemas.openxmlformats.org/officeDocument/2006/relationships/image" Target="../media/image108.wmf"/><Relationship Id="rId3" Type="http://schemas.openxmlformats.org/officeDocument/2006/relationships/notesSlide" Target="../notesSlides/notesSlide15.xml"/><Relationship Id="rId7" Type="http://schemas.openxmlformats.org/officeDocument/2006/relationships/image" Target="../media/image105.wmf"/><Relationship Id="rId12" Type="http://schemas.openxmlformats.org/officeDocument/2006/relationships/oleObject" Target="../embeddings/oleObject64.bin"/><Relationship Id="rId17" Type="http://schemas.openxmlformats.org/officeDocument/2006/relationships/image" Target="../media/image110.wmf"/><Relationship Id="rId2" Type="http://schemas.openxmlformats.org/officeDocument/2006/relationships/slideLayout" Target="../slideLayouts/slideLayout198.xml"/><Relationship Id="rId16" Type="http://schemas.openxmlformats.org/officeDocument/2006/relationships/oleObject" Target="../embeddings/oleObject66.bin"/><Relationship Id="rId1" Type="http://schemas.openxmlformats.org/officeDocument/2006/relationships/vmlDrawing" Target="../drawings/vmlDrawing29.vml"/><Relationship Id="rId6" Type="http://schemas.openxmlformats.org/officeDocument/2006/relationships/oleObject" Target="../embeddings/oleObject61.bin"/><Relationship Id="rId11" Type="http://schemas.openxmlformats.org/officeDocument/2006/relationships/image" Target="../media/image107.wmf"/><Relationship Id="rId5" Type="http://schemas.openxmlformats.org/officeDocument/2006/relationships/image" Target="../media/image104.wmf"/><Relationship Id="rId15" Type="http://schemas.openxmlformats.org/officeDocument/2006/relationships/image" Target="../media/image109.wmf"/><Relationship Id="rId10" Type="http://schemas.openxmlformats.org/officeDocument/2006/relationships/oleObject" Target="../embeddings/oleObject63.bin"/><Relationship Id="rId4" Type="http://schemas.openxmlformats.org/officeDocument/2006/relationships/oleObject" Target="../embeddings/oleObject60.bin"/><Relationship Id="rId9" Type="http://schemas.openxmlformats.org/officeDocument/2006/relationships/image" Target="../media/image106.wmf"/><Relationship Id="rId14" Type="http://schemas.openxmlformats.org/officeDocument/2006/relationships/oleObject" Target="../embeddings/oleObject65.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12.xml"/></Relationships>
</file>

<file path=ppt/slides/_rels/slide71.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20.xml"/></Relationships>
</file>

<file path=ppt/slides/_rels/slide72.x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oleObject" Target="../embeddings/oleObject67.bin"/><Relationship Id="rId7" Type="http://schemas.openxmlformats.org/officeDocument/2006/relationships/oleObject" Target="../embeddings/oleObject69.bin"/><Relationship Id="rId2" Type="http://schemas.openxmlformats.org/officeDocument/2006/relationships/slideLayout" Target="../slideLayouts/slideLayout240.xml"/><Relationship Id="rId1" Type="http://schemas.openxmlformats.org/officeDocument/2006/relationships/vmlDrawing" Target="../drawings/vmlDrawing30.vml"/><Relationship Id="rId6" Type="http://schemas.openxmlformats.org/officeDocument/2006/relationships/image" Target="../media/image113.wmf"/><Relationship Id="rId5" Type="http://schemas.openxmlformats.org/officeDocument/2006/relationships/oleObject" Target="../embeddings/oleObject68.bin"/><Relationship Id="rId4" Type="http://schemas.openxmlformats.org/officeDocument/2006/relationships/image" Target="../media/image112.wmf"/></Relationships>
</file>

<file path=ppt/slides/_rels/slide73.xml.rels><?xml version="1.0" encoding="UTF-8" standalone="yes"?>
<Relationships xmlns="http://schemas.openxmlformats.org/package/2006/relationships"><Relationship Id="rId8" Type="http://schemas.openxmlformats.org/officeDocument/2006/relationships/image" Target="../media/image116.wmf"/><Relationship Id="rId3" Type="http://schemas.openxmlformats.org/officeDocument/2006/relationships/oleObject" Target="../embeddings/oleObject70.bin"/><Relationship Id="rId7" Type="http://schemas.openxmlformats.org/officeDocument/2006/relationships/oleObject" Target="../embeddings/oleObject72.bin"/><Relationship Id="rId2" Type="http://schemas.openxmlformats.org/officeDocument/2006/relationships/slideLayout" Target="../slideLayouts/slideLayout236.xml"/><Relationship Id="rId1" Type="http://schemas.openxmlformats.org/officeDocument/2006/relationships/vmlDrawing" Target="../drawings/vmlDrawing31.vml"/><Relationship Id="rId6" Type="http://schemas.openxmlformats.org/officeDocument/2006/relationships/image" Target="../media/image115.wmf"/><Relationship Id="rId5" Type="http://schemas.openxmlformats.org/officeDocument/2006/relationships/oleObject" Target="../embeddings/oleObject71.bin"/><Relationship Id="rId4" Type="http://schemas.openxmlformats.org/officeDocument/2006/relationships/image" Target="../media/image112.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53.xml"/></Relationships>
</file>

<file path=ppt/slides/_rels/slide7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slideLayout" Target="../slideLayouts/slideLayout253.xml"/><Relationship Id="rId1" Type="http://schemas.openxmlformats.org/officeDocument/2006/relationships/vmlDrawing" Target="../drawings/vmlDrawing32.vml"/><Relationship Id="rId5" Type="http://schemas.openxmlformats.org/officeDocument/2006/relationships/image" Target="../media/image117.wmf"/><Relationship Id="rId4" Type="http://schemas.openxmlformats.org/officeDocument/2006/relationships/oleObject" Target="../embeddings/oleObject73.bin"/></Relationships>
</file>

<file path=ppt/slides/_rels/slide76.xml.rels><?xml version="1.0" encoding="UTF-8" standalone="yes"?>
<Relationships xmlns="http://schemas.openxmlformats.org/package/2006/relationships"><Relationship Id="rId3" Type="http://schemas.openxmlformats.org/officeDocument/2006/relationships/image" Target="../media/image119.png"/><Relationship Id="rId7" Type="http://schemas.openxmlformats.org/officeDocument/2006/relationships/hyperlink" Target="../&#25105;&#30340;&#30005;&#33041;" TargetMode="External"/><Relationship Id="rId2" Type="http://schemas.openxmlformats.org/officeDocument/2006/relationships/hyperlink" Target="file:///C:\%20(G:)" TargetMode="External"/><Relationship Id="rId1" Type="http://schemas.openxmlformats.org/officeDocument/2006/relationships/slideLayout" Target="../slideLayouts/slideLayout265.xml"/><Relationship Id="rId6" Type="http://schemas.openxmlformats.org/officeDocument/2006/relationships/image" Target="file:///C:\Documents%20and%20Settings\chl\My%20Documents\7t05.tif" TargetMode="External"/><Relationship Id="rId5" Type="http://schemas.openxmlformats.org/officeDocument/2006/relationships/image" Target="../media/image120.png"/><Relationship Id="rId4" Type="http://schemas.openxmlformats.org/officeDocument/2006/relationships/image" Target="file:///C:\Documents%20and%20Settings\chl\My%20Documents\7t04.tif"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7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hyperlink" Target="file:///C:\%20(G:)" TargetMode="External"/><Relationship Id="rId1" Type="http://schemas.openxmlformats.org/officeDocument/2006/relationships/slideLayout" Target="../slideLayouts/slideLayout265.xml"/><Relationship Id="rId4" Type="http://schemas.openxmlformats.org/officeDocument/2006/relationships/image" Target="file:///C:\Documents%20and%20Settings\chl\My%20Documents\7t07.tif" TargetMode="External"/></Relationships>
</file>

<file path=ppt/slides/_rels/slide79.xml.rels><?xml version="1.0" encoding="UTF-8" standalone="yes"?>
<Relationships xmlns="http://schemas.openxmlformats.org/package/2006/relationships"><Relationship Id="rId8" Type="http://schemas.openxmlformats.org/officeDocument/2006/relationships/image" Target="../media/image124.w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slideLayout" Target="../slideLayouts/slideLayout265.xml"/><Relationship Id="rId1" Type="http://schemas.openxmlformats.org/officeDocument/2006/relationships/vmlDrawing" Target="../drawings/vmlDrawing33.vml"/><Relationship Id="rId6" Type="http://schemas.openxmlformats.org/officeDocument/2006/relationships/image" Target="../media/image123.wmf"/><Relationship Id="rId5" Type="http://schemas.openxmlformats.org/officeDocument/2006/relationships/oleObject" Target="../embeddings/oleObject75.bin"/><Relationship Id="rId10" Type="http://schemas.openxmlformats.org/officeDocument/2006/relationships/image" Target="../media/image125.wmf"/><Relationship Id="rId4" Type="http://schemas.openxmlformats.org/officeDocument/2006/relationships/image" Target="../media/image122.wmf"/><Relationship Id="rId9" Type="http://schemas.openxmlformats.org/officeDocument/2006/relationships/oleObject" Target="../embeddings/oleObject77.bin"/></Relationships>
</file>

<file path=ppt/slides/_rels/slide80.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82.x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277.xml"/><Relationship Id="rId1" Type="http://schemas.openxmlformats.org/officeDocument/2006/relationships/vmlDrawing" Target="../drawings/vmlDrawing34.vml"/><Relationship Id="rId6" Type="http://schemas.openxmlformats.org/officeDocument/2006/relationships/image" Target="../media/image128.wmf"/><Relationship Id="rId5" Type="http://schemas.openxmlformats.org/officeDocument/2006/relationships/oleObject" Target="../embeddings/oleObject79.bin"/><Relationship Id="rId4" Type="http://schemas.openxmlformats.org/officeDocument/2006/relationships/image" Target="../media/image127.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77.xml"/></Relationships>
</file>

<file path=ppt/slides/_rels/slide84.xml.rels><?xml version="1.0" encoding="UTF-8" standalone="yes"?>
<Relationships xmlns="http://schemas.openxmlformats.org/package/2006/relationships"><Relationship Id="rId8" Type="http://schemas.openxmlformats.org/officeDocument/2006/relationships/image" Target="../media/image132.emf"/><Relationship Id="rId13" Type="http://schemas.openxmlformats.org/officeDocument/2006/relationships/oleObject" Target="../embeddings/oleObject86.bin"/><Relationship Id="rId18" Type="http://schemas.openxmlformats.org/officeDocument/2006/relationships/image" Target="../media/image137.wmf"/><Relationship Id="rId3" Type="http://schemas.openxmlformats.org/officeDocument/2006/relationships/oleObject" Target="../embeddings/oleObject81.bin"/><Relationship Id="rId7" Type="http://schemas.openxmlformats.org/officeDocument/2006/relationships/oleObject" Target="../embeddings/oleObject83.bin"/><Relationship Id="rId12" Type="http://schemas.openxmlformats.org/officeDocument/2006/relationships/image" Target="../media/image134.emf"/><Relationship Id="rId17" Type="http://schemas.openxmlformats.org/officeDocument/2006/relationships/oleObject" Target="../embeddings/oleObject88.bin"/><Relationship Id="rId2" Type="http://schemas.openxmlformats.org/officeDocument/2006/relationships/slideLayout" Target="../slideLayouts/slideLayout277.xml"/><Relationship Id="rId16" Type="http://schemas.openxmlformats.org/officeDocument/2006/relationships/image" Target="../media/image136.wmf"/><Relationship Id="rId1" Type="http://schemas.openxmlformats.org/officeDocument/2006/relationships/vmlDrawing" Target="../drawings/vmlDrawing35.vml"/><Relationship Id="rId6" Type="http://schemas.openxmlformats.org/officeDocument/2006/relationships/image" Target="../media/image131.emf"/><Relationship Id="rId11" Type="http://schemas.openxmlformats.org/officeDocument/2006/relationships/oleObject" Target="../embeddings/oleObject85.bin"/><Relationship Id="rId5" Type="http://schemas.openxmlformats.org/officeDocument/2006/relationships/oleObject" Target="../embeddings/oleObject82.bin"/><Relationship Id="rId15" Type="http://schemas.openxmlformats.org/officeDocument/2006/relationships/oleObject" Target="../embeddings/oleObject87.bin"/><Relationship Id="rId10" Type="http://schemas.openxmlformats.org/officeDocument/2006/relationships/image" Target="../media/image133.emf"/><Relationship Id="rId4" Type="http://schemas.openxmlformats.org/officeDocument/2006/relationships/image" Target="../media/image130.emf"/><Relationship Id="rId9" Type="http://schemas.openxmlformats.org/officeDocument/2006/relationships/oleObject" Target="../embeddings/oleObject84.bin"/><Relationship Id="rId14" Type="http://schemas.openxmlformats.org/officeDocument/2006/relationships/image" Target="../media/image135.emf"/></Relationships>
</file>

<file path=ppt/slides/_rels/slide8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77.xml"/></Relationships>
</file>

<file path=ppt/slides/_rels/slide86.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77.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277.xml"/><Relationship Id="rId1" Type="http://schemas.openxmlformats.org/officeDocument/2006/relationships/vmlDrawing" Target="../drawings/vmlDrawing36.vml"/><Relationship Id="rId6" Type="http://schemas.openxmlformats.org/officeDocument/2006/relationships/image" Target="../media/image141.wmf"/><Relationship Id="rId5" Type="http://schemas.openxmlformats.org/officeDocument/2006/relationships/oleObject" Target="../embeddings/oleObject90.bin"/><Relationship Id="rId4" Type="http://schemas.openxmlformats.org/officeDocument/2006/relationships/image" Target="../media/image140.wmf"/></Relationships>
</file>

<file path=ppt/slides/_rels/slide88.xml.rels><?xml version="1.0" encoding="UTF-8" standalone="yes"?>
<Relationships xmlns="http://schemas.openxmlformats.org/package/2006/relationships"><Relationship Id="rId8" Type="http://schemas.openxmlformats.org/officeDocument/2006/relationships/image" Target="../media/image96.wmf"/><Relationship Id="rId13" Type="http://schemas.openxmlformats.org/officeDocument/2006/relationships/image" Target="../media/image144.wmf"/><Relationship Id="rId3" Type="http://schemas.openxmlformats.org/officeDocument/2006/relationships/image" Target="../media/image145.png"/><Relationship Id="rId7" Type="http://schemas.openxmlformats.org/officeDocument/2006/relationships/oleObject" Target="../embeddings/oleObject92.bin"/><Relationship Id="rId12" Type="http://schemas.openxmlformats.org/officeDocument/2006/relationships/oleObject" Target="../embeddings/oleObject94.bin"/><Relationship Id="rId2" Type="http://schemas.openxmlformats.org/officeDocument/2006/relationships/slideLayout" Target="../slideLayouts/slideLayout277.xml"/><Relationship Id="rId1" Type="http://schemas.openxmlformats.org/officeDocument/2006/relationships/vmlDrawing" Target="../drawings/vmlDrawing37.vml"/><Relationship Id="rId6" Type="http://schemas.openxmlformats.org/officeDocument/2006/relationships/image" Target="../media/image146.png"/><Relationship Id="rId11" Type="http://schemas.openxmlformats.org/officeDocument/2006/relationships/image" Target="../media/image147.png"/><Relationship Id="rId5" Type="http://schemas.openxmlformats.org/officeDocument/2006/relationships/image" Target="../media/image142.wmf"/><Relationship Id="rId10" Type="http://schemas.openxmlformats.org/officeDocument/2006/relationships/image" Target="../media/image143.wmf"/><Relationship Id="rId4" Type="http://schemas.openxmlformats.org/officeDocument/2006/relationships/oleObject" Target="../embeddings/oleObject91.bin"/><Relationship Id="rId9" Type="http://schemas.openxmlformats.org/officeDocument/2006/relationships/oleObject" Target="../embeddings/oleObject93.bin"/></Relationships>
</file>

<file path=ppt/slides/_rels/slide89.x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image" Target="../media/image150.wmf"/><Relationship Id="rId3" Type="http://schemas.openxmlformats.org/officeDocument/2006/relationships/image" Target="../media/image145.png"/><Relationship Id="rId7" Type="http://schemas.openxmlformats.org/officeDocument/2006/relationships/oleObject" Target="../embeddings/oleObject96.bin"/><Relationship Id="rId12" Type="http://schemas.openxmlformats.org/officeDocument/2006/relationships/oleObject" Target="../embeddings/oleObject98.bin"/><Relationship Id="rId2" Type="http://schemas.openxmlformats.org/officeDocument/2006/relationships/slideLayout" Target="../slideLayouts/slideLayout277.xml"/><Relationship Id="rId1" Type="http://schemas.openxmlformats.org/officeDocument/2006/relationships/vmlDrawing" Target="../drawings/vmlDrawing38.vml"/><Relationship Id="rId6" Type="http://schemas.openxmlformats.org/officeDocument/2006/relationships/image" Target="../media/image151.png"/><Relationship Id="rId11" Type="http://schemas.openxmlformats.org/officeDocument/2006/relationships/image" Target="../media/image96.wmf"/><Relationship Id="rId5" Type="http://schemas.openxmlformats.org/officeDocument/2006/relationships/image" Target="../media/image148.wmf"/><Relationship Id="rId10" Type="http://schemas.openxmlformats.org/officeDocument/2006/relationships/oleObject" Target="../embeddings/oleObject97.bin"/><Relationship Id="rId4" Type="http://schemas.openxmlformats.org/officeDocument/2006/relationships/oleObject" Target="../embeddings/oleObject95.bin"/><Relationship Id="rId9" Type="http://schemas.openxmlformats.org/officeDocument/2006/relationships/image" Target="../media/image152.png"/></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100.bin"/><Relationship Id="rId13" Type="http://schemas.openxmlformats.org/officeDocument/2006/relationships/image" Target="../media/image156.wmf"/><Relationship Id="rId3" Type="http://schemas.openxmlformats.org/officeDocument/2006/relationships/image" Target="../media/image157.png"/><Relationship Id="rId7" Type="http://schemas.openxmlformats.org/officeDocument/2006/relationships/image" Target="../media/image153.wmf"/><Relationship Id="rId12" Type="http://schemas.openxmlformats.org/officeDocument/2006/relationships/oleObject" Target="../embeddings/oleObject102.bin"/><Relationship Id="rId2" Type="http://schemas.openxmlformats.org/officeDocument/2006/relationships/slideLayout" Target="../slideLayouts/slideLayout277.xml"/><Relationship Id="rId1" Type="http://schemas.openxmlformats.org/officeDocument/2006/relationships/vmlDrawing" Target="../drawings/vmlDrawing39.vml"/><Relationship Id="rId6" Type="http://schemas.openxmlformats.org/officeDocument/2006/relationships/oleObject" Target="../embeddings/oleObject99.bin"/><Relationship Id="rId11" Type="http://schemas.openxmlformats.org/officeDocument/2006/relationships/image" Target="../media/image155.wmf"/><Relationship Id="rId5" Type="http://schemas.openxmlformats.org/officeDocument/2006/relationships/image" Target="../media/image159.png"/><Relationship Id="rId10" Type="http://schemas.openxmlformats.org/officeDocument/2006/relationships/oleObject" Target="../embeddings/oleObject101.bin"/><Relationship Id="rId4" Type="http://schemas.openxmlformats.org/officeDocument/2006/relationships/image" Target="../media/image158.png"/><Relationship Id="rId9" Type="http://schemas.openxmlformats.org/officeDocument/2006/relationships/image" Target="../media/image154.wmf"/></Relationships>
</file>

<file path=ppt/slides/_rels/slide91.xml.rels><?xml version="1.0" encoding="UTF-8" standalone="yes"?>
<Relationships xmlns="http://schemas.openxmlformats.org/package/2006/relationships"><Relationship Id="rId8" Type="http://schemas.openxmlformats.org/officeDocument/2006/relationships/oleObject" Target="../embeddings/oleObject104.bin"/><Relationship Id="rId13" Type="http://schemas.openxmlformats.org/officeDocument/2006/relationships/image" Target="../media/image163.wmf"/><Relationship Id="rId3" Type="http://schemas.openxmlformats.org/officeDocument/2006/relationships/image" Target="../media/image164.png"/><Relationship Id="rId7" Type="http://schemas.openxmlformats.org/officeDocument/2006/relationships/image" Target="../media/image160.wmf"/><Relationship Id="rId12" Type="http://schemas.openxmlformats.org/officeDocument/2006/relationships/oleObject" Target="../embeddings/oleObject106.bin"/><Relationship Id="rId2" Type="http://schemas.openxmlformats.org/officeDocument/2006/relationships/slideLayout" Target="../slideLayouts/slideLayout277.xml"/><Relationship Id="rId1" Type="http://schemas.openxmlformats.org/officeDocument/2006/relationships/vmlDrawing" Target="../drawings/vmlDrawing40.vml"/><Relationship Id="rId6" Type="http://schemas.openxmlformats.org/officeDocument/2006/relationships/oleObject" Target="../embeddings/oleObject103.bin"/><Relationship Id="rId11" Type="http://schemas.openxmlformats.org/officeDocument/2006/relationships/image" Target="../media/image162.wmf"/><Relationship Id="rId5" Type="http://schemas.openxmlformats.org/officeDocument/2006/relationships/image" Target="../media/image166.png"/><Relationship Id="rId10" Type="http://schemas.openxmlformats.org/officeDocument/2006/relationships/oleObject" Target="../embeddings/oleObject105.bin"/><Relationship Id="rId4" Type="http://schemas.openxmlformats.org/officeDocument/2006/relationships/image" Target="../media/image165.png"/><Relationship Id="rId9" Type="http://schemas.openxmlformats.org/officeDocument/2006/relationships/image" Target="../media/image161.w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Layout" Target="../slideLayouts/slideLayout277.xml"/><Relationship Id="rId1" Type="http://schemas.openxmlformats.org/officeDocument/2006/relationships/vmlDrawing" Target="../drawings/vmlDrawing41.vml"/><Relationship Id="rId6" Type="http://schemas.openxmlformats.org/officeDocument/2006/relationships/image" Target="../media/image168.wmf"/><Relationship Id="rId5" Type="http://schemas.openxmlformats.org/officeDocument/2006/relationships/oleObject" Target="../embeddings/oleObject108.bin"/><Relationship Id="rId4" Type="http://schemas.openxmlformats.org/officeDocument/2006/relationships/image" Target="../media/image167.wmf"/></Relationships>
</file>

<file path=ppt/slides/_rels/slide93.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slideLayout" Target="../slideLayouts/slideLayout277.xml"/><Relationship Id="rId1" Type="http://schemas.openxmlformats.org/officeDocument/2006/relationships/vmlDrawing" Target="../drawings/vmlDrawing42.vml"/><Relationship Id="rId5" Type="http://schemas.openxmlformats.org/officeDocument/2006/relationships/image" Target="../media/image169.wmf"/><Relationship Id="rId4" Type="http://schemas.openxmlformats.org/officeDocument/2006/relationships/oleObject" Target="../embeddings/oleObject109.bin"/></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77.xml"/></Relationships>
</file>

<file path=ppt/slides/_rels/slide95.xml.rels><?xml version="1.0" encoding="UTF-8" standalone="yes"?>
<Relationships xmlns="http://schemas.openxmlformats.org/package/2006/relationships"><Relationship Id="rId2" Type="http://schemas.openxmlformats.org/officeDocument/2006/relationships/image" Target="../media/image171.jpeg"/><Relationship Id="rId1" Type="http://schemas.openxmlformats.org/officeDocument/2006/relationships/slideLayout" Target="../slideLayouts/slideLayout27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7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77.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277.xml"/><Relationship Id="rId1" Type="http://schemas.openxmlformats.org/officeDocument/2006/relationships/vmlDrawing" Target="../drawings/vmlDrawing43.vml"/><Relationship Id="rId6" Type="http://schemas.openxmlformats.org/officeDocument/2006/relationships/image" Target="../media/image173.wmf"/><Relationship Id="rId5" Type="http://schemas.openxmlformats.org/officeDocument/2006/relationships/oleObject" Target="../embeddings/oleObject111.bin"/><Relationship Id="rId4" Type="http://schemas.openxmlformats.org/officeDocument/2006/relationships/image" Target="../media/image172.wmf"/></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277.xml"/><Relationship Id="rId1" Type="http://schemas.openxmlformats.org/officeDocument/2006/relationships/vmlDrawing" Target="../drawings/vmlDrawing44.vml"/><Relationship Id="rId4" Type="http://schemas.openxmlformats.org/officeDocument/2006/relationships/image" Target="../media/image174.wmf"/></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277.xml"/><Relationship Id="rId1" Type="http://schemas.openxmlformats.org/officeDocument/2006/relationships/vmlDrawing" Target="../drawings/vmlDrawing45.vml"/><Relationship Id="rId4" Type="http://schemas.openxmlformats.org/officeDocument/2006/relationships/image" Target="../media/image175.w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8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0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2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2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25.xml"/></Relationships>
</file>

<file path=ppt/slides/_rels/slide107.xml.rels><?xml version="1.0" encoding="UTF-8" standalone="yes"?>
<Relationships xmlns="http://schemas.openxmlformats.org/package/2006/relationships"><Relationship Id="rId8" Type="http://schemas.openxmlformats.org/officeDocument/2006/relationships/oleObject" Target="../embeddings/oleObject116.bin"/><Relationship Id="rId13" Type="http://schemas.openxmlformats.org/officeDocument/2006/relationships/image" Target="../media/image180.wmf"/><Relationship Id="rId18" Type="http://schemas.openxmlformats.org/officeDocument/2006/relationships/image" Target="../media/image182.wmf"/><Relationship Id="rId3" Type="http://schemas.openxmlformats.org/officeDocument/2006/relationships/notesSlide" Target="../notesSlides/notesSlide16.xml"/><Relationship Id="rId7" Type="http://schemas.openxmlformats.org/officeDocument/2006/relationships/image" Target="../media/image177.wmf"/><Relationship Id="rId12" Type="http://schemas.openxmlformats.org/officeDocument/2006/relationships/oleObject" Target="../embeddings/oleObject118.bin"/><Relationship Id="rId17" Type="http://schemas.openxmlformats.org/officeDocument/2006/relationships/oleObject" Target="../embeddings/oleObject120.bin"/><Relationship Id="rId2" Type="http://schemas.openxmlformats.org/officeDocument/2006/relationships/slideLayout" Target="../slideLayouts/slideLayout332.xml"/><Relationship Id="rId16" Type="http://schemas.openxmlformats.org/officeDocument/2006/relationships/image" Target="../media/image181.wmf"/><Relationship Id="rId20" Type="http://schemas.openxmlformats.org/officeDocument/2006/relationships/image" Target="../media/image183.wmf"/><Relationship Id="rId1" Type="http://schemas.openxmlformats.org/officeDocument/2006/relationships/vmlDrawing" Target="../drawings/vmlDrawing46.vml"/><Relationship Id="rId6" Type="http://schemas.openxmlformats.org/officeDocument/2006/relationships/oleObject" Target="../embeddings/oleObject115.bin"/><Relationship Id="rId11" Type="http://schemas.openxmlformats.org/officeDocument/2006/relationships/image" Target="../media/image179.wmf"/><Relationship Id="rId5" Type="http://schemas.openxmlformats.org/officeDocument/2006/relationships/image" Target="../media/image176.wmf"/><Relationship Id="rId15" Type="http://schemas.openxmlformats.org/officeDocument/2006/relationships/oleObject" Target="../embeddings/oleObject119.bin"/><Relationship Id="rId10" Type="http://schemas.openxmlformats.org/officeDocument/2006/relationships/oleObject" Target="../embeddings/oleObject117.bin"/><Relationship Id="rId19" Type="http://schemas.openxmlformats.org/officeDocument/2006/relationships/oleObject" Target="../embeddings/oleObject121.bin"/><Relationship Id="rId4" Type="http://schemas.openxmlformats.org/officeDocument/2006/relationships/oleObject" Target="../embeddings/oleObject114.bin"/><Relationship Id="rId9" Type="http://schemas.openxmlformats.org/officeDocument/2006/relationships/image" Target="../media/image178.wmf"/><Relationship Id="rId14" Type="http://schemas.openxmlformats.org/officeDocument/2006/relationships/image" Target="../media/image184.png"/></Relationships>
</file>

<file path=ppt/slides/_rels/slide108.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oleObject" Target="../embeddings/oleObject126.bin"/><Relationship Id="rId3" Type="http://schemas.openxmlformats.org/officeDocument/2006/relationships/notesSlide" Target="../notesSlides/notesSlide17.xml"/><Relationship Id="rId7" Type="http://schemas.openxmlformats.org/officeDocument/2006/relationships/image" Target="../media/image185.wmf"/><Relationship Id="rId12" Type="http://schemas.openxmlformats.org/officeDocument/2006/relationships/image" Target="../media/image182.wmf"/><Relationship Id="rId2" Type="http://schemas.openxmlformats.org/officeDocument/2006/relationships/slideLayout" Target="../slideLayouts/slideLayout332.xml"/><Relationship Id="rId1" Type="http://schemas.openxmlformats.org/officeDocument/2006/relationships/vmlDrawing" Target="../drawings/vmlDrawing47.vml"/><Relationship Id="rId6" Type="http://schemas.openxmlformats.org/officeDocument/2006/relationships/oleObject" Target="../embeddings/oleObject123.bin"/><Relationship Id="rId11" Type="http://schemas.openxmlformats.org/officeDocument/2006/relationships/oleObject" Target="../embeddings/oleObject125.bin"/><Relationship Id="rId5" Type="http://schemas.openxmlformats.org/officeDocument/2006/relationships/image" Target="../media/image179.wmf"/><Relationship Id="rId10" Type="http://schemas.openxmlformats.org/officeDocument/2006/relationships/image" Target="../media/image181.wmf"/><Relationship Id="rId4" Type="http://schemas.openxmlformats.org/officeDocument/2006/relationships/oleObject" Target="../embeddings/oleObject122.bin"/><Relationship Id="rId9" Type="http://schemas.openxmlformats.org/officeDocument/2006/relationships/oleObject" Target="../embeddings/oleObject124.bin"/><Relationship Id="rId14" Type="http://schemas.openxmlformats.org/officeDocument/2006/relationships/image" Target="../media/image183.wmf"/></Relationships>
</file>

<file path=ppt/slides/_rels/slide109.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oleObject" Target="../embeddings/oleObject131.bin"/><Relationship Id="rId3" Type="http://schemas.openxmlformats.org/officeDocument/2006/relationships/notesSlide" Target="../notesSlides/notesSlide18.xml"/><Relationship Id="rId7" Type="http://schemas.openxmlformats.org/officeDocument/2006/relationships/image" Target="../media/image187.wmf"/><Relationship Id="rId12" Type="http://schemas.openxmlformats.org/officeDocument/2006/relationships/image" Target="../media/image182.wmf"/><Relationship Id="rId2" Type="http://schemas.openxmlformats.org/officeDocument/2006/relationships/slideLayout" Target="../slideLayouts/slideLayout332.xml"/><Relationship Id="rId1" Type="http://schemas.openxmlformats.org/officeDocument/2006/relationships/vmlDrawing" Target="../drawings/vmlDrawing48.vml"/><Relationship Id="rId6" Type="http://schemas.openxmlformats.org/officeDocument/2006/relationships/oleObject" Target="../embeddings/oleObject128.bin"/><Relationship Id="rId11" Type="http://schemas.openxmlformats.org/officeDocument/2006/relationships/oleObject" Target="../embeddings/oleObject130.bin"/><Relationship Id="rId5" Type="http://schemas.openxmlformats.org/officeDocument/2006/relationships/image" Target="../media/image186.wmf"/><Relationship Id="rId10" Type="http://schemas.openxmlformats.org/officeDocument/2006/relationships/image" Target="../media/image181.wmf"/><Relationship Id="rId4" Type="http://schemas.openxmlformats.org/officeDocument/2006/relationships/oleObject" Target="../embeddings/oleObject127.bin"/><Relationship Id="rId9" Type="http://schemas.openxmlformats.org/officeDocument/2006/relationships/oleObject" Target="../embeddings/oleObject129.bin"/><Relationship Id="rId14" Type="http://schemas.openxmlformats.org/officeDocument/2006/relationships/image" Target="../media/image18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16">
            <a:extLst>
              <a:ext uri="{FF2B5EF4-FFF2-40B4-BE49-F238E27FC236}">
                <a16:creationId xmlns:a16="http://schemas.microsoft.com/office/drawing/2014/main" id="{ABE3A04E-E028-44C7-9166-068B15A2577E}"/>
              </a:ext>
            </a:extLst>
          </p:cNvPr>
          <p:cNvSpPr>
            <a:spLocks noGrp="1"/>
          </p:cNvSpPr>
          <p:nvPr>
            <p:ph type="ftr" sz="quarter" idx="11"/>
          </p:nvPr>
        </p:nvSpPr>
        <p:spPr/>
        <p:txBody>
          <a:bodyPr/>
          <a:lstStyle/>
          <a:p>
            <a:pPr>
              <a:defRPr/>
            </a:pPr>
            <a:r>
              <a:rPr lang="zh-CN" altLang="en-US"/>
              <a:t>自动化学院</a:t>
            </a:r>
            <a:endParaRPr lang="en-US" altLang="zh-CN"/>
          </a:p>
        </p:txBody>
      </p:sp>
      <p:sp>
        <p:nvSpPr>
          <p:cNvPr id="18" name="灯片编号占位符 4">
            <a:extLst>
              <a:ext uri="{FF2B5EF4-FFF2-40B4-BE49-F238E27FC236}">
                <a16:creationId xmlns:a16="http://schemas.microsoft.com/office/drawing/2014/main" id="{7F0AE60A-5C56-438B-B275-5E3EFF19CB1A}"/>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C5204394-8A27-4C52-9C20-F3B599642131}" type="slidenum">
              <a:rPr lang="en-US" altLang="zh-CN" sz="1200">
                <a:solidFill>
                  <a:srgbClr val="898989"/>
                </a:solidFill>
              </a:rPr>
              <a:pPr eaLnBrk="1" hangingPunct="1"/>
              <a:t>1</a:t>
            </a:fld>
            <a:endParaRPr lang="en-US" altLang="zh-CN" sz="1200">
              <a:solidFill>
                <a:srgbClr val="898989"/>
              </a:solidFill>
            </a:endParaRPr>
          </a:p>
        </p:txBody>
      </p:sp>
      <p:sp>
        <p:nvSpPr>
          <p:cNvPr id="368644" name="Rectangle 2">
            <a:extLst>
              <a:ext uri="{FF2B5EF4-FFF2-40B4-BE49-F238E27FC236}">
                <a16:creationId xmlns:a16="http://schemas.microsoft.com/office/drawing/2014/main" id="{C9F5147B-E106-4D9D-91D1-DA7C07DF2285}"/>
              </a:ext>
            </a:extLst>
          </p:cNvPr>
          <p:cNvSpPr>
            <a:spLocks noChangeArrowheads="1"/>
          </p:cNvSpPr>
          <p:nvPr/>
        </p:nvSpPr>
        <p:spPr bwMode="auto">
          <a:xfrm>
            <a:off x="423863" y="3268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45" name="Rectangle 3">
            <a:extLst>
              <a:ext uri="{FF2B5EF4-FFF2-40B4-BE49-F238E27FC236}">
                <a16:creationId xmlns:a16="http://schemas.microsoft.com/office/drawing/2014/main" id="{0A6D515B-3DF6-413E-BE1B-8A05B08440A7}"/>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46" name="Rectangle 4">
            <a:extLst>
              <a:ext uri="{FF2B5EF4-FFF2-40B4-BE49-F238E27FC236}">
                <a16:creationId xmlns:a16="http://schemas.microsoft.com/office/drawing/2014/main" id="{2E97B94B-C1BF-4B3C-AE7E-AA10173B308E}"/>
              </a:ext>
            </a:extLst>
          </p:cNvPr>
          <p:cNvSpPr>
            <a:spLocks noChangeArrowheads="1"/>
          </p:cNvSpPr>
          <p:nvPr/>
        </p:nvSpPr>
        <p:spPr bwMode="auto">
          <a:xfrm>
            <a:off x="423863" y="3192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47" name="Rectangle 5">
            <a:extLst>
              <a:ext uri="{FF2B5EF4-FFF2-40B4-BE49-F238E27FC236}">
                <a16:creationId xmlns:a16="http://schemas.microsoft.com/office/drawing/2014/main" id="{EBE5B674-B2D5-4E34-A1DE-62A7CC4CC8B5}"/>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48" name="Rectangle 6">
            <a:extLst>
              <a:ext uri="{FF2B5EF4-FFF2-40B4-BE49-F238E27FC236}">
                <a16:creationId xmlns:a16="http://schemas.microsoft.com/office/drawing/2014/main" id="{110FFE7A-0D5D-4777-8863-9EDF43D9016B}"/>
              </a:ext>
            </a:extLst>
          </p:cNvPr>
          <p:cNvSpPr>
            <a:spLocks noChangeArrowheads="1"/>
          </p:cNvSpPr>
          <p:nvPr/>
        </p:nvSpPr>
        <p:spPr bwMode="auto">
          <a:xfrm>
            <a:off x="423863" y="2782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49" name="Rectangle 7">
            <a:extLst>
              <a:ext uri="{FF2B5EF4-FFF2-40B4-BE49-F238E27FC236}">
                <a16:creationId xmlns:a16="http://schemas.microsoft.com/office/drawing/2014/main" id="{6209844A-DD26-4B6D-AF8A-0599B9A794B0}"/>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50" name="Rectangle 8">
            <a:extLst>
              <a:ext uri="{FF2B5EF4-FFF2-40B4-BE49-F238E27FC236}">
                <a16:creationId xmlns:a16="http://schemas.microsoft.com/office/drawing/2014/main" id="{7C2A5149-CCEA-443B-B8C3-0FD23993A173}"/>
              </a:ext>
            </a:extLst>
          </p:cNvPr>
          <p:cNvSpPr>
            <a:spLocks noChangeArrowheads="1"/>
          </p:cNvSpPr>
          <p:nvPr/>
        </p:nvSpPr>
        <p:spPr bwMode="auto">
          <a:xfrm>
            <a:off x="423863" y="3240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51" name="Rectangle 9">
            <a:extLst>
              <a:ext uri="{FF2B5EF4-FFF2-40B4-BE49-F238E27FC236}">
                <a16:creationId xmlns:a16="http://schemas.microsoft.com/office/drawing/2014/main" id="{6C1E5A67-4EAA-4BE9-861F-29BBF5AE8951}"/>
              </a:ext>
            </a:extLst>
          </p:cNvPr>
          <p:cNvSpPr>
            <a:spLocks noChangeArrowheads="1"/>
          </p:cNvSpPr>
          <p:nvPr/>
        </p:nvSpPr>
        <p:spPr bwMode="auto">
          <a:xfrm>
            <a:off x="423863" y="2720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52" name="Rectangle 10">
            <a:extLst>
              <a:ext uri="{FF2B5EF4-FFF2-40B4-BE49-F238E27FC236}">
                <a16:creationId xmlns:a16="http://schemas.microsoft.com/office/drawing/2014/main" id="{AA17BE7A-A3F9-4416-9978-0D596C385680}"/>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53" name="Rectangle 11">
            <a:extLst>
              <a:ext uri="{FF2B5EF4-FFF2-40B4-BE49-F238E27FC236}">
                <a16:creationId xmlns:a16="http://schemas.microsoft.com/office/drawing/2014/main" id="{AA606601-FF89-48E4-B853-A632A749E8AF}"/>
              </a:ext>
            </a:extLst>
          </p:cNvPr>
          <p:cNvSpPr>
            <a:spLocks noChangeArrowheads="1"/>
          </p:cNvSpPr>
          <p:nvPr/>
        </p:nvSpPr>
        <p:spPr bwMode="auto">
          <a:xfrm>
            <a:off x="423863" y="2811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54" name="Rectangle 12">
            <a:extLst>
              <a:ext uri="{FF2B5EF4-FFF2-40B4-BE49-F238E27FC236}">
                <a16:creationId xmlns:a16="http://schemas.microsoft.com/office/drawing/2014/main" id="{B3AC832A-51EE-4B2E-8CFE-45375EEFD6C5}"/>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55" name="Rectangle 13">
            <a:extLst>
              <a:ext uri="{FF2B5EF4-FFF2-40B4-BE49-F238E27FC236}">
                <a16:creationId xmlns:a16="http://schemas.microsoft.com/office/drawing/2014/main" id="{7A7DF368-361B-4B41-8FDE-8CCD3E4ECB79}"/>
              </a:ext>
            </a:extLst>
          </p:cNvPr>
          <p:cNvSpPr>
            <a:spLocks noChangeArrowheads="1"/>
          </p:cNvSpPr>
          <p:nvPr/>
        </p:nvSpPr>
        <p:spPr bwMode="auto">
          <a:xfrm>
            <a:off x="215900" y="147638"/>
            <a:ext cx="7772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 typeface="Wingdings" panose="05000000000000000000" pitchFamily="2" charset="2"/>
              <a:buChar char="u"/>
            </a:pPr>
            <a:r>
              <a:rPr lang="zh-CN" altLang="en-US" sz="3200">
                <a:solidFill>
                  <a:srgbClr val="C00000"/>
                </a:solidFill>
                <a:latin typeface="黑体" panose="02010609060101010101" pitchFamily="49" charset="-122"/>
                <a:ea typeface="黑体" panose="02010609060101010101" pitchFamily="49" charset="-122"/>
              </a:rPr>
              <a:t>传感器的定义、组成与分类</a:t>
            </a:r>
          </a:p>
        </p:txBody>
      </p:sp>
      <p:sp>
        <p:nvSpPr>
          <p:cNvPr id="368656" name="Rectangle 15">
            <a:extLst>
              <a:ext uri="{FF2B5EF4-FFF2-40B4-BE49-F238E27FC236}">
                <a16:creationId xmlns:a16="http://schemas.microsoft.com/office/drawing/2014/main" id="{2FDE6E7F-3B5F-4B45-A34C-03296D1BC189}"/>
              </a:ext>
            </a:extLst>
          </p:cNvPr>
          <p:cNvSpPr>
            <a:spLocks noChangeArrowheads="1"/>
          </p:cNvSpPr>
          <p:nvPr/>
        </p:nvSpPr>
        <p:spPr bwMode="auto">
          <a:xfrm>
            <a:off x="0" y="1052513"/>
            <a:ext cx="15843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5715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buFontTx/>
              <a:buNone/>
            </a:pPr>
            <a:r>
              <a:rPr lang="zh-CN" altLang="en-US" sz="2800" b="1">
                <a:solidFill>
                  <a:srgbClr val="002060"/>
                </a:solidFill>
              </a:rPr>
              <a:t>定义</a:t>
            </a:r>
            <a:r>
              <a:rPr lang="zh-CN" altLang="en-US"/>
              <a:t>		</a:t>
            </a:r>
          </a:p>
        </p:txBody>
      </p:sp>
      <p:sp>
        <p:nvSpPr>
          <p:cNvPr id="19" name="矩形 18">
            <a:extLst>
              <a:ext uri="{FF2B5EF4-FFF2-40B4-BE49-F238E27FC236}">
                <a16:creationId xmlns:a16="http://schemas.microsoft.com/office/drawing/2014/main" id="{A4CB3C51-F497-41BF-84DD-1C4E9AB4B702}"/>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grpSp>
        <p:nvGrpSpPr>
          <p:cNvPr id="2" name="Group 3">
            <a:extLst>
              <a:ext uri="{FF2B5EF4-FFF2-40B4-BE49-F238E27FC236}">
                <a16:creationId xmlns:a16="http://schemas.microsoft.com/office/drawing/2014/main" id="{5BFBBAD2-148A-4181-BC90-E8D6221E9E57}"/>
              </a:ext>
            </a:extLst>
          </p:cNvPr>
          <p:cNvGrpSpPr>
            <a:grpSpLocks/>
          </p:cNvGrpSpPr>
          <p:nvPr/>
        </p:nvGrpSpPr>
        <p:grpSpPr bwMode="auto">
          <a:xfrm>
            <a:off x="3132138" y="1700213"/>
            <a:ext cx="684212" cy="215900"/>
            <a:chOff x="1292" y="1622"/>
            <a:chExt cx="596" cy="141"/>
          </a:xfrm>
        </p:grpSpPr>
        <p:sp>
          <p:nvSpPr>
            <p:cNvPr id="368675" name="Line 4">
              <a:extLst>
                <a:ext uri="{FF2B5EF4-FFF2-40B4-BE49-F238E27FC236}">
                  <a16:creationId xmlns:a16="http://schemas.microsoft.com/office/drawing/2014/main" id="{D8261AD5-0B2A-4070-B362-4504A7F84520}"/>
                </a:ext>
              </a:extLst>
            </p:cNvPr>
            <p:cNvSpPr>
              <a:spLocks noChangeShapeType="1"/>
            </p:cNvSpPr>
            <p:nvPr/>
          </p:nvSpPr>
          <p:spPr bwMode="auto">
            <a:xfrm>
              <a:off x="1292" y="1622"/>
              <a:ext cx="596" cy="0"/>
            </a:xfrm>
            <a:prstGeom prst="line">
              <a:avLst/>
            </a:prstGeom>
            <a:noFill/>
            <a:ln w="2222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676" name="Line 5">
              <a:extLst>
                <a:ext uri="{FF2B5EF4-FFF2-40B4-BE49-F238E27FC236}">
                  <a16:creationId xmlns:a16="http://schemas.microsoft.com/office/drawing/2014/main" id="{51072557-7011-47CB-90C7-55D0C0B706B9}"/>
                </a:ext>
              </a:extLst>
            </p:cNvPr>
            <p:cNvSpPr>
              <a:spLocks noChangeShapeType="1"/>
            </p:cNvSpPr>
            <p:nvPr/>
          </p:nvSpPr>
          <p:spPr bwMode="auto">
            <a:xfrm flipV="1">
              <a:off x="1604" y="1622"/>
              <a:ext cx="0" cy="141"/>
            </a:xfrm>
            <a:prstGeom prst="line">
              <a:avLst/>
            </a:prstGeom>
            <a:noFill/>
            <a:ln w="22225">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23" name="Text Box 6">
            <a:extLst>
              <a:ext uri="{FF2B5EF4-FFF2-40B4-BE49-F238E27FC236}">
                <a16:creationId xmlns:a16="http://schemas.microsoft.com/office/drawing/2014/main" id="{5D1B9743-DC21-42E5-ACE0-A478D61972B5}"/>
              </a:ext>
            </a:extLst>
          </p:cNvPr>
          <p:cNvSpPr txBox="1">
            <a:spLocks noChangeArrowheads="1"/>
          </p:cNvSpPr>
          <p:nvPr/>
        </p:nvSpPr>
        <p:spPr bwMode="auto">
          <a:xfrm>
            <a:off x="1116013" y="1808163"/>
            <a:ext cx="3781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t>物理量、化学量、生物量</a:t>
            </a:r>
            <a:r>
              <a:rPr lang="en-US" altLang="zh-CN" sz="2000" b="1"/>
              <a:t>/</a:t>
            </a:r>
            <a:r>
              <a:rPr lang="zh-CN" altLang="en-US" sz="2000" b="1"/>
              <a:t>其他</a:t>
            </a:r>
          </a:p>
        </p:txBody>
      </p:sp>
      <p:grpSp>
        <p:nvGrpSpPr>
          <p:cNvPr id="3" name="Group 7">
            <a:extLst>
              <a:ext uri="{FF2B5EF4-FFF2-40B4-BE49-F238E27FC236}">
                <a16:creationId xmlns:a16="http://schemas.microsoft.com/office/drawing/2014/main" id="{BE481233-66AF-4D40-8ECF-822AC2BF5E97}"/>
              </a:ext>
            </a:extLst>
          </p:cNvPr>
          <p:cNvGrpSpPr>
            <a:grpSpLocks/>
          </p:cNvGrpSpPr>
          <p:nvPr/>
        </p:nvGrpSpPr>
        <p:grpSpPr bwMode="auto">
          <a:xfrm>
            <a:off x="5976938" y="1700213"/>
            <a:ext cx="863600" cy="215900"/>
            <a:chOff x="3872" y="1622"/>
            <a:chExt cx="596" cy="141"/>
          </a:xfrm>
        </p:grpSpPr>
        <p:sp>
          <p:nvSpPr>
            <p:cNvPr id="368673" name="Line 8">
              <a:extLst>
                <a:ext uri="{FF2B5EF4-FFF2-40B4-BE49-F238E27FC236}">
                  <a16:creationId xmlns:a16="http://schemas.microsoft.com/office/drawing/2014/main" id="{19722482-659E-492D-B6D8-9D0B57C8CD73}"/>
                </a:ext>
              </a:extLst>
            </p:cNvPr>
            <p:cNvSpPr>
              <a:spLocks noChangeShapeType="1"/>
            </p:cNvSpPr>
            <p:nvPr/>
          </p:nvSpPr>
          <p:spPr bwMode="auto">
            <a:xfrm>
              <a:off x="3872" y="1622"/>
              <a:ext cx="596" cy="0"/>
            </a:xfrm>
            <a:prstGeom prst="line">
              <a:avLst/>
            </a:prstGeom>
            <a:noFill/>
            <a:ln w="2222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674" name="Line 9">
              <a:extLst>
                <a:ext uri="{FF2B5EF4-FFF2-40B4-BE49-F238E27FC236}">
                  <a16:creationId xmlns:a16="http://schemas.microsoft.com/office/drawing/2014/main" id="{D2D31005-2BD5-4D1A-A097-58EEE05510FF}"/>
                </a:ext>
              </a:extLst>
            </p:cNvPr>
            <p:cNvSpPr>
              <a:spLocks noChangeShapeType="1"/>
            </p:cNvSpPr>
            <p:nvPr/>
          </p:nvSpPr>
          <p:spPr bwMode="auto">
            <a:xfrm flipV="1">
              <a:off x="4170" y="1622"/>
              <a:ext cx="0" cy="141"/>
            </a:xfrm>
            <a:prstGeom prst="line">
              <a:avLst/>
            </a:prstGeom>
            <a:noFill/>
            <a:ln w="22225">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27" name="Text Box 10">
            <a:extLst>
              <a:ext uri="{FF2B5EF4-FFF2-40B4-BE49-F238E27FC236}">
                <a16:creationId xmlns:a16="http://schemas.microsoft.com/office/drawing/2014/main" id="{EC6207E5-79BE-442C-B6BC-DC7E92BC3951}"/>
              </a:ext>
            </a:extLst>
          </p:cNvPr>
          <p:cNvSpPr txBox="1">
            <a:spLocks noChangeArrowheads="1"/>
          </p:cNvSpPr>
          <p:nvPr/>
        </p:nvSpPr>
        <p:spPr bwMode="auto">
          <a:xfrm>
            <a:off x="5508625" y="1808163"/>
            <a:ext cx="2835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t>便于处理和传输的信号</a:t>
            </a:r>
          </a:p>
        </p:txBody>
      </p:sp>
      <p:sp>
        <p:nvSpPr>
          <p:cNvPr id="28" name="Text Box 11">
            <a:extLst>
              <a:ext uri="{FF2B5EF4-FFF2-40B4-BE49-F238E27FC236}">
                <a16:creationId xmlns:a16="http://schemas.microsoft.com/office/drawing/2014/main" id="{CA6CD311-5C8E-47EF-8005-554CFFE39759}"/>
              </a:ext>
            </a:extLst>
          </p:cNvPr>
          <p:cNvSpPr txBox="1">
            <a:spLocks noChangeArrowheads="1"/>
          </p:cNvSpPr>
          <p:nvPr/>
        </p:nvSpPr>
        <p:spPr bwMode="auto">
          <a:xfrm>
            <a:off x="1368425" y="2492375"/>
            <a:ext cx="1714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t>人的五官：</a:t>
            </a:r>
          </a:p>
        </p:txBody>
      </p:sp>
      <p:sp>
        <p:nvSpPr>
          <p:cNvPr id="29" name="Text Box 12">
            <a:extLst>
              <a:ext uri="{FF2B5EF4-FFF2-40B4-BE49-F238E27FC236}">
                <a16:creationId xmlns:a16="http://schemas.microsoft.com/office/drawing/2014/main" id="{EFBB3AE6-1DA2-41D2-A04E-A9C931287350}"/>
              </a:ext>
            </a:extLst>
          </p:cNvPr>
          <p:cNvSpPr txBox="1">
            <a:spLocks noChangeArrowheads="1"/>
          </p:cNvSpPr>
          <p:nvPr/>
        </p:nvSpPr>
        <p:spPr bwMode="auto">
          <a:xfrm>
            <a:off x="2447925" y="2457450"/>
            <a:ext cx="472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t>眼睛   耳朵    鼻子   舌头   皮肤</a:t>
            </a:r>
          </a:p>
        </p:txBody>
      </p:sp>
      <p:sp>
        <p:nvSpPr>
          <p:cNvPr id="30" name="Text Box 13">
            <a:extLst>
              <a:ext uri="{FF2B5EF4-FFF2-40B4-BE49-F238E27FC236}">
                <a16:creationId xmlns:a16="http://schemas.microsoft.com/office/drawing/2014/main" id="{70649B2B-F9DA-4454-97AE-49D73B4B2F01}"/>
              </a:ext>
            </a:extLst>
          </p:cNvPr>
          <p:cNvSpPr txBox="1">
            <a:spLocks noChangeArrowheads="1"/>
          </p:cNvSpPr>
          <p:nvPr/>
        </p:nvSpPr>
        <p:spPr bwMode="auto">
          <a:xfrm>
            <a:off x="2879725" y="3105150"/>
            <a:ext cx="3892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t>视觉、听觉、嗅觉、味觉、触觉</a:t>
            </a:r>
          </a:p>
        </p:txBody>
      </p:sp>
      <p:grpSp>
        <p:nvGrpSpPr>
          <p:cNvPr id="4" name="Group 14">
            <a:extLst>
              <a:ext uri="{FF2B5EF4-FFF2-40B4-BE49-F238E27FC236}">
                <a16:creationId xmlns:a16="http://schemas.microsoft.com/office/drawing/2014/main" id="{70620CE7-6FA2-415C-A0C4-185B69D70061}"/>
              </a:ext>
            </a:extLst>
          </p:cNvPr>
          <p:cNvGrpSpPr>
            <a:grpSpLocks/>
          </p:cNvGrpSpPr>
          <p:nvPr/>
        </p:nvGrpSpPr>
        <p:grpSpPr bwMode="auto">
          <a:xfrm>
            <a:off x="3311525" y="2924175"/>
            <a:ext cx="3048000" cy="288925"/>
            <a:chOff x="1392" y="864"/>
            <a:chExt cx="1920" cy="240"/>
          </a:xfrm>
        </p:grpSpPr>
        <p:sp>
          <p:nvSpPr>
            <p:cNvPr id="368668" name="AutoShape 15">
              <a:extLst>
                <a:ext uri="{FF2B5EF4-FFF2-40B4-BE49-F238E27FC236}">
                  <a16:creationId xmlns:a16="http://schemas.microsoft.com/office/drawing/2014/main" id="{08772288-74D4-42F5-92D5-87F2087443C3}"/>
                </a:ext>
              </a:extLst>
            </p:cNvPr>
            <p:cNvSpPr>
              <a:spLocks noChangeArrowheads="1"/>
            </p:cNvSpPr>
            <p:nvPr/>
          </p:nvSpPr>
          <p:spPr bwMode="auto">
            <a:xfrm>
              <a:off x="1392" y="864"/>
              <a:ext cx="96" cy="240"/>
            </a:xfrm>
            <a:prstGeom prst="upDownArrow">
              <a:avLst>
                <a:gd name="adj1" fmla="val 50000"/>
                <a:gd name="adj2" fmla="val 50000"/>
              </a:avLst>
            </a:prstGeom>
            <a:solidFill>
              <a:schemeClr val="accent1"/>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69" name="AutoShape 16">
              <a:extLst>
                <a:ext uri="{FF2B5EF4-FFF2-40B4-BE49-F238E27FC236}">
                  <a16:creationId xmlns:a16="http://schemas.microsoft.com/office/drawing/2014/main" id="{D016F7B9-8796-46F1-A757-427CFAE5DBF3}"/>
                </a:ext>
              </a:extLst>
            </p:cNvPr>
            <p:cNvSpPr>
              <a:spLocks noChangeArrowheads="1"/>
            </p:cNvSpPr>
            <p:nvPr/>
          </p:nvSpPr>
          <p:spPr bwMode="auto">
            <a:xfrm>
              <a:off x="1872" y="864"/>
              <a:ext cx="96" cy="240"/>
            </a:xfrm>
            <a:prstGeom prst="upDownArrow">
              <a:avLst>
                <a:gd name="adj1" fmla="val 50000"/>
                <a:gd name="adj2" fmla="val 50000"/>
              </a:avLst>
            </a:prstGeom>
            <a:solidFill>
              <a:schemeClr val="accent1"/>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70" name="AutoShape 17">
              <a:extLst>
                <a:ext uri="{FF2B5EF4-FFF2-40B4-BE49-F238E27FC236}">
                  <a16:creationId xmlns:a16="http://schemas.microsoft.com/office/drawing/2014/main" id="{562FB9B1-CB6C-4E52-B49E-4BDFD3BC2CB0}"/>
                </a:ext>
              </a:extLst>
            </p:cNvPr>
            <p:cNvSpPr>
              <a:spLocks noChangeArrowheads="1"/>
            </p:cNvSpPr>
            <p:nvPr/>
          </p:nvSpPr>
          <p:spPr bwMode="auto">
            <a:xfrm>
              <a:off x="2352" y="864"/>
              <a:ext cx="96" cy="240"/>
            </a:xfrm>
            <a:prstGeom prst="upDownArrow">
              <a:avLst>
                <a:gd name="adj1" fmla="val 50000"/>
                <a:gd name="adj2" fmla="val 50000"/>
              </a:avLst>
            </a:prstGeom>
            <a:solidFill>
              <a:schemeClr val="accent1"/>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71" name="AutoShape 18">
              <a:extLst>
                <a:ext uri="{FF2B5EF4-FFF2-40B4-BE49-F238E27FC236}">
                  <a16:creationId xmlns:a16="http://schemas.microsoft.com/office/drawing/2014/main" id="{97C4B971-AC54-48F1-9BF3-B21233D2BED9}"/>
                </a:ext>
              </a:extLst>
            </p:cNvPr>
            <p:cNvSpPr>
              <a:spLocks noChangeArrowheads="1"/>
            </p:cNvSpPr>
            <p:nvPr/>
          </p:nvSpPr>
          <p:spPr bwMode="auto">
            <a:xfrm>
              <a:off x="2784" y="864"/>
              <a:ext cx="96" cy="240"/>
            </a:xfrm>
            <a:prstGeom prst="upDownArrow">
              <a:avLst>
                <a:gd name="adj1" fmla="val 50000"/>
                <a:gd name="adj2" fmla="val 50000"/>
              </a:avLst>
            </a:prstGeom>
            <a:solidFill>
              <a:schemeClr val="accent1"/>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72" name="AutoShape 19">
              <a:extLst>
                <a:ext uri="{FF2B5EF4-FFF2-40B4-BE49-F238E27FC236}">
                  <a16:creationId xmlns:a16="http://schemas.microsoft.com/office/drawing/2014/main" id="{DC652580-95EE-4784-BAF0-7A64A342BB34}"/>
                </a:ext>
              </a:extLst>
            </p:cNvPr>
            <p:cNvSpPr>
              <a:spLocks noChangeArrowheads="1"/>
            </p:cNvSpPr>
            <p:nvPr/>
          </p:nvSpPr>
          <p:spPr bwMode="auto">
            <a:xfrm>
              <a:off x="3216" y="864"/>
              <a:ext cx="96" cy="240"/>
            </a:xfrm>
            <a:prstGeom prst="upDownArrow">
              <a:avLst>
                <a:gd name="adj1" fmla="val 50000"/>
                <a:gd name="adj2" fmla="val 50000"/>
              </a:avLst>
            </a:prstGeom>
            <a:solidFill>
              <a:schemeClr val="accent1"/>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grpSp>
      <p:sp>
        <p:nvSpPr>
          <p:cNvPr id="37" name="Rectangle 15">
            <a:extLst>
              <a:ext uri="{FF2B5EF4-FFF2-40B4-BE49-F238E27FC236}">
                <a16:creationId xmlns:a16="http://schemas.microsoft.com/office/drawing/2014/main" id="{9E8020F1-24D6-42FF-8D8A-393C374B96D0}"/>
              </a:ext>
            </a:extLst>
          </p:cNvPr>
          <p:cNvSpPr>
            <a:spLocks noChangeArrowheads="1"/>
          </p:cNvSpPr>
          <p:nvPr/>
        </p:nvSpPr>
        <p:spPr bwMode="auto">
          <a:xfrm>
            <a:off x="1476375" y="1125538"/>
            <a:ext cx="7667625" cy="719137"/>
          </a:xfrm>
          <a:prstGeom prst="rect">
            <a:avLst/>
          </a:prstGeom>
          <a:noFill/>
          <a:ln w="9525">
            <a:noFill/>
            <a:miter lim="800000"/>
            <a:headEnd/>
            <a:tailEnd/>
          </a:ln>
        </p:spPr>
        <p:txBody>
          <a:bodyPr/>
          <a:lstStyle/>
          <a:p>
            <a:pPr algn="l">
              <a:buFontTx/>
              <a:buNone/>
              <a:defRPr/>
            </a:pPr>
            <a:r>
              <a:rPr lang="en-US" altLang="zh-CN" sz="2000" dirty="0"/>
              <a:t>—</a:t>
            </a:r>
            <a:r>
              <a:rPr lang="zh-CN" altLang="en-US" sz="2000" dirty="0"/>
              <a:t>能将规定的被测量按一定规律转换成可用信号输出的器件或装置</a:t>
            </a:r>
            <a:r>
              <a:rPr lang="zh-CN" altLang="en-US" dirty="0"/>
              <a:t>。</a:t>
            </a:r>
          </a:p>
          <a:p>
            <a:pPr indent="266700" algn="l">
              <a:spcBef>
                <a:spcPct val="0"/>
              </a:spcBef>
              <a:buFontTx/>
              <a:buNone/>
              <a:defRPr/>
            </a:pPr>
            <a:r>
              <a:rPr lang="zh-CN" altLang="en-US" dirty="0"/>
              <a:t>		</a:t>
            </a:r>
          </a:p>
        </p:txBody>
      </p:sp>
      <p:pic>
        <p:nvPicPr>
          <p:cNvPr id="38" name="Picture 20" descr="人与机器机能对应关系">
            <a:extLst>
              <a:ext uri="{FF2B5EF4-FFF2-40B4-BE49-F238E27FC236}">
                <a16:creationId xmlns:a16="http://schemas.microsoft.com/office/drawing/2014/main" id="{7F290608-A386-47B7-B660-DAE208C829B5}"/>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68425" y="3608388"/>
            <a:ext cx="6802438" cy="3024187"/>
          </a:xfrm>
          <a:solidFill>
            <a:schemeClr val="accent1"/>
          </a:solidFill>
          <a:ln>
            <a:solidFill>
              <a:srgbClr val="FFFF00"/>
            </a:solidFill>
            <a:miter lim="800000"/>
            <a:headEnd/>
            <a:tailEnd/>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4">
            <a:extLst>
              <a:ext uri="{FF2B5EF4-FFF2-40B4-BE49-F238E27FC236}">
                <a16:creationId xmlns:a16="http://schemas.microsoft.com/office/drawing/2014/main" id="{7F218949-73AE-40CD-B274-F9B996E4451F}"/>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3D3B46ED-0DBE-4CE9-920E-8BFFFF973426}" type="slidenum">
              <a:rPr lang="en-US" altLang="zh-CN" sz="1200">
                <a:solidFill>
                  <a:srgbClr val="898989"/>
                </a:solidFill>
              </a:rPr>
              <a:pPr eaLnBrk="1" hangingPunct="1"/>
              <a:t>2</a:t>
            </a:fld>
            <a:endParaRPr lang="en-US" altLang="zh-CN" sz="1200">
              <a:solidFill>
                <a:srgbClr val="898989"/>
              </a:solidFill>
            </a:endParaRPr>
          </a:p>
        </p:txBody>
      </p:sp>
      <p:sp>
        <p:nvSpPr>
          <p:cNvPr id="369667" name="Rectangle 2">
            <a:extLst>
              <a:ext uri="{FF2B5EF4-FFF2-40B4-BE49-F238E27FC236}">
                <a16:creationId xmlns:a16="http://schemas.microsoft.com/office/drawing/2014/main" id="{2EB4E310-CE14-4709-98E6-272DC8D02B8B}"/>
              </a:ext>
            </a:extLst>
          </p:cNvPr>
          <p:cNvSpPr>
            <a:spLocks noChangeArrowheads="1"/>
          </p:cNvSpPr>
          <p:nvPr/>
        </p:nvSpPr>
        <p:spPr bwMode="auto">
          <a:xfrm>
            <a:off x="423863" y="3268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68" name="Rectangle 3">
            <a:extLst>
              <a:ext uri="{FF2B5EF4-FFF2-40B4-BE49-F238E27FC236}">
                <a16:creationId xmlns:a16="http://schemas.microsoft.com/office/drawing/2014/main" id="{DA1574F4-20F8-4855-ADA4-33F67727386E}"/>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69" name="Rectangle 4">
            <a:extLst>
              <a:ext uri="{FF2B5EF4-FFF2-40B4-BE49-F238E27FC236}">
                <a16:creationId xmlns:a16="http://schemas.microsoft.com/office/drawing/2014/main" id="{F6190370-3D76-43C8-AF54-93FF64F7A2B9}"/>
              </a:ext>
            </a:extLst>
          </p:cNvPr>
          <p:cNvSpPr>
            <a:spLocks noChangeArrowheads="1"/>
          </p:cNvSpPr>
          <p:nvPr/>
        </p:nvSpPr>
        <p:spPr bwMode="auto">
          <a:xfrm>
            <a:off x="423863" y="3192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0" name="Rectangle 5">
            <a:extLst>
              <a:ext uri="{FF2B5EF4-FFF2-40B4-BE49-F238E27FC236}">
                <a16:creationId xmlns:a16="http://schemas.microsoft.com/office/drawing/2014/main" id="{7CBCF9EB-3715-4494-9BAC-3409FA422BE8}"/>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1" name="Rectangle 6">
            <a:extLst>
              <a:ext uri="{FF2B5EF4-FFF2-40B4-BE49-F238E27FC236}">
                <a16:creationId xmlns:a16="http://schemas.microsoft.com/office/drawing/2014/main" id="{E900ADAD-085E-4704-8E25-97D134EE78CC}"/>
              </a:ext>
            </a:extLst>
          </p:cNvPr>
          <p:cNvSpPr>
            <a:spLocks noChangeArrowheads="1"/>
          </p:cNvSpPr>
          <p:nvPr/>
        </p:nvSpPr>
        <p:spPr bwMode="auto">
          <a:xfrm>
            <a:off x="423863" y="2782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2" name="Rectangle 7">
            <a:extLst>
              <a:ext uri="{FF2B5EF4-FFF2-40B4-BE49-F238E27FC236}">
                <a16:creationId xmlns:a16="http://schemas.microsoft.com/office/drawing/2014/main" id="{D16A3DD2-B123-4B11-8B7C-FF136CF22ABE}"/>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3" name="Rectangle 8">
            <a:extLst>
              <a:ext uri="{FF2B5EF4-FFF2-40B4-BE49-F238E27FC236}">
                <a16:creationId xmlns:a16="http://schemas.microsoft.com/office/drawing/2014/main" id="{85257FE7-A5C4-4D26-AACF-F10E9F04AEA2}"/>
              </a:ext>
            </a:extLst>
          </p:cNvPr>
          <p:cNvSpPr>
            <a:spLocks noChangeArrowheads="1"/>
          </p:cNvSpPr>
          <p:nvPr/>
        </p:nvSpPr>
        <p:spPr bwMode="auto">
          <a:xfrm>
            <a:off x="423863" y="3240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4" name="Rectangle 9">
            <a:extLst>
              <a:ext uri="{FF2B5EF4-FFF2-40B4-BE49-F238E27FC236}">
                <a16:creationId xmlns:a16="http://schemas.microsoft.com/office/drawing/2014/main" id="{481C4A06-9CD5-47CA-9AF8-9A5FB52054F0}"/>
              </a:ext>
            </a:extLst>
          </p:cNvPr>
          <p:cNvSpPr>
            <a:spLocks noChangeArrowheads="1"/>
          </p:cNvSpPr>
          <p:nvPr/>
        </p:nvSpPr>
        <p:spPr bwMode="auto">
          <a:xfrm>
            <a:off x="423863" y="2720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5" name="Rectangle 10">
            <a:extLst>
              <a:ext uri="{FF2B5EF4-FFF2-40B4-BE49-F238E27FC236}">
                <a16:creationId xmlns:a16="http://schemas.microsoft.com/office/drawing/2014/main" id="{36DCB70D-6628-4BAC-A968-67BFEA6DB439}"/>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6" name="Rectangle 11">
            <a:extLst>
              <a:ext uri="{FF2B5EF4-FFF2-40B4-BE49-F238E27FC236}">
                <a16:creationId xmlns:a16="http://schemas.microsoft.com/office/drawing/2014/main" id="{E8DCE3CB-BFDF-4E24-9830-A0D5EFB32885}"/>
              </a:ext>
            </a:extLst>
          </p:cNvPr>
          <p:cNvSpPr>
            <a:spLocks noChangeArrowheads="1"/>
          </p:cNvSpPr>
          <p:nvPr/>
        </p:nvSpPr>
        <p:spPr bwMode="auto">
          <a:xfrm>
            <a:off x="423863" y="2811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7" name="Rectangle 12">
            <a:extLst>
              <a:ext uri="{FF2B5EF4-FFF2-40B4-BE49-F238E27FC236}">
                <a16:creationId xmlns:a16="http://schemas.microsoft.com/office/drawing/2014/main" id="{D26FDC94-42C5-4B26-8FC0-6907D9F9BC86}"/>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8" name="Rectangle 14">
            <a:extLst>
              <a:ext uri="{FF2B5EF4-FFF2-40B4-BE49-F238E27FC236}">
                <a16:creationId xmlns:a16="http://schemas.microsoft.com/office/drawing/2014/main" id="{10120C2F-C0D7-487E-89D1-1DE6A35E024B}"/>
              </a:ext>
            </a:extLst>
          </p:cNvPr>
          <p:cNvSpPr>
            <a:spLocks noChangeArrowheads="1"/>
          </p:cNvSpPr>
          <p:nvPr/>
        </p:nvSpPr>
        <p:spPr bwMode="auto">
          <a:xfrm>
            <a:off x="539750" y="1736725"/>
            <a:ext cx="8208963"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720725"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FontTx/>
              <a:buBlip>
                <a:blip r:embed="rId2"/>
              </a:buBlip>
            </a:pPr>
            <a:endParaRPr lang="en-US" altLang="zh-CN"/>
          </a:p>
          <a:p>
            <a:pPr algn="l" eaLnBrk="1" hangingPunct="1">
              <a:spcBef>
                <a:spcPct val="0"/>
              </a:spcBef>
              <a:buFontTx/>
              <a:buNone/>
            </a:pPr>
            <a:r>
              <a:rPr lang="en-US" altLang="zh-CN" b="1">
                <a:latin typeface="Arial" panose="020B0604020202020204" pitchFamily="34" charset="0"/>
                <a:ea typeface="宋体" panose="02010600030101010101" pitchFamily="2" charset="-122"/>
              </a:rPr>
              <a:t>				</a:t>
            </a:r>
          </a:p>
        </p:txBody>
      </p:sp>
      <p:sp>
        <p:nvSpPr>
          <p:cNvPr id="369679" name="Rectangle 15">
            <a:extLst>
              <a:ext uri="{FF2B5EF4-FFF2-40B4-BE49-F238E27FC236}">
                <a16:creationId xmlns:a16="http://schemas.microsoft.com/office/drawing/2014/main" id="{998B75E0-97EA-4DC4-A275-6BA8D9D61DE7}"/>
              </a:ext>
            </a:extLst>
          </p:cNvPr>
          <p:cNvSpPr>
            <a:spLocks noChangeArrowheads="1"/>
          </p:cNvSpPr>
          <p:nvPr/>
        </p:nvSpPr>
        <p:spPr bwMode="auto">
          <a:xfrm>
            <a:off x="611188" y="1520825"/>
            <a:ext cx="7993062"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720725"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buFontTx/>
              <a:buNone/>
            </a:pPr>
            <a:r>
              <a:rPr lang="zh-CN" altLang="en-US"/>
              <a:t>传感器一般由</a:t>
            </a:r>
            <a:r>
              <a:rPr lang="zh-CN" altLang="en-US" b="1" u="sng">
                <a:solidFill>
                  <a:srgbClr val="C00000"/>
                </a:solidFill>
              </a:rPr>
              <a:t>敏感元件</a:t>
            </a:r>
            <a:r>
              <a:rPr lang="zh-CN" altLang="en-US"/>
              <a:t>（预变换器） 、</a:t>
            </a:r>
            <a:r>
              <a:rPr lang="zh-CN" altLang="en-US" b="1" u="sng">
                <a:solidFill>
                  <a:srgbClr val="C00000"/>
                </a:solidFill>
              </a:rPr>
              <a:t>转换元件</a:t>
            </a:r>
            <a:r>
              <a:rPr lang="zh-CN" altLang="en-US"/>
              <a:t>和</a:t>
            </a:r>
            <a:r>
              <a:rPr lang="zh-CN" altLang="en-US" b="1" u="sng">
                <a:solidFill>
                  <a:srgbClr val="C00000"/>
                </a:solidFill>
              </a:rPr>
              <a:t>测量电路</a:t>
            </a:r>
            <a:r>
              <a:rPr lang="zh-CN" altLang="en-US"/>
              <a:t>三部分组成，有时候还需要加</a:t>
            </a:r>
            <a:r>
              <a:rPr lang="zh-CN" altLang="en-US" u="sng"/>
              <a:t>辅助电源</a:t>
            </a:r>
            <a:r>
              <a:rPr lang="zh-CN" altLang="en-US"/>
              <a:t>。</a:t>
            </a:r>
          </a:p>
          <a:p>
            <a:pPr algn="l" eaLnBrk="1" hangingPunct="1">
              <a:spcBef>
                <a:spcPct val="0"/>
              </a:spcBef>
              <a:buFontTx/>
              <a:buNone/>
            </a:pPr>
            <a:r>
              <a:rPr lang="zh-CN" altLang="en-US"/>
              <a:t>		</a:t>
            </a:r>
          </a:p>
        </p:txBody>
      </p:sp>
      <p:pic>
        <p:nvPicPr>
          <p:cNvPr id="369680" name="Picture 16">
            <a:extLst>
              <a:ext uri="{FF2B5EF4-FFF2-40B4-BE49-F238E27FC236}">
                <a16:creationId xmlns:a16="http://schemas.microsoft.com/office/drawing/2014/main" id="{9C5C5FF5-0894-4006-93A5-5D0D82D1B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141663"/>
            <a:ext cx="6465887"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9954" name="Rectangle 16">
            <a:extLst>
              <a:ext uri="{FF2B5EF4-FFF2-40B4-BE49-F238E27FC236}">
                <a16:creationId xmlns:a16="http://schemas.microsoft.com/office/drawing/2014/main" id="{F5C0D9FA-C196-474C-92A7-E2608BDDB1B0}"/>
              </a:ext>
            </a:extLst>
          </p:cNvPr>
          <p:cNvSpPr>
            <a:spLocks noChangeArrowheads="1"/>
          </p:cNvSpPr>
          <p:nvPr/>
        </p:nvSpPr>
        <p:spPr bwMode="auto">
          <a:xfrm>
            <a:off x="395288" y="152400"/>
            <a:ext cx="1836737" cy="684213"/>
          </a:xfrm>
          <a:prstGeom prst="rect">
            <a:avLst/>
          </a:prstGeom>
          <a:noFill/>
          <a:ln w="9525">
            <a:noFill/>
            <a:miter lim="800000"/>
            <a:headEnd/>
            <a:tailEnd/>
          </a:ln>
        </p:spPr>
        <p:txBody>
          <a:bodyPr/>
          <a:lstStyle/>
          <a:p>
            <a:pPr algn="l">
              <a:buFontTx/>
              <a:buNone/>
              <a:defRPr/>
            </a:pPr>
            <a:r>
              <a:rPr lang="zh-CN" altLang="en-US" sz="3200" b="1">
                <a:solidFill>
                  <a:srgbClr val="002060"/>
                </a:solidFill>
              </a:rPr>
              <a:t>组成</a:t>
            </a:r>
            <a:endParaRPr lang="zh-CN" altLang="en-US" sz="3200" b="1" dirty="0">
              <a:solidFill>
                <a:srgbClr val="002060"/>
              </a:solidFill>
            </a:endParaRPr>
          </a:p>
          <a:p>
            <a:pPr indent="266700" algn="l">
              <a:buFontTx/>
              <a:buNone/>
              <a:defRPr/>
            </a:pPr>
            <a:r>
              <a:rPr lang="zh-CN" altLang="en-US" dirty="0"/>
              <a:t>	</a:t>
            </a:r>
          </a:p>
        </p:txBody>
      </p:sp>
      <p:sp>
        <p:nvSpPr>
          <p:cNvPr id="20" name="矩形 19">
            <a:extLst>
              <a:ext uri="{FF2B5EF4-FFF2-40B4-BE49-F238E27FC236}">
                <a16:creationId xmlns:a16="http://schemas.microsoft.com/office/drawing/2014/main" id="{2EF6A442-290F-4378-AA4D-0B38D2E3F0CD}"/>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21" name="页脚占位符 6">
            <a:extLst>
              <a:ext uri="{FF2B5EF4-FFF2-40B4-BE49-F238E27FC236}">
                <a16:creationId xmlns:a16="http://schemas.microsoft.com/office/drawing/2014/main" id="{28D8FA6E-41ED-463D-9630-7CF5E49374AA}"/>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0690" name="Object 20">
            <a:extLst>
              <a:ext uri="{FF2B5EF4-FFF2-40B4-BE49-F238E27FC236}">
                <a16:creationId xmlns:a16="http://schemas.microsoft.com/office/drawing/2014/main" id="{13184FF0-0BD1-47E4-9C78-6D9C0E70F60B}"/>
              </a:ext>
            </a:extLst>
          </p:cNvPr>
          <p:cNvGraphicFramePr>
            <a:graphicFrameLocks noGrp="1" noChangeAspect="1"/>
          </p:cNvGraphicFramePr>
          <p:nvPr>
            <p:ph/>
          </p:nvPr>
        </p:nvGraphicFramePr>
        <p:xfrm>
          <a:off x="1581150" y="2811463"/>
          <a:ext cx="6126163" cy="808037"/>
        </p:xfrm>
        <a:graphic>
          <a:graphicData uri="http://schemas.openxmlformats.org/presentationml/2006/ole">
            <mc:AlternateContent xmlns:mc="http://schemas.openxmlformats.org/markup-compatibility/2006">
              <mc:Choice xmlns:v="urn:schemas-microsoft-com:vml" Requires="v">
                <p:oleObj spid="_x0000_s370718" name="公式" r:id="rId3" imgW="1828800" imgH="241300" progId="Equation.3">
                  <p:embed/>
                </p:oleObj>
              </mc:Choice>
              <mc:Fallback>
                <p:oleObj name="公式" r:id="rId3" imgW="1828800" imgH="24130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1150" y="2811463"/>
                        <a:ext cx="6126163" cy="808037"/>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灯片编号占位符 4">
            <a:extLst>
              <a:ext uri="{FF2B5EF4-FFF2-40B4-BE49-F238E27FC236}">
                <a16:creationId xmlns:a16="http://schemas.microsoft.com/office/drawing/2014/main" id="{FE9BFFF5-D321-463D-801A-45F3F41BE398}"/>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CCD5BF7A-CB01-4FB5-8C0B-26EBED64A654}" type="slidenum">
              <a:rPr lang="en-US" altLang="zh-CN" sz="1200">
                <a:solidFill>
                  <a:srgbClr val="898989"/>
                </a:solidFill>
              </a:rPr>
              <a:pPr eaLnBrk="1" hangingPunct="1"/>
              <a:t>3</a:t>
            </a:fld>
            <a:endParaRPr lang="en-US" altLang="zh-CN" sz="1200">
              <a:solidFill>
                <a:srgbClr val="898989"/>
              </a:solidFill>
            </a:endParaRPr>
          </a:p>
        </p:txBody>
      </p:sp>
      <p:sp>
        <p:nvSpPr>
          <p:cNvPr id="370692" name="Rectangle 2">
            <a:extLst>
              <a:ext uri="{FF2B5EF4-FFF2-40B4-BE49-F238E27FC236}">
                <a16:creationId xmlns:a16="http://schemas.microsoft.com/office/drawing/2014/main" id="{E30DE60D-C456-4567-9A9A-5D899A953ED0}"/>
              </a:ext>
            </a:extLst>
          </p:cNvPr>
          <p:cNvSpPr>
            <a:spLocks noChangeArrowheads="1"/>
          </p:cNvSpPr>
          <p:nvPr/>
        </p:nvSpPr>
        <p:spPr bwMode="auto">
          <a:xfrm>
            <a:off x="423863" y="3268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3" name="Rectangle 3">
            <a:extLst>
              <a:ext uri="{FF2B5EF4-FFF2-40B4-BE49-F238E27FC236}">
                <a16:creationId xmlns:a16="http://schemas.microsoft.com/office/drawing/2014/main" id="{FA31AC3B-50B8-4CDE-8D9C-7EF58848E501}"/>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4" name="Rectangle 4">
            <a:extLst>
              <a:ext uri="{FF2B5EF4-FFF2-40B4-BE49-F238E27FC236}">
                <a16:creationId xmlns:a16="http://schemas.microsoft.com/office/drawing/2014/main" id="{B74A9249-7372-4363-9757-61E170D95661}"/>
              </a:ext>
            </a:extLst>
          </p:cNvPr>
          <p:cNvSpPr>
            <a:spLocks noChangeArrowheads="1"/>
          </p:cNvSpPr>
          <p:nvPr/>
        </p:nvSpPr>
        <p:spPr bwMode="auto">
          <a:xfrm>
            <a:off x="423863" y="3192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5" name="Rectangle 5">
            <a:extLst>
              <a:ext uri="{FF2B5EF4-FFF2-40B4-BE49-F238E27FC236}">
                <a16:creationId xmlns:a16="http://schemas.microsoft.com/office/drawing/2014/main" id="{652A76AE-84EF-49BA-826D-E613B19C7F26}"/>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6" name="Rectangle 6">
            <a:extLst>
              <a:ext uri="{FF2B5EF4-FFF2-40B4-BE49-F238E27FC236}">
                <a16:creationId xmlns:a16="http://schemas.microsoft.com/office/drawing/2014/main" id="{58A5E613-B583-4AE7-9654-05AC136627EB}"/>
              </a:ext>
            </a:extLst>
          </p:cNvPr>
          <p:cNvSpPr>
            <a:spLocks noChangeArrowheads="1"/>
          </p:cNvSpPr>
          <p:nvPr/>
        </p:nvSpPr>
        <p:spPr bwMode="auto">
          <a:xfrm>
            <a:off x="423863" y="2782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7" name="Rectangle 7">
            <a:extLst>
              <a:ext uri="{FF2B5EF4-FFF2-40B4-BE49-F238E27FC236}">
                <a16:creationId xmlns:a16="http://schemas.microsoft.com/office/drawing/2014/main" id="{44BB6557-5D78-4E6A-BD1E-0970A4DC4E31}"/>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8" name="Rectangle 8">
            <a:extLst>
              <a:ext uri="{FF2B5EF4-FFF2-40B4-BE49-F238E27FC236}">
                <a16:creationId xmlns:a16="http://schemas.microsoft.com/office/drawing/2014/main" id="{F1EBAA3A-FC1C-426C-877C-C1D637457040}"/>
              </a:ext>
            </a:extLst>
          </p:cNvPr>
          <p:cNvSpPr>
            <a:spLocks noChangeArrowheads="1"/>
          </p:cNvSpPr>
          <p:nvPr/>
        </p:nvSpPr>
        <p:spPr bwMode="auto">
          <a:xfrm>
            <a:off x="423863" y="3240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9" name="Rectangle 9">
            <a:extLst>
              <a:ext uri="{FF2B5EF4-FFF2-40B4-BE49-F238E27FC236}">
                <a16:creationId xmlns:a16="http://schemas.microsoft.com/office/drawing/2014/main" id="{0BB093F6-407B-4A5F-B18C-1CF5B784CDE3}"/>
              </a:ext>
            </a:extLst>
          </p:cNvPr>
          <p:cNvSpPr>
            <a:spLocks noChangeArrowheads="1"/>
          </p:cNvSpPr>
          <p:nvPr/>
        </p:nvSpPr>
        <p:spPr bwMode="auto">
          <a:xfrm>
            <a:off x="423863" y="2720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700" name="Rectangle 10">
            <a:extLst>
              <a:ext uri="{FF2B5EF4-FFF2-40B4-BE49-F238E27FC236}">
                <a16:creationId xmlns:a16="http://schemas.microsoft.com/office/drawing/2014/main" id="{C5A7AF1F-9EB1-4BFF-830B-9EA22C19A134}"/>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701" name="Rectangle 11">
            <a:extLst>
              <a:ext uri="{FF2B5EF4-FFF2-40B4-BE49-F238E27FC236}">
                <a16:creationId xmlns:a16="http://schemas.microsoft.com/office/drawing/2014/main" id="{24D82E22-721D-4940-8EBB-395679246C8F}"/>
              </a:ext>
            </a:extLst>
          </p:cNvPr>
          <p:cNvSpPr>
            <a:spLocks noChangeArrowheads="1"/>
          </p:cNvSpPr>
          <p:nvPr/>
        </p:nvSpPr>
        <p:spPr bwMode="auto">
          <a:xfrm>
            <a:off x="423863" y="2811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702" name="Rectangle 12">
            <a:extLst>
              <a:ext uri="{FF2B5EF4-FFF2-40B4-BE49-F238E27FC236}">
                <a16:creationId xmlns:a16="http://schemas.microsoft.com/office/drawing/2014/main" id="{C7636989-77A4-4418-BF44-9C16CD05D34B}"/>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703" name="Rectangle 13">
            <a:extLst>
              <a:ext uri="{FF2B5EF4-FFF2-40B4-BE49-F238E27FC236}">
                <a16:creationId xmlns:a16="http://schemas.microsoft.com/office/drawing/2014/main" id="{536A64C6-BE05-4607-8ACE-2ADCA147CE06}"/>
              </a:ext>
            </a:extLst>
          </p:cNvPr>
          <p:cNvSpPr>
            <a:spLocks noChangeArrowheads="1"/>
          </p:cNvSpPr>
          <p:nvPr/>
        </p:nvSpPr>
        <p:spPr bwMode="auto">
          <a:xfrm>
            <a:off x="431800" y="188913"/>
            <a:ext cx="40322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 typeface="Wingdings" panose="05000000000000000000" pitchFamily="2" charset="2"/>
              <a:buChar char="u"/>
            </a:pPr>
            <a:r>
              <a:rPr lang="zh-CN" altLang="en-US" sz="3200">
                <a:solidFill>
                  <a:srgbClr val="002060"/>
                </a:solidFill>
                <a:latin typeface="黑体" panose="02010609060101010101" pitchFamily="49" charset="-122"/>
                <a:ea typeface="黑体" panose="02010609060101010101" pitchFamily="49" charset="-122"/>
              </a:rPr>
              <a:t>传感器的静态特性</a:t>
            </a:r>
            <a:endParaRPr lang="zh-CN" altLang="en-US">
              <a:solidFill>
                <a:srgbClr val="002060"/>
              </a:solidFill>
              <a:latin typeface="黑体" panose="02010609060101010101" pitchFamily="49" charset="-122"/>
              <a:ea typeface="黑体" panose="02010609060101010101" pitchFamily="49" charset="-122"/>
            </a:endParaRPr>
          </a:p>
        </p:txBody>
      </p:sp>
      <p:sp>
        <p:nvSpPr>
          <p:cNvPr id="370704" name="Rectangle 14">
            <a:extLst>
              <a:ext uri="{FF2B5EF4-FFF2-40B4-BE49-F238E27FC236}">
                <a16:creationId xmlns:a16="http://schemas.microsoft.com/office/drawing/2014/main" id="{3BDFC0AC-B375-43FF-A505-8000880F88E6}"/>
              </a:ext>
            </a:extLst>
          </p:cNvPr>
          <p:cNvSpPr>
            <a:spLocks noChangeArrowheads="1"/>
          </p:cNvSpPr>
          <p:nvPr/>
        </p:nvSpPr>
        <p:spPr bwMode="auto">
          <a:xfrm>
            <a:off x="539750" y="1736725"/>
            <a:ext cx="8208963"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720725"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FontTx/>
              <a:buBlip>
                <a:blip r:embed="rId5"/>
              </a:buBlip>
            </a:pPr>
            <a:endParaRPr lang="en-US" altLang="zh-CN"/>
          </a:p>
          <a:p>
            <a:pPr algn="l" eaLnBrk="1" hangingPunct="1">
              <a:spcBef>
                <a:spcPct val="0"/>
              </a:spcBef>
              <a:buFontTx/>
              <a:buNone/>
            </a:pPr>
            <a:r>
              <a:rPr lang="en-US" altLang="zh-CN" b="1">
                <a:latin typeface="Arial" panose="020B0604020202020204" pitchFamily="34" charset="0"/>
                <a:ea typeface="宋体" panose="02010600030101010101" pitchFamily="2" charset="-122"/>
              </a:rPr>
              <a:t>				</a:t>
            </a:r>
          </a:p>
        </p:txBody>
      </p:sp>
      <p:sp>
        <p:nvSpPr>
          <p:cNvPr id="370705" name="Rectangle 15">
            <a:extLst>
              <a:ext uri="{FF2B5EF4-FFF2-40B4-BE49-F238E27FC236}">
                <a16:creationId xmlns:a16="http://schemas.microsoft.com/office/drawing/2014/main" id="{A094AECE-0169-4EAD-B9EF-1894C1D92BBA}"/>
              </a:ext>
            </a:extLst>
          </p:cNvPr>
          <p:cNvSpPr>
            <a:spLocks noChangeArrowheads="1"/>
          </p:cNvSpPr>
          <p:nvPr/>
        </p:nvSpPr>
        <p:spPr bwMode="auto">
          <a:xfrm>
            <a:off x="608013" y="1090613"/>
            <a:ext cx="8208962"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720725"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buFontTx/>
              <a:buBlip>
                <a:blip r:embed="rId5"/>
              </a:buBlip>
            </a:pPr>
            <a:r>
              <a:rPr lang="zh-CN" altLang="en-US"/>
              <a:t>稳态工作条件下的输出</a:t>
            </a:r>
            <a:r>
              <a:rPr lang="en-US" altLang="zh-CN"/>
              <a:t>—</a:t>
            </a:r>
            <a:r>
              <a:rPr lang="zh-CN" altLang="en-US"/>
              <a:t>输入关系。</a:t>
            </a:r>
          </a:p>
          <a:p>
            <a:pPr algn="l" eaLnBrk="1" hangingPunct="1">
              <a:buFontTx/>
              <a:buNone/>
            </a:pPr>
            <a:r>
              <a:rPr lang="zh-CN" altLang="en-US" sz="2000"/>
              <a:t>稳态工作状态是指传感器的输入量恒定或缓慢变化而输出量也达到相应的稳定时的工作状态。</a:t>
            </a:r>
            <a:r>
              <a:rPr lang="zh-CN" altLang="en-US"/>
              <a:t>	</a:t>
            </a:r>
          </a:p>
        </p:txBody>
      </p:sp>
      <p:sp>
        <p:nvSpPr>
          <p:cNvPr id="21" name="矩形 20">
            <a:extLst>
              <a:ext uri="{FF2B5EF4-FFF2-40B4-BE49-F238E27FC236}">
                <a16:creationId xmlns:a16="http://schemas.microsoft.com/office/drawing/2014/main" id="{DED242F6-9B28-4155-A503-ED7B5F08BD1D}"/>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22" name="页脚占位符 6">
            <a:extLst>
              <a:ext uri="{FF2B5EF4-FFF2-40B4-BE49-F238E27FC236}">
                <a16:creationId xmlns:a16="http://schemas.microsoft.com/office/drawing/2014/main" id="{A45C216C-9DA1-495F-9979-B2850764C9E6}"/>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25" name="Text Box 22">
            <a:extLst>
              <a:ext uri="{FF2B5EF4-FFF2-40B4-BE49-F238E27FC236}">
                <a16:creationId xmlns:a16="http://schemas.microsoft.com/office/drawing/2014/main" id="{23B4AF0C-3B58-42D4-9896-E34F2F41253C}"/>
              </a:ext>
            </a:extLst>
          </p:cNvPr>
          <p:cNvSpPr txBox="1">
            <a:spLocks noChangeArrowheads="1"/>
          </p:cNvSpPr>
          <p:nvPr/>
        </p:nvSpPr>
        <p:spPr bwMode="auto">
          <a:xfrm>
            <a:off x="719138" y="3738563"/>
            <a:ext cx="7777162" cy="2030412"/>
          </a:xfrm>
          <a:prstGeom prst="rect">
            <a:avLst/>
          </a:prstGeom>
          <a:noFill/>
          <a:ln w="9525" algn="ctr">
            <a:noFill/>
            <a:miter lim="800000"/>
            <a:headEnd/>
            <a:tailEnd/>
          </a:ln>
        </p:spPr>
        <p:txBody>
          <a:bodyPr>
            <a:spAutoFit/>
          </a:bodyPr>
          <a:lstStyle/>
          <a:p>
            <a:pPr algn="l">
              <a:spcBef>
                <a:spcPct val="50000"/>
              </a:spcBef>
              <a:buFontTx/>
              <a:buNone/>
              <a:defRPr/>
            </a:pPr>
            <a:r>
              <a:rPr lang="zh-CN" altLang="en-US" sz="2800" b="1" dirty="0">
                <a:solidFill>
                  <a:srgbClr val="C00000"/>
                </a:solidFill>
              </a:rPr>
              <a:t>主要指标</a:t>
            </a:r>
            <a:r>
              <a:rPr lang="zh-CN" altLang="en-US" sz="2800" dirty="0">
                <a:solidFill>
                  <a:srgbClr val="C00000"/>
                </a:solidFill>
              </a:rPr>
              <a:t>：</a:t>
            </a:r>
          </a:p>
          <a:p>
            <a:pPr indent="744538" algn="l">
              <a:spcBef>
                <a:spcPct val="50000"/>
              </a:spcBef>
              <a:buFontTx/>
              <a:buNone/>
              <a:defRPr/>
            </a:pPr>
            <a:r>
              <a:rPr lang="zh-CN" altLang="en-US" b="1" dirty="0">
                <a:solidFill>
                  <a:srgbClr val="FF0000"/>
                </a:solidFill>
              </a:rPr>
              <a:t>精度</a:t>
            </a:r>
            <a:r>
              <a:rPr lang="zh-CN" altLang="en-US" dirty="0"/>
              <a:t>、灵敏度、 线性度、 迟滞、死区、重复性、 噪声电平 、 分辨率（力）、</a:t>
            </a:r>
            <a:r>
              <a:rPr lang="zh-CN" altLang="en-US" b="1" dirty="0"/>
              <a:t>测量范围和量程</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4">
            <a:extLst>
              <a:ext uri="{FF2B5EF4-FFF2-40B4-BE49-F238E27FC236}">
                <a16:creationId xmlns:a16="http://schemas.microsoft.com/office/drawing/2014/main" id="{01C7EC66-58A4-4669-A29E-2936BE6004BF}"/>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2D8BD9C3-8A02-4312-8792-F49419D4CDBF}" type="slidenum">
              <a:rPr lang="en-US" altLang="zh-CN" sz="1200">
                <a:solidFill>
                  <a:srgbClr val="898989"/>
                </a:solidFill>
              </a:rPr>
              <a:pPr eaLnBrk="1" hangingPunct="1"/>
              <a:t>4</a:t>
            </a:fld>
            <a:endParaRPr lang="en-US" altLang="zh-CN" sz="1200">
              <a:solidFill>
                <a:srgbClr val="898989"/>
              </a:solidFill>
            </a:endParaRPr>
          </a:p>
        </p:txBody>
      </p:sp>
      <p:sp>
        <p:nvSpPr>
          <p:cNvPr id="371715" name="Rectangle 2">
            <a:extLst>
              <a:ext uri="{FF2B5EF4-FFF2-40B4-BE49-F238E27FC236}">
                <a16:creationId xmlns:a16="http://schemas.microsoft.com/office/drawing/2014/main" id="{893AFB7F-4C72-4D50-AA1F-9BFEA29FFC5E}"/>
              </a:ext>
            </a:extLst>
          </p:cNvPr>
          <p:cNvSpPr>
            <a:spLocks noChangeArrowheads="1"/>
          </p:cNvSpPr>
          <p:nvPr/>
        </p:nvSpPr>
        <p:spPr bwMode="auto">
          <a:xfrm>
            <a:off x="423863" y="3268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16" name="Rectangle 3">
            <a:extLst>
              <a:ext uri="{FF2B5EF4-FFF2-40B4-BE49-F238E27FC236}">
                <a16:creationId xmlns:a16="http://schemas.microsoft.com/office/drawing/2014/main" id="{D70A4907-D1C9-4763-A812-687C37149F7E}"/>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17" name="Rectangle 5">
            <a:extLst>
              <a:ext uri="{FF2B5EF4-FFF2-40B4-BE49-F238E27FC236}">
                <a16:creationId xmlns:a16="http://schemas.microsoft.com/office/drawing/2014/main" id="{06354BEA-397C-42CC-B204-CEFD4C27C0B6}"/>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18" name="Rectangle 6">
            <a:extLst>
              <a:ext uri="{FF2B5EF4-FFF2-40B4-BE49-F238E27FC236}">
                <a16:creationId xmlns:a16="http://schemas.microsoft.com/office/drawing/2014/main" id="{0414E292-5A29-414B-B25B-12EEAD7888FB}"/>
              </a:ext>
            </a:extLst>
          </p:cNvPr>
          <p:cNvSpPr>
            <a:spLocks noChangeArrowheads="1"/>
          </p:cNvSpPr>
          <p:nvPr/>
        </p:nvSpPr>
        <p:spPr bwMode="auto">
          <a:xfrm>
            <a:off x="423863" y="2782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19" name="Rectangle 7">
            <a:extLst>
              <a:ext uri="{FF2B5EF4-FFF2-40B4-BE49-F238E27FC236}">
                <a16:creationId xmlns:a16="http://schemas.microsoft.com/office/drawing/2014/main" id="{976285AF-AA4F-478C-86F5-0E0CBDB286E6}"/>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20" name="Rectangle 8">
            <a:extLst>
              <a:ext uri="{FF2B5EF4-FFF2-40B4-BE49-F238E27FC236}">
                <a16:creationId xmlns:a16="http://schemas.microsoft.com/office/drawing/2014/main" id="{B51AB7C2-FC46-47E0-BECC-2359FF2CFFCA}"/>
              </a:ext>
            </a:extLst>
          </p:cNvPr>
          <p:cNvSpPr>
            <a:spLocks noChangeArrowheads="1"/>
          </p:cNvSpPr>
          <p:nvPr/>
        </p:nvSpPr>
        <p:spPr bwMode="auto">
          <a:xfrm>
            <a:off x="423863" y="3240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21" name="Rectangle 9">
            <a:extLst>
              <a:ext uri="{FF2B5EF4-FFF2-40B4-BE49-F238E27FC236}">
                <a16:creationId xmlns:a16="http://schemas.microsoft.com/office/drawing/2014/main" id="{34847F7D-1A5C-4E1F-8685-5044BBD7FEA0}"/>
              </a:ext>
            </a:extLst>
          </p:cNvPr>
          <p:cNvSpPr>
            <a:spLocks noChangeArrowheads="1"/>
          </p:cNvSpPr>
          <p:nvPr/>
        </p:nvSpPr>
        <p:spPr bwMode="auto">
          <a:xfrm>
            <a:off x="423863" y="2720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22" name="Rectangle 10">
            <a:extLst>
              <a:ext uri="{FF2B5EF4-FFF2-40B4-BE49-F238E27FC236}">
                <a16:creationId xmlns:a16="http://schemas.microsoft.com/office/drawing/2014/main" id="{D11ED228-56B8-4602-A658-4371DA310850}"/>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23" name="Rectangle 11">
            <a:extLst>
              <a:ext uri="{FF2B5EF4-FFF2-40B4-BE49-F238E27FC236}">
                <a16:creationId xmlns:a16="http://schemas.microsoft.com/office/drawing/2014/main" id="{5BB435BA-79A3-4193-BB6B-5E46EC83EA7B}"/>
              </a:ext>
            </a:extLst>
          </p:cNvPr>
          <p:cNvSpPr>
            <a:spLocks noChangeArrowheads="1"/>
          </p:cNvSpPr>
          <p:nvPr/>
        </p:nvSpPr>
        <p:spPr bwMode="auto">
          <a:xfrm>
            <a:off x="423863" y="2811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24" name="Rectangle 12">
            <a:extLst>
              <a:ext uri="{FF2B5EF4-FFF2-40B4-BE49-F238E27FC236}">
                <a16:creationId xmlns:a16="http://schemas.microsoft.com/office/drawing/2014/main" id="{02CD1AE5-359D-49AB-A46A-F5BED58576F6}"/>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25" name="Rectangle 13">
            <a:extLst>
              <a:ext uri="{FF2B5EF4-FFF2-40B4-BE49-F238E27FC236}">
                <a16:creationId xmlns:a16="http://schemas.microsoft.com/office/drawing/2014/main" id="{6DB64AFD-AF87-47A0-B9A5-5A24CD0F8F20}"/>
              </a:ext>
            </a:extLst>
          </p:cNvPr>
          <p:cNvSpPr>
            <a:spLocks noChangeArrowheads="1"/>
          </p:cNvSpPr>
          <p:nvPr/>
        </p:nvSpPr>
        <p:spPr bwMode="auto">
          <a:xfrm>
            <a:off x="358775" y="258763"/>
            <a:ext cx="777240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 typeface="Wingdings" panose="05000000000000000000" pitchFamily="2" charset="2"/>
              <a:buChar char="u"/>
            </a:pPr>
            <a:r>
              <a:rPr lang="zh-CN" altLang="en-US" sz="2800" b="1">
                <a:solidFill>
                  <a:schemeClr val="tx2"/>
                </a:solidFill>
              </a:rPr>
              <a:t>传感器的动态特性</a:t>
            </a:r>
            <a:endParaRPr lang="zh-CN" altLang="en-US" sz="2800" b="1">
              <a:latin typeface="Arial" panose="020B0604020202020204" pitchFamily="34" charset="0"/>
              <a:ea typeface="华文新魏" panose="02010800040101010101" pitchFamily="2" charset="-122"/>
            </a:endParaRPr>
          </a:p>
        </p:txBody>
      </p:sp>
      <p:pic>
        <p:nvPicPr>
          <p:cNvPr id="180240" name="Picture 16">
            <a:extLst>
              <a:ext uri="{FF2B5EF4-FFF2-40B4-BE49-F238E27FC236}">
                <a16:creationId xmlns:a16="http://schemas.microsoft.com/office/drawing/2014/main" id="{83429A24-CE08-433F-B4F4-B3DD7AE6F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0200" y="3500438"/>
            <a:ext cx="2927350" cy="236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727" name="Text Box 17">
            <a:extLst>
              <a:ext uri="{FF2B5EF4-FFF2-40B4-BE49-F238E27FC236}">
                <a16:creationId xmlns:a16="http://schemas.microsoft.com/office/drawing/2014/main" id="{F356E98D-E2C3-4F19-A67E-BC2B7406E515}"/>
              </a:ext>
            </a:extLst>
          </p:cNvPr>
          <p:cNvSpPr txBox="1">
            <a:spLocks noChangeArrowheads="1"/>
          </p:cNvSpPr>
          <p:nvPr/>
        </p:nvSpPr>
        <p:spPr bwMode="auto">
          <a:xfrm>
            <a:off x="792163" y="1989138"/>
            <a:ext cx="62642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FontTx/>
              <a:buNone/>
            </a:pPr>
            <a:r>
              <a:rPr lang="en-US" altLang="zh-CN"/>
              <a:t>        </a:t>
            </a:r>
            <a:r>
              <a:rPr lang="zh-CN" altLang="en-US"/>
              <a:t>反映传感器对于随时间变化的输入量的响应特性。</a:t>
            </a:r>
          </a:p>
        </p:txBody>
      </p:sp>
      <p:pic>
        <p:nvPicPr>
          <p:cNvPr id="371728" name="Picture 18">
            <a:extLst>
              <a:ext uri="{FF2B5EF4-FFF2-40B4-BE49-F238E27FC236}">
                <a16:creationId xmlns:a16="http://schemas.microsoft.com/office/drawing/2014/main" id="{F85D6210-1601-4C32-BE06-95E4371CFA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2025" y="3500438"/>
            <a:ext cx="1244600"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页脚占位符 6">
            <a:extLst>
              <a:ext uri="{FF2B5EF4-FFF2-40B4-BE49-F238E27FC236}">
                <a16:creationId xmlns:a16="http://schemas.microsoft.com/office/drawing/2014/main" id="{DDF17242-4B43-46A4-99EA-827BC5DAF0F0}"/>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19" name="矩形 18">
            <a:extLst>
              <a:ext uri="{FF2B5EF4-FFF2-40B4-BE49-F238E27FC236}">
                <a16:creationId xmlns:a16="http://schemas.microsoft.com/office/drawing/2014/main" id="{3B9EF313-A233-44AD-923C-AA597E710B92}"/>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4">
            <a:extLst>
              <a:ext uri="{FF2B5EF4-FFF2-40B4-BE49-F238E27FC236}">
                <a16:creationId xmlns:a16="http://schemas.microsoft.com/office/drawing/2014/main" id="{7982D92D-F69E-4C75-8BC9-801806779414}"/>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DBD88311-CC3E-443A-A885-AE1C8747C988}" type="slidenum">
              <a:rPr lang="en-US" altLang="zh-CN" sz="1200">
                <a:solidFill>
                  <a:srgbClr val="898989"/>
                </a:solidFill>
              </a:rPr>
              <a:pPr eaLnBrk="1" hangingPunct="1"/>
              <a:t>5</a:t>
            </a:fld>
            <a:endParaRPr lang="en-US" altLang="zh-CN" sz="1200">
              <a:solidFill>
                <a:srgbClr val="898989"/>
              </a:solidFill>
            </a:endParaRPr>
          </a:p>
        </p:txBody>
      </p:sp>
      <p:sp>
        <p:nvSpPr>
          <p:cNvPr id="372739" name="Rectangle 2">
            <a:extLst>
              <a:ext uri="{FF2B5EF4-FFF2-40B4-BE49-F238E27FC236}">
                <a16:creationId xmlns:a16="http://schemas.microsoft.com/office/drawing/2014/main" id="{4FAE8D28-DFC2-41BE-A3ED-7A88174DF04F}"/>
              </a:ext>
            </a:extLst>
          </p:cNvPr>
          <p:cNvSpPr>
            <a:spLocks noChangeArrowheads="1"/>
          </p:cNvSpPr>
          <p:nvPr/>
        </p:nvSpPr>
        <p:spPr bwMode="auto">
          <a:xfrm>
            <a:off x="423863" y="3268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0" name="Rectangle 3">
            <a:extLst>
              <a:ext uri="{FF2B5EF4-FFF2-40B4-BE49-F238E27FC236}">
                <a16:creationId xmlns:a16="http://schemas.microsoft.com/office/drawing/2014/main" id="{4FA405B4-D6CB-4A87-B77F-2E0045B6C4E7}"/>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1" name="Rectangle 5">
            <a:extLst>
              <a:ext uri="{FF2B5EF4-FFF2-40B4-BE49-F238E27FC236}">
                <a16:creationId xmlns:a16="http://schemas.microsoft.com/office/drawing/2014/main" id="{874F403D-2DFC-45A4-9549-36EA26F659AE}"/>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2" name="Rectangle 6">
            <a:extLst>
              <a:ext uri="{FF2B5EF4-FFF2-40B4-BE49-F238E27FC236}">
                <a16:creationId xmlns:a16="http://schemas.microsoft.com/office/drawing/2014/main" id="{45ADEDD9-138B-416F-B7D3-F847E4C118CA}"/>
              </a:ext>
            </a:extLst>
          </p:cNvPr>
          <p:cNvSpPr>
            <a:spLocks noChangeArrowheads="1"/>
          </p:cNvSpPr>
          <p:nvPr/>
        </p:nvSpPr>
        <p:spPr bwMode="auto">
          <a:xfrm>
            <a:off x="423863" y="2782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3" name="Rectangle 7">
            <a:extLst>
              <a:ext uri="{FF2B5EF4-FFF2-40B4-BE49-F238E27FC236}">
                <a16:creationId xmlns:a16="http://schemas.microsoft.com/office/drawing/2014/main" id="{D901AD20-D882-4869-AC9D-00A54EE68BD8}"/>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4" name="Rectangle 8">
            <a:extLst>
              <a:ext uri="{FF2B5EF4-FFF2-40B4-BE49-F238E27FC236}">
                <a16:creationId xmlns:a16="http://schemas.microsoft.com/office/drawing/2014/main" id="{E8A06B9B-2FEC-4C3F-B1B4-5A98977FD455}"/>
              </a:ext>
            </a:extLst>
          </p:cNvPr>
          <p:cNvSpPr>
            <a:spLocks noChangeArrowheads="1"/>
          </p:cNvSpPr>
          <p:nvPr/>
        </p:nvSpPr>
        <p:spPr bwMode="auto">
          <a:xfrm>
            <a:off x="423863" y="3240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5" name="Rectangle 9">
            <a:extLst>
              <a:ext uri="{FF2B5EF4-FFF2-40B4-BE49-F238E27FC236}">
                <a16:creationId xmlns:a16="http://schemas.microsoft.com/office/drawing/2014/main" id="{5D9E21A4-FFEF-497C-9543-C7E7B935380E}"/>
              </a:ext>
            </a:extLst>
          </p:cNvPr>
          <p:cNvSpPr>
            <a:spLocks noChangeArrowheads="1"/>
          </p:cNvSpPr>
          <p:nvPr/>
        </p:nvSpPr>
        <p:spPr bwMode="auto">
          <a:xfrm>
            <a:off x="423863" y="2720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6" name="Rectangle 10">
            <a:extLst>
              <a:ext uri="{FF2B5EF4-FFF2-40B4-BE49-F238E27FC236}">
                <a16:creationId xmlns:a16="http://schemas.microsoft.com/office/drawing/2014/main" id="{7E214578-D9D0-45F8-8C3D-BDB5E8723847}"/>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7" name="Rectangle 11">
            <a:extLst>
              <a:ext uri="{FF2B5EF4-FFF2-40B4-BE49-F238E27FC236}">
                <a16:creationId xmlns:a16="http://schemas.microsoft.com/office/drawing/2014/main" id="{F2EFB3E6-4899-4033-97AF-539F2825B059}"/>
              </a:ext>
            </a:extLst>
          </p:cNvPr>
          <p:cNvSpPr>
            <a:spLocks noChangeArrowheads="1"/>
          </p:cNvSpPr>
          <p:nvPr/>
        </p:nvSpPr>
        <p:spPr bwMode="auto">
          <a:xfrm>
            <a:off x="423863" y="2811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8" name="Rectangle 12">
            <a:extLst>
              <a:ext uri="{FF2B5EF4-FFF2-40B4-BE49-F238E27FC236}">
                <a16:creationId xmlns:a16="http://schemas.microsoft.com/office/drawing/2014/main" id="{EA74989B-CF27-4558-BA93-DFA494E915E0}"/>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9" name="Rectangle 13">
            <a:extLst>
              <a:ext uri="{FF2B5EF4-FFF2-40B4-BE49-F238E27FC236}">
                <a16:creationId xmlns:a16="http://schemas.microsoft.com/office/drawing/2014/main" id="{E873FF23-1108-4EDE-92C8-B14AB630F42C}"/>
              </a:ext>
            </a:extLst>
          </p:cNvPr>
          <p:cNvSpPr>
            <a:spLocks noChangeArrowheads="1"/>
          </p:cNvSpPr>
          <p:nvPr/>
        </p:nvSpPr>
        <p:spPr bwMode="auto">
          <a:xfrm>
            <a:off x="373063" y="215900"/>
            <a:ext cx="777240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 typeface="Wingdings" panose="05000000000000000000" pitchFamily="2" charset="2"/>
              <a:buChar char="u"/>
            </a:pPr>
            <a:r>
              <a:rPr lang="zh-CN" altLang="en-US" sz="3200" b="1">
                <a:solidFill>
                  <a:schemeClr val="tx2"/>
                </a:solidFill>
              </a:rPr>
              <a:t>传感器性能与结构的关系</a:t>
            </a:r>
            <a:endParaRPr lang="zh-CN" altLang="en-US" b="1">
              <a:latin typeface="Arial" panose="020B0604020202020204" pitchFamily="34" charset="0"/>
              <a:ea typeface="华文新魏" panose="02010800040101010101" pitchFamily="2" charset="-122"/>
            </a:endParaRPr>
          </a:p>
        </p:txBody>
      </p:sp>
      <p:sp>
        <p:nvSpPr>
          <p:cNvPr id="372750" name="Rectangle 14">
            <a:extLst>
              <a:ext uri="{FF2B5EF4-FFF2-40B4-BE49-F238E27FC236}">
                <a16:creationId xmlns:a16="http://schemas.microsoft.com/office/drawing/2014/main" id="{C487F300-69F4-4C81-9BFF-CED1FA6FE7E0}"/>
              </a:ext>
            </a:extLst>
          </p:cNvPr>
          <p:cNvSpPr>
            <a:spLocks noChangeArrowheads="1"/>
          </p:cNvSpPr>
          <p:nvPr/>
        </p:nvSpPr>
        <p:spPr bwMode="auto">
          <a:xfrm>
            <a:off x="539750" y="1736725"/>
            <a:ext cx="8208963"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720725"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FontTx/>
              <a:buBlip>
                <a:blip r:embed="rId2"/>
              </a:buBlip>
            </a:pPr>
            <a:endParaRPr lang="en-US" altLang="zh-CN"/>
          </a:p>
          <a:p>
            <a:pPr algn="l" eaLnBrk="1" hangingPunct="1">
              <a:spcBef>
                <a:spcPct val="0"/>
              </a:spcBef>
              <a:buFontTx/>
              <a:buNone/>
            </a:pPr>
            <a:r>
              <a:rPr lang="en-US" altLang="zh-CN" b="1">
                <a:latin typeface="Arial" panose="020B0604020202020204" pitchFamily="34" charset="0"/>
                <a:ea typeface="宋体" panose="02010600030101010101" pitchFamily="2" charset="-122"/>
              </a:rPr>
              <a:t>				</a:t>
            </a:r>
          </a:p>
        </p:txBody>
      </p:sp>
      <p:sp>
        <p:nvSpPr>
          <p:cNvPr id="372751" name="Rectangle 15">
            <a:extLst>
              <a:ext uri="{FF2B5EF4-FFF2-40B4-BE49-F238E27FC236}">
                <a16:creationId xmlns:a16="http://schemas.microsoft.com/office/drawing/2014/main" id="{A90673E4-B2EC-45A1-BF79-674523582C5D}"/>
              </a:ext>
            </a:extLst>
          </p:cNvPr>
          <p:cNvSpPr>
            <a:spLocks noChangeArrowheads="1"/>
          </p:cNvSpPr>
          <p:nvPr/>
        </p:nvSpPr>
        <p:spPr bwMode="auto">
          <a:xfrm>
            <a:off x="1797050" y="1749425"/>
            <a:ext cx="5313363"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720725"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buFontTx/>
              <a:buBlip>
                <a:blip r:embed="rId2"/>
              </a:buBlip>
            </a:pPr>
            <a:r>
              <a:rPr lang="zh-CN" altLang="en-US"/>
              <a:t>直接变换型</a:t>
            </a:r>
          </a:p>
          <a:p>
            <a:pPr algn="l" eaLnBrk="1" hangingPunct="1">
              <a:buFontTx/>
              <a:buBlip>
                <a:blip r:embed="rId2"/>
              </a:buBlip>
            </a:pPr>
            <a:r>
              <a:rPr lang="zh-CN" altLang="en-US"/>
              <a:t>差动型</a:t>
            </a:r>
          </a:p>
          <a:p>
            <a:pPr algn="l" eaLnBrk="1" hangingPunct="1">
              <a:buFontTx/>
              <a:buBlip>
                <a:blip r:embed="rId2"/>
              </a:buBlip>
            </a:pPr>
            <a:r>
              <a:rPr lang="zh-CN" altLang="en-US"/>
              <a:t>平衡型</a:t>
            </a:r>
            <a:r>
              <a:rPr lang="en-US" altLang="zh-CN"/>
              <a:t>—</a:t>
            </a:r>
            <a:r>
              <a:rPr lang="zh-CN" altLang="en-US"/>
              <a:t>含有反馈环节</a:t>
            </a:r>
          </a:p>
          <a:p>
            <a:pPr algn="l" eaLnBrk="1" hangingPunct="1">
              <a:buFontTx/>
              <a:buBlip>
                <a:blip r:embed="rId2"/>
              </a:buBlip>
            </a:pPr>
            <a:r>
              <a:rPr lang="zh-CN" altLang="en-US"/>
              <a:t>冗余型</a:t>
            </a:r>
          </a:p>
        </p:txBody>
      </p:sp>
      <p:sp>
        <p:nvSpPr>
          <p:cNvPr id="17" name="页脚占位符 6">
            <a:extLst>
              <a:ext uri="{FF2B5EF4-FFF2-40B4-BE49-F238E27FC236}">
                <a16:creationId xmlns:a16="http://schemas.microsoft.com/office/drawing/2014/main" id="{9A2FC803-E9F3-457D-A3B5-D56E1D162593}"/>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18" name="矩形 17">
            <a:extLst>
              <a:ext uri="{FF2B5EF4-FFF2-40B4-BE49-F238E27FC236}">
                <a16:creationId xmlns:a16="http://schemas.microsoft.com/office/drawing/2014/main" id="{3DA9AB2C-B174-49B5-8E88-FC911102F61F}"/>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3762" name="Object 29">
            <a:extLst>
              <a:ext uri="{FF2B5EF4-FFF2-40B4-BE49-F238E27FC236}">
                <a16:creationId xmlns:a16="http://schemas.microsoft.com/office/drawing/2014/main" id="{8C263970-CA8A-48A3-AEAC-828750D91991}"/>
              </a:ext>
            </a:extLst>
          </p:cNvPr>
          <p:cNvGraphicFramePr>
            <a:graphicFrameLocks noGrp="1" noChangeAspect="1"/>
          </p:cNvGraphicFramePr>
          <p:nvPr>
            <p:ph/>
          </p:nvPr>
        </p:nvGraphicFramePr>
        <p:xfrm>
          <a:off x="4248150" y="225425"/>
          <a:ext cx="2124075" cy="627063"/>
        </p:xfrm>
        <a:graphic>
          <a:graphicData uri="http://schemas.openxmlformats.org/presentationml/2006/ole">
            <mc:AlternateContent xmlns:mc="http://schemas.openxmlformats.org/markup-compatibility/2006">
              <mc:Choice xmlns:v="urn:schemas-microsoft-com:vml" Requires="v">
                <p:oleObj spid="_x0000_s373779" name="公式" r:id="rId3" imgW="742807" imgH="200168" progId="Equation.3">
                  <p:embed/>
                </p:oleObj>
              </mc:Choice>
              <mc:Fallback>
                <p:oleObj name="公式" r:id="rId3" imgW="742807" imgH="200168" progId="Equation.3">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8150" y="225425"/>
                        <a:ext cx="2124075" cy="627063"/>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页脚占位符 3">
            <a:extLst>
              <a:ext uri="{FF2B5EF4-FFF2-40B4-BE49-F238E27FC236}">
                <a16:creationId xmlns:a16="http://schemas.microsoft.com/office/drawing/2014/main" id="{BDDDCF0E-292C-4896-9D42-93BC74E71DC9}"/>
              </a:ext>
            </a:extLst>
          </p:cNvPr>
          <p:cNvSpPr>
            <a:spLocks noGrp="1"/>
          </p:cNvSpPr>
          <p:nvPr>
            <p:ph type="ftr" sz="quarter" idx="11"/>
          </p:nvPr>
        </p:nvSpPr>
        <p:spPr/>
        <p:txBody>
          <a:bodyPr/>
          <a:lstStyle/>
          <a:p>
            <a:pPr>
              <a:defRPr/>
            </a:pPr>
            <a:r>
              <a:rPr lang="zh-CN" altLang="en-US"/>
              <a:t>自动化学院</a:t>
            </a:r>
            <a:endParaRPr lang="en-US" altLang="zh-CN"/>
          </a:p>
        </p:txBody>
      </p:sp>
      <p:sp>
        <p:nvSpPr>
          <p:cNvPr id="9" name="灯片编号占位符 4">
            <a:extLst>
              <a:ext uri="{FF2B5EF4-FFF2-40B4-BE49-F238E27FC236}">
                <a16:creationId xmlns:a16="http://schemas.microsoft.com/office/drawing/2014/main" id="{8CBBACAA-B1B8-43BC-B6A0-F8EEC0BD9FFC}"/>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1805394A-47C0-4CDB-B8F2-9FF2CEF92868}" type="slidenum">
              <a:rPr lang="en-US" altLang="zh-CN" sz="1200">
                <a:solidFill>
                  <a:srgbClr val="898989"/>
                </a:solidFill>
              </a:rPr>
              <a:pPr eaLnBrk="1" hangingPunct="1"/>
              <a:t>6</a:t>
            </a:fld>
            <a:endParaRPr lang="en-US" altLang="zh-CN" sz="1200">
              <a:solidFill>
                <a:srgbClr val="898989"/>
              </a:solidFill>
            </a:endParaRPr>
          </a:p>
        </p:txBody>
      </p:sp>
      <p:pic>
        <p:nvPicPr>
          <p:cNvPr id="373765" name="Picture 28">
            <a:extLst>
              <a:ext uri="{FF2B5EF4-FFF2-40B4-BE49-F238E27FC236}">
                <a16:creationId xmlns:a16="http://schemas.microsoft.com/office/drawing/2014/main" id="{C6FE31F3-9AD4-48FE-9BC4-BF9BB4004F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908050"/>
            <a:ext cx="6516687"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3766" name="Picture 31">
            <a:extLst>
              <a:ext uri="{FF2B5EF4-FFF2-40B4-BE49-F238E27FC236}">
                <a16:creationId xmlns:a16="http://schemas.microsoft.com/office/drawing/2014/main" id="{D4C4947C-9717-4769-9512-67AD5B1481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1989138"/>
            <a:ext cx="2952750" cy="122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3767" name="Picture 32">
            <a:extLst>
              <a:ext uri="{FF2B5EF4-FFF2-40B4-BE49-F238E27FC236}">
                <a16:creationId xmlns:a16="http://schemas.microsoft.com/office/drawing/2014/main" id="{02192D3F-A396-44ED-B18B-CB40236D81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16125" y="3321050"/>
            <a:ext cx="4679950" cy="164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3768" name="Text Box 33">
            <a:extLst>
              <a:ext uri="{FF2B5EF4-FFF2-40B4-BE49-F238E27FC236}">
                <a16:creationId xmlns:a16="http://schemas.microsoft.com/office/drawing/2014/main" id="{E755FA1B-6ADB-40A6-9BAA-4053A6E2139D}"/>
              </a:ext>
            </a:extLst>
          </p:cNvPr>
          <p:cNvSpPr txBox="1">
            <a:spLocks noChangeArrowheads="1"/>
          </p:cNvSpPr>
          <p:nvPr/>
        </p:nvSpPr>
        <p:spPr bwMode="auto">
          <a:xfrm>
            <a:off x="503238" y="188913"/>
            <a:ext cx="2735262"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FontTx/>
              <a:buNone/>
            </a:pPr>
            <a:r>
              <a:rPr lang="zh-CN" altLang="en-US"/>
              <a:t>噪声扰动模型：</a:t>
            </a:r>
          </a:p>
        </p:txBody>
      </p:sp>
      <p:sp>
        <p:nvSpPr>
          <p:cNvPr id="373769" name="Text Box 34">
            <a:extLst>
              <a:ext uri="{FF2B5EF4-FFF2-40B4-BE49-F238E27FC236}">
                <a16:creationId xmlns:a16="http://schemas.microsoft.com/office/drawing/2014/main" id="{41E213C7-9D90-456B-B99A-A1E46C5AC8AF}"/>
              </a:ext>
            </a:extLst>
          </p:cNvPr>
          <p:cNvSpPr txBox="1">
            <a:spLocks noChangeArrowheads="1"/>
          </p:cNvSpPr>
          <p:nvPr/>
        </p:nvSpPr>
        <p:spPr bwMode="auto">
          <a:xfrm>
            <a:off x="792163" y="4976813"/>
            <a:ext cx="70929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FontTx/>
              <a:buNone/>
            </a:pPr>
            <a:r>
              <a:rPr lang="zh-CN" altLang="en-US"/>
              <a:t>分别考虑系统各环节有灵敏度变化和有加性噪声输入时，系统输出信号的相对误差</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灯片编号占位符 5">
            <a:extLst>
              <a:ext uri="{FF2B5EF4-FFF2-40B4-BE49-F238E27FC236}">
                <a16:creationId xmlns:a16="http://schemas.microsoft.com/office/drawing/2014/main" id="{A0427A2D-61E9-4FB8-AA20-15605765B53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6F1C6E63-E4C6-44E0-BDB4-11A8D44ED75F}" type="slidenum">
              <a:rPr lang="en-US" altLang="zh-CN" sz="1200">
                <a:solidFill>
                  <a:srgbClr val="898989"/>
                </a:solidFill>
                <a:sym typeface="Calibri" panose="020F0502020204030204" pitchFamily="34" charset="0"/>
              </a:rPr>
              <a:pPr eaLnBrk="1" hangingPunct="1"/>
              <a:t>7</a:t>
            </a:fld>
            <a:endParaRPr lang="en-US" altLang="zh-CN" sz="1200">
              <a:solidFill>
                <a:srgbClr val="898989"/>
              </a:solidFill>
              <a:sym typeface="Calibri" panose="020F0502020204030204" pitchFamily="34" charset="0"/>
            </a:endParaRPr>
          </a:p>
        </p:txBody>
      </p:sp>
      <p:sp>
        <p:nvSpPr>
          <p:cNvPr id="6" name="矩形 5">
            <a:extLst>
              <a:ext uri="{FF2B5EF4-FFF2-40B4-BE49-F238E27FC236}">
                <a16:creationId xmlns:a16="http://schemas.microsoft.com/office/drawing/2014/main" id="{06641474-00FC-4279-8161-269CBD38F621}"/>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12" name="页脚占位符 6">
            <a:extLst>
              <a:ext uri="{FF2B5EF4-FFF2-40B4-BE49-F238E27FC236}">
                <a16:creationId xmlns:a16="http://schemas.microsoft.com/office/drawing/2014/main" id="{04DE52A7-60E0-45D9-9B07-3C70DBBC9D61}"/>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graphicFrame>
        <p:nvGraphicFramePr>
          <p:cNvPr id="374789" name="Object 24">
            <a:extLst>
              <a:ext uri="{FF2B5EF4-FFF2-40B4-BE49-F238E27FC236}">
                <a16:creationId xmlns:a16="http://schemas.microsoft.com/office/drawing/2014/main" id="{36FAD283-F073-4020-977A-1482922834EB}"/>
              </a:ext>
            </a:extLst>
          </p:cNvPr>
          <p:cNvGraphicFramePr>
            <a:graphicFrameLocks noChangeAspect="1"/>
          </p:cNvGraphicFramePr>
          <p:nvPr/>
        </p:nvGraphicFramePr>
        <p:xfrm>
          <a:off x="3132138" y="3213100"/>
          <a:ext cx="3671887" cy="895350"/>
        </p:xfrm>
        <a:graphic>
          <a:graphicData uri="http://schemas.openxmlformats.org/presentationml/2006/ole">
            <mc:AlternateContent xmlns:mc="http://schemas.openxmlformats.org/markup-compatibility/2006">
              <mc:Choice xmlns:v="urn:schemas-microsoft-com:vml" Requires="v">
                <p:oleObj spid="_x0000_s374802" name="Equation" r:id="rId4" imgW="1752600" imgH="431800" progId="Equation.DSMT4">
                  <p:embed/>
                </p:oleObj>
              </mc:Choice>
              <mc:Fallback>
                <p:oleObj name="Equation" r:id="rId4" imgW="1752600" imgH="431800" progId="Equation.DSMT4">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2138" y="3213100"/>
                        <a:ext cx="367188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4790" name="Rectangle 5">
            <a:extLst>
              <a:ext uri="{FF2B5EF4-FFF2-40B4-BE49-F238E27FC236}">
                <a16:creationId xmlns:a16="http://schemas.microsoft.com/office/drawing/2014/main" id="{A788372F-DD43-4298-BE5D-473314E2AB44}"/>
              </a:ext>
            </a:extLst>
          </p:cNvPr>
          <p:cNvSpPr>
            <a:spLocks noChangeArrowheads="1"/>
          </p:cNvSpPr>
          <p:nvPr/>
        </p:nvSpPr>
        <p:spPr bwMode="auto">
          <a:xfrm>
            <a:off x="1203325" y="1484313"/>
            <a:ext cx="7215188"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r>
              <a:rPr lang="en-US" altLang="zh-CN">
                <a:sym typeface="Calibri" panose="020F0502020204030204" pitchFamily="34" charset="0"/>
              </a:rPr>
              <a:t>      </a:t>
            </a:r>
            <a:r>
              <a:rPr lang="zh-CN" altLang="en-US" sz="2000" b="1">
                <a:sym typeface="Calibri" panose="020F0502020204030204" pitchFamily="34" charset="0"/>
              </a:rPr>
              <a:t>工程中，为了表示测量结果的可靠程度，引入</a:t>
            </a:r>
            <a:r>
              <a:rPr lang="zh-CN" altLang="en-US" sz="2000" b="1">
                <a:solidFill>
                  <a:srgbClr val="FF0000"/>
                </a:solidFill>
                <a:sym typeface="Calibri" panose="020F0502020204030204" pitchFamily="34" charset="0"/>
              </a:rPr>
              <a:t>准确度等级</a:t>
            </a:r>
            <a:r>
              <a:rPr lang="zh-CN" altLang="en-US" sz="2000" b="1">
                <a:sym typeface="Calibri" panose="020F0502020204030204" pitchFamily="34" charset="0"/>
              </a:rPr>
              <a:t>概念，用</a:t>
            </a:r>
            <a:r>
              <a:rPr lang="en-US" altLang="zh-CN" sz="2000" b="1">
                <a:solidFill>
                  <a:srgbClr val="FF0000"/>
                </a:solidFill>
                <a:sym typeface="Calibri" panose="020F0502020204030204" pitchFamily="34" charset="0"/>
              </a:rPr>
              <a:t>G</a:t>
            </a:r>
            <a:r>
              <a:rPr lang="zh-CN" altLang="en-US" sz="2000" b="1">
                <a:sym typeface="Calibri" panose="020F0502020204030204" pitchFamily="34" charset="0"/>
              </a:rPr>
              <a:t>表示。这个数值是测量仪表在规定条件下，其允许的最大引用误差百分比的分子。</a:t>
            </a:r>
          </a:p>
        </p:txBody>
      </p:sp>
      <p:sp>
        <p:nvSpPr>
          <p:cNvPr id="374791" name="Rectangle 4">
            <a:extLst>
              <a:ext uri="{FF2B5EF4-FFF2-40B4-BE49-F238E27FC236}">
                <a16:creationId xmlns:a16="http://schemas.microsoft.com/office/drawing/2014/main" id="{D267AF62-34A5-476A-8B48-953EE9F6CFAD}"/>
              </a:ext>
            </a:extLst>
          </p:cNvPr>
          <p:cNvSpPr>
            <a:spLocks noChangeArrowheads="1"/>
          </p:cNvSpPr>
          <p:nvPr/>
        </p:nvSpPr>
        <p:spPr bwMode="auto">
          <a:xfrm>
            <a:off x="287338" y="115888"/>
            <a:ext cx="43211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Char char="u"/>
            </a:pPr>
            <a:r>
              <a:rPr lang="zh-CN" altLang="en-US" b="1">
                <a:solidFill>
                  <a:srgbClr val="002060"/>
                </a:solidFill>
                <a:latin typeface="黑体" panose="02010609060101010101" pitchFamily="49" charset="-122"/>
                <a:ea typeface="黑体" panose="02010609060101010101" pitchFamily="49" charset="-122"/>
                <a:sym typeface="Calibri" panose="020F0502020204030204" pitchFamily="34" charset="0"/>
              </a:rPr>
              <a:t>仪表准（精）确度的表示</a:t>
            </a:r>
            <a:r>
              <a:rPr lang="zh-CN" altLang="en-US" sz="2800" b="1">
                <a:solidFill>
                  <a:srgbClr val="002060"/>
                </a:solidFill>
                <a:sym typeface="Calibri" panose="020F0502020204030204" pitchFamily="34" charset="0"/>
              </a:rPr>
              <a:t>：</a:t>
            </a:r>
          </a:p>
        </p:txBody>
      </p:sp>
      <p:sp>
        <p:nvSpPr>
          <p:cNvPr id="9" name="Rectangle 5">
            <a:extLst>
              <a:ext uri="{FF2B5EF4-FFF2-40B4-BE49-F238E27FC236}">
                <a16:creationId xmlns:a16="http://schemas.microsoft.com/office/drawing/2014/main" id="{4690788F-F649-4767-B5E6-CD31988A26D7}"/>
              </a:ext>
            </a:extLst>
          </p:cNvPr>
          <p:cNvSpPr>
            <a:spLocks noChangeArrowheads="1"/>
          </p:cNvSpPr>
          <p:nvPr/>
        </p:nvSpPr>
        <p:spPr bwMode="auto">
          <a:xfrm>
            <a:off x="4286250" y="4867275"/>
            <a:ext cx="3584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635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r>
              <a:rPr lang="zh-CN" altLang="en-US" sz="2000" b="1">
                <a:solidFill>
                  <a:srgbClr val="FF0000"/>
                </a:solidFill>
                <a:ea typeface="黑体" panose="02010609060101010101" pitchFamily="49" charset="-122"/>
                <a:sym typeface="Calibri" panose="020F0502020204030204" pitchFamily="34" charset="0"/>
              </a:rPr>
              <a:t>准确度等级</a:t>
            </a:r>
            <a:r>
              <a:rPr lang="en-US" altLang="zh-CN" sz="2000" b="1">
                <a:solidFill>
                  <a:srgbClr val="FF0000"/>
                </a:solidFill>
                <a:ea typeface="黑体" panose="02010609060101010101" pitchFamily="49" charset="-122"/>
                <a:sym typeface="Calibri" panose="020F0502020204030204" pitchFamily="34" charset="0"/>
              </a:rPr>
              <a:t>: Leval of accuracy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灯片编号占位符 3">
            <a:extLst>
              <a:ext uri="{FF2B5EF4-FFF2-40B4-BE49-F238E27FC236}">
                <a16:creationId xmlns:a16="http://schemas.microsoft.com/office/drawing/2014/main" id="{C353ADCA-7014-4C1E-BC5B-E856F8802AD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F21E908-65EE-43A7-BFED-CACFC3F139EC}" type="slidenum">
              <a:rPr lang="en-US" altLang="zh-CN" sz="1200">
                <a:solidFill>
                  <a:srgbClr val="898989"/>
                </a:solidFill>
                <a:sym typeface="Calibri" panose="020F0502020204030204" pitchFamily="34" charset="0"/>
              </a:rPr>
              <a:pPr eaLnBrk="1" hangingPunct="1"/>
              <a:t>8</a:t>
            </a:fld>
            <a:endParaRPr lang="en-US" altLang="zh-CN" sz="1200">
              <a:solidFill>
                <a:srgbClr val="898989"/>
              </a:solidFill>
              <a:sym typeface="Calibri" panose="020F0502020204030204" pitchFamily="34" charset="0"/>
            </a:endParaRPr>
          </a:p>
        </p:txBody>
      </p:sp>
      <p:sp>
        <p:nvSpPr>
          <p:cNvPr id="375811" name="Text Box 5">
            <a:extLst>
              <a:ext uri="{FF2B5EF4-FFF2-40B4-BE49-F238E27FC236}">
                <a16:creationId xmlns:a16="http://schemas.microsoft.com/office/drawing/2014/main" id="{B3EC751C-6C01-4B93-B4FE-5F40770FE292}"/>
              </a:ext>
            </a:extLst>
          </p:cNvPr>
          <p:cNvSpPr txBox="1">
            <a:spLocks noChangeArrowheads="1"/>
          </p:cNvSpPr>
          <p:nvPr/>
        </p:nvSpPr>
        <p:spPr bwMode="auto">
          <a:xfrm>
            <a:off x="576263" y="165100"/>
            <a:ext cx="8074025" cy="291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b="1">
                <a:solidFill>
                  <a:srgbClr val="C00000"/>
                </a:solidFill>
                <a:latin typeface="黑体" panose="02010609060101010101" pitchFamily="49" charset="-122"/>
                <a:ea typeface="黑体" panose="02010609060101010101" pitchFamily="49" charset="-122"/>
                <a:sym typeface="Calibri" panose="020F0502020204030204" pitchFamily="34" charset="0"/>
              </a:rPr>
              <a:t>仪表的准确度等级</a:t>
            </a:r>
            <a:r>
              <a:rPr lang="en-US" altLang="zh-CN" b="1">
                <a:solidFill>
                  <a:srgbClr val="C00000"/>
                </a:solidFill>
                <a:latin typeface="黑体" panose="02010609060101010101" pitchFamily="49" charset="-122"/>
                <a:ea typeface="黑体" panose="02010609060101010101" pitchFamily="49" charset="-122"/>
                <a:sym typeface="Calibri" panose="020F0502020204030204" pitchFamily="34" charset="0"/>
              </a:rPr>
              <a:t>G</a:t>
            </a:r>
          </a:p>
          <a:p>
            <a:pPr eaLnBrk="1" hangingPunct="1">
              <a:spcBef>
                <a:spcPct val="50000"/>
              </a:spcBef>
            </a:pPr>
            <a:r>
              <a:rPr lang="en-US" altLang="zh-CN">
                <a:sym typeface="Calibri" panose="020F0502020204030204" pitchFamily="34" charset="0"/>
              </a:rPr>
              <a:t>    G=</a:t>
            </a:r>
            <a:r>
              <a:rPr lang="en-US" altLang="zh-CN" u="sng">
                <a:sym typeface="Calibri" panose="020F0502020204030204" pitchFamily="34" charset="0"/>
              </a:rPr>
              <a:t>0.005, 0.01, 0.02, 0.05</a:t>
            </a:r>
            <a:r>
              <a:rPr lang="zh-CN" altLang="en-US">
                <a:sym typeface="Calibri" panose="020F0502020204030204" pitchFamily="34" charset="0"/>
              </a:rPr>
              <a:t>；</a:t>
            </a:r>
            <a:r>
              <a:rPr lang="en-US" altLang="zh-CN" u="sng">
                <a:sym typeface="Calibri" panose="020F0502020204030204" pitchFamily="34" charset="0"/>
              </a:rPr>
              <a:t>0.1, 0.2,</a:t>
            </a:r>
            <a:r>
              <a:rPr lang="zh-CN" altLang="en-US" u="sng">
                <a:sym typeface="Calibri" panose="020F0502020204030204" pitchFamily="34" charset="0"/>
              </a:rPr>
              <a:t>（</a:t>
            </a:r>
            <a:r>
              <a:rPr lang="en-US" altLang="zh-CN" u="sng">
                <a:sym typeface="Calibri" panose="020F0502020204030204" pitchFamily="34" charset="0"/>
              </a:rPr>
              <a:t>0.4</a:t>
            </a:r>
            <a:r>
              <a:rPr lang="zh-CN" altLang="en-US" u="sng">
                <a:sym typeface="Calibri" panose="020F0502020204030204" pitchFamily="34" charset="0"/>
              </a:rPr>
              <a:t>）</a:t>
            </a:r>
            <a:r>
              <a:rPr lang="en-US" altLang="zh-CN" u="sng">
                <a:sym typeface="Calibri" panose="020F0502020204030204" pitchFamily="34" charset="0"/>
              </a:rPr>
              <a:t>, 0.5</a:t>
            </a:r>
            <a:r>
              <a:rPr lang="zh-CN" altLang="en-US">
                <a:sym typeface="Calibri" panose="020F0502020204030204" pitchFamily="34" charset="0"/>
              </a:rPr>
              <a:t>；</a:t>
            </a:r>
          </a:p>
          <a:p>
            <a:pPr eaLnBrk="1" hangingPunct="1"/>
            <a:r>
              <a:rPr lang="zh-CN" altLang="en-US">
                <a:sym typeface="Calibri" panose="020F0502020204030204" pitchFamily="34" charset="0"/>
              </a:rPr>
              <a:t>            </a:t>
            </a:r>
            <a:r>
              <a:rPr lang="en-US" altLang="zh-CN">
                <a:solidFill>
                  <a:srgbClr val="FF6600"/>
                </a:solidFill>
                <a:sym typeface="Calibri" panose="020F0502020204030204" pitchFamily="34" charset="0"/>
              </a:rPr>
              <a:t>I</a:t>
            </a:r>
            <a:r>
              <a:rPr lang="zh-CN" altLang="en-US">
                <a:solidFill>
                  <a:srgbClr val="FF6600"/>
                </a:solidFill>
                <a:sym typeface="Calibri" panose="020F0502020204030204" pitchFamily="34" charset="0"/>
              </a:rPr>
              <a:t>级标准表                 </a:t>
            </a:r>
            <a:r>
              <a:rPr lang="el-GR" altLang="zh-CN">
                <a:solidFill>
                  <a:srgbClr val="FF6600"/>
                </a:solidFill>
                <a:sym typeface="Calibri" panose="020F0502020204030204" pitchFamily="34" charset="0"/>
              </a:rPr>
              <a:t>Ⅱ</a:t>
            </a:r>
            <a:r>
              <a:rPr lang="zh-CN" altLang="en-US">
                <a:solidFill>
                  <a:srgbClr val="FF6600"/>
                </a:solidFill>
                <a:sym typeface="Calibri" panose="020F0502020204030204" pitchFamily="34" charset="0"/>
              </a:rPr>
              <a:t>级标准表</a:t>
            </a:r>
          </a:p>
          <a:p>
            <a:pPr eaLnBrk="1" hangingPunct="1">
              <a:spcBef>
                <a:spcPct val="50000"/>
              </a:spcBef>
            </a:pPr>
            <a:r>
              <a:rPr lang="zh-CN" altLang="en-US">
                <a:sym typeface="Calibri" panose="020F0502020204030204" pitchFamily="34" charset="0"/>
              </a:rPr>
              <a:t>        </a:t>
            </a:r>
            <a:r>
              <a:rPr lang="en-US" altLang="zh-CN" u="sng">
                <a:sym typeface="Calibri" panose="020F0502020204030204" pitchFamily="34" charset="0"/>
              </a:rPr>
              <a:t>1.0, 1.5, 2.5</a:t>
            </a:r>
            <a:r>
              <a:rPr lang="zh-CN" altLang="en-US" u="sng">
                <a:sym typeface="Calibri" panose="020F0502020204030204" pitchFamily="34" charset="0"/>
              </a:rPr>
              <a:t>，（</a:t>
            </a:r>
            <a:r>
              <a:rPr lang="en-US" altLang="zh-CN" u="sng">
                <a:sym typeface="Calibri" panose="020F0502020204030204" pitchFamily="34" charset="0"/>
              </a:rPr>
              <a:t>4.0</a:t>
            </a:r>
            <a:r>
              <a:rPr lang="zh-CN" altLang="en-US" u="sng">
                <a:sym typeface="Calibri" panose="020F0502020204030204" pitchFamily="34" charset="0"/>
              </a:rPr>
              <a:t>）</a:t>
            </a:r>
            <a:r>
              <a:rPr lang="zh-CN" altLang="en-US">
                <a:sym typeface="Calibri" panose="020F0502020204030204" pitchFamily="34" charset="0"/>
              </a:rPr>
              <a:t>；等</a:t>
            </a:r>
          </a:p>
          <a:p>
            <a:pPr eaLnBrk="1" hangingPunct="1"/>
            <a:r>
              <a:rPr lang="zh-CN" altLang="en-US">
                <a:sym typeface="Calibri" panose="020F0502020204030204" pitchFamily="34" charset="0"/>
              </a:rPr>
              <a:t>               </a:t>
            </a:r>
            <a:r>
              <a:rPr lang="zh-CN" altLang="en-US">
                <a:solidFill>
                  <a:srgbClr val="FF6600"/>
                </a:solidFill>
                <a:sym typeface="Calibri" panose="020F0502020204030204" pitchFamily="34" charset="0"/>
              </a:rPr>
              <a:t>工业用表</a:t>
            </a:r>
            <a:endParaRPr lang="zh-CN" altLang="el-GR">
              <a:solidFill>
                <a:srgbClr val="FF6600"/>
              </a:solidFill>
              <a:sym typeface="Calibri" panose="020F0502020204030204" pitchFamily="34" charset="0"/>
            </a:endParaRPr>
          </a:p>
        </p:txBody>
      </p:sp>
      <p:sp>
        <p:nvSpPr>
          <p:cNvPr id="375812" name="Text Box 6">
            <a:extLst>
              <a:ext uri="{FF2B5EF4-FFF2-40B4-BE49-F238E27FC236}">
                <a16:creationId xmlns:a16="http://schemas.microsoft.com/office/drawing/2014/main" id="{61A5E759-29E6-439F-BE43-785C91DE1F06}"/>
              </a:ext>
            </a:extLst>
          </p:cNvPr>
          <p:cNvSpPr txBox="1">
            <a:spLocks noChangeArrowheads="1"/>
          </p:cNvSpPr>
          <p:nvPr/>
        </p:nvSpPr>
        <p:spPr bwMode="auto">
          <a:xfrm>
            <a:off x="1547813" y="3789363"/>
            <a:ext cx="540067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a:latin typeface="黑体" panose="02010609060101010101" pitchFamily="49" charset="-122"/>
                <a:ea typeface="黑体" panose="02010609060101010101" pitchFamily="49" charset="-122"/>
                <a:sym typeface="Calibri" panose="020F0502020204030204" pitchFamily="34" charset="0"/>
              </a:rPr>
              <a:t>仪表的最大允许绝对误差</a:t>
            </a:r>
            <a:r>
              <a:rPr lang="zh-CN" altLang="en-US" sz="2800">
                <a:sym typeface="Calibri" panose="020F0502020204030204" pitchFamily="34" charset="0"/>
              </a:rPr>
              <a:t>：</a:t>
            </a:r>
          </a:p>
        </p:txBody>
      </p:sp>
      <p:graphicFrame>
        <p:nvGraphicFramePr>
          <p:cNvPr id="375813" name="Object 2">
            <a:extLst>
              <a:ext uri="{FF2B5EF4-FFF2-40B4-BE49-F238E27FC236}">
                <a16:creationId xmlns:a16="http://schemas.microsoft.com/office/drawing/2014/main" id="{6ACD53FF-EF02-4001-90E9-F203DEB6EEF2}"/>
              </a:ext>
            </a:extLst>
          </p:cNvPr>
          <p:cNvGraphicFramePr>
            <a:graphicFrameLocks noChangeAspect="1"/>
          </p:cNvGraphicFramePr>
          <p:nvPr/>
        </p:nvGraphicFramePr>
        <p:xfrm>
          <a:off x="3792538" y="4727575"/>
          <a:ext cx="2074862" cy="569913"/>
        </p:xfrm>
        <a:graphic>
          <a:graphicData uri="http://schemas.openxmlformats.org/presentationml/2006/ole">
            <mc:AlternateContent xmlns:mc="http://schemas.openxmlformats.org/markup-compatibility/2006">
              <mc:Choice xmlns:v="urn:schemas-microsoft-com:vml" Requires="v">
                <p:oleObj spid="_x0000_s375828" name="Equation" r:id="rId4" imgW="787058" imgH="215806" progId="Equation.DSMT4">
                  <p:embed/>
                </p:oleObj>
              </mc:Choice>
              <mc:Fallback>
                <p:oleObj name="Equation" r:id="rId4" imgW="787058" imgH="215806"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2538" y="4727575"/>
                        <a:ext cx="2074862" cy="569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页脚占位符 6">
            <a:extLst>
              <a:ext uri="{FF2B5EF4-FFF2-40B4-BE49-F238E27FC236}">
                <a16:creationId xmlns:a16="http://schemas.microsoft.com/office/drawing/2014/main" id="{C61D127E-65CD-4FEF-98D0-0F6D92EF29E5}"/>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375815" name="Text Box 6">
            <a:extLst>
              <a:ext uri="{FF2B5EF4-FFF2-40B4-BE49-F238E27FC236}">
                <a16:creationId xmlns:a16="http://schemas.microsoft.com/office/drawing/2014/main" id="{625A9EDE-961C-4E96-9BF9-32E13963F826}"/>
              </a:ext>
            </a:extLst>
          </p:cNvPr>
          <p:cNvSpPr txBox="1">
            <a:spLocks noChangeArrowheads="1"/>
          </p:cNvSpPr>
          <p:nvPr/>
        </p:nvSpPr>
        <p:spPr bwMode="auto">
          <a:xfrm>
            <a:off x="4291013" y="5467350"/>
            <a:ext cx="13335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a:latin typeface="黑体" panose="02010609060101010101" pitchFamily="49" charset="-122"/>
                <a:ea typeface="黑体" panose="02010609060101010101" pitchFamily="49" charset="-122"/>
                <a:sym typeface="Calibri" panose="020F0502020204030204" pitchFamily="34" charset="0"/>
              </a:rPr>
              <a:t>量程</a:t>
            </a:r>
          </a:p>
        </p:txBody>
      </p:sp>
      <p:grpSp>
        <p:nvGrpSpPr>
          <p:cNvPr id="375816" name="Group 3">
            <a:extLst>
              <a:ext uri="{FF2B5EF4-FFF2-40B4-BE49-F238E27FC236}">
                <a16:creationId xmlns:a16="http://schemas.microsoft.com/office/drawing/2014/main" id="{27CA7B9C-A5BA-4285-B4AB-A3CB574E249D}"/>
              </a:ext>
            </a:extLst>
          </p:cNvPr>
          <p:cNvGrpSpPr>
            <a:grpSpLocks/>
          </p:cNvGrpSpPr>
          <p:nvPr/>
        </p:nvGrpSpPr>
        <p:grpSpPr bwMode="auto">
          <a:xfrm>
            <a:off x="4613275" y="5235575"/>
            <a:ext cx="503238" cy="288925"/>
            <a:chOff x="1292" y="1622"/>
            <a:chExt cx="596" cy="141"/>
          </a:xfrm>
        </p:grpSpPr>
        <p:sp>
          <p:nvSpPr>
            <p:cNvPr id="375817" name="Line 4">
              <a:extLst>
                <a:ext uri="{FF2B5EF4-FFF2-40B4-BE49-F238E27FC236}">
                  <a16:creationId xmlns:a16="http://schemas.microsoft.com/office/drawing/2014/main" id="{2E5303BB-9BEF-4237-B014-222A61A59319}"/>
                </a:ext>
              </a:extLst>
            </p:cNvPr>
            <p:cNvSpPr>
              <a:spLocks noChangeShapeType="1"/>
            </p:cNvSpPr>
            <p:nvPr/>
          </p:nvSpPr>
          <p:spPr bwMode="auto">
            <a:xfrm>
              <a:off x="1292" y="1622"/>
              <a:ext cx="596" cy="0"/>
            </a:xfrm>
            <a:prstGeom prst="line">
              <a:avLst/>
            </a:prstGeom>
            <a:noFill/>
            <a:ln w="2222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5818" name="Line 5">
              <a:extLst>
                <a:ext uri="{FF2B5EF4-FFF2-40B4-BE49-F238E27FC236}">
                  <a16:creationId xmlns:a16="http://schemas.microsoft.com/office/drawing/2014/main" id="{0A466927-220A-49D3-A36D-3A2C12CC0A8D}"/>
                </a:ext>
              </a:extLst>
            </p:cNvPr>
            <p:cNvSpPr>
              <a:spLocks noChangeShapeType="1"/>
            </p:cNvSpPr>
            <p:nvPr/>
          </p:nvSpPr>
          <p:spPr bwMode="auto">
            <a:xfrm flipV="1">
              <a:off x="1604" y="1622"/>
              <a:ext cx="0" cy="141"/>
            </a:xfrm>
            <a:prstGeom prst="line">
              <a:avLst/>
            </a:prstGeom>
            <a:noFill/>
            <a:ln w="22225">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矩形 4">
            <a:extLst>
              <a:ext uri="{FF2B5EF4-FFF2-40B4-BE49-F238E27FC236}">
                <a16:creationId xmlns:a16="http://schemas.microsoft.com/office/drawing/2014/main" id="{E95B72F1-918D-454C-859D-5DAF169B03E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endParaRPr lang="zh-CN" altLang="zh-CN">
              <a:solidFill>
                <a:srgbClr val="FFFFFF"/>
              </a:solidFill>
              <a:sym typeface="Calibri" panose="020F0502020204030204" pitchFamily="34" charset="0"/>
            </a:endParaRPr>
          </a:p>
        </p:txBody>
      </p:sp>
      <p:sp>
        <p:nvSpPr>
          <p:cNvPr id="376835" name="TextBox 5">
            <a:extLst>
              <a:ext uri="{FF2B5EF4-FFF2-40B4-BE49-F238E27FC236}">
                <a16:creationId xmlns:a16="http://schemas.microsoft.com/office/drawing/2014/main" id="{8C33DFB3-5A9F-411F-AF35-23FD8589581B}"/>
              </a:ext>
            </a:extLst>
          </p:cNvPr>
          <p:cNvSpPr>
            <a:spLocks noChangeArrowheads="1"/>
          </p:cNvSpPr>
          <p:nvPr/>
        </p:nvSpPr>
        <p:spPr bwMode="auto">
          <a:xfrm>
            <a:off x="684213" y="260350"/>
            <a:ext cx="51435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buFont typeface="Wingdings" panose="05000000000000000000" pitchFamily="2" charset="2"/>
              <a:buChar char="u"/>
            </a:pPr>
            <a:r>
              <a:rPr lang="zh-CN" altLang="en-US" sz="3200" b="1">
                <a:solidFill>
                  <a:srgbClr val="002060"/>
                </a:solidFill>
                <a:latin typeface="楷体_GB2312" pitchFamily="49" charset="-122"/>
                <a:sym typeface="楷体_GB2312" pitchFamily="49" charset="-122"/>
              </a:rPr>
              <a:t>应变效应</a:t>
            </a:r>
            <a:endParaRPr lang="zh-CN" altLang="en-US">
              <a:solidFill>
                <a:srgbClr val="002060"/>
              </a:solidFill>
              <a:latin typeface="Arial" panose="020B0604020202020204" pitchFamily="34" charset="0"/>
            </a:endParaRPr>
          </a:p>
        </p:txBody>
      </p:sp>
      <p:sp>
        <p:nvSpPr>
          <p:cNvPr id="376836" name="Rectangle 5">
            <a:extLst>
              <a:ext uri="{FF2B5EF4-FFF2-40B4-BE49-F238E27FC236}">
                <a16:creationId xmlns:a16="http://schemas.microsoft.com/office/drawing/2014/main" id="{1AB413C2-B85C-4D40-988D-61B7D8FDF600}"/>
              </a:ext>
            </a:extLst>
          </p:cNvPr>
          <p:cNvSpPr>
            <a:spLocks noChangeArrowheads="1"/>
          </p:cNvSpPr>
          <p:nvPr/>
        </p:nvSpPr>
        <p:spPr bwMode="auto">
          <a:xfrm>
            <a:off x="468313" y="1196975"/>
            <a:ext cx="8066087" cy="337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buFontTx/>
              <a:buNone/>
            </a:pPr>
            <a:r>
              <a:rPr lang="zh-CN" altLang="en-US">
                <a:solidFill>
                  <a:srgbClr val="000000"/>
                </a:solidFill>
                <a:latin typeface="楷体_GB2312" pitchFamily="49" charset="-122"/>
                <a:sym typeface="楷体_GB2312" pitchFamily="49" charset="-122"/>
              </a:rPr>
              <a:t>金属丝的电阻随着它所受的机械形变（</a:t>
            </a:r>
            <a:r>
              <a:rPr lang="zh-CN" altLang="en-US" b="1">
                <a:solidFill>
                  <a:srgbClr val="CC0000"/>
                </a:solidFill>
                <a:latin typeface="楷体_GB2312" pitchFamily="49" charset="-122"/>
                <a:sym typeface="楷体_GB2312" pitchFamily="49" charset="-122"/>
              </a:rPr>
              <a:t>拉伸或压缩</a:t>
            </a:r>
            <a:r>
              <a:rPr lang="zh-CN" altLang="en-US">
                <a:solidFill>
                  <a:srgbClr val="000000"/>
                </a:solidFill>
                <a:latin typeface="楷体_GB2312" pitchFamily="49" charset="-122"/>
                <a:sym typeface="楷体_GB2312" pitchFamily="49" charset="-122"/>
              </a:rPr>
              <a:t>）的大小而发生相应变化的现象称为金属的电阻应变效应。</a:t>
            </a:r>
          </a:p>
          <a:p>
            <a:pPr algn="l">
              <a:buFontTx/>
              <a:buNone/>
            </a:pPr>
            <a:r>
              <a:rPr lang="zh-CN" altLang="en-US">
                <a:solidFill>
                  <a:srgbClr val="000000"/>
                </a:solidFill>
                <a:latin typeface="宋体" panose="02010600030101010101" pitchFamily="2" charset="-122"/>
                <a:sym typeface="宋体" panose="02010600030101010101" pitchFamily="2" charset="-122"/>
              </a:rPr>
              <a:t>设有一根长度为l、截面积为S、电阻率为ρ的金属丝，其电阻R为：</a:t>
            </a:r>
            <a:endParaRPr lang="en-US" altLang="zh-CN">
              <a:solidFill>
                <a:srgbClr val="000000"/>
              </a:solidFill>
              <a:latin typeface="宋体" panose="02010600030101010101" pitchFamily="2" charset="-122"/>
              <a:sym typeface="宋体" panose="02010600030101010101" pitchFamily="2" charset="-122"/>
            </a:endParaRPr>
          </a:p>
          <a:p>
            <a:pPr algn="l">
              <a:lnSpc>
                <a:spcPct val="250000"/>
              </a:lnSpc>
              <a:buFontTx/>
              <a:buNone/>
            </a:pPr>
            <a:r>
              <a:rPr lang="zh-CN" altLang="en-US">
                <a:solidFill>
                  <a:srgbClr val="000000"/>
                </a:solidFill>
                <a:latin typeface="宋体" panose="02010600030101010101" pitchFamily="2" charset="-122"/>
                <a:sym typeface="宋体" panose="02010600030101010101" pitchFamily="2" charset="-122"/>
              </a:rPr>
              <a:t>等式两边取对数，两边再微分，得：</a:t>
            </a:r>
            <a:endParaRPr lang="zh-CN" altLang="en-US">
              <a:latin typeface="Arial" panose="020B0604020202020204" pitchFamily="34" charset="0"/>
            </a:endParaRPr>
          </a:p>
        </p:txBody>
      </p:sp>
      <p:pic>
        <p:nvPicPr>
          <p:cNvPr id="376837" name="Object 6">
            <a:extLst>
              <a:ext uri="{FF2B5EF4-FFF2-40B4-BE49-F238E27FC236}">
                <a16:creationId xmlns:a16="http://schemas.microsoft.com/office/drawing/2014/main" id="{F9807AD8-70BB-4FA9-B543-40C84ECC77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7425" y="3211513"/>
            <a:ext cx="1081088"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6838" name="Text Box 4">
            <a:extLst>
              <a:ext uri="{FF2B5EF4-FFF2-40B4-BE49-F238E27FC236}">
                <a16:creationId xmlns:a16="http://schemas.microsoft.com/office/drawing/2014/main" id="{36152666-2509-4923-8E24-65FD10D82C1F}"/>
              </a:ext>
            </a:extLst>
          </p:cNvPr>
          <p:cNvSpPr>
            <a:spLocks noChangeArrowheads="1"/>
          </p:cNvSpPr>
          <p:nvPr/>
        </p:nvSpPr>
        <p:spPr bwMode="auto">
          <a:xfrm>
            <a:off x="955675" y="5414963"/>
            <a:ext cx="18351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a:latin typeface="Arial" panose="020B0604020202020204" pitchFamily="34" charset="0"/>
              </a:rPr>
              <a:t>轴向应变：</a:t>
            </a:r>
          </a:p>
        </p:txBody>
      </p:sp>
      <p:pic>
        <p:nvPicPr>
          <p:cNvPr id="376839" name="Object 8">
            <a:extLst>
              <a:ext uri="{FF2B5EF4-FFF2-40B4-BE49-F238E27FC236}">
                <a16:creationId xmlns:a16="http://schemas.microsoft.com/office/drawing/2014/main" id="{973DE388-5780-4AF1-8FFB-F6229BDA5E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5183188"/>
            <a:ext cx="1304925"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6840" name="Object 9">
            <a:extLst>
              <a:ext uri="{FF2B5EF4-FFF2-40B4-BE49-F238E27FC236}">
                <a16:creationId xmlns:a16="http://schemas.microsoft.com/office/drawing/2014/main" id="{3034ADA0-BBED-47FD-8549-3FAE9608CE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5229225"/>
            <a:ext cx="10445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6841" name="Text Box 7">
            <a:extLst>
              <a:ext uri="{FF2B5EF4-FFF2-40B4-BE49-F238E27FC236}">
                <a16:creationId xmlns:a16="http://schemas.microsoft.com/office/drawing/2014/main" id="{ED624D85-1922-4BF4-B22A-6B17DFA42A01}"/>
              </a:ext>
            </a:extLst>
          </p:cNvPr>
          <p:cNvSpPr>
            <a:spLocks noChangeArrowheads="1"/>
          </p:cNvSpPr>
          <p:nvPr/>
        </p:nvSpPr>
        <p:spPr bwMode="auto">
          <a:xfrm>
            <a:off x="4286250" y="5416550"/>
            <a:ext cx="1484313"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a:latin typeface="Arial" panose="020B0604020202020204" pitchFamily="34" charset="0"/>
              </a:rPr>
              <a:t>横向应变：</a:t>
            </a:r>
          </a:p>
        </p:txBody>
      </p:sp>
      <p:pic>
        <p:nvPicPr>
          <p:cNvPr id="376842" name="Object 11">
            <a:extLst>
              <a:ext uri="{FF2B5EF4-FFF2-40B4-BE49-F238E27FC236}">
                <a16:creationId xmlns:a16="http://schemas.microsoft.com/office/drawing/2014/main" id="{E2939A07-96C6-4A3F-B677-4072693472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6575" y="4508500"/>
            <a:ext cx="22510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6843" name="灯片编号占位符 3">
            <a:extLst>
              <a:ext uri="{FF2B5EF4-FFF2-40B4-BE49-F238E27FC236}">
                <a16:creationId xmlns:a16="http://schemas.microsoft.com/office/drawing/2014/main" id="{B45B9A59-E6BF-4FEF-8997-B1A5A0CEDCF5}"/>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fld id="{A6DB7720-3F57-45B1-8864-C7D5DB0ECBC2}" type="slidenum">
              <a:rPr lang="en-US" altLang="zh-CN" sz="1400">
                <a:solidFill>
                  <a:srgbClr val="000000"/>
                </a:solidFill>
                <a:latin typeface="Arial" panose="020B0604020202020204" pitchFamily="34" charset="0"/>
                <a:sym typeface="Calibri" panose="020F0502020204030204" pitchFamily="34" charset="0"/>
              </a:rPr>
              <a:pPr algn="r" eaLnBrk="1" hangingPunct="1"/>
              <a:t>9</a:t>
            </a:fld>
            <a:endParaRPr lang="en-US" altLang="zh-CN" sz="1400">
              <a:solidFill>
                <a:srgbClr val="000000"/>
              </a:solidFill>
              <a:latin typeface="Arial" panose="020B0604020202020204" pitchFamily="34" charset="0"/>
              <a:sym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矩形 4">
            <a:extLst>
              <a:ext uri="{FF2B5EF4-FFF2-40B4-BE49-F238E27FC236}">
                <a16:creationId xmlns:a16="http://schemas.microsoft.com/office/drawing/2014/main" id="{F2317653-7E55-47AD-9C55-E344AFFBA834}"/>
              </a:ext>
            </a:extLst>
          </p:cNvPr>
          <p:cNvSpPr>
            <a:spLocks noChangeArrowheads="1"/>
          </p:cNvSpPr>
          <p:nvPr/>
        </p:nvSpPr>
        <p:spPr bwMode="auto">
          <a:xfrm>
            <a:off x="142875" y="95567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endParaRPr lang="zh-CN" altLang="zh-CN">
              <a:solidFill>
                <a:srgbClr val="FFFFFF"/>
              </a:solidFill>
              <a:sym typeface="Calibri" panose="020F0502020204030204" pitchFamily="34" charset="0"/>
            </a:endParaRPr>
          </a:p>
        </p:txBody>
      </p:sp>
      <p:sp>
        <p:nvSpPr>
          <p:cNvPr id="377859" name="Text Box 8">
            <a:extLst>
              <a:ext uri="{FF2B5EF4-FFF2-40B4-BE49-F238E27FC236}">
                <a16:creationId xmlns:a16="http://schemas.microsoft.com/office/drawing/2014/main" id="{ADAE0DED-8461-4D96-9AF1-EBF32FC36B60}"/>
              </a:ext>
            </a:extLst>
          </p:cNvPr>
          <p:cNvSpPr>
            <a:spLocks noChangeArrowheads="1"/>
          </p:cNvSpPr>
          <p:nvPr/>
        </p:nvSpPr>
        <p:spPr bwMode="auto">
          <a:xfrm>
            <a:off x="836613" y="1177925"/>
            <a:ext cx="21145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a:latin typeface="Arial" panose="020B0604020202020204" pitchFamily="34" charset="0"/>
              </a:rPr>
              <a:t>在弹性范围内：</a:t>
            </a:r>
          </a:p>
        </p:txBody>
      </p:sp>
      <p:pic>
        <p:nvPicPr>
          <p:cNvPr id="377860" name="Object 4">
            <a:extLst>
              <a:ext uri="{FF2B5EF4-FFF2-40B4-BE49-F238E27FC236}">
                <a16:creationId xmlns:a16="http://schemas.microsoft.com/office/drawing/2014/main" id="{0E11EECF-74F5-411F-A60D-0CBF36D18F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2938" y="1962150"/>
            <a:ext cx="3095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7861" name="Text Box 10">
            <a:extLst>
              <a:ext uri="{FF2B5EF4-FFF2-40B4-BE49-F238E27FC236}">
                <a16:creationId xmlns:a16="http://schemas.microsoft.com/office/drawing/2014/main" id="{EDA8182A-522C-4475-89D9-75AE763773C4}"/>
              </a:ext>
            </a:extLst>
          </p:cNvPr>
          <p:cNvSpPr>
            <a:spLocks noChangeArrowheads="1"/>
          </p:cNvSpPr>
          <p:nvPr/>
        </p:nvSpPr>
        <p:spPr bwMode="auto">
          <a:xfrm>
            <a:off x="4392613" y="1701800"/>
            <a:ext cx="21145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sz="2000">
                <a:latin typeface="Arial" panose="020B0604020202020204" pitchFamily="34" charset="0"/>
              </a:rPr>
              <a:t>：</a:t>
            </a:r>
            <a:r>
              <a:rPr lang="zh-CN" altLang="en-US">
                <a:latin typeface="Arial" panose="020B0604020202020204" pitchFamily="34" charset="0"/>
              </a:rPr>
              <a:t>泊松比</a:t>
            </a:r>
          </a:p>
        </p:txBody>
      </p:sp>
      <p:pic>
        <p:nvPicPr>
          <p:cNvPr id="377862" name="Object 6">
            <a:extLst>
              <a:ext uri="{FF2B5EF4-FFF2-40B4-BE49-F238E27FC236}">
                <a16:creationId xmlns:a16="http://schemas.microsoft.com/office/drawing/2014/main" id="{70109DFE-2BEF-432C-87DD-6312346FFA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773238"/>
            <a:ext cx="15557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7863" name="Text Box 13">
            <a:extLst>
              <a:ext uri="{FF2B5EF4-FFF2-40B4-BE49-F238E27FC236}">
                <a16:creationId xmlns:a16="http://schemas.microsoft.com/office/drawing/2014/main" id="{F3BD595D-CB6E-46DC-870D-0FC7BC476495}"/>
              </a:ext>
            </a:extLst>
          </p:cNvPr>
          <p:cNvSpPr>
            <a:spLocks noChangeArrowheads="1"/>
          </p:cNvSpPr>
          <p:nvPr/>
        </p:nvSpPr>
        <p:spPr bwMode="auto">
          <a:xfrm>
            <a:off x="881063" y="2619375"/>
            <a:ext cx="35560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a:latin typeface="Arial" panose="020B0604020202020204" pitchFamily="34" charset="0"/>
              </a:rPr>
              <a:t>另外又：</a:t>
            </a:r>
          </a:p>
        </p:txBody>
      </p:sp>
      <p:pic>
        <p:nvPicPr>
          <p:cNvPr id="377864" name="Object 8">
            <a:extLst>
              <a:ext uri="{FF2B5EF4-FFF2-40B4-BE49-F238E27FC236}">
                <a16:creationId xmlns:a16="http://schemas.microsoft.com/office/drawing/2014/main" id="{DE9C4CB6-C5F2-408F-84F2-F9CEC5A7FE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2573338"/>
            <a:ext cx="1258888"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7865" name="Object 9">
            <a:extLst>
              <a:ext uri="{FF2B5EF4-FFF2-40B4-BE49-F238E27FC236}">
                <a16:creationId xmlns:a16="http://schemas.microsoft.com/office/drawing/2014/main" id="{D0C37EBD-1ECE-440B-B2E4-6403AF0884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6963" y="3352800"/>
            <a:ext cx="4545012"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7866" name="Object 10">
            <a:extLst>
              <a:ext uri="{FF2B5EF4-FFF2-40B4-BE49-F238E27FC236}">
                <a16:creationId xmlns:a16="http://schemas.microsoft.com/office/drawing/2014/main" id="{77B3207E-1B0D-40C0-AC41-9993F385A4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7075" y="4240213"/>
            <a:ext cx="2592388"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7867" name="Text Box 20">
            <a:extLst>
              <a:ext uri="{FF2B5EF4-FFF2-40B4-BE49-F238E27FC236}">
                <a16:creationId xmlns:a16="http://schemas.microsoft.com/office/drawing/2014/main" id="{DED9B21A-C036-41F2-ADFC-D4CC1AF954AC}"/>
              </a:ext>
            </a:extLst>
          </p:cNvPr>
          <p:cNvSpPr>
            <a:spLocks noChangeArrowheads="1"/>
          </p:cNvSpPr>
          <p:nvPr/>
        </p:nvSpPr>
        <p:spPr bwMode="auto">
          <a:xfrm>
            <a:off x="927100" y="5094288"/>
            <a:ext cx="630078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a:latin typeface="Arial" panose="020B0604020202020204" pitchFamily="34" charset="0"/>
              </a:rPr>
              <a:t>将上述关系式整理后，得</a:t>
            </a:r>
          </a:p>
        </p:txBody>
      </p:sp>
      <p:pic>
        <p:nvPicPr>
          <p:cNvPr id="377868" name="Object 12">
            <a:extLst>
              <a:ext uri="{FF2B5EF4-FFF2-40B4-BE49-F238E27FC236}">
                <a16:creationId xmlns:a16="http://schemas.microsoft.com/office/drawing/2014/main" id="{456B040B-73DD-4721-9D72-CED6452B98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85988" y="5589588"/>
            <a:ext cx="6030912"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7869" name="灯片编号占位符 3">
            <a:extLst>
              <a:ext uri="{FF2B5EF4-FFF2-40B4-BE49-F238E27FC236}">
                <a16:creationId xmlns:a16="http://schemas.microsoft.com/office/drawing/2014/main" id="{DEC0F4FF-2749-4B31-AC37-52D033002FFE}"/>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fld id="{BC22B9D1-32AF-468D-A71D-9F1577479C6F}" type="slidenum">
              <a:rPr lang="en-US" altLang="zh-CN" sz="1400">
                <a:solidFill>
                  <a:srgbClr val="000000"/>
                </a:solidFill>
                <a:latin typeface="Arial" panose="020B0604020202020204" pitchFamily="34" charset="0"/>
                <a:sym typeface="Calibri" panose="020F0502020204030204" pitchFamily="34" charset="0"/>
              </a:rPr>
              <a:pPr algn="r" eaLnBrk="1" hangingPunct="1"/>
              <a:t>10</a:t>
            </a:fld>
            <a:endParaRPr lang="en-US" altLang="zh-CN" sz="1400">
              <a:solidFill>
                <a:srgbClr val="000000"/>
              </a:solidFill>
              <a:latin typeface="Arial" panose="020B0604020202020204" pitchFamily="34" charset="0"/>
              <a:sym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矩形 4">
            <a:extLst>
              <a:ext uri="{FF2B5EF4-FFF2-40B4-BE49-F238E27FC236}">
                <a16:creationId xmlns:a16="http://schemas.microsoft.com/office/drawing/2014/main" id="{5F67A318-9EC9-43CB-95E3-2181DAAE306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endParaRPr kumimoji="0" lang="zh-CN" altLang="zh-CN" sz="200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378883" name="灯片编号占位符 3">
            <a:extLst>
              <a:ext uri="{FF2B5EF4-FFF2-40B4-BE49-F238E27FC236}">
                <a16:creationId xmlns:a16="http://schemas.microsoft.com/office/drawing/2014/main" id="{A5E9CB56-0614-47E2-B6C7-970EBAAEDFB1}"/>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 typeface="Arial" panose="020B0604020202020204" pitchFamily="34" charset="0"/>
              <a:buNone/>
            </a:pPr>
            <a:fld id="{AB6DFAFC-1FE0-4285-AED6-E6993E08E7D3}" type="slidenum">
              <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rPr>
              <a:pPr algn="r" eaLnBrk="1" hangingPunct="1">
                <a:lnSpc>
                  <a:spcPct val="100000"/>
                </a:lnSpc>
                <a:spcBef>
                  <a:spcPct val="0"/>
                </a:spcBef>
                <a:buSzTx/>
                <a:buFont typeface="Arial" panose="020B0604020202020204" pitchFamily="34" charset="0"/>
                <a:buNone/>
              </a:pPr>
              <a:t>11</a:t>
            </a:fld>
            <a:endPar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78884" name="TextBox 5">
            <a:extLst>
              <a:ext uri="{FF2B5EF4-FFF2-40B4-BE49-F238E27FC236}">
                <a16:creationId xmlns:a16="http://schemas.microsoft.com/office/drawing/2014/main" id="{FB027E79-D374-45CA-B5F3-3870F5A5BB03}"/>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Wingdings" panose="05000000000000000000" pitchFamily="2" charset="2"/>
              <a:buChar char="u"/>
            </a:pPr>
            <a:r>
              <a:rPr kumimoji="0" lang="zh-CN" altLang="en-US" sz="3200" b="1">
                <a:solidFill>
                  <a:srgbClr val="002060"/>
                </a:solidFill>
                <a:latin typeface="楷体_GB2312" pitchFamily="49" charset="-122"/>
                <a:sym typeface="楷体_GB2312" pitchFamily="49" charset="-122"/>
              </a:rPr>
              <a:t>压阻效应</a:t>
            </a:r>
            <a:endParaRPr kumimoji="0" lang="zh-CN" altLang="en-US" sz="1800">
              <a:solidFill>
                <a:srgbClr val="002060"/>
              </a:solidFill>
              <a:latin typeface="Arial" panose="020B0604020202020204" pitchFamily="34" charset="0"/>
              <a:ea typeface="宋体" panose="02010600030101010101" pitchFamily="2" charset="-122"/>
            </a:endParaRPr>
          </a:p>
        </p:txBody>
      </p:sp>
      <p:sp>
        <p:nvSpPr>
          <p:cNvPr id="24581" name="Rectangle 5">
            <a:extLst>
              <a:ext uri="{FF2B5EF4-FFF2-40B4-BE49-F238E27FC236}">
                <a16:creationId xmlns:a16="http://schemas.microsoft.com/office/drawing/2014/main" id="{28D0D069-B16B-4D55-BC53-D0F515428986}"/>
              </a:ext>
            </a:extLst>
          </p:cNvPr>
          <p:cNvSpPr>
            <a:spLocks noChangeArrowheads="1"/>
          </p:cNvSpPr>
          <p:nvPr/>
        </p:nvSpPr>
        <p:spPr bwMode="auto">
          <a:xfrm>
            <a:off x="250825" y="4221163"/>
            <a:ext cx="8712200" cy="1463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 typeface="Arial" panose="020B0604020202020204" pitchFamily="34" charset="0"/>
              <a:buNone/>
            </a:pP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    </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扩散硅压阻式传感器的基片是半导体单晶硅。单晶硅是各向异性材料，取向不同其特性不一样。而取向是用晶向表示的，所谓</a:t>
            </a:r>
            <a:r>
              <a:rPr kumimoji="0" lang="zh-CN" altLang="en-US" sz="2000" b="1">
                <a:solidFill>
                  <a:srgbClr val="C0504D"/>
                </a:solidFill>
                <a:latin typeface="宋体" panose="02010600030101010101" pitchFamily="2" charset="-122"/>
                <a:ea typeface="宋体" panose="02010600030101010101" pitchFamily="2" charset="-122"/>
                <a:sym typeface="宋体" panose="02010600030101010101" pitchFamily="2" charset="-122"/>
              </a:rPr>
              <a:t>晶向就是晶面的法线方向</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a:t>
            </a: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378886" name="Rectangle 8">
            <a:extLst>
              <a:ext uri="{FF2B5EF4-FFF2-40B4-BE49-F238E27FC236}">
                <a16:creationId xmlns:a16="http://schemas.microsoft.com/office/drawing/2014/main" id="{DD8B8306-8128-490A-9A0E-B9E5DED552AF}"/>
              </a:ext>
            </a:extLst>
          </p:cNvPr>
          <p:cNvSpPr>
            <a:spLocks noChangeArrowheads="1"/>
          </p:cNvSpPr>
          <p:nvPr/>
        </p:nvSpPr>
        <p:spPr bwMode="auto">
          <a:xfrm>
            <a:off x="179388" y="1054100"/>
            <a:ext cx="8712200" cy="1004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 typeface="Arial" panose="020B0604020202020204" pitchFamily="34" charset="0"/>
              <a:buNone/>
            </a:pP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   </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由于</a:t>
            </a:r>
            <a:r>
              <a:rPr kumimoji="0" lang="en-US" altLang="zh-CN" sz="2000" i="1">
                <a:solidFill>
                  <a:srgbClr val="000000"/>
                </a:solidFill>
                <a:latin typeface="宋体" panose="02010600030101010101" pitchFamily="2" charset="-122"/>
                <a:ea typeface="宋体" panose="02010600030101010101" pitchFamily="2" charset="-122"/>
                <a:sym typeface="宋体" panose="02010600030101010101" pitchFamily="2" charset="-122"/>
              </a:rPr>
              <a:t>πE</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一般都比（</a:t>
            </a: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1+2</a:t>
            </a:r>
            <a:r>
              <a:rPr kumimoji="0" lang="en-US" altLang="zh-CN" sz="2000" i="1">
                <a:solidFill>
                  <a:srgbClr val="000000"/>
                </a:solidFill>
                <a:latin typeface="宋体" panose="02010600030101010101" pitchFamily="2" charset="-122"/>
                <a:ea typeface="宋体" panose="02010600030101010101" pitchFamily="2" charset="-122"/>
                <a:sym typeface="宋体" panose="02010600030101010101" pitchFamily="2" charset="-122"/>
              </a:rPr>
              <a:t>μ</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）大几十倍甚至上百倍，因此引起半导体材料电阻相对变化的主要原因是压阻效应，所以上式可近似写成</a:t>
            </a:r>
            <a:endParaRPr kumimoji="0" lang="zh-CN" altLang="en-US" sz="1800">
              <a:solidFill>
                <a:srgbClr val="000000"/>
              </a:solidFill>
              <a:latin typeface="Arial" panose="020B0604020202020204" pitchFamily="34" charset="0"/>
              <a:ea typeface="宋体" panose="02010600030101010101" pitchFamily="2" charset="-122"/>
            </a:endParaRPr>
          </a:p>
        </p:txBody>
      </p:sp>
      <p:pic>
        <p:nvPicPr>
          <p:cNvPr id="24583" name="Object 7">
            <a:extLst>
              <a:ext uri="{FF2B5EF4-FFF2-40B4-BE49-F238E27FC236}">
                <a16:creationId xmlns:a16="http://schemas.microsoft.com/office/drawing/2014/main" id="{C7BFB270-1AA7-4233-9D3C-0F0CE832F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00" y="2133600"/>
            <a:ext cx="132556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Rectangle 11">
            <a:extLst>
              <a:ext uri="{FF2B5EF4-FFF2-40B4-BE49-F238E27FC236}">
                <a16:creationId xmlns:a16="http://schemas.microsoft.com/office/drawing/2014/main" id="{6E72A463-6463-49E1-A9EB-F4C465255AD9}"/>
              </a:ext>
            </a:extLst>
          </p:cNvPr>
          <p:cNvSpPr>
            <a:spLocks noChangeArrowheads="1"/>
          </p:cNvSpPr>
          <p:nvPr/>
        </p:nvSpPr>
        <p:spPr bwMode="auto">
          <a:xfrm>
            <a:off x="179388" y="2997200"/>
            <a:ext cx="8712200" cy="1006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 typeface="Arial" panose="020B0604020202020204" pitchFamily="34" charset="0"/>
              <a:buNone/>
            </a:pP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    </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式中</a:t>
            </a: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π—</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压阻系数；</a:t>
            </a:r>
            <a:r>
              <a:rPr kumimoji="0" lang="en-US" altLang="zh-CN" sz="2000" i="1">
                <a:solidFill>
                  <a:srgbClr val="000000"/>
                </a:solidFill>
                <a:latin typeface="宋体" panose="02010600030101010101" pitchFamily="2" charset="-122"/>
                <a:ea typeface="宋体" panose="02010600030101010101" pitchFamily="2" charset="-122"/>
                <a:sym typeface="宋体" panose="02010600030101010101" pitchFamily="2" charset="-122"/>
              </a:rPr>
              <a:t>E</a:t>
            </a: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弹性模量；</a:t>
            </a: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σ—</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应力；</a:t>
            </a: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ε—</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应变</a:t>
            </a:r>
          </a:p>
          <a:p>
            <a:pPr algn="l">
              <a:spcBef>
                <a:spcPct val="0"/>
              </a:spcBef>
              <a:buSzTx/>
              <a:buFont typeface="Arial" panose="020B0604020202020204" pitchFamily="34" charset="0"/>
              <a:buNone/>
            </a:pP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上式表明压阻传感器的工作原理是基于压阻效应。</a:t>
            </a:r>
            <a:endParaRPr kumimoji="0" lang="zh-CN" altLang="en-US" sz="1800">
              <a:solidFill>
                <a:srgbClr val="000000"/>
              </a:solidFill>
              <a:latin typeface="Arial" panose="020B0604020202020204" pitchFamily="34" charset="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矩形 4">
            <a:extLst>
              <a:ext uri="{FF2B5EF4-FFF2-40B4-BE49-F238E27FC236}">
                <a16:creationId xmlns:a16="http://schemas.microsoft.com/office/drawing/2014/main" id="{75786177-B9A2-4803-A2BA-7ABD589118C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endParaRPr kumimoji="0" lang="zh-CN" altLang="zh-CN" sz="1800">
              <a:solidFill>
                <a:srgbClr val="FFFFFF"/>
              </a:solidFill>
              <a:latin typeface="Calibri" panose="020F0502020204030204" pitchFamily="34" charset="0"/>
              <a:ea typeface="宋体" panose="02010600030101010101" pitchFamily="2" charset="-122"/>
              <a:sym typeface="Calibri" panose="020F0502020204030204" pitchFamily="34" charset="0"/>
            </a:endParaRPr>
          </a:p>
        </p:txBody>
      </p:sp>
      <p:sp>
        <p:nvSpPr>
          <p:cNvPr id="379907" name="灯片编号占位符 3">
            <a:extLst>
              <a:ext uri="{FF2B5EF4-FFF2-40B4-BE49-F238E27FC236}">
                <a16:creationId xmlns:a16="http://schemas.microsoft.com/office/drawing/2014/main" id="{1F72E24B-E4E1-4265-81CC-744E001891C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 typeface="Arial" panose="020B0604020202020204" pitchFamily="34" charset="0"/>
              <a:buNone/>
            </a:pPr>
            <a:fld id="{B2EE0C77-EE73-4344-9BE3-57316EA1001B}" type="slidenum">
              <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rPr>
              <a:pPr algn="r" eaLnBrk="1" hangingPunct="1">
                <a:lnSpc>
                  <a:spcPct val="100000"/>
                </a:lnSpc>
                <a:spcBef>
                  <a:spcPct val="0"/>
                </a:spcBef>
                <a:buSzTx/>
                <a:buFont typeface="Arial" panose="020B0604020202020204" pitchFamily="34" charset="0"/>
                <a:buNone/>
              </a:pPr>
              <a:t>12</a:t>
            </a:fld>
            <a:endPar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79908" name="TextBox 5">
            <a:extLst>
              <a:ext uri="{FF2B5EF4-FFF2-40B4-BE49-F238E27FC236}">
                <a16:creationId xmlns:a16="http://schemas.microsoft.com/office/drawing/2014/main" id="{C6229968-A9FA-4C5F-9E35-62A18F15AD7D}"/>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Wingdings" panose="05000000000000000000" pitchFamily="2" charset="2"/>
              <a:buChar char="u"/>
            </a:pPr>
            <a:r>
              <a:rPr kumimoji="0" lang="zh-CN" altLang="en-US" sz="3200" b="1">
                <a:solidFill>
                  <a:srgbClr val="002060"/>
                </a:solidFill>
                <a:latin typeface="楷体_GB2312" pitchFamily="49" charset="-122"/>
                <a:sym typeface="楷体_GB2312" pitchFamily="49" charset="-122"/>
              </a:rPr>
              <a:t>压阻系数</a:t>
            </a:r>
            <a:endParaRPr kumimoji="0" lang="zh-CN" altLang="en-US" sz="1800">
              <a:solidFill>
                <a:srgbClr val="002060"/>
              </a:solidFill>
              <a:latin typeface="Arial" panose="020B0604020202020204" pitchFamily="34" charset="0"/>
              <a:ea typeface="宋体" panose="02010600030101010101" pitchFamily="2" charset="-122"/>
            </a:endParaRPr>
          </a:p>
        </p:txBody>
      </p:sp>
      <p:sp>
        <p:nvSpPr>
          <p:cNvPr id="379909" name="Rectangle 2">
            <a:extLst>
              <a:ext uri="{FF2B5EF4-FFF2-40B4-BE49-F238E27FC236}">
                <a16:creationId xmlns:a16="http://schemas.microsoft.com/office/drawing/2014/main" id="{CDEB146D-F287-430B-B405-797E223C70B6}"/>
              </a:ext>
            </a:extLst>
          </p:cNvPr>
          <p:cNvSpPr>
            <a:spLocks noGrp="1" noChangeArrowheads="1"/>
          </p:cNvSpPr>
          <p:nvPr/>
        </p:nvSpPr>
        <p:spPr bwMode="auto">
          <a:xfrm>
            <a:off x="611188" y="1196975"/>
            <a:ext cx="74882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zh-CN" altLang="en-US">
                <a:solidFill>
                  <a:srgbClr val="000000"/>
                </a:solidFill>
                <a:latin typeface="Calibri" panose="020F0502020204030204" pitchFamily="34" charset="0"/>
                <a:ea typeface="宋体" panose="02010600030101010101" pitchFamily="2" charset="-122"/>
                <a:sym typeface="Calibri" panose="020F0502020204030204" pitchFamily="34" charset="0"/>
              </a:rPr>
              <a:t>以任意方向为例（</a:t>
            </a:r>
            <a:r>
              <a:rPr kumimoji="0" lang="en-US" altLang="zh-CN">
                <a:solidFill>
                  <a:srgbClr val="000000"/>
                </a:solidFill>
                <a:latin typeface="Calibri" panose="020F0502020204030204" pitchFamily="34" charset="0"/>
                <a:ea typeface="宋体" panose="02010600030101010101" pitchFamily="2" charset="-122"/>
                <a:sym typeface="Calibri" panose="020F0502020204030204" pitchFamily="34" charset="0"/>
              </a:rPr>
              <a:t>P</a:t>
            </a:r>
            <a:r>
              <a:rPr kumimoji="0" lang="zh-CN" altLang="en-US">
                <a:solidFill>
                  <a:srgbClr val="000000"/>
                </a:solidFill>
                <a:latin typeface="Calibri" panose="020F0502020204030204" pitchFamily="34" charset="0"/>
                <a:ea typeface="宋体" panose="02010600030101010101" pitchFamily="2" charset="-122"/>
                <a:sym typeface="Calibri" panose="020F0502020204030204" pitchFamily="34" charset="0"/>
              </a:rPr>
              <a:t>方向）推导电阻变化：</a:t>
            </a:r>
            <a:endParaRPr kumimoji="0" lang="zh-CN" altLang="en-US" sz="1800">
              <a:solidFill>
                <a:srgbClr val="000000"/>
              </a:solidFill>
              <a:latin typeface="Arial" panose="020B0604020202020204" pitchFamily="34" charset="0"/>
              <a:ea typeface="宋体" panose="02010600030101010101" pitchFamily="2" charset="-122"/>
            </a:endParaRPr>
          </a:p>
        </p:txBody>
      </p:sp>
      <p:grpSp>
        <p:nvGrpSpPr>
          <p:cNvPr id="33798" name="Group 3">
            <a:extLst>
              <a:ext uri="{FF2B5EF4-FFF2-40B4-BE49-F238E27FC236}">
                <a16:creationId xmlns:a16="http://schemas.microsoft.com/office/drawing/2014/main" id="{B3BAD57E-41CA-4664-8F18-8DBF5C86561F}"/>
              </a:ext>
            </a:extLst>
          </p:cNvPr>
          <p:cNvGrpSpPr>
            <a:grpSpLocks/>
          </p:cNvGrpSpPr>
          <p:nvPr/>
        </p:nvGrpSpPr>
        <p:grpSpPr bwMode="auto">
          <a:xfrm>
            <a:off x="1908175" y="2638425"/>
            <a:ext cx="4392613" cy="3311525"/>
            <a:chOff x="0" y="0"/>
            <a:chExt cx="2636" cy="2554"/>
          </a:xfrm>
        </p:grpSpPr>
        <p:sp>
          <p:nvSpPr>
            <p:cNvPr id="379911" name="Line 4">
              <a:extLst>
                <a:ext uri="{FF2B5EF4-FFF2-40B4-BE49-F238E27FC236}">
                  <a16:creationId xmlns:a16="http://schemas.microsoft.com/office/drawing/2014/main" id="{1E80E507-8477-40C5-8ED6-CBC2CFFBC0E2}"/>
                </a:ext>
              </a:extLst>
            </p:cNvPr>
            <p:cNvSpPr>
              <a:spLocks noChangeShapeType="1"/>
            </p:cNvSpPr>
            <p:nvPr/>
          </p:nvSpPr>
          <p:spPr bwMode="auto">
            <a:xfrm>
              <a:off x="816" y="1584"/>
              <a:ext cx="1632"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12" name="Line 5">
              <a:extLst>
                <a:ext uri="{FF2B5EF4-FFF2-40B4-BE49-F238E27FC236}">
                  <a16:creationId xmlns:a16="http://schemas.microsoft.com/office/drawing/2014/main" id="{679E95F4-BF14-4C5A-9133-0A45168655E5}"/>
                </a:ext>
              </a:extLst>
            </p:cNvPr>
            <p:cNvSpPr>
              <a:spLocks noChangeShapeType="1"/>
            </p:cNvSpPr>
            <p:nvPr/>
          </p:nvSpPr>
          <p:spPr bwMode="auto">
            <a:xfrm flipV="1">
              <a:off x="816" y="288"/>
              <a:ext cx="1" cy="1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13" name="Line 6">
              <a:extLst>
                <a:ext uri="{FF2B5EF4-FFF2-40B4-BE49-F238E27FC236}">
                  <a16:creationId xmlns:a16="http://schemas.microsoft.com/office/drawing/2014/main" id="{A77974A7-A2FF-4482-B046-93719BBCB9B5}"/>
                </a:ext>
              </a:extLst>
            </p:cNvPr>
            <p:cNvSpPr>
              <a:spLocks noChangeShapeType="1"/>
            </p:cNvSpPr>
            <p:nvPr/>
          </p:nvSpPr>
          <p:spPr bwMode="auto">
            <a:xfrm flipH="1">
              <a:off x="0" y="1584"/>
              <a:ext cx="816" cy="8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14" name="Line 7">
              <a:extLst>
                <a:ext uri="{FF2B5EF4-FFF2-40B4-BE49-F238E27FC236}">
                  <a16:creationId xmlns:a16="http://schemas.microsoft.com/office/drawing/2014/main" id="{D7FF1B1C-FEA9-4F7D-9DCD-740EBE8ECAF2}"/>
                </a:ext>
              </a:extLst>
            </p:cNvPr>
            <p:cNvSpPr>
              <a:spLocks noChangeShapeType="1"/>
            </p:cNvSpPr>
            <p:nvPr/>
          </p:nvSpPr>
          <p:spPr bwMode="auto">
            <a:xfrm flipV="1">
              <a:off x="816" y="576"/>
              <a:ext cx="1632" cy="10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15" name="Rectangle 8">
              <a:extLst>
                <a:ext uri="{FF2B5EF4-FFF2-40B4-BE49-F238E27FC236}">
                  <a16:creationId xmlns:a16="http://schemas.microsoft.com/office/drawing/2014/main" id="{5C944C65-7642-4C2D-B772-6CDA8BCFBFF8}"/>
                </a:ext>
              </a:extLst>
            </p:cNvPr>
            <p:cNvSpPr>
              <a:spLocks noChangeArrowheads="1"/>
            </p:cNvSpPr>
            <p:nvPr/>
          </p:nvSpPr>
          <p:spPr bwMode="auto">
            <a:xfrm rot="-1800000">
              <a:off x="1296" y="1008"/>
              <a:ext cx="624" cy="144"/>
            </a:xfrm>
            <a:prstGeom prst="rect">
              <a:avLst/>
            </a:prstGeom>
            <a:solidFill>
              <a:srgbClr val="00CC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79916" name="Rectangle 9">
              <a:extLst>
                <a:ext uri="{FF2B5EF4-FFF2-40B4-BE49-F238E27FC236}">
                  <a16:creationId xmlns:a16="http://schemas.microsoft.com/office/drawing/2014/main" id="{6164E261-4FBC-47F4-ADE5-98D02758A57B}"/>
                </a:ext>
              </a:extLst>
            </p:cNvPr>
            <p:cNvSpPr>
              <a:spLocks noChangeArrowheads="1"/>
            </p:cNvSpPr>
            <p:nvPr/>
          </p:nvSpPr>
          <p:spPr bwMode="auto">
            <a:xfrm rot="-1800000">
              <a:off x="1872" y="864"/>
              <a:ext cx="48" cy="96"/>
            </a:xfrm>
            <a:prstGeom prst="rect">
              <a:avLst/>
            </a:prstGeom>
            <a:solidFill>
              <a:schemeClr val="tx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79917" name="Rectangle 10">
              <a:extLst>
                <a:ext uri="{FF2B5EF4-FFF2-40B4-BE49-F238E27FC236}">
                  <a16:creationId xmlns:a16="http://schemas.microsoft.com/office/drawing/2014/main" id="{E1B6DB0A-5BB2-4634-92EB-3EAE29480ECE}"/>
                </a:ext>
              </a:extLst>
            </p:cNvPr>
            <p:cNvSpPr>
              <a:spLocks noChangeArrowheads="1"/>
            </p:cNvSpPr>
            <p:nvPr/>
          </p:nvSpPr>
          <p:spPr bwMode="auto">
            <a:xfrm rot="-1800000">
              <a:off x="1296" y="1200"/>
              <a:ext cx="48" cy="96"/>
            </a:xfrm>
            <a:prstGeom prst="rect">
              <a:avLst/>
            </a:prstGeom>
            <a:solidFill>
              <a:schemeClr val="tx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79918" name="Line 11">
              <a:extLst>
                <a:ext uri="{FF2B5EF4-FFF2-40B4-BE49-F238E27FC236}">
                  <a16:creationId xmlns:a16="http://schemas.microsoft.com/office/drawing/2014/main" id="{803C976F-B8F1-4655-A9E4-19DF9535906D}"/>
                </a:ext>
              </a:extLst>
            </p:cNvPr>
            <p:cNvSpPr>
              <a:spLocks noChangeShapeType="1"/>
            </p:cNvSpPr>
            <p:nvPr/>
          </p:nvSpPr>
          <p:spPr bwMode="auto">
            <a:xfrm flipV="1">
              <a:off x="1536" y="1152"/>
              <a:ext cx="48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19" name="Line 12">
              <a:extLst>
                <a:ext uri="{FF2B5EF4-FFF2-40B4-BE49-F238E27FC236}">
                  <a16:creationId xmlns:a16="http://schemas.microsoft.com/office/drawing/2014/main" id="{45DC5726-D12F-40C5-8EDA-6FBA5B1AEBBA}"/>
                </a:ext>
              </a:extLst>
            </p:cNvPr>
            <p:cNvSpPr>
              <a:spLocks noChangeShapeType="1"/>
            </p:cNvSpPr>
            <p:nvPr/>
          </p:nvSpPr>
          <p:spPr bwMode="auto">
            <a:xfrm flipV="1">
              <a:off x="1440" y="720"/>
              <a:ext cx="384"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20" name="Line 13">
              <a:extLst>
                <a:ext uri="{FF2B5EF4-FFF2-40B4-BE49-F238E27FC236}">
                  <a16:creationId xmlns:a16="http://schemas.microsoft.com/office/drawing/2014/main" id="{9D580BA7-3B65-4CEF-AD68-7E35B5C1F589}"/>
                </a:ext>
              </a:extLst>
            </p:cNvPr>
            <p:cNvSpPr>
              <a:spLocks noChangeShapeType="1"/>
            </p:cNvSpPr>
            <p:nvPr/>
          </p:nvSpPr>
          <p:spPr bwMode="auto">
            <a:xfrm flipH="1" flipV="1">
              <a:off x="1259" y="672"/>
              <a:ext cx="19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21" name="Rectangle 14">
              <a:extLst>
                <a:ext uri="{FF2B5EF4-FFF2-40B4-BE49-F238E27FC236}">
                  <a16:creationId xmlns:a16="http://schemas.microsoft.com/office/drawing/2014/main" id="{A7F637CD-0422-4FBC-9F3A-D033CC24B220}"/>
                </a:ext>
              </a:extLst>
            </p:cNvPr>
            <p:cNvSpPr>
              <a:spLocks noChangeArrowheads="1"/>
            </p:cNvSpPr>
            <p:nvPr/>
          </p:nvSpPr>
          <p:spPr bwMode="auto">
            <a:xfrm>
              <a:off x="1636" y="384"/>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σ</a:t>
              </a:r>
              <a:r>
                <a:rPr kumimoji="0" lang="en-US" altLang="zh-CN" b="1" baseline="-25000">
                  <a:solidFill>
                    <a:srgbClr val="000000"/>
                  </a:solidFill>
                  <a:ea typeface="宋体" panose="02010600030101010101" pitchFamily="2" charset="-122"/>
                  <a:sym typeface="Times New Roman" panose="02020603050405020304" pitchFamily="18" charset="0"/>
                </a:rPr>
                <a:t>//</a:t>
              </a:r>
              <a:endParaRPr kumimoji="0" lang="en-US" altLang="zh-CN" baseline="-25000">
                <a:solidFill>
                  <a:srgbClr val="000000"/>
                </a:solidFill>
                <a:ea typeface="宋体" panose="02010600030101010101" pitchFamily="2" charset="-122"/>
                <a:sym typeface="Times New Roman" panose="02020603050405020304" pitchFamily="18" charset="0"/>
              </a:endParaRPr>
            </a:p>
          </p:txBody>
        </p:sp>
        <p:sp>
          <p:nvSpPr>
            <p:cNvPr id="379922" name="Rectangle 15">
              <a:extLst>
                <a:ext uri="{FF2B5EF4-FFF2-40B4-BE49-F238E27FC236}">
                  <a16:creationId xmlns:a16="http://schemas.microsoft.com/office/drawing/2014/main" id="{D37CFFFD-AAE1-46A4-8258-71CA8AA46E76}"/>
                </a:ext>
              </a:extLst>
            </p:cNvPr>
            <p:cNvSpPr>
              <a:spLocks noChangeArrowheads="1"/>
            </p:cNvSpPr>
            <p:nvPr/>
          </p:nvSpPr>
          <p:spPr bwMode="auto">
            <a:xfrm>
              <a:off x="912" y="43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σ</a:t>
              </a:r>
              <a:r>
                <a:rPr kumimoji="0" lang="en-US" altLang="zh-CN" b="1" baseline="-25000">
                  <a:solidFill>
                    <a:srgbClr val="000000"/>
                  </a:solidFill>
                  <a:ea typeface="宋体" panose="02010600030101010101" pitchFamily="2" charset="-122"/>
                  <a:sym typeface="Times New Roman" panose="02020603050405020304" pitchFamily="18" charset="0"/>
                </a:rPr>
                <a:t>⊥</a:t>
              </a:r>
              <a:endParaRPr kumimoji="0" lang="en-US" altLang="zh-CN" baseline="-25000">
                <a:solidFill>
                  <a:srgbClr val="000000"/>
                </a:solidFill>
                <a:ea typeface="宋体" panose="02010600030101010101" pitchFamily="2" charset="-122"/>
                <a:sym typeface="Times New Roman" panose="02020603050405020304" pitchFamily="18" charset="0"/>
              </a:endParaRPr>
            </a:p>
          </p:txBody>
        </p:sp>
        <p:sp>
          <p:nvSpPr>
            <p:cNvPr id="379923" name="Rectangle 16">
              <a:extLst>
                <a:ext uri="{FF2B5EF4-FFF2-40B4-BE49-F238E27FC236}">
                  <a16:creationId xmlns:a16="http://schemas.microsoft.com/office/drawing/2014/main" id="{32363CE9-3A4F-4E50-B681-B862D9F5EF9E}"/>
                </a:ext>
              </a:extLst>
            </p:cNvPr>
            <p:cNvSpPr>
              <a:spLocks noChangeArrowheads="1"/>
            </p:cNvSpPr>
            <p:nvPr/>
          </p:nvSpPr>
          <p:spPr bwMode="auto">
            <a:xfrm>
              <a:off x="1968" y="432"/>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p</a:t>
              </a:r>
              <a:endParaRPr kumimoji="0" lang="en-US" altLang="zh-CN" b="1" baseline="-25000">
                <a:solidFill>
                  <a:srgbClr val="000000"/>
                </a:solidFill>
                <a:ea typeface="宋体" panose="02010600030101010101" pitchFamily="2" charset="-122"/>
                <a:sym typeface="Times New Roman" panose="02020603050405020304" pitchFamily="18" charset="0"/>
              </a:endParaRPr>
            </a:p>
          </p:txBody>
        </p:sp>
        <p:sp>
          <p:nvSpPr>
            <p:cNvPr id="379924" name="Rectangle 17">
              <a:extLst>
                <a:ext uri="{FF2B5EF4-FFF2-40B4-BE49-F238E27FC236}">
                  <a16:creationId xmlns:a16="http://schemas.microsoft.com/office/drawing/2014/main" id="{B6345375-F7F0-439E-8E10-5F0E863C66A8}"/>
                </a:ext>
              </a:extLst>
            </p:cNvPr>
            <p:cNvSpPr>
              <a:spLocks noChangeArrowheads="1"/>
            </p:cNvSpPr>
            <p:nvPr/>
          </p:nvSpPr>
          <p:spPr bwMode="auto">
            <a:xfrm>
              <a:off x="912" y="720"/>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Q</a:t>
              </a:r>
              <a:endParaRPr kumimoji="0" lang="en-US" altLang="zh-CN" b="1" baseline="-25000">
                <a:solidFill>
                  <a:srgbClr val="000000"/>
                </a:solidFill>
                <a:ea typeface="宋体" panose="02010600030101010101" pitchFamily="2" charset="-122"/>
                <a:sym typeface="Times New Roman" panose="02020603050405020304" pitchFamily="18" charset="0"/>
              </a:endParaRPr>
            </a:p>
          </p:txBody>
        </p:sp>
        <p:sp>
          <p:nvSpPr>
            <p:cNvPr id="379925" name="Rectangle 18">
              <a:extLst>
                <a:ext uri="{FF2B5EF4-FFF2-40B4-BE49-F238E27FC236}">
                  <a16:creationId xmlns:a16="http://schemas.microsoft.com/office/drawing/2014/main" id="{E9AD1EE4-C5A0-4A29-AD07-7D6D09DC71DA}"/>
                </a:ext>
              </a:extLst>
            </p:cNvPr>
            <p:cNvSpPr>
              <a:spLocks noChangeArrowheads="1"/>
            </p:cNvSpPr>
            <p:nvPr/>
          </p:nvSpPr>
          <p:spPr bwMode="auto">
            <a:xfrm>
              <a:off x="96" y="2304"/>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1</a:t>
              </a:r>
              <a:endParaRPr kumimoji="0" lang="en-US" altLang="zh-CN" b="1" baseline="-25000">
                <a:solidFill>
                  <a:srgbClr val="000000"/>
                </a:solidFill>
                <a:ea typeface="宋体" panose="02010600030101010101" pitchFamily="2" charset="-122"/>
                <a:sym typeface="Times New Roman" panose="02020603050405020304" pitchFamily="18" charset="0"/>
              </a:endParaRPr>
            </a:p>
          </p:txBody>
        </p:sp>
        <p:sp>
          <p:nvSpPr>
            <p:cNvPr id="379926" name="Rectangle 19">
              <a:extLst>
                <a:ext uri="{FF2B5EF4-FFF2-40B4-BE49-F238E27FC236}">
                  <a16:creationId xmlns:a16="http://schemas.microsoft.com/office/drawing/2014/main" id="{B37D471E-2FE8-44DC-AC32-74BB43C1BB61}"/>
                </a:ext>
              </a:extLst>
            </p:cNvPr>
            <p:cNvSpPr>
              <a:spLocks noChangeArrowheads="1"/>
            </p:cNvSpPr>
            <p:nvPr/>
          </p:nvSpPr>
          <p:spPr bwMode="auto">
            <a:xfrm>
              <a:off x="2160" y="1296"/>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2</a:t>
              </a:r>
              <a:endParaRPr kumimoji="0" lang="en-US" altLang="zh-CN" b="1" baseline="-25000">
                <a:solidFill>
                  <a:srgbClr val="000000"/>
                </a:solidFill>
                <a:ea typeface="宋体" panose="02010600030101010101" pitchFamily="2" charset="-122"/>
                <a:sym typeface="Times New Roman" panose="02020603050405020304" pitchFamily="18" charset="0"/>
              </a:endParaRPr>
            </a:p>
          </p:txBody>
        </p:sp>
        <p:sp>
          <p:nvSpPr>
            <p:cNvPr id="379927" name="Rectangle 20">
              <a:extLst>
                <a:ext uri="{FF2B5EF4-FFF2-40B4-BE49-F238E27FC236}">
                  <a16:creationId xmlns:a16="http://schemas.microsoft.com/office/drawing/2014/main" id="{3796EE94-9FE6-40D5-933E-477D2445C7CF}"/>
                </a:ext>
              </a:extLst>
            </p:cNvPr>
            <p:cNvSpPr>
              <a:spLocks noChangeArrowheads="1"/>
            </p:cNvSpPr>
            <p:nvPr/>
          </p:nvSpPr>
          <p:spPr bwMode="auto">
            <a:xfrm>
              <a:off x="480" y="0"/>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3</a:t>
              </a:r>
              <a:endParaRPr kumimoji="0" lang="en-US" altLang="zh-CN" b="1" baseline="-25000">
                <a:solidFill>
                  <a:srgbClr val="000000"/>
                </a:solidFill>
                <a:ea typeface="宋体" panose="02010600030101010101" pitchFamily="2" charset="-122"/>
                <a:sym typeface="Times New Roman" panose="02020603050405020304" pitchFamily="18" charset="0"/>
              </a:endParaRPr>
            </a:p>
          </p:txBody>
        </p:sp>
        <p:sp>
          <p:nvSpPr>
            <p:cNvPr id="379928" name="Rectangle 21">
              <a:extLst>
                <a:ext uri="{FF2B5EF4-FFF2-40B4-BE49-F238E27FC236}">
                  <a16:creationId xmlns:a16="http://schemas.microsoft.com/office/drawing/2014/main" id="{DB609AA8-4AC8-4CFA-9756-43A41B54B32E}"/>
                </a:ext>
              </a:extLst>
            </p:cNvPr>
            <p:cNvSpPr>
              <a:spLocks noChangeArrowheads="1"/>
            </p:cNvSpPr>
            <p:nvPr/>
          </p:nvSpPr>
          <p:spPr bwMode="auto">
            <a:xfrm>
              <a:off x="1680" y="1296"/>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I</a:t>
              </a:r>
              <a:endParaRPr kumimoji="0" lang="en-US" altLang="zh-CN" b="1" baseline="-25000">
                <a:solidFill>
                  <a:srgbClr val="000000"/>
                </a:solidFill>
                <a:ea typeface="宋体" panose="02010600030101010101" pitchFamily="2" charset="-122"/>
                <a:sym typeface="Times New Roman" panose="02020603050405020304" pitchFamily="18" charset="0"/>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矩形 4">
            <a:extLst>
              <a:ext uri="{FF2B5EF4-FFF2-40B4-BE49-F238E27FC236}">
                <a16:creationId xmlns:a16="http://schemas.microsoft.com/office/drawing/2014/main" id="{678F32A4-6E86-4D88-BB0A-D52A4191DF8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endParaRPr kumimoji="0" lang="zh-CN" altLang="zh-CN" sz="1800">
              <a:solidFill>
                <a:srgbClr val="FFFFFF"/>
              </a:solidFill>
              <a:latin typeface="Calibri" panose="020F0502020204030204" pitchFamily="34" charset="0"/>
              <a:ea typeface="宋体" panose="02010600030101010101" pitchFamily="2" charset="-122"/>
              <a:sym typeface="Calibri" panose="020F0502020204030204" pitchFamily="34" charset="0"/>
            </a:endParaRPr>
          </a:p>
        </p:txBody>
      </p:sp>
      <p:sp>
        <p:nvSpPr>
          <p:cNvPr id="380931" name="灯片编号占位符 3">
            <a:extLst>
              <a:ext uri="{FF2B5EF4-FFF2-40B4-BE49-F238E27FC236}">
                <a16:creationId xmlns:a16="http://schemas.microsoft.com/office/drawing/2014/main" id="{A5C17FEC-EB3C-4A3A-9A0F-C6D3FA0C4A97}"/>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 typeface="Arial" panose="020B0604020202020204" pitchFamily="34" charset="0"/>
              <a:buNone/>
            </a:pPr>
            <a:fld id="{6BFD93E7-9F1B-4437-9964-6FD2E2EDA5A3}" type="slidenum">
              <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rPr>
              <a:pPr algn="r" eaLnBrk="1" hangingPunct="1">
                <a:lnSpc>
                  <a:spcPct val="100000"/>
                </a:lnSpc>
                <a:spcBef>
                  <a:spcPct val="0"/>
                </a:spcBef>
                <a:buSzTx/>
                <a:buFont typeface="Arial" panose="020B0604020202020204" pitchFamily="34" charset="0"/>
                <a:buNone/>
              </a:pPr>
              <a:t>13</a:t>
            </a:fld>
            <a:endPar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0932" name="TextBox 5">
            <a:extLst>
              <a:ext uri="{FF2B5EF4-FFF2-40B4-BE49-F238E27FC236}">
                <a16:creationId xmlns:a16="http://schemas.microsoft.com/office/drawing/2014/main" id="{807127EA-9F10-48F6-B5B2-F77513ECD595}"/>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Arial" panose="020B0604020202020204" pitchFamily="34" charset="0"/>
              <a:buNone/>
            </a:pPr>
            <a:r>
              <a:rPr kumimoji="0" lang="zh-CN" altLang="en-US" sz="3200" b="1">
                <a:solidFill>
                  <a:srgbClr val="002060"/>
                </a:solidFill>
                <a:latin typeface="楷体_GB2312" pitchFamily="49" charset="-122"/>
                <a:sym typeface="楷体_GB2312" pitchFamily="49" charset="-122"/>
              </a:rPr>
              <a:t>压阻系数计算</a:t>
            </a:r>
            <a:endParaRPr kumimoji="0" lang="zh-CN" altLang="en-US" sz="1800">
              <a:solidFill>
                <a:srgbClr val="002060"/>
              </a:solidFill>
              <a:latin typeface="Arial" panose="020B0604020202020204" pitchFamily="34" charset="0"/>
              <a:ea typeface="宋体" panose="02010600030101010101" pitchFamily="2" charset="-122"/>
            </a:endParaRPr>
          </a:p>
        </p:txBody>
      </p:sp>
      <p:pic>
        <p:nvPicPr>
          <p:cNvPr id="34821" name="Object 5" descr="白色大理石">
            <a:extLst>
              <a:ext uri="{FF2B5EF4-FFF2-40B4-BE49-F238E27FC236}">
                <a16:creationId xmlns:a16="http://schemas.microsoft.com/office/drawing/2014/main" id="{E7044F08-C9D2-4657-A792-6103DF52A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844675"/>
            <a:ext cx="3328987"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Text Box 3" descr="信纸">
            <a:extLst>
              <a:ext uri="{FF2B5EF4-FFF2-40B4-BE49-F238E27FC236}">
                <a16:creationId xmlns:a16="http://schemas.microsoft.com/office/drawing/2014/main" id="{37E0862A-655A-4006-984C-F249CD357BDE}"/>
              </a:ext>
            </a:extLst>
          </p:cNvPr>
          <p:cNvSpPr>
            <a:spLocks noChangeArrowheads="1"/>
          </p:cNvSpPr>
          <p:nvPr/>
        </p:nvSpPr>
        <p:spPr bwMode="auto">
          <a:xfrm>
            <a:off x="4356100" y="1412875"/>
            <a:ext cx="403225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Clr>
                <a:srgbClr val="D60093"/>
              </a:buClr>
              <a:buSzPct val="75000"/>
              <a:buFont typeface="Wingdings" panose="05000000000000000000" pitchFamily="2" charset="2"/>
              <a:buNone/>
            </a:pPr>
            <a:r>
              <a:rPr kumimoji="0" lang="zh-CN" altLang="en-US" b="1">
                <a:solidFill>
                  <a:srgbClr val="000000"/>
                </a:solidFill>
                <a:ea typeface="宋体" panose="02010600030101010101" pitchFamily="2" charset="-122"/>
                <a:sym typeface="Times New Roman" panose="02020603050405020304" pitchFamily="18" charset="0"/>
              </a:rPr>
              <a:t>其中    </a:t>
            </a:r>
            <a:r>
              <a:rPr kumimoji="0" lang="en-US" altLang="zh-CN" b="1">
                <a:solidFill>
                  <a:srgbClr val="000000"/>
                </a:solidFill>
                <a:ea typeface="宋体" panose="02010600030101010101" pitchFamily="2" charset="-122"/>
                <a:sym typeface="Times New Roman" panose="02020603050405020304" pitchFamily="18" charset="0"/>
              </a:rPr>
              <a:t>σ</a:t>
            </a:r>
            <a:r>
              <a:rPr kumimoji="0" lang="en-US" altLang="zh-CN" b="1" baseline="-25000">
                <a:solidFill>
                  <a:srgbClr val="000000"/>
                </a:solidFill>
                <a:ea typeface="宋体" panose="02010600030101010101" pitchFamily="2" charset="-122"/>
                <a:sym typeface="Times New Roman" panose="02020603050405020304" pitchFamily="18" charset="0"/>
              </a:rPr>
              <a:t>∥</a:t>
            </a:r>
            <a:r>
              <a:rPr kumimoji="0" lang="zh-CN" altLang="en-US" b="1">
                <a:solidFill>
                  <a:srgbClr val="000000"/>
                </a:solidFill>
                <a:ea typeface="宋体" panose="02010600030101010101" pitchFamily="2" charset="-122"/>
                <a:sym typeface="Times New Roman" panose="02020603050405020304" pitchFamily="18" charset="0"/>
              </a:rPr>
              <a:t>：纵向应力</a:t>
            </a:r>
          </a:p>
          <a:p>
            <a:pPr algn="l" eaLnBrk="1" hangingPunct="1">
              <a:lnSpc>
                <a:spcPct val="100000"/>
              </a:lnSpc>
              <a:spcBef>
                <a:spcPct val="50000"/>
              </a:spcBef>
              <a:buClr>
                <a:srgbClr val="D60093"/>
              </a:buClr>
              <a:buSzPct val="75000"/>
              <a:buFont typeface="Wingdings" panose="05000000000000000000" pitchFamily="2" charset="2"/>
              <a:buNone/>
            </a:pPr>
            <a:r>
              <a:rPr kumimoji="0" lang="zh-CN" altLang="en-US" b="1">
                <a:solidFill>
                  <a:srgbClr val="000000"/>
                </a:solidFill>
                <a:ea typeface="宋体" panose="02010600030101010101" pitchFamily="2" charset="-122"/>
                <a:sym typeface="Times New Roman" panose="02020603050405020304" pitchFamily="18" charset="0"/>
              </a:rPr>
              <a:t>	</a:t>
            </a:r>
            <a:r>
              <a:rPr kumimoji="0" lang="en-US" altLang="zh-CN" b="1">
                <a:solidFill>
                  <a:srgbClr val="000000"/>
                </a:solidFill>
                <a:ea typeface="宋体" panose="02010600030101010101" pitchFamily="2" charset="-122"/>
                <a:sym typeface="Times New Roman" panose="02020603050405020304" pitchFamily="18" charset="0"/>
              </a:rPr>
              <a:t>σ</a:t>
            </a:r>
            <a:r>
              <a:rPr kumimoji="0" lang="en-US" altLang="zh-CN" b="1" baseline="-25000">
                <a:solidFill>
                  <a:srgbClr val="000000"/>
                </a:solidFill>
                <a:ea typeface="宋体" panose="02010600030101010101" pitchFamily="2" charset="-122"/>
                <a:sym typeface="Times New Roman" panose="02020603050405020304" pitchFamily="18" charset="0"/>
              </a:rPr>
              <a:t>⊥</a:t>
            </a:r>
            <a:r>
              <a:rPr kumimoji="0" lang="zh-CN" altLang="en-US" b="1">
                <a:solidFill>
                  <a:srgbClr val="000000"/>
                </a:solidFill>
                <a:ea typeface="宋体" panose="02010600030101010101" pitchFamily="2" charset="-122"/>
                <a:sym typeface="Times New Roman" panose="02020603050405020304" pitchFamily="18" charset="0"/>
              </a:rPr>
              <a:t>：横向应力</a:t>
            </a:r>
          </a:p>
          <a:p>
            <a:pPr algn="l" eaLnBrk="1" hangingPunct="1">
              <a:lnSpc>
                <a:spcPct val="100000"/>
              </a:lnSpc>
              <a:spcBef>
                <a:spcPct val="50000"/>
              </a:spcBef>
              <a:buClr>
                <a:srgbClr val="D60093"/>
              </a:buClr>
              <a:buSzPct val="75000"/>
              <a:buFont typeface="Wingdings" panose="05000000000000000000" pitchFamily="2" charset="2"/>
              <a:buNone/>
            </a:pPr>
            <a:r>
              <a:rPr kumimoji="0" lang="zh-CN" altLang="en-US" b="1">
                <a:solidFill>
                  <a:srgbClr val="000000"/>
                </a:solidFill>
                <a:ea typeface="宋体" panose="02010600030101010101" pitchFamily="2" charset="-122"/>
                <a:sym typeface="Times New Roman" panose="02020603050405020304" pitchFamily="18" charset="0"/>
              </a:rPr>
              <a:t>	</a:t>
            </a:r>
            <a:r>
              <a:rPr kumimoji="0" lang="en-US" altLang="zh-CN" b="1">
                <a:solidFill>
                  <a:srgbClr val="000000"/>
                </a:solidFill>
                <a:ea typeface="宋体" panose="02010600030101010101" pitchFamily="2" charset="-122"/>
                <a:sym typeface="Times New Roman" panose="02020603050405020304" pitchFamily="18" charset="0"/>
              </a:rPr>
              <a:t>π</a:t>
            </a:r>
            <a:r>
              <a:rPr kumimoji="0" lang="en-US" altLang="zh-CN" b="1" baseline="-25000">
                <a:solidFill>
                  <a:srgbClr val="000000"/>
                </a:solidFill>
                <a:ea typeface="宋体" panose="02010600030101010101" pitchFamily="2" charset="-122"/>
                <a:sym typeface="Times New Roman" panose="02020603050405020304" pitchFamily="18" charset="0"/>
              </a:rPr>
              <a:t>∥</a:t>
            </a:r>
            <a:r>
              <a:rPr kumimoji="0" lang="zh-CN" altLang="en-US" b="1">
                <a:solidFill>
                  <a:srgbClr val="000000"/>
                </a:solidFill>
                <a:ea typeface="宋体" panose="02010600030101010101" pitchFamily="2" charset="-122"/>
                <a:sym typeface="Times New Roman" panose="02020603050405020304" pitchFamily="18" charset="0"/>
              </a:rPr>
              <a:t>：纵向压阻系数</a:t>
            </a:r>
          </a:p>
          <a:p>
            <a:pPr algn="l" eaLnBrk="1" hangingPunct="1">
              <a:lnSpc>
                <a:spcPct val="100000"/>
              </a:lnSpc>
              <a:spcBef>
                <a:spcPct val="50000"/>
              </a:spcBef>
              <a:buClr>
                <a:srgbClr val="D60093"/>
              </a:buClr>
              <a:buSzPct val="75000"/>
              <a:buFont typeface="Wingdings" panose="05000000000000000000" pitchFamily="2" charset="2"/>
              <a:buNone/>
            </a:pPr>
            <a:r>
              <a:rPr kumimoji="0" lang="zh-CN" altLang="en-US" b="1">
                <a:solidFill>
                  <a:srgbClr val="000000"/>
                </a:solidFill>
                <a:ea typeface="宋体" panose="02010600030101010101" pitchFamily="2" charset="-122"/>
                <a:sym typeface="Times New Roman" panose="02020603050405020304" pitchFamily="18" charset="0"/>
              </a:rPr>
              <a:t>	</a:t>
            </a:r>
            <a:r>
              <a:rPr kumimoji="0" lang="en-US" altLang="zh-CN" b="1">
                <a:solidFill>
                  <a:srgbClr val="000000"/>
                </a:solidFill>
                <a:ea typeface="宋体" panose="02010600030101010101" pitchFamily="2" charset="-122"/>
                <a:sym typeface="Times New Roman" panose="02020603050405020304" pitchFamily="18" charset="0"/>
              </a:rPr>
              <a:t>π</a:t>
            </a:r>
            <a:r>
              <a:rPr kumimoji="0" lang="en-US" altLang="zh-CN" b="1" baseline="-25000">
                <a:solidFill>
                  <a:srgbClr val="000000"/>
                </a:solidFill>
                <a:ea typeface="宋体" panose="02010600030101010101" pitchFamily="2" charset="-122"/>
                <a:sym typeface="Times New Roman" panose="02020603050405020304" pitchFamily="18" charset="0"/>
              </a:rPr>
              <a:t>⊥</a:t>
            </a:r>
            <a:r>
              <a:rPr kumimoji="0" lang="zh-CN" altLang="en-US" b="1">
                <a:solidFill>
                  <a:srgbClr val="000000"/>
                </a:solidFill>
                <a:ea typeface="宋体" panose="02010600030101010101" pitchFamily="2" charset="-122"/>
                <a:sym typeface="Times New Roman" panose="02020603050405020304" pitchFamily="18" charset="0"/>
              </a:rPr>
              <a:t>：横向压阻系数</a:t>
            </a: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380935" name="Rectangle 2">
            <a:extLst>
              <a:ext uri="{FF2B5EF4-FFF2-40B4-BE49-F238E27FC236}">
                <a16:creationId xmlns:a16="http://schemas.microsoft.com/office/drawing/2014/main" id="{5DB7B3B3-CFD3-48F3-ADCB-EB7E4EF64EC0}"/>
              </a:ext>
            </a:extLst>
          </p:cNvPr>
          <p:cNvSpPr>
            <a:spLocks noGrp="1" noChangeArrowheads="1"/>
          </p:cNvSpPr>
          <p:nvPr/>
        </p:nvSpPr>
        <p:spPr bwMode="auto">
          <a:xfrm>
            <a:off x="179388" y="3717925"/>
            <a:ext cx="68405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将各个压阻系数向</a:t>
            </a:r>
            <a:r>
              <a:rPr kumimoji="0" lang="en-US" altLang="zh-CN">
                <a:solidFill>
                  <a:srgbClr val="000000"/>
                </a:solidFill>
                <a:latin typeface="宋体" panose="02010600030101010101" pitchFamily="2" charset="-122"/>
                <a:ea typeface="宋体" panose="02010600030101010101" pitchFamily="2" charset="-122"/>
                <a:sym typeface="宋体" panose="02010600030101010101" pitchFamily="2" charset="-122"/>
              </a:rPr>
              <a:t>P</a:t>
            </a: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a:t>
            </a:r>
            <a:r>
              <a:rPr kumimoji="0" lang="en-US" altLang="zh-CN">
                <a:solidFill>
                  <a:srgbClr val="000000"/>
                </a:solidFill>
                <a:latin typeface="宋体" panose="02010600030101010101" pitchFamily="2" charset="-122"/>
                <a:ea typeface="宋体" panose="02010600030101010101" pitchFamily="2" charset="-122"/>
                <a:sym typeface="宋体" panose="02010600030101010101" pitchFamily="2" charset="-122"/>
              </a:rPr>
              <a:t>Q</a:t>
            </a: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方向投影，可得：</a:t>
            </a:r>
            <a:endParaRPr kumimoji="0" lang="zh-CN" altLang="en-US" sz="1800">
              <a:solidFill>
                <a:srgbClr val="000000"/>
              </a:solidFill>
              <a:latin typeface="Arial" panose="020B0604020202020204" pitchFamily="34" charset="0"/>
              <a:ea typeface="宋体" panose="02010600030101010101" pitchFamily="2" charset="-122"/>
            </a:endParaRPr>
          </a:p>
        </p:txBody>
      </p:sp>
      <p:pic>
        <p:nvPicPr>
          <p:cNvPr id="34824" name="Object 8" descr="白色大理石">
            <a:extLst>
              <a:ext uri="{FF2B5EF4-FFF2-40B4-BE49-F238E27FC236}">
                <a16:creationId xmlns:a16="http://schemas.microsoft.com/office/drawing/2014/main" id="{C1549A39-B6CC-44D2-9AE6-357B15024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4292600"/>
            <a:ext cx="44275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5" name="Object 9" descr="白色大理石">
            <a:extLst>
              <a:ext uri="{FF2B5EF4-FFF2-40B4-BE49-F238E27FC236}">
                <a16:creationId xmlns:a16="http://schemas.microsoft.com/office/drawing/2014/main" id="{13A2A9E0-396A-4B57-A371-B6B41A27B0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5300" y="4870450"/>
            <a:ext cx="44640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6" name="Text Box 5" descr="信纸">
            <a:extLst>
              <a:ext uri="{FF2B5EF4-FFF2-40B4-BE49-F238E27FC236}">
                <a16:creationId xmlns:a16="http://schemas.microsoft.com/office/drawing/2014/main" id="{6DEFB775-E826-4F94-9C00-26EF0E5D961B}"/>
              </a:ext>
            </a:extLst>
          </p:cNvPr>
          <p:cNvSpPr>
            <a:spLocks noChangeArrowheads="1"/>
          </p:cNvSpPr>
          <p:nvPr/>
        </p:nvSpPr>
        <p:spPr bwMode="auto">
          <a:xfrm>
            <a:off x="1116013" y="5661025"/>
            <a:ext cx="76311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Clr>
                <a:srgbClr val="D60093"/>
              </a:buClr>
              <a:buSzPct val="75000"/>
              <a:buFont typeface="Wingdings" panose="05000000000000000000" pitchFamily="2" charset="2"/>
              <a:buNone/>
            </a:pPr>
            <a:r>
              <a:rPr kumimoji="0" lang="en-US" altLang="zh-CN">
                <a:solidFill>
                  <a:srgbClr val="000000"/>
                </a:solidFill>
                <a:ea typeface="宋体" panose="02010600030101010101" pitchFamily="2" charset="-122"/>
                <a:sym typeface="Times New Roman" panose="02020603050405020304" pitchFamily="18" charset="0"/>
              </a:rPr>
              <a:t>(l</a:t>
            </a:r>
            <a:r>
              <a:rPr kumimoji="0" lang="en-US" altLang="zh-CN" baseline="-25000">
                <a:solidFill>
                  <a:srgbClr val="000000"/>
                </a:solidFill>
                <a:ea typeface="宋体" panose="02010600030101010101" pitchFamily="2" charset="-122"/>
                <a:sym typeface="Times New Roman" panose="02020603050405020304" pitchFamily="18" charset="0"/>
              </a:rPr>
              <a:t>1</a:t>
            </a:r>
            <a:r>
              <a:rPr kumimoji="0" lang="en-US" altLang="zh-CN">
                <a:solidFill>
                  <a:srgbClr val="000000"/>
                </a:solidFill>
                <a:ea typeface="宋体" panose="02010600030101010101" pitchFamily="2" charset="-122"/>
                <a:sym typeface="Times New Roman" panose="02020603050405020304" pitchFamily="18" charset="0"/>
              </a:rPr>
              <a:t>,m</a:t>
            </a:r>
            <a:r>
              <a:rPr kumimoji="0" lang="en-US" altLang="zh-CN" baseline="-25000">
                <a:solidFill>
                  <a:srgbClr val="000000"/>
                </a:solidFill>
                <a:ea typeface="宋体" panose="02010600030101010101" pitchFamily="2" charset="-122"/>
                <a:sym typeface="Times New Roman" panose="02020603050405020304" pitchFamily="18" charset="0"/>
              </a:rPr>
              <a:t>1</a:t>
            </a:r>
            <a:r>
              <a:rPr kumimoji="0" lang="en-US" altLang="zh-CN">
                <a:solidFill>
                  <a:srgbClr val="000000"/>
                </a:solidFill>
                <a:ea typeface="宋体" panose="02010600030101010101" pitchFamily="2" charset="-122"/>
                <a:sym typeface="Times New Roman" panose="02020603050405020304" pitchFamily="18" charset="0"/>
              </a:rPr>
              <a:t>,n</a:t>
            </a:r>
            <a:r>
              <a:rPr kumimoji="0" lang="en-US" altLang="zh-CN" baseline="-25000">
                <a:solidFill>
                  <a:srgbClr val="000000"/>
                </a:solidFill>
                <a:ea typeface="宋体" panose="02010600030101010101" pitchFamily="2" charset="-122"/>
                <a:sym typeface="Times New Roman" panose="02020603050405020304" pitchFamily="18" charset="0"/>
              </a:rPr>
              <a:t>1</a:t>
            </a:r>
            <a:r>
              <a:rPr kumimoji="0" lang="en-US" altLang="zh-CN">
                <a:solidFill>
                  <a:srgbClr val="000000"/>
                </a:solidFill>
                <a:ea typeface="宋体" panose="02010600030101010101" pitchFamily="2" charset="-122"/>
                <a:sym typeface="Times New Roman" panose="02020603050405020304" pitchFamily="18" charset="0"/>
              </a:rPr>
              <a:t>):P</a:t>
            </a:r>
            <a:r>
              <a:rPr kumimoji="0" lang="zh-CN" altLang="en-US">
                <a:solidFill>
                  <a:srgbClr val="000000"/>
                </a:solidFill>
                <a:ea typeface="宋体" panose="02010600030101010101" pitchFamily="2" charset="-122"/>
                <a:sym typeface="Times New Roman" panose="02020603050405020304" pitchFamily="18" charset="0"/>
              </a:rPr>
              <a:t>方向余弦    </a:t>
            </a:r>
            <a:r>
              <a:rPr kumimoji="0" lang="en-US" altLang="zh-CN">
                <a:solidFill>
                  <a:srgbClr val="000000"/>
                </a:solidFill>
                <a:ea typeface="宋体" panose="02010600030101010101" pitchFamily="2" charset="-122"/>
                <a:sym typeface="Times New Roman" panose="02020603050405020304" pitchFamily="18" charset="0"/>
              </a:rPr>
              <a:t>(l</a:t>
            </a:r>
            <a:r>
              <a:rPr kumimoji="0" lang="en-US" altLang="zh-CN" baseline="-25000">
                <a:solidFill>
                  <a:srgbClr val="000000"/>
                </a:solidFill>
                <a:ea typeface="宋体" panose="02010600030101010101" pitchFamily="2" charset="-122"/>
                <a:sym typeface="Times New Roman" panose="02020603050405020304" pitchFamily="18" charset="0"/>
              </a:rPr>
              <a:t>2</a:t>
            </a:r>
            <a:r>
              <a:rPr kumimoji="0" lang="en-US" altLang="zh-CN">
                <a:solidFill>
                  <a:srgbClr val="000000"/>
                </a:solidFill>
                <a:ea typeface="宋体" panose="02010600030101010101" pitchFamily="2" charset="-122"/>
                <a:sym typeface="Times New Roman" panose="02020603050405020304" pitchFamily="18" charset="0"/>
              </a:rPr>
              <a:t>,m</a:t>
            </a:r>
            <a:r>
              <a:rPr kumimoji="0" lang="en-US" altLang="zh-CN" baseline="-25000">
                <a:solidFill>
                  <a:srgbClr val="000000"/>
                </a:solidFill>
                <a:ea typeface="宋体" panose="02010600030101010101" pitchFamily="2" charset="-122"/>
                <a:sym typeface="Times New Roman" panose="02020603050405020304" pitchFamily="18" charset="0"/>
              </a:rPr>
              <a:t>2</a:t>
            </a:r>
            <a:r>
              <a:rPr kumimoji="0" lang="en-US" altLang="zh-CN">
                <a:solidFill>
                  <a:srgbClr val="000000"/>
                </a:solidFill>
                <a:ea typeface="宋体" panose="02010600030101010101" pitchFamily="2" charset="-122"/>
                <a:sym typeface="Times New Roman" panose="02020603050405020304" pitchFamily="18" charset="0"/>
              </a:rPr>
              <a:t>,n</a:t>
            </a:r>
            <a:r>
              <a:rPr kumimoji="0" lang="en-US" altLang="zh-CN" baseline="-25000">
                <a:solidFill>
                  <a:srgbClr val="000000"/>
                </a:solidFill>
                <a:ea typeface="宋体" panose="02010600030101010101" pitchFamily="2" charset="-122"/>
                <a:sym typeface="Times New Roman" panose="02020603050405020304" pitchFamily="18" charset="0"/>
              </a:rPr>
              <a:t>2</a:t>
            </a:r>
            <a:r>
              <a:rPr kumimoji="0" lang="en-US" altLang="zh-CN">
                <a:solidFill>
                  <a:srgbClr val="000000"/>
                </a:solidFill>
                <a:ea typeface="宋体" panose="02010600030101010101" pitchFamily="2" charset="-122"/>
                <a:sym typeface="Times New Roman" panose="02020603050405020304" pitchFamily="18" charset="0"/>
              </a:rPr>
              <a:t>):Q</a:t>
            </a:r>
            <a:r>
              <a:rPr kumimoji="0" lang="zh-CN" altLang="en-US">
                <a:solidFill>
                  <a:srgbClr val="000000"/>
                </a:solidFill>
                <a:ea typeface="宋体" panose="02010600030101010101" pitchFamily="2" charset="-122"/>
                <a:sym typeface="Times New Roman" panose="02020603050405020304" pitchFamily="18" charset="0"/>
              </a:rPr>
              <a:t>方向余弦</a:t>
            </a:r>
            <a:endParaRPr kumimoji="0" lang="zh-CN" altLang="en-US" sz="1800">
              <a:solidFill>
                <a:srgbClr val="000000"/>
              </a:solidFill>
              <a:latin typeface="Arial" panose="020B0604020202020204" pitchFamily="34"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矩形 4">
            <a:extLst>
              <a:ext uri="{FF2B5EF4-FFF2-40B4-BE49-F238E27FC236}">
                <a16:creationId xmlns:a16="http://schemas.microsoft.com/office/drawing/2014/main" id="{D2AC9A2F-F5AF-45E4-B4F4-B126ABF5A33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endParaRPr kumimoji="0" lang="zh-CN" altLang="zh-CN" sz="1800">
              <a:solidFill>
                <a:srgbClr val="FFFFFF"/>
              </a:solidFill>
              <a:latin typeface="Calibri" panose="020F0502020204030204" pitchFamily="34" charset="0"/>
              <a:ea typeface="宋体" panose="02010600030101010101" pitchFamily="2" charset="-122"/>
              <a:sym typeface="Calibri" panose="020F0502020204030204" pitchFamily="34" charset="0"/>
            </a:endParaRPr>
          </a:p>
        </p:txBody>
      </p:sp>
      <p:sp>
        <p:nvSpPr>
          <p:cNvPr id="381955" name="灯片编号占位符 3">
            <a:extLst>
              <a:ext uri="{FF2B5EF4-FFF2-40B4-BE49-F238E27FC236}">
                <a16:creationId xmlns:a16="http://schemas.microsoft.com/office/drawing/2014/main" id="{D460799C-53F3-4076-B8AE-BBCBC20D1C2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 typeface="Arial" panose="020B0604020202020204" pitchFamily="34" charset="0"/>
              <a:buNone/>
            </a:pPr>
            <a:fld id="{AD31A889-DB28-469A-88F5-5D736A630FB6}" type="slidenum">
              <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rPr>
              <a:pPr algn="r" eaLnBrk="1" hangingPunct="1">
                <a:lnSpc>
                  <a:spcPct val="100000"/>
                </a:lnSpc>
                <a:spcBef>
                  <a:spcPct val="0"/>
                </a:spcBef>
                <a:buSzTx/>
                <a:buFont typeface="Arial" panose="020B0604020202020204" pitchFamily="34" charset="0"/>
                <a:buNone/>
              </a:pPr>
              <a:t>14</a:t>
            </a:fld>
            <a:endPar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1956" name="TextBox 5">
            <a:extLst>
              <a:ext uri="{FF2B5EF4-FFF2-40B4-BE49-F238E27FC236}">
                <a16:creationId xmlns:a16="http://schemas.microsoft.com/office/drawing/2014/main" id="{9FF10B9F-3C63-4289-8351-7C8636DD3A80}"/>
              </a:ext>
            </a:extLst>
          </p:cNvPr>
          <p:cNvSpPr>
            <a:spLocks noChangeArrowheads="1"/>
          </p:cNvSpPr>
          <p:nvPr/>
        </p:nvSpPr>
        <p:spPr bwMode="auto">
          <a:xfrm>
            <a:off x="179388" y="385763"/>
            <a:ext cx="82502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Arial" panose="020B0604020202020204" pitchFamily="34" charset="0"/>
              <a:buNone/>
            </a:pPr>
            <a:r>
              <a:rPr kumimoji="0" lang="zh-CN" altLang="en-US" sz="2800">
                <a:solidFill>
                  <a:srgbClr val="002060"/>
                </a:solidFill>
                <a:latin typeface="Arial" panose="020B0604020202020204" pitchFamily="34" charset="0"/>
                <a:ea typeface="宋体" panose="02010600030101010101" pitchFamily="2" charset="-122"/>
              </a:rPr>
              <a:t>金属应变片传感器与压阻式传感器</a:t>
            </a:r>
            <a:r>
              <a:rPr kumimoji="0" lang="zh-CN" altLang="en-US" sz="2800" b="1">
                <a:solidFill>
                  <a:srgbClr val="002060"/>
                </a:solidFill>
                <a:latin typeface="Calibri" panose="020F0502020204030204" pitchFamily="34" charset="0"/>
                <a:ea typeface="宋体" panose="02010600030101010101" pitchFamily="2" charset="-122"/>
                <a:sym typeface="Calibri" panose="020F0502020204030204" pitchFamily="34" charset="0"/>
              </a:rPr>
              <a:t>比较</a:t>
            </a:r>
            <a:endParaRPr kumimoji="0" lang="zh-CN" altLang="en-US" sz="1600">
              <a:solidFill>
                <a:srgbClr val="002060"/>
              </a:solidFill>
              <a:latin typeface="Arial" panose="020B0604020202020204" pitchFamily="34" charset="0"/>
              <a:ea typeface="宋体" panose="02010600030101010101" pitchFamily="2" charset="-122"/>
            </a:endParaRPr>
          </a:p>
        </p:txBody>
      </p:sp>
      <p:sp>
        <p:nvSpPr>
          <p:cNvPr id="381957" name="Text Box 5">
            <a:extLst>
              <a:ext uri="{FF2B5EF4-FFF2-40B4-BE49-F238E27FC236}">
                <a16:creationId xmlns:a16="http://schemas.microsoft.com/office/drawing/2014/main" id="{EA56A47C-0822-4576-A411-A8E9D3F5E66C}"/>
              </a:ext>
            </a:extLst>
          </p:cNvPr>
          <p:cNvSpPr>
            <a:spLocks noChangeArrowheads="1"/>
          </p:cNvSpPr>
          <p:nvPr/>
        </p:nvSpPr>
        <p:spPr bwMode="auto">
          <a:xfrm>
            <a:off x="179388" y="1196975"/>
            <a:ext cx="87630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Arial" panose="020B0604020202020204" pitchFamily="34" charset="0"/>
              <a:buNone/>
            </a:pPr>
            <a:r>
              <a:rPr kumimoji="0" lang="zh-CN" altLang="en-US">
                <a:solidFill>
                  <a:srgbClr val="4F81BD"/>
                </a:solidFill>
                <a:latin typeface="Arial" panose="020B0604020202020204" pitchFamily="34" charset="0"/>
                <a:ea typeface="宋体" panose="02010600030101010101" pitchFamily="2" charset="-122"/>
              </a:rPr>
              <a:t>1  传感原理</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金属应变片传感器：</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       根据金属发生形变后导致截面积、长度等发生变化引起电阻变化，将形变量转换成电学量。（长度L、截面积S）</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压阻式传感器：</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       根据半导体在受应力作用后，半导体中的空隙或载流子发生迁移导致电阻率变化，从而引起电阻变化。（电阻率ρ）</a:t>
            </a: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381958" name="Text Box 5">
            <a:extLst>
              <a:ext uri="{FF2B5EF4-FFF2-40B4-BE49-F238E27FC236}">
                <a16:creationId xmlns:a16="http://schemas.microsoft.com/office/drawing/2014/main" id="{58C01288-52C7-497A-84CD-109C48748C00}"/>
              </a:ext>
            </a:extLst>
          </p:cNvPr>
          <p:cNvSpPr>
            <a:spLocks noChangeArrowheads="1"/>
          </p:cNvSpPr>
          <p:nvPr/>
        </p:nvSpPr>
        <p:spPr bwMode="auto">
          <a:xfrm>
            <a:off x="179388" y="3968750"/>
            <a:ext cx="8763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Arial" panose="020B0604020202020204" pitchFamily="34" charset="0"/>
              <a:buNone/>
            </a:pPr>
            <a:r>
              <a:rPr kumimoji="0" lang="zh-CN" altLang="en-US">
                <a:solidFill>
                  <a:srgbClr val="4F81BD"/>
                </a:solidFill>
                <a:latin typeface="Arial" panose="020B0604020202020204" pitchFamily="34" charset="0"/>
                <a:ea typeface="宋体" panose="02010600030101010101" pitchFamily="2" charset="-122"/>
              </a:rPr>
              <a:t>2  灵敏度</a:t>
            </a:r>
          </a:p>
          <a:p>
            <a:pPr algn="l" eaLnBrk="1" hangingPunct="1">
              <a:lnSpc>
                <a:spcPct val="100000"/>
              </a:lnSpc>
              <a:spcBef>
                <a:spcPct val="0"/>
              </a:spcBef>
              <a:buSzTx/>
              <a:buFont typeface="Arial" panose="020B0604020202020204" pitchFamily="34" charset="0"/>
              <a:buNone/>
            </a:pPr>
            <a:endParaRPr kumimoji="0" lang="zh-CN" altLang="en-US">
              <a:solidFill>
                <a:srgbClr val="000000"/>
              </a:solidFill>
              <a:latin typeface="Arial" panose="020B0604020202020204" pitchFamily="34" charset="0"/>
              <a:ea typeface="宋体" panose="02010600030101010101" pitchFamily="2" charset="-122"/>
            </a:endParaRP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金属应变片传感器：</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       K值一般为2-3</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压阻式传感器：</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       K值一般为100-300</a:t>
            </a:r>
            <a:endParaRPr kumimoji="0" lang="zh-CN" altLang="en-US" sz="1800">
              <a:solidFill>
                <a:srgbClr val="000000"/>
              </a:solidFill>
              <a:latin typeface="Arial" panose="020B0604020202020204" pitchFamily="34" charset="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矩形 4">
            <a:extLst>
              <a:ext uri="{FF2B5EF4-FFF2-40B4-BE49-F238E27FC236}">
                <a16:creationId xmlns:a16="http://schemas.microsoft.com/office/drawing/2014/main" id="{6D6B1EA5-69A8-4A24-8D7D-916D40C5B7E2}"/>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endParaRPr kumimoji="0" lang="zh-CN" altLang="zh-CN" sz="1800">
              <a:solidFill>
                <a:srgbClr val="FFFFFF"/>
              </a:solidFill>
              <a:latin typeface="Calibri" panose="020F0502020204030204" pitchFamily="34" charset="0"/>
              <a:ea typeface="宋体" panose="02010600030101010101" pitchFamily="2" charset="-122"/>
              <a:sym typeface="Calibri" panose="020F0502020204030204" pitchFamily="34" charset="0"/>
            </a:endParaRPr>
          </a:p>
        </p:txBody>
      </p:sp>
      <p:sp>
        <p:nvSpPr>
          <p:cNvPr id="382979" name="灯片编号占位符 3">
            <a:extLst>
              <a:ext uri="{FF2B5EF4-FFF2-40B4-BE49-F238E27FC236}">
                <a16:creationId xmlns:a16="http://schemas.microsoft.com/office/drawing/2014/main" id="{5EB126EC-5CAD-49D4-B4C0-1AFF190B8AA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 typeface="Arial" panose="020B0604020202020204" pitchFamily="34" charset="0"/>
              <a:buNone/>
            </a:pPr>
            <a:fld id="{EA3801AB-46DA-4128-A5D2-AE3C09745430}" type="slidenum">
              <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rPr>
              <a:pPr algn="r" eaLnBrk="1" hangingPunct="1">
                <a:lnSpc>
                  <a:spcPct val="100000"/>
                </a:lnSpc>
                <a:spcBef>
                  <a:spcPct val="0"/>
                </a:spcBef>
                <a:buSzTx/>
                <a:buFont typeface="Arial" panose="020B0604020202020204" pitchFamily="34" charset="0"/>
                <a:buNone/>
              </a:pPr>
              <a:t>15</a:t>
            </a:fld>
            <a:endPar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80" name="TextBox 5">
            <a:extLst>
              <a:ext uri="{FF2B5EF4-FFF2-40B4-BE49-F238E27FC236}">
                <a16:creationId xmlns:a16="http://schemas.microsoft.com/office/drawing/2014/main" id="{0F3A7079-5CF3-401F-8961-AA66A54F7E4D}"/>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Wingdings" panose="05000000000000000000" pitchFamily="2" charset="2"/>
              <a:buChar char="u"/>
            </a:pPr>
            <a:r>
              <a:rPr kumimoji="0" lang="zh-CN" altLang="en-US" sz="3200" b="1">
                <a:solidFill>
                  <a:srgbClr val="002060"/>
                </a:solidFill>
                <a:latin typeface="楷体_GB2312" pitchFamily="49" charset="-122"/>
                <a:sym typeface="楷体_GB2312" pitchFamily="49" charset="-122"/>
              </a:rPr>
              <a:t>电阻式传感器测量电路</a:t>
            </a:r>
            <a:endParaRPr kumimoji="0" lang="zh-CN" altLang="en-US" sz="1800">
              <a:solidFill>
                <a:srgbClr val="002060"/>
              </a:solidFill>
              <a:latin typeface="Arial" panose="020B0604020202020204" pitchFamily="34" charset="0"/>
              <a:ea typeface="宋体" panose="02010600030101010101" pitchFamily="2" charset="-122"/>
            </a:endParaRPr>
          </a:p>
        </p:txBody>
      </p:sp>
      <p:grpSp>
        <p:nvGrpSpPr>
          <p:cNvPr id="43013" name="Group 5">
            <a:extLst>
              <a:ext uri="{FF2B5EF4-FFF2-40B4-BE49-F238E27FC236}">
                <a16:creationId xmlns:a16="http://schemas.microsoft.com/office/drawing/2014/main" id="{16760052-B6A6-4FA0-8F29-214BA45B0CD5}"/>
              </a:ext>
            </a:extLst>
          </p:cNvPr>
          <p:cNvGrpSpPr>
            <a:grpSpLocks/>
          </p:cNvGrpSpPr>
          <p:nvPr/>
        </p:nvGrpSpPr>
        <p:grpSpPr bwMode="auto">
          <a:xfrm>
            <a:off x="2551113" y="1303338"/>
            <a:ext cx="3470275" cy="3201987"/>
            <a:chOff x="0" y="0"/>
            <a:chExt cx="2187" cy="2017"/>
          </a:xfrm>
        </p:grpSpPr>
        <p:grpSp>
          <p:nvGrpSpPr>
            <p:cNvPr id="382984" name="Group 6">
              <a:extLst>
                <a:ext uri="{FF2B5EF4-FFF2-40B4-BE49-F238E27FC236}">
                  <a16:creationId xmlns:a16="http://schemas.microsoft.com/office/drawing/2014/main" id="{5485671F-2684-4D77-925A-CBDA9285F214}"/>
                </a:ext>
              </a:extLst>
            </p:cNvPr>
            <p:cNvGrpSpPr>
              <a:grpSpLocks/>
            </p:cNvGrpSpPr>
            <p:nvPr/>
          </p:nvGrpSpPr>
          <p:grpSpPr bwMode="auto">
            <a:xfrm>
              <a:off x="223" y="243"/>
              <a:ext cx="733" cy="379"/>
              <a:chOff x="0" y="0"/>
              <a:chExt cx="1028" cy="565"/>
            </a:xfrm>
          </p:grpSpPr>
          <p:sp>
            <p:nvSpPr>
              <p:cNvPr id="383029" name="Rectangle 7">
                <a:extLst>
                  <a:ext uri="{FF2B5EF4-FFF2-40B4-BE49-F238E27FC236}">
                    <a16:creationId xmlns:a16="http://schemas.microsoft.com/office/drawing/2014/main" id="{94F5A0B2-3ED2-440B-8312-DD43F2C81DAF}"/>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30" name="Line 8">
                <a:extLst>
                  <a:ext uri="{FF2B5EF4-FFF2-40B4-BE49-F238E27FC236}">
                    <a16:creationId xmlns:a16="http://schemas.microsoft.com/office/drawing/2014/main" id="{05213F60-604E-486F-813A-DEA7621EB227}"/>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31" name="Line 9">
                <a:extLst>
                  <a:ext uri="{FF2B5EF4-FFF2-40B4-BE49-F238E27FC236}">
                    <a16:creationId xmlns:a16="http://schemas.microsoft.com/office/drawing/2014/main" id="{C4D3CCBD-1773-47F1-B94B-7C5438E59611}"/>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82985" name="Group 10">
              <a:extLst>
                <a:ext uri="{FF2B5EF4-FFF2-40B4-BE49-F238E27FC236}">
                  <a16:creationId xmlns:a16="http://schemas.microsoft.com/office/drawing/2014/main" id="{5F3E7E8C-2420-4BBC-B122-4FAF0CCFEA56}"/>
                </a:ext>
              </a:extLst>
            </p:cNvPr>
            <p:cNvGrpSpPr>
              <a:grpSpLocks/>
            </p:cNvGrpSpPr>
            <p:nvPr/>
          </p:nvGrpSpPr>
          <p:grpSpPr bwMode="auto">
            <a:xfrm flipV="1">
              <a:off x="223" y="833"/>
              <a:ext cx="733" cy="380"/>
              <a:chOff x="0" y="0"/>
              <a:chExt cx="1028" cy="565"/>
            </a:xfrm>
          </p:grpSpPr>
          <p:sp>
            <p:nvSpPr>
              <p:cNvPr id="383026" name="Rectangle 11">
                <a:extLst>
                  <a:ext uri="{FF2B5EF4-FFF2-40B4-BE49-F238E27FC236}">
                    <a16:creationId xmlns:a16="http://schemas.microsoft.com/office/drawing/2014/main" id="{770FE6C1-2056-4469-8E53-C87247B5FB64}"/>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27" name="Line 12">
                <a:extLst>
                  <a:ext uri="{FF2B5EF4-FFF2-40B4-BE49-F238E27FC236}">
                    <a16:creationId xmlns:a16="http://schemas.microsoft.com/office/drawing/2014/main" id="{317F1E69-B99E-467F-83B0-21DBA78A1704}"/>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28" name="Line 13">
                <a:extLst>
                  <a:ext uri="{FF2B5EF4-FFF2-40B4-BE49-F238E27FC236}">
                    <a16:creationId xmlns:a16="http://schemas.microsoft.com/office/drawing/2014/main" id="{C88D435B-5693-4409-BD23-C193E90DC21E}"/>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82986" name="Group 14">
              <a:extLst>
                <a:ext uri="{FF2B5EF4-FFF2-40B4-BE49-F238E27FC236}">
                  <a16:creationId xmlns:a16="http://schemas.microsoft.com/office/drawing/2014/main" id="{9866DD36-E2D0-4836-A3FB-43BC4DBCB733}"/>
                </a:ext>
              </a:extLst>
            </p:cNvPr>
            <p:cNvGrpSpPr>
              <a:grpSpLocks/>
            </p:cNvGrpSpPr>
            <p:nvPr/>
          </p:nvGrpSpPr>
          <p:grpSpPr bwMode="auto">
            <a:xfrm>
              <a:off x="870" y="833"/>
              <a:ext cx="733" cy="380"/>
              <a:chOff x="0" y="0"/>
              <a:chExt cx="1028" cy="565"/>
            </a:xfrm>
          </p:grpSpPr>
          <p:sp>
            <p:nvSpPr>
              <p:cNvPr id="383023" name="Rectangle 15">
                <a:extLst>
                  <a:ext uri="{FF2B5EF4-FFF2-40B4-BE49-F238E27FC236}">
                    <a16:creationId xmlns:a16="http://schemas.microsoft.com/office/drawing/2014/main" id="{50A0A9BC-34A7-4023-A6C1-CECB17321339}"/>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24" name="Line 16">
                <a:extLst>
                  <a:ext uri="{FF2B5EF4-FFF2-40B4-BE49-F238E27FC236}">
                    <a16:creationId xmlns:a16="http://schemas.microsoft.com/office/drawing/2014/main" id="{518A3826-2E63-442A-89F0-645B096D6621}"/>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25" name="Line 17">
                <a:extLst>
                  <a:ext uri="{FF2B5EF4-FFF2-40B4-BE49-F238E27FC236}">
                    <a16:creationId xmlns:a16="http://schemas.microsoft.com/office/drawing/2014/main" id="{C6618ECC-5C44-431F-A69E-7390AFB8FF3D}"/>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82987" name="Group 18">
              <a:extLst>
                <a:ext uri="{FF2B5EF4-FFF2-40B4-BE49-F238E27FC236}">
                  <a16:creationId xmlns:a16="http://schemas.microsoft.com/office/drawing/2014/main" id="{91AC1248-8E9E-4876-A527-7BE916BC5F57}"/>
                </a:ext>
              </a:extLst>
            </p:cNvPr>
            <p:cNvGrpSpPr>
              <a:grpSpLocks/>
            </p:cNvGrpSpPr>
            <p:nvPr/>
          </p:nvGrpSpPr>
          <p:grpSpPr bwMode="auto">
            <a:xfrm flipV="1">
              <a:off x="870" y="243"/>
              <a:ext cx="733" cy="379"/>
              <a:chOff x="0" y="0"/>
              <a:chExt cx="1028" cy="565"/>
            </a:xfrm>
          </p:grpSpPr>
          <p:sp>
            <p:nvSpPr>
              <p:cNvPr id="383020" name="Rectangle 19">
                <a:extLst>
                  <a:ext uri="{FF2B5EF4-FFF2-40B4-BE49-F238E27FC236}">
                    <a16:creationId xmlns:a16="http://schemas.microsoft.com/office/drawing/2014/main" id="{5300D8B2-E29B-4997-8327-943B1D9C5DB4}"/>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21" name="Line 20">
                <a:extLst>
                  <a:ext uri="{FF2B5EF4-FFF2-40B4-BE49-F238E27FC236}">
                    <a16:creationId xmlns:a16="http://schemas.microsoft.com/office/drawing/2014/main" id="{01BDB72F-28F2-4807-A905-3C0AE454822F}"/>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22" name="Line 21">
                <a:extLst>
                  <a:ext uri="{FF2B5EF4-FFF2-40B4-BE49-F238E27FC236}">
                    <a16:creationId xmlns:a16="http://schemas.microsoft.com/office/drawing/2014/main" id="{93E179DC-4A75-4101-B641-E233B8E1AAEC}"/>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82988" name="Rectangle 22">
              <a:extLst>
                <a:ext uri="{FF2B5EF4-FFF2-40B4-BE49-F238E27FC236}">
                  <a16:creationId xmlns:a16="http://schemas.microsoft.com/office/drawing/2014/main" id="{A118BD81-52F5-473A-80E4-BF25636F35F4}"/>
                </a:ext>
              </a:extLst>
            </p:cNvPr>
            <p:cNvSpPr>
              <a:spLocks noChangeArrowheads="1"/>
            </p:cNvSpPr>
            <p:nvPr/>
          </p:nvSpPr>
          <p:spPr bwMode="auto">
            <a:xfrm>
              <a:off x="712" y="645"/>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a:solidFill>
                    <a:srgbClr val="000000"/>
                  </a:solidFill>
                  <a:ea typeface="宋体" panose="02010600030101010101" pitchFamily="2" charset="-122"/>
                  <a:sym typeface="Times New Roman" panose="02020603050405020304" pitchFamily="18" charset="0"/>
                </a:rPr>
                <a:t> </a:t>
              </a:r>
              <a:endParaRPr kumimoji="0" lang="zh-CN" altLang="en-US"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2989" name="Oval 23">
              <a:extLst>
                <a:ext uri="{FF2B5EF4-FFF2-40B4-BE49-F238E27FC236}">
                  <a16:creationId xmlns:a16="http://schemas.microsoft.com/office/drawing/2014/main" id="{0B3AB3A8-EDCB-471A-8D3A-45D031106540}"/>
                </a:ext>
              </a:extLst>
            </p:cNvPr>
            <p:cNvSpPr>
              <a:spLocks noChangeArrowheads="1"/>
            </p:cNvSpPr>
            <p:nvPr/>
          </p:nvSpPr>
          <p:spPr bwMode="auto">
            <a:xfrm>
              <a:off x="256" y="707"/>
              <a:ext cx="40" cy="38"/>
            </a:xfrm>
            <a:prstGeom prst="ellipse">
              <a:avLst/>
            </a:prstGeom>
            <a:solidFill>
              <a:srgbClr val="000000"/>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90" name="Oval 24">
              <a:extLst>
                <a:ext uri="{FF2B5EF4-FFF2-40B4-BE49-F238E27FC236}">
                  <a16:creationId xmlns:a16="http://schemas.microsoft.com/office/drawing/2014/main" id="{D224B3A4-7ED0-4E36-920D-CE7DE8978E8F}"/>
                </a:ext>
              </a:extLst>
            </p:cNvPr>
            <p:cNvSpPr>
              <a:spLocks noChangeArrowheads="1"/>
            </p:cNvSpPr>
            <p:nvPr/>
          </p:nvSpPr>
          <p:spPr bwMode="auto">
            <a:xfrm>
              <a:off x="1532" y="707"/>
              <a:ext cx="41" cy="38"/>
            </a:xfrm>
            <a:prstGeom prst="ellipse">
              <a:avLst/>
            </a:prstGeom>
            <a:solidFill>
              <a:srgbClr val="000000"/>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91" name="Oval 25">
              <a:extLst>
                <a:ext uri="{FF2B5EF4-FFF2-40B4-BE49-F238E27FC236}">
                  <a16:creationId xmlns:a16="http://schemas.microsoft.com/office/drawing/2014/main" id="{39B7721E-40B8-453E-AC06-E296E21EA4AB}"/>
                </a:ext>
              </a:extLst>
            </p:cNvPr>
            <p:cNvSpPr>
              <a:spLocks noChangeArrowheads="1"/>
            </p:cNvSpPr>
            <p:nvPr/>
          </p:nvSpPr>
          <p:spPr bwMode="auto">
            <a:xfrm>
              <a:off x="889" y="123"/>
              <a:ext cx="41" cy="38"/>
            </a:xfrm>
            <a:prstGeom prst="ellipse">
              <a:avLst/>
            </a:prstGeom>
            <a:solidFill>
              <a:srgbClr val="000000"/>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92" name="Oval 26">
              <a:extLst>
                <a:ext uri="{FF2B5EF4-FFF2-40B4-BE49-F238E27FC236}">
                  <a16:creationId xmlns:a16="http://schemas.microsoft.com/office/drawing/2014/main" id="{F14D8B32-D311-4B59-AF48-26F21D0F42A2}"/>
                </a:ext>
              </a:extLst>
            </p:cNvPr>
            <p:cNvSpPr>
              <a:spLocks noChangeArrowheads="1"/>
            </p:cNvSpPr>
            <p:nvPr/>
          </p:nvSpPr>
          <p:spPr bwMode="auto">
            <a:xfrm>
              <a:off x="896" y="1309"/>
              <a:ext cx="41" cy="38"/>
            </a:xfrm>
            <a:prstGeom prst="ellipse">
              <a:avLst/>
            </a:prstGeom>
            <a:solidFill>
              <a:srgbClr val="000000"/>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93" name="Freeform 27">
              <a:extLst>
                <a:ext uri="{FF2B5EF4-FFF2-40B4-BE49-F238E27FC236}">
                  <a16:creationId xmlns:a16="http://schemas.microsoft.com/office/drawing/2014/main" id="{836808F3-677F-4876-A1E7-D6DD1496EE6C}"/>
                </a:ext>
              </a:extLst>
            </p:cNvPr>
            <p:cNvSpPr>
              <a:spLocks noChangeArrowheads="1"/>
            </p:cNvSpPr>
            <p:nvPr/>
          </p:nvSpPr>
          <p:spPr bwMode="auto">
            <a:xfrm>
              <a:off x="275" y="727"/>
              <a:ext cx="527" cy="883"/>
            </a:xfrm>
            <a:custGeom>
              <a:avLst/>
              <a:gdLst>
                <a:gd name="T0" fmla="*/ 0 w 739"/>
                <a:gd name="T1" fmla="*/ 0 h 1317"/>
                <a:gd name="T2" fmla="*/ 0 w 739"/>
                <a:gd name="T3" fmla="*/ 397 h 1317"/>
                <a:gd name="T4" fmla="*/ 268 w 739"/>
                <a:gd name="T5" fmla="*/ 397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2994" name="Oval 28">
              <a:extLst>
                <a:ext uri="{FF2B5EF4-FFF2-40B4-BE49-F238E27FC236}">
                  <a16:creationId xmlns:a16="http://schemas.microsoft.com/office/drawing/2014/main" id="{8159BB9F-1793-49D3-8392-F2AFFD1E7A9D}"/>
                </a:ext>
              </a:extLst>
            </p:cNvPr>
            <p:cNvSpPr>
              <a:spLocks noChangeArrowheads="1"/>
            </p:cNvSpPr>
            <p:nvPr/>
          </p:nvSpPr>
          <p:spPr bwMode="auto">
            <a:xfrm>
              <a:off x="802" y="1590"/>
              <a:ext cx="41" cy="38"/>
            </a:xfrm>
            <a:prstGeom prst="ellipse">
              <a:avLst/>
            </a:prstGeom>
            <a:solidFill>
              <a:srgbClr val="FFFFFF"/>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95" name="Freeform 29">
              <a:extLst>
                <a:ext uri="{FF2B5EF4-FFF2-40B4-BE49-F238E27FC236}">
                  <a16:creationId xmlns:a16="http://schemas.microsoft.com/office/drawing/2014/main" id="{28746F3F-9351-4DB5-9EA3-E94B5F78B5AA}"/>
                </a:ext>
              </a:extLst>
            </p:cNvPr>
            <p:cNvSpPr>
              <a:spLocks noChangeArrowheads="1"/>
            </p:cNvSpPr>
            <p:nvPr/>
          </p:nvSpPr>
          <p:spPr bwMode="auto">
            <a:xfrm flipH="1">
              <a:off x="1034" y="725"/>
              <a:ext cx="527" cy="883"/>
            </a:xfrm>
            <a:custGeom>
              <a:avLst/>
              <a:gdLst>
                <a:gd name="T0" fmla="*/ 0 w 739"/>
                <a:gd name="T1" fmla="*/ 0 h 1317"/>
                <a:gd name="T2" fmla="*/ 0 w 739"/>
                <a:gd name="T3" fmla="*/ 397 h 1317"/>
                <a:gd name="T4" fmla="*/ 268 w 739"/>
                <a:gd name="T5" fmla="*/ 397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2996" name="Oval 30">
              <a:extLst>
                <a:ext uri="{FF2B5EF4-FFF2-40B4-BE49-F238E27FC236}">
                  <a16:creationId xmlns:a16="http://schemas.microsoft.com/office/drawing/2014/main" id="{E27DA9DB-E367-49F5-9922-EC1D86C25498}"/>
                </a:ext>
              </a:extLst>
            </p:cNvPr>
            <p:cNvSpPr>
              <a:spLocks noChangeArrowheads="1"/>
            </p:cNvSpPr>
            <p:nvPr/>
          </p:nvSpPr>
          <p:spPr bwMode="auto">
            <a:xfrm>
              <a:off x="994" y="1590"/>
              <a:ext cx="40" cy="38"/>
            </a:xfrm>
            <a:prstGeom prst="ellipse">
              <a:avLst/>
            </a:prstGeom>
            <a:solidFill>
              <a:srgbClr val="FFFFFF"/>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97" name="Rectangle 31">
              <a:extLst>
                <a:ext uri="{FF2B5EF4-FFF2-40B4-BE49-F238E27FC236}">
                  <a16:creationId xmlns:a16="http://schemas.microsoft.com/office/drawing/2014/main" id="{2846D347-9CCC-4C9F-9041-831DC90770A3}"/>
                </a:ext>
              </a:extLst>
            </p:cNvPr>
            <p:cNvSpPr>
              <a:spLocks noChangeArrowheads="1"/>
            </p:cNvSpPr>
            <p:nvPr/>
          </p:nvSpPr>
          <p:spPr bwMode="auto">
            <a:xfrm>
              <a:off x="1165" y="228"/>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dirty="0">
                  <a:solidFill>
                    <a:srgbClr val="000000"/>
                  </a:solidFill>
                  <a:ea typeface="宋体" panose="02010600030101010101" pitchFamily="2" charset="-122"/>
                  <a:sym typeface="Times New Roman" panose="02020603050405020304" pitchFamily="18" charset="0"/>
                </a:rPr>
                <a:t>R</a:t>
              </a:r>
              <a:r>
                <a:rPr kumimoji="0" lang="en-US" altLang="zh-CN" sz="2000" baseline="-30000" dirty="0">
                  <a:solidFill>
                    <a:srgbClr val="000000"/>
                  </a:solidFill>
                  <a:ea typeface="宋体" panose="02010600030101010101" pitchFamily="2" charset="-122"/>
                  <a:sym typeface="Times New Roman" panose="02020603050405020304" pitchFamily="18" charset="0"/>
                </a:rPr>
                <a:t>2</a:t>
              </a:r>
              <a:endParaRPr kumimoji="0" lang="en-US" altLang="zh-CN" sz="2000" dirty="0">
                <a:solidFill>
                  <a:srgbClr val="000000"/>
                </a:solidFill>
                <a:ea typeface="宋体" panose="02010600030101010101" pitchFamily="2" charset="-122"/>
                <a:sym typeface="Times New Roman" panose="02020603050405020304" pitchFamily="18" charset="0"/>
              </a:endParaRPr>
            </a:p>
          </p:txBody>
        </p:sp>
        <p:sp>
          <p:nvSpPr>
            <p:cNvPr id="382998" name="Rectangle 32">
              <a:extLst>
                <a:ext uri="{FF2B5EF4-FFF2-40B4-BE49-F238E27FC236}">
                  <a16:creationId xmlns:a16="http://schemas.microsoft.com/office/drawing/2014/main" id="{99C028AE-6007-44C6-80BD-4440E473395D}"/>
                </a:ext>
              </a:extLst>
            </p:cNvPr>
            <p:cNvSpPr>
              <a:spLocks noChangeArrowheads="1"/>
            </p:cNvSpPr>
            <p:nvPr/>
          </p:nvSpPr>
          <p:spPr bwMode="auto">
            <a:xfrm>
              <a:off x="1160" y="1028"/>
              <a:ext cx="39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R</a:t>
              </a:r>
              <a:r>
                <a:rPr kumimoji="0" lang="en-US" altLang="zh-CN" sz="2000" baseline="-30000">
                  <a:solidFill>
                    <a:srgbClr val="000000"/>
                  </a:solidFill>
                  <a:ea typeface="宋体" panose="02010600030101010101" pitchFamily="2" charset="-122"/>
                  <a:sym typeface="Times New Roman" panose="02020603050405020304" pitchFamily="18" charset="0"/>
                </a:rPr>
                <a:t>4</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2999" name="Rectangle 33">
              <a:extLst>
                <a:ext uri="{FF2B5EF4-FFF2-40B4-BE49-F238E27FC236}">
                  <a16:creationId xmlns:a16="http://schemas.microsoft.com/office/drawing/2014/main" id="{E0F4D300-8065-46A2-ABD9-5D0080CD004C}"/>
                </a:ext>
              </a:extLst>
            </p:cNvPr>
            <p:cNvSpPr>
              <a:spLocks noChangeArrowheads="1"/>
            </p:cNvSpPr>
            <p:nvPr/>
          </p:nvSpPr>
          <p:spPr bwMode="auto">
            <a:xfrm>
              <a:off x="262" y="210"/>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dirty="0">
                  <a:solidFill>
                    <a:srgbClr val="000000"/>
                  </a:solidFill>
                  <a:ea typeface="宋体" panose="02010600030101010101" pitchFamily="2" charset="-122"/>
                  <a:sym typeface="Times New Roman" panose="02020603050405020304" pitchFamily="18" charset="0"/>
                </a:rPr>
                <a:t>R</a:t>
              </a:r>
              <a:r>
                <a:rPr kumimoji="0" lang="en-US" altLang="zh-CN" sz="2000" baseline="-30000" dirty="0">
                  <a:solidFill>
                    <a:srgbClr val="000000"/>
                  </a:solidFill>
                  <a:ea typeface="宋体" panose="02010600030101010101" pitchFamily="2" charset="-122"/>
                  <a:sym typeface="Times New Roman" panose="02020603050405020304" pitchFamily="18" charset="0"/>
                </a:rPr>
                <a:t>1</a:t>
              </a:r>
              <a:endParaRPr kumimoji="0" lang="en-US" altLang="zh-CN" sz="2000" dirty="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dirty="0">
                <a:solidFill>
                  <a:srgbClr val="000000"/>
                </a:solidFill>
                <a:ea typeface="宋体" panose="02010600030101010101" pitchFamily="2" charset="-122"/>
                <a:sym typeface="Times New Roman" panose="02020603050405020304" pitchFamily="18" charset="0"/>
              </a:endParaRPr>
            </a:p>
          </p:txBody>
        </p:sp>
        <p:sp>
          <p:nvSpPr>
            <p:cNvPr id="383000" name="Rectangle 34">
              <a:extLst>
                <a:ext uri="{FF2B5EF4-FFF2-40B4-BE49-F238E27FC236}">
                  <a16:creationId xmlns:a16="http://schemas.microsoft.com/office/drawing/2014/main" id="{23995537-9C3B-460F-9ECD-058130362D32}"/>
                </a:ext>
              </a:extLst>
            </p:cNvPr>
            <p:cNvSpPr>
              <a:spLocks noChangeArrowheads="1"/>
            </p:cNvSpPr>
            <p:nvPr/>
          </p:nvSpPr>
          <p:spPr bwMode="auto">
            <a:xfrm>
              <a:off x="275" y="1041"/>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R</a:t>
              </a:r>
              <a:r>
                <a:rPr kumimoji="0" lang="en-US" altLang="zh-CN" sz="2000" baseline="-30000">
                  <a:solidFill>
                    <a:srgbClr val="000000"/>
                  </a:solidFill>
                  <a:ea typeface="宋体" panose="02010600030101010101" pitchFamily="2" charset="-122"/>
                  <a:sym typeface="Times New Roman" panose="02020603050405020304" pitchFamily="18" charset="0"/>
                </a:rPr>
                <a:t>3</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01" name="Rectangle 35">
              <a:extLst>
                <a:ext uri="{FF2B5EF4-FFF2-40B4-BE49-F238E27FC236}">
                  <a16:creationId xmlns:a16="http://schemas.microsoft.com/office/drawing/2014/main" id="{E278839D-5F07-4280-BA94-AAC139D3820F}"/>
                </a:ext>
              </a:extLst>
            </p:cNvPr>
            <p:cNvSpPr>
              <a:spLocks noChangeArrowheads="1"/>
            </p:cNvSpPr>
            <p:nvPr/>
          </p:nvSpPr>
          <p:spPr bwMode="auto">
            <a:xfrm>
              <a:off x="802" y="1501"/>
              <a:ext cx="22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E</a:t>
              </a:r>
              <a:endParaRPr kumimoji="0" lang="zh-CN" altLang="en-US" sz="2000" i="1">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02" name="Rectangle 36">
              <a:extLst>
                <a:ext uri="{FF2B5EF4-FFF2-40B4-BE49-F238E27FC236}">
                  <a16:creationId xmlns:a16="http://schemas.microsoft.com/office/drawing/2014/main" id="{403FDDC5-BFAC-4D5B-ADF8-9452F150676E}"/>
                </a:ext>
              </a:extLst>
            </p:cNvPr>
            <p:cNvSpPr>
              <a:spLocks noChangeArrowheads="1"/>
            </p:cNvSpPr>
            <p:nvPr/>
          </p:nvSpPr>
          <p:spPr bwMode="auto">
            <a:xfrm>
              <a:off x="0" y="1767"/>
              <a:ext cx="2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zh-CN" altLang="en-US">
                  <a:solidFill>
                    <a:srgbClr val="000000"/>
                  </a:solidFill>
                  <a:ea typeface="宋体" panose="02010600030101010101" pitchFamily="2" charset="-122"/>
                  <a:sym typeface="Times New Roman" panose="02020603050405020304" pitchFamily="18" charset="0"/>
                </a:rPr>
                <a:t>电桥线路原理图</a:t>
              </a: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03" name="Line 37">
              <a:extLst>
                <a:ext uri="{FF2B5EF4-FFF2-40B4-BE49-F238E27FC236}">
                  <a16:creationId xmlns:a16="http://schemas.microsoft.com/office/drawing/2014/main" id="{17603CE3-25A6-4BA5-B4AA-0C7F4D117382}"/>
                </a:ext>
              </a:extLst>
            </p:cNvPr>
            <p:cNvSpPr>
              <a:spLocks noChangeShapeType="1"/>
            </p:cNvSpPr>
            <p:nvPr/>
          </p:nvSpPr>
          <p:spPr bwMode="auto">
            <a:xfrm>
              <a:off x="919" y="148"/>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04" name="Line 38">
              <a:extLst>
                <a:ext uri="{FF2B5EF4-FFF2-40B4-BE49-F238E27FC236}">
                  <a16:creationId xmlns:a16="http://schemas.microsoft.com/office/drawing/2014/main" id="{C506ED14-24D0-499B-ADFF-7C9B283963F4}"/>
                </a:ext>
              </a:extLst>
            </p:cNvPr>
            <p:cNvSpPr>
              <a:spLocks noChangeShapeType="1"/>
            </p:cNvSpPr>
            <p:nvPr/>
          </p:nvSpPr>
          <p:spPr bwMode="auto">
            <a:xfrm>
              <a:off x="928" y="1325"/>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05" name="Rectangle 39">
              <a:extLst>
                <a:ext uri="{FF2B5EF4-FFF2-40B4-BE49-F238E27FC236}">
                  <a16:creationId xmlns:a16="http://schemas.microsoft.com/office/drawing/2014/main" id="{5F4A6731-055B-4041-800D-DEBF3C851E10}"/>
                </a:ext>
              </a:extLst>
            </p:cNvPr>
            <p:cNvSpPr>
              <a:spLocks noChangeArrowheads="1"/>
            </p:cNvSpPr>
            <p:nvPr/>
          </p:nvSpPr>
          <p:spPr bwMode="auto">
            <a:xfrm>
              <a:off x="1925" y="318"/>
              <a:ext cx="75" cy="234"/>
            </a:xfrm>
            <a:prstGeom prst="rect">
              <a:avLst/>
            </a:prstGeom>
            <a:solidFill>
              <a:srgbClr val="FFFFFF"/>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06" name="Line 40">
              <a:extLst>
                <a:ext uri="{FF2B5EF4-FFF2-40B4-BE49-F238E27FC236}">
                  <a16:creationId xmlns:a16="http://schemas.microsoft.com/office/drawing/2014/main" id="{5920AD75-2499-40CC-8B18-FDBFB5FFB4BC}"/>
                </a:ext>
              </a:extLst>
            </p:cNvPr>
            <p:cNvSpPr>
              <a:spLocks noChangeShapeType="1"/>
            </p:cNvSpPr>
            <p:nvPr/>
          </p:nvSpPr>
          <p:spPr bwMode="auto">
            <a:xfrm>
              <a:off x="1959" y="148"/>
              <a:ext cx="1" cy="1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07" name="Line 41">
              <a:extLst>
                <a:ext uri="{FF2B5EF4-FFF2-40B4-BE49-F238E27FC236}">
                  <a16:creationId xmlns:a16="http://schemas.microsoft.com/office/drawing/2014/main" id="{C8C11D22-4E26-4C84-AC8C-F30D024E5083}"/>
                </a:ext>
              </a:extLst>
            </p:cNvPr>
            <p:cNvSpPr>
              <a:spLocks noChangeShapeType="1"/>
            </p:cNvSpPr>
            <p:nvPr/>
          </p:nvSpPr>
          <p:spPr bwMode="auto">
            <a:xfrm>
              <a:off x="1959" y="552"/>
              <a:ext cx="1"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83008" name="Group 42">
              <a:extLst>
                <a:ext uri="{FF2B5EF4-FFF2-40B4-BE49-F238E27FC236}">
                  <a16:creationId xmlns:a16="http://schemas.microsoft.com/office/drawing/2014/main" id="{11526FDF-C6AB-4DDF-8256-AD5E0C50BFE8}"/>
                </a:ext>
              </a:extLst>
            </p:cNvPr>
            <p:cNvGrpSpPr>
              <a:grpSpLocks/>
            </p:cNvGrpSpPr>
            <p:nvPr/>
          </p:nvGrpSpPr>
          <p:grpSpPr bwMode="auto">
            <a:xfrm>
              <a:off x="1849" y="617"/>
              <a:ext cx="202" cy="190"/>
              <a:chOff x="0" y="0"/>
              <a:chExt cx="283" cy="283"/>
            </a:xfrm>
          </p:grpSpPr>
          <p:sp>
            <p:nvSpPr>
              <p:cNvPr id="383018" name="Oval 43">
                <a:extLst>
                  <a:ext uri="{FF2B5EF4-FFF2-40B4-BE49-F238E27FC236}">
                    <a16:creationId xmlns:a16="http://schemas.microsoft.com/office/drawing/2014/main" id="{CE21751C-B7A2-4073-8360-8D855E518788}"/>
                  </a:ext>
                </a:extLst>
              </p:cNvPr>
              <p:cNvSpPr>
                <a:spLocks noChangeArrowheads="1"/>
              </p:cNvSpPr>
              <p:nvPr/>
            </p:nvSpPr>
            <p:spPr bwMode="auto">
              <a:xfrm>
                <a:off x="0" y="0"/>
                <a:ext cx="283" cy="28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19" name="Line 44">
                <a:extLst>
                  <a:ext uri="{FF2B5EF4-FFF2-40B4-BE49-F238E27FC236}">
                    <a16:creationId xmlns:a16="http://schemas.microsoft.com/office/drawing/2014/main" id="{F7903E48-5AD0-4AE4-AEFC-C61FCA378991}"/>
                  </a:ext>
                </a:extLst>
              </p:cNvPr>
              <p:cNvSpPr>
                <a:spLocks noChangeShapeType="1"/>
              </p:cNvSpPr>
              <p:nvPr/>
            </p:nvSpPr>
            <p:spPr bwMode="auto">
              <a:xfrm flipV="1">
                <a:off x="58" y="40"/>
                <a:ext cx="170" cy="17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383009" name="Rectangle 45">
              <a:extLst>
                <a:ext uri="{FF2B5EF4-FFF2-40B4-BE49-F238E27FC236}">
                  <a16:creationId xmlns:a16="http://schemas.microsoft.com/office/drawing/2014/main" id="{21D804CA-8DAF-4DE7-8B13-5F731375E859}"/>
                </a:ext>
              </a:extLst>
            </p:cNvPr>
            <p:cNvSpPr>
              <a:spLocks noChangeArrowheads="1"/>
            </p:cNvSpPr>
            <p:nvPr/>
          </p:nvSpPr>
          <p:spPr bwMode="auto">
            <a:xfrm>
              <a:off x="1609" y="318"/>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R</a:t>
              </a:r>
              <a:r>
                <a:rPr kumimoji="0" lang="en-US" altLang="zh-CN" sz="2000" baseline="-30000">
                  <a:solidFill>
                    <a:srgbClr val="000000"/>
                  </a:solidFill>
                  <a:ea typeface="宋体" panose="02010600030101010101" pitchFamily="2" charset="-122"/>
                  <a:sym typeface="Times New Roman" panose="02020603050405020304" pitchFamily="18" charset="0"/>
                </a:rPr>
                <a:t>g</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10" name="Line 46">
              <a:extLst>
                <a:ext uri="{FF2B5EF4-FFF2-40B4-BE49-F238E27FC236}">
                  <a16:creationId xmlns:a16="http://schemas.microsoft.com/office/drawing/2014/main" id="{50825406-EF6F-47EC-81DD-9822FDE4F8D2}"/>
                </a:ext>
              </a:extLst>
            </p:cNvPr>
            <p:cNvSpPr>
              <a:spLocks noChangeShapeType="1"/>
            </p:cNvSpPr>
            <p:nvPr/>
          </p:nvSpPr>
          <p:spPr bwMode="auto">
            <a:xfrm>
              <a:off x="1966" y="807"/>
              <a:ext cx="1" cy="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11" name="Rectangle 47">
              <a:extLst>
                <a:ext uri="{FF2B5EF4-FFF2-40B4-BE49-F238E27FC236}">
                  <a16:creationId xmlns:a16="http://schemas.microsoft.com/office/drawing/2014/main" id="{0EFC1B5D-B337-4847-AE1D-BF188110E90B}"/>
                </a:ext>
              </a:extLst>
            </p:cNvPr>
            <p:cNvSpPr>
              <a:spLocks noChangeArrowheads="1"/>
            </p:cNvSpPr>
            <p:nvPr/>
          </p:nvSpPr>
          <p:spPr bwMode="auto">
            <a:xfrm>
              <a:off x="131" y="645"/>
              <a:ext cx="25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A</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12" name="Rectangle 48">
              <a:extLst>
                <a:ext uri="{FF2B5EF4-FFF2-40B4-BE49-F238E27FC236}">
                  <a16:creationId xmlns:a16="http://schemas.microsoft.com/office/drawing/2014/main" id="{50ED4F5E-A882-44B1-9804-6D90CEF4D4DA}"/>
                </a:ext>
              </a:extLst>
            </p:cNvPr>
            <p:cNvSpPr>
              <a:spLocks noChangeArrowheads="1"/>
            </p:cNvSpPr>
            <p:nvPr/>
          </p:nvSpPr>
          <p:spPr bwMode="auto">
            <a:xfrm>
              <a:off x="1565" y="569"/>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C</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13" name="Rectangle 49">
              <a:extLst>
                <a:ext uri="{FF2B5EF4-FFF2-40B4-BE49-F238E27FC236}">
                  <a16:creationId xmlns:a16="http://schemas.microsoft.com/office/drawing/2014/main" id="{0333E2E5-E4CA-4C40-BC7F-A1BA646D6650}"/>
                </a:ext>
              </a:extLst>
            </p:cNvPr>
            <p:cNvSpPr>
              <a:spLocks noChangeArrowheads="1"/>
            </p:cNvSpPr>
            <p:nvPr/>
          </p:nvSpPr>
          <p:spPr bwMode="auto">
            <a:xfrm>
              <a:off x="757" y="1292"/>
              <a:ext cx="25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D</a:t>
              </a:r>
              <a:endParaRPr kumimoji="0" lang="zh-CN" altLang="en-US" sz="2000" i="1">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14" name="Line 50">
              <a:extLst>
                <a:ext uri="{FF2B5EF4-FFF2-40B4-BE49-F238E27FC236}">
                  <a16:creationId xmlns:a16="http://schemas.microsoft.com/office/drawing/2014/main" id="{80BD7706-C8AA-4664-AE52-61E7C98771FB}"/>
                </a:ext>
              </a:extLst>
            </p:cNvPr>
            <p:cNvSpPr>
              <a:spLocks noChangeShapeType="1"/>
            </p:cNvSpPr>
            <p:nvPr/>
          </p:nvSpPr>
          <p:spPr bwMode="auto">
            <a:xfrm>
              <a:off x="1849" y="833"/>
              <a:ext cx="1" cy="3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15" name="Rectangle 51">
              <a:extLst>
                <a:ext uri="{FF2B5EF4-FFF2-40B4-BE49-F238E27FC236}">
                  <a16:creationId xmlns:a16="http://schemas.microsoft.com/office/drawing/2014/main" id="{86BFE06D-897C-420E-8968-027651C8154D}"/>
                </a:ext>
              </a:extLst>
            </p:cNvPr>
            <p:cNvSpPr>
              <a:spLocks noChangeArrowheads="1"/>
            </p:cNvSpPr>
            <p:nvPr/>
          </p:nvSpPr>
          <p:spPr bwMode="auto">
            <a:xfrm>
              <a:off x="1570" y="852"/>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I</a:t>
              </a:r>
              <a:r>
                <a:rPr kumimoji="0" lang="en-US" altLang="zh-CN" sz="2000" baseline="-30000">
                  <a:solidFill>
                    <a:srgbClr val="000000"/>
                  </a:solidFill>
                  <a:ea typeface="宋体" panose="02010600030101010101" pitchFamily="2" charset="-122"/>
                  <a:sym typeface="Times New Roman" panose="02020603050405020304" pitchFamily="18" charset="0"/>
                </a:rPr>
                <a:t>g</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16" name="AutoShape 52">
              <a:extLst>
                <a:ext uri="{FF2B5EF4-FFF2-40B4-BE49-F238E27FC236}">
                  <a16:creationId xmlns:a16="http://schemas.microsoft.com/office/drawing/2014/main" id="{E940A5D0-BE4F-42B3-943C-CAD378D4D36B}"/>
                </a:ext>
              </a:extLst>
            </p:cNvPr>
            <p:cNvSpPr>
              <a:spLocks noChangeArrowheads="1"/>
            </p:cNvSpPr>
            <p:nvPr/>
          </p:nvSpPr>
          <p:spPr bwMode="auto">
            <a:xfrm rot="10800000">
              <a:off x="1839" y="1143"/>
              <a:ext cx="24" cy="95"/>
            </a:xfrm>
            <a:prstGeom prst="triangle">
              <a:avLst>
                <a:gd name="adj" fmla="val 50000"/>
              </a:avLst>
            </a:prstGeom>
            <a:solidFill>
              <a:srgbClr val="000000"/>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17" name="Rectangle 53">
              <a:extLst>
                <a:ext uri="{FF2B5EF4-FFF2-40B4-BE49-F238E27FC236}">
                  <a16:creationId xmlns:a16="http://schemas.microsoft.com/office/drawing/2014/main" id="{5BA9EB1B-9B87-4A0A-9A5C-748B704A5E98}"/>
                </a:ext>
              </a:extLst>
            </p:cNvPr>
            <p:cNvSpPr>
              <a:spLocks noChangeArrowheads="1"/>
            </p:cNvSpPr>
            <p:nvPr/>
          </p:nvSpPr>
          <p:spPr bwMode="auto">
            <a:xfrm>
              <a:off x="720" y="0"/>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B</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grpSp>
      <p:sp>
        <p:nvSpPr>
          <p:cNvPr id="382982" name="Text Box 54">
            <a:extLst>
              <a:ext uri="{FF2B5EF4-FFF2-40B4-BE49-F238E27FC236}">
                <a16:creationId xmlns:a16="http://schemas.microsoft.com/office/drawing/2014/main" id="{7E9D06AE-15F1-4087-951B-E3870ECD61B6}"/>
              </a:ext>
            </a:extLst>
          </p:cNvPr>
          <p:cNvSpPr>
            <a:spLocks noChangeArrowheads="1"/>
          </p:cNvSpPr>
          <p:nvPr/>
        </p:nvSpPr>
        <p:spPr bwMode="auto">
          <a:xfrm>
            <a:off x="539554" y="1288844"/>
            <a:ext cx="2011559"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 typeface="Arial" panose="020B0604020202020204" pitchFamily="34" charset="0"/>
              <a:buNone/>
            </a:pPr>
            <a:r>
              <a:rPr kumimoji="0" lang="zh-CN" altLang="en-US">
                <a:solidFill>
                  <a:srgbClr val="000000"/>
                </a:solidFill>
                <a:latin typeface="Arial" panose="020B0604020202020204" pitchFamily="34" charset="0"/>
              </a:rPr>
              <a:t>惠斯通电桥</a:t>
            </a: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382983" name="Text Box 54">
            <a:extLst>
              <a:ext uri="{FF2B5EF4-FFF2-40B4-BE49-F238E27FC236}">
                <a16:creationId xmlns:a16="http://schemas.microsoft.com/office/drawing/2014/main" id="{9573393A-2A73-454C-9847-C9CE767132AC}"/>
              </a:ext>
            </a:extLst>
          </p:cNvPr>
          <p:cNvSpPr>
            <a:spLocks noChangeArrowheads="1"/>
          </p:cNvSpPr>
          <p:nvPr/>
        </p:nvSpPr>
        <p:spPr bwMode="auto">
          <a:xfrm>
            <a:off x="611188" y="4724400"/>
            <a:ext cx="7956550" cy="1939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SzTx/>
              <a:buFont typeface="Arial" panose="020B0604020202020204" pitchFamily="34" charset="0"/>
              <a:buNone/>
            </a:pPr>
            <a:r>
              <a:rPr kumimoji="0" lang="zh-CN" altLang="en-US" b="1">
                <a:solidFill>
                  <a:srgbClr val="000000"/>
                </a:solidFill>
                <a:latin typeface="Arial" panose="020B0604020202020204" pitchFamily="34" charset="0"/>
              </a:rPr>
              <a:t>单臂电桥；半桥测量电路电桥；全桥测量电路；</a:t>
            </a:r>
            <a:endParaRPr kumimoji="0" lang="en-US" altLang="zh-CN" b="1">
              <a:solidFill>
                <a:srgbClr val="000000"/>
              </a:solidFill>
              <a:latin typeface="Arial" panose="020B0604020202020204" pitchFamily="34" charset="0"/>
            </a:endParaRPr>
          </a:p>
          <a:p>
            <a:pPr algn="l" eaLnBrk="1" hangingPunct="1">
              <a:spcBef>
                <a:spcPct val="50000"/>
              </a:spcBef>
              <a:buSzTx/>
              <a:buFont typeface="Arial" panose="020B0604020202020204" pitchFamily="34" charset="0"/>
              <a:buNone/>
            </a:pPr>
            <a:r>
              <a:rPr kumimoji="0" lang="zh-CN" altLang="en-US" b="1">
                <a:solidFill>
                  <a:srgbClr val="000000"/>
                </a:solidFill>
                <a:latin typeface="Arial" panose="020B0604020202020204" pitchFamily="34" charset="0"/>
                <a:ea typeface="宋体" panose="02010600030101010101" pitchFamily="2" charset="-122"/>
              </a:rPr>
              <a:t>激励方式不同对测量结果的影响（灵敏度；抗干扰能力；线性度评价）</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矩形 4">
            <a:extLst>
              <a:ext uri="{FF2B5EF4-FFF2-40B4-BE49-F238E27FC236}">
                <a16:creationId xmlns:a16="http://schemas.microsoft.com/office/drawing/2014/main" id="{436A865B-0789-42F1-86C5-3B68DA9A366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endParaRPr kumimoji="0" lang="zh-CN" altLang="zh-CN" sz="1800">
              <a:solidFill>
                <a:srgbClr val="FFFFFF"/>
              </a:solidFill>
              <a:latin typeface="Calibri" panose="020F0502020204030204" pitchFamily="34" charset="0"/>
              <a:ea typeface="宋体" panose="02010600030101010101" pitchFamily="2" charset="-122"/>
              <a:sym typeface="Calibri" panose="020F0502020204030204" pitchFamily="34" charset="0"/>
            </a:endParaRPr>
          </a:p>
        </p:txBody>
      </p:sp>
      <p:sp>
        <p:nvSpPr>
          <p:cNvPr id="384003" name="灯片编号占位符 3">
            <a:extLst>
              <a:ext uri="{FF2B5EF4-FFF2-40B4-BE49-F238E27FC236}">
                <a16:creationId xmlns:a16="http://schemas.microsoft.com/office/drawing/2014/main" id="{9801E955-3269-461D-B566-E55BC510E78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 typeface="Arial" panose="020B0604020202020204" pitchFamily="34" charset="0"/>
              <a:buNone/>
            </a:pPr>
            <a:fld id="{971161ED-7AAA-455A-81DC-E8D0975294DF}" type="slidenum">
              <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rPr>
              <a:pPr algn="r" eaLnBrk="1" hangingPunct="1">
                <a:lnSpc>
                  <a:spcPct val="100000"/>
                </a:lnSpc>
                <a:spcBef>
                  <a:spcPct val="0"/>
                </a:spcBef>
                <a:buSzTx/>
                <a:buFont typeface="Arial" panose="020B0604020202020204" pitchFamily="34" charset="0"/>
                <a:buNone/>
              </a:pPr>
              <a:t>16</a:t>
            </a:fld>
            <a:endPar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4004" name="TextBox 5">
            <a:extLst>
              <a:ext uri="{FF2B5EF4-FFF2-40B4-BE49-F238E27FC236}">
                <a16:creationId xmlns:a16="http://schemas.microsoft.com/office/drawing/2014/main" id="{F8C60D16-BAD0-41A8-9F28-397C46362A97}"/>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Wingdings" panose="05000000000000000000" pitchFamily="2" charset="2"/>
              <a:buChar char="u"/>
            </a:pPr>
            <a:r>
              <a:rPr kumimoji="0" lang="zh-CN" altLang="en-US" sz="3200" b="1">
                <a:solidFill>
                  <a:srgbClr val="002060"/>
                </a:solidFill>
                <a:latin typeface="楷体_GB2312" pitchFamily="49" charset="-122"/>
                <a:sym typeface="楷体_GB2312" pitchFamily="49" charset="-122"/>
              </a:rPr>
              <a:t>温度误差及补偿</a:t>
            </a:r>
            <a:endParaRPr kumimoji="0" lang="zh-CN" altLang="en-US" sz="1800">
              <a:solidFill>
                <a:srgbClr val="002060"/>
              </a:solidFill>
              <a:latin typeface="Arial" panose="020B0604020202020204" pitchFamily="34" charset="0"/>
              <a:ea typeface="宋体" panose="02010600030101010101" pitchFamily="2" charset="-122"/>
            </a:endParaRPr>
          </a:p>
        </p:txBody>
      </p:sp>
      <p:sp>
        <p:nvSpPr>
          <p:cNvPr id="384005" name="Rectangle 5">
            <a:extLst>
              <a:ext uri="{FF2B5EF4-FFF2-40B4-BE49-F238E27FC236}">
                <a16:creationId xmlns:a16="http://schemas.microsoft.com/office/drawing/2014/main" id="{37B8779A-AB64-43AC-AB19-5E66E071C6F8}"/>
              </a:ext>
            </a:extLst>
          </p:cNvPr>
          <p:cNvSpPr>
            <a:spLocks noChangeArrowheads="1"/>
          </p:cNvSpPr>
          <p:nvPr/>
        </p:nvSpPr>
        <p:spPr bwMode="auto">
          <a:xfrm>
            <a:off x="755650" y="1270000"/>
            <a:ext cx="8010525"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30000"/>
              </a:lnSpc>
              <a:spcBef>
                <a:spcPct val="0"/>
              </a:spcBef>
              <a:buSzTx/>
              <a:buFont typeface="Arial" panose="020B0604020202020204" pitchFamily="34" charset="0"/>
              <a:buNone/>
            </a:pPr>
            <a:r>
              <a:rPr kumimoji="0" lang="zh-CN" altLang="en-US" b="1">
                <a:solidFill>
                  <a:srgbClr val="000000"/>
                </a:solidFill>
                <a:latin typeface="宋体" panose="02010600030101010101" pitchFamily="2" charset="-122"/>
                <a:ea typeface="宋体" panose="02010600030101010101" pitchFamily="2" charset="-122"/>
                <a:sym typeface="宋体" panose="02010600030101010101" pitchFamily="2" charset="-122"/>
              </a:rPr>
              <a:t>（</a:t>
            </a:r>
            <a:r>
              <a:rPr kumimoji="0" lang="en-US" altLang="zh-CN" b="1">
                <a:solidFill>
                  <a:srgbClr val="000000"/>
                </a:solidFill>
                <a:latin typeface="宋体" panose="02010600030101010101" pitchFamily="2" charset="-122"/>
                <a:ea typeface="宋体" panose="02010600030101010101" pitchFamily="2" charset="-122"/>
                <a:sym typeface="宋体" panose="02010600030101010101" pitchFamily="2" charset="-122"/>
              </a:rPr>
              <a:t>1</a:t>
            </a:r>
            <a:r>
              <a:rPr kumimoji="0" lang="zh-CN" altLang="en-US" b="1">
                <a:solidFill>
                  <a:srgbClr val="000000"/>
                </a:solidFill>
                <a:latin typeface="宋体" panose="02010600030101010101" pitchFamily="2" charset="-122"/>
                <a:ea typeface="宋体" panose="02010600030101010101" pitchFamily="2" charset="-122"/>
                <a:sym typeface="宋体" panose="02010600030101010101" pitchFamily="2" charset="-122"/>
              </a:rPr>
              <a:t>） 温度误差</a:t>
            </a:r>
          </a:p>
          <a:p>
            <a:pPr algn="l">
              <a:lnSpc>
                <a:spcPct val="130000"/>
              </a:lnSpc>
              <a:spcBef>
                <a:spcPct val="0"/>
              </a:spcBef>
              <a:buSzTx/>
              <a:buFont typeface="Arial" panose="020B0604020202020204" pitchFamily="34" charset="0"/>
              <a:buNone/>
            </a:pP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    </a:t>
            </a: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55302" name="Rectangle 7">
            <a:extLst>
              <a:ext uri="{FF2B5EF4-FFF2-40B4-BE49-F238E27FC236}">
                <a16:creationId xmlns:a16="http://schemas.microsoft.com/office/drawing/2014/main" id="{64032BB7-A0D9-47B9-835E-9FF9B65983E5}"/>
              </a:ext>
            </a:extLst>
          </p:cNvPr>
          <p:cNvSpPr>
            <a:spLocks noChangeArrowheads="1"/>
          </p:cNvSpPr>
          <p:nvPr/>
        </p:nvSpPr>
        <p:spPr bwMode="auto">
          <a:xfrm>
            <a:off x="1227138" y="1952625"/>
            <a:ext cx="70675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30000"/>
              </a:lnSpc>
              <a:spcBef>
                <a:spcPct val="50000"/>
              </a:spcBef>
              <a:buSzTx/>
              <a:buFont typeface="Wingdings" panose="05000000000000000000" pitchFamily="2" charset="2"/>
              <a:buChar char="n"/>
            </a:pPr>
            <a:r>
              <a:rPr kumimoji="0" lang="en-US" altLang="zh-CN">
                <a:solidFill>
                  <a:srgbClr val="000000"/>
                </a:solidFill>
                <a:latin typeface="宋体" panose="02010600030101010101" pitchFamily="2" charset="-122"/>
                <a:ea typeface="宋体" panose="02010600030101010101" pitchFamily="2" charset="-122"/>
                <a:sym typeface="宋体" panose="02010600030101010101" pitchFamily="2" charset="-122"/>
              </a:rPr>
              <a:t> </a:t>
            </a: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应变片的电阻丝</a:t>
            </a:r>
            <a:r>
              <a:rPr kumimoji="0" lang="en-US" altLang="zh-CN">
                <a:solidFill>
                  <a:srgbClr val="000000"/>
                </a:solidFill>
                <a:latin typeface="宋体" panose="02010600030101010101" pitchFamily="2" charset="-122"/>
                <a:ea typeface="宋体" panose="02010600030101010101" pitchFamily="2" charset="-122"/>
                <a:sym typeface="宋体" panose="02010600030101010101" pitchFamily="2" charset="-122"/>
              </a:rPr>
              <a:t>(</a:t>
            </a: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敏感栅</a:t>
            </a:r>
            <a:r>
              <a:rPr kumimoji="0" lang="en-US" altLang="zh-CN">
                <a:solidFill>
                  <a:srgbClr val="000000"/>
                </a:solidFill>
                <a:latin typeface="宋体" panose="02010600030101010101" pitchFamily="2" charset="-122"/>
                <a:ea typeface="宋体" panose="02010600030101010101" pitchFamily="2" charset="-122"/>
                <a:sym typeface="宋体" panose="02010600030101010101" pitchFamily="2" charset="-122"/>
              </a:rPr>
              <a:t>)</a:t>
            </a: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具有一定温度系数；</a:t>
            </a:r>
          </a:p>
          <a:p>
            <a:pPr algn="l">
              <a:lnSpc>
                <a:spcPct val="130000"/>
              </a:lnSpc>
              <a:spcBef>
                <a:spcPct val="0"/>
              </a:spcBef>
              <a:buSzTx/>
              <a:buFont typeface="Wingdings" panose="05000000000000000000" pitchFamily="2" charset="2"/>
              <a:buChar char="n"/>
            </a:pP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 电阻丝材料与测试材料的线膨胀系数不同。 </a:t>
            </a: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9" name="Rectangle 7">
            <a:extLst>
              <a:ext uri="{FF2B5EF4-FFF2-40B4-BE49-F238E27FC236}">
                <a16:creationId xmlns:a16="http://schemas.microsoft.com/office/drawing/2014/main" id="{3E30A48F-7C6D-4F0A-8BFC-16F17EFD7390}"/>
              </a:ext>
            </a:extLst>
          </p:cNvPr>
          <p:cNvSpPr>
            <a:spLocks noChangeArrowheads="1"/>
          </p:cNvSpPr>
          <p:nvPr/>
        </p:nvSpPr>
        <p:spPr bwMode="auto">
          <a:xfrm>
            <a:off x="1079500" y="4240213"/>
            <a:ext cx="706755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30000"/>
              </a:lnSpc>
              <a:spcBef>
                <a:spcPct val="50000"/>
              </a:spcBef>
              <a:buSzTx/>
              <a:buFontTx/>
              <a:buNone/>
            </a:pP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单丝自补偿；双丝自补偿；桥路补偿；补偿应变片；选择好的激励方式进行补偿</a:t>
            </a:r>
          </a:p>
        </p:txBody>
      </p:sp>
      <p:sp>
        <p:nvSpPr>
          <p:cNvPr id="384008" name="Rectangle 5">
            <a:extLst>
              <a:ext uri="{FF2B5EF4-FFF2-40B4-BE49-F238E27FC236}">
                <a16:creationId xmlns:a16="http://schemas.microsoft.com/office/drawing/2014/main" id="{9FE4B732-F7A6-4D7C-83B4-637F36A8E191}"/>
              </a:ext>
            </a:extLst>
          </p:cNvPr>
          <p:cNvSpPr>
            <a:spLocks noChangeArrowheads="1"/>
          </p:cNvSpPr>
          <p:nvPr/>
        </p:nvSpPr>
        <p:spPr bwMode="auto">
          <a:xfrm>
            <a:off x="827088" y="3240088"/>
            <a:ext cx="8010525"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30000"/>
              </a:lnSpc>
              <a:spcBef>
                <a:spcPct val="0"/>
              </a:spcBef>
              <a:buSzTx/>
              <a:buFont typeface="Arial" panose="020B0604020202020204" pitchFamily="34" charset="0"/>
              <a:buNone/>
            </a:pPr>
            <a:r>
              <a:rPr kumimoji="0" lang="zh-CN" altLang="en-US" b="1">
                <a:solidFill>
                  <a:srgbClr val="000000"/>
                </a:solidFill>
                <a:latin typeface="宋体" panose="02010600030101010101" pitchFamily="2" charset="-122"/>
                <a:ea typeface="宋体" panose="02010600030101010101" pitchFamily="2" charset="-122"/>
                <a:sym typeface="宋体" panose="02010600030101010101" pitchFamily="2" charset="-122"/>
              </a:rPr>
              <a:t>（</a:t>
            </a:r>
            <a:r>
              <a:rPr kumimoji="0" lang="en-US" altLang="zh-CN" b="1">
                <a:solidFill>
                  <a:srgbClr val="000000"/>
                </a:solidFill>
                <a:latin typeface="宋体" panose="02010600030101010101" pitchFamily="2" charset="-122"/>
                <a:ea typeface="宋体" panose="02010600030101010101" pitchFamily="2" charset="-122"/>
                <a:sym typeface="宋体" panose="02010600030101010101" pitchFamily="2" charset="-122"/>
              </a:rPr>
              <a:t>2</a:t>
            </a:r>
            <a:r>
              <a:rPr kumimoji="0" lang="zh-CN" altLang="en-US" b="1">
                <a:solidFill>
                  <a:srgbClr val="000000"/>
                </a:solidFill>
                <a:latin typeface="宋体" panose="02010600030101010101" pitchFamily="2" charset="-122"/>
                <a:ea typeface="宋体" panose="02010600030101010101" pitchFamily="2" charset="-122"/>
                <a:sym typeface="宋体" panose="02010600030101010101" pitchFamily="2" charset="-122"/>
              </a:rPr>
              <a:t>） 温度误差补偿方法</a:t>
            </a:r>
          </a:p>
          <a:p>
            <a:pPr algn="l">
              <a:lnSpc>
                <a:spcPct val="130000"/>
              </a:lnSpc>
              <a:spcBef>
                <a:spcPct val="0"/>
              </a:spcBef>
              <a:buSzTx/>
              <a:buFont typeface="Arial" panose="020B0604020202020204" pitchFamily="34" charset="0"/>
              <a:buNone/>
            </a:pP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    </a:t>
            </a:r>
            <a:endParaRPr kumimoji="0" lang="zh-CN" altLang="en-US" sz="1800">
              <a:solidFill>
                <a:srgbClr val="000000"/>
              </a:solidFill>
              <a:latin typeface="Arial" panose="020B0604020202020204" pitchFamily="34" charset="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Text Box 2">
            <a:extLst>
              <a:ext uri="{FF2B5EF4-FFF2-40B4-BE49-F238E27FC236}">
                <a16:creationId xmlns:a16="http://schemas.microsoft.com/office/drawing/2014/main" id="{31FDBF2F-9559-413F-9A88-49E5D0F39C17}"/>
              </a:ext>
            </a:extLst>
          </p:cNvPr>
          <p:cNvSpPr txBox="1">
            <a:spLocks noChangeArrowheads="1"/>
          </p:cNvSpPr>
          <p:nvPr/>
        </p:nvSpPr>
        <p:spPr bwMode="auto">
          <a:xfrm>
            <a:off x="358775" y="358775"/>
            <a:ext cx="835342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 typeface="Wingdings" panose="05000000000000000000" pitchFamily="2" charset="2"/>
              <a:buChar char="u"/>
            </a:pPr>
            <a:r>
              <a:rPr kumimoji="0" lang="zh-CN" altLang="en-US">
                <a:solidFill>
                  <a:srgbClr val="000000"/>
                </a:solidFill>
                <a:latin typeface="楷体_GB2312" pitchFamily="49" charset="-122"/>
              </a:rPr>
              <a:t>交流电桥桥臂阻抗的平衡配置</a:t>
            </a:r>
          </a:p>
        </p:txBody>
      </p:sp>
      <p:sp>
        <p:nvSpPr>
          <p:cNvPr id="387075" name="Rectangle 3">
            <a:extLst>
              <a:ext uri="{FF2B5EF4-FFF2-40B4-BE49-F238E27FC236}">
                <a16:creationId xmlns:a16="http://schemas.microsoft.com/office/drawing/2014/main" id="{D3935A64-6350-45D7-BD20-03AC76F8BE33}"/>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76" name="Rectangle 4">
            <a:extLst>
              <a:ext uri="{FF2B5EF4-FFF2-40B4-BE49-F238E27FC236}">
                <a16:creationId xmlns:a16="http://schemas.microsoft.com/office/drawing/2014/main" id="{7D5423D7-81B5-47AA-AA10-373F3914AF27}"/>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77" name="Rectangle 5">
            <a:extLst>
              <a:ext uri="{FF2B5EF4-FFF2-40B4-BE49-F238E27FC236}">
                <a16:creationId xmlns:a16="http://schemas.microsoft.com/office/drawing/2014/main" id="{D2CAC827-4089-4DF5-8665-88219113F918}"/>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78" name="Rectangle 6">
            <a:extLst>
              <a:ext uri="{FF2B5EF4-FFF2-40B4-BE49-F238E27FC236}">
                <a16:creationId xmlns:a16="http://schemas.microsoft.com/office/drawing/2014/main" id="{BC4B4AB8-9369-4D94-AC71-FCE25351893A}"/>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79" name="Rectangle 7">
            <a:extLst>
              <a:ext uri="{FF2B5EF4-FFF2-40B4-BE49-F238E27FC236}">
                <a16:creationId xmlns:a16="http://schemas.microsoft.com/office/drawing/2014/main" id="{A84BB7E7-846A-4BFD-9EB7-19F4A72CB50B}"/>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80" name="Rectangle 8">
            <a:extLst>
              <a:ext uri="{FF2B5EF4-FFF2-40B4-BE49-F238E27FC236}">
                <a16:creationId xmlns:a16="http://schemas.microsoft.com/office/drawing/2014/main" id="{1FE45275-75A9-4530-85CB-A7622114285E}"/>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81" name="Rectangle 9">
            <a:extLst>
              <a:ext uri="{FF2B5EF4-FFF2-40B4-BE49-F238E27FC236}">
                <a16:creationId xmlns:a16="http://schemas.microsoft.com/office/drawing/2014/main" id="{D24BFD59-AD10-42AB-9FEE-8B00DE0ADACE}"/>
              </a:ext>
            </a:extLst>
          </p:cNvPr>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82" name="Rectangle 10">
            <a:extLst>
              <a:ext uri="{FF2B5EF4-FFF2-40B4-BE49-F238E27FC236}">
                <a16:creationId xmlns:a16="http://schemas.microsoft.com/office/drawing/2014/main" id="{E0ECEEB4-2332-4A54-AB72-D07E17F0BF61}"/>
              </a:ext>
            </a:extLst>
          </p:cNvPr>
          <p:cNvSpPr>
            <a:spLocks noChangeArrowheads="1"/>
          </p:cNvSpPr>
          <p:nvPr/>
        </p:nvSpPr>
        <p:spPr bwMode="auto">
          <a:xfrm>
            <a:off x="0" y="2538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83" name="Rectangle 11">
            <a:extLst>
              <a:ext uri="{FF2B5EF4-FFF2-40B4-BE49-F238E27FC236}">
                <a16:creationId xmlns:a16="http://schemas.microsoft.com/office/drawing/2014/main" id="{ACBC6807-3374-4F23-9850-ADCDA1D39314}"/>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graphicFrame>
        <p:nvGraphicFramePr>
          <p:cNvPr id="387084" name="Object 12">
            <a:extLst>
              <a:ext uri="{FF2B5EF4-FFF2-40B4-BE49-F238E27FC236}">
                <a16:creationId xmlns:a16="http://schemas.microsoft.com/office/drawing/2014/main" id="{D03D9898-8D34-4AD8-9864-A41191C1C29C}"/>
              </a:ext>
            </a:extLst>
          </p:cNvPr>
          <p:cNvGraphicFramePr>
            <a:graphicFrameLocks noChangeAspect="1"/>
          </p:cNvGraphicFramePr>
          <p:nvPr/>
        </p:nvGraphicFramePr>
        <p:xfrm>
          <a:off x="0" y="1673225"/>
          <a:ext cx="3914775" cy="3094038"/>
        </p:xfrm>
        <a:graphic>
          <a:graphicData uri="http://schemas.openxmlformats.org/presentationml/2006/ole">
            <mc:AlternateContent xmlns:mc="http://schemas.openxmlformats.org/markup-compatibility/2006">
              <mc:Choice xmlns:v="urn:schemas-microsoft-com:vml" Requires="v">
                <p:oleObj spid="_x0000_s387095" r:id="rId3" imgW="1766977" imgH="1401792" progId="Visio.Drawing.6">
                  <p:embed/>
                </p:oleObj>
              </mc:Choice>
              <mc:Fallback>
                <p:oleObj r:id="rId3" imgW="1766977" imgH="1401792" progId="Visio.Drawing.6">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673225"/>
                        <a:ext cx="3914775" cy="309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7085" name="Text Box 13">
            <a:extLst>
              <a:ext uri="{FF2B5EF4-FFF2-40B4-BE49-F238E27FC236}">
                <a16:creationId xmlns:a16="http://schemas.microsoft.com/office/drawing/2014/main" id="{DE8571F3-5E72-439B-9216-7473E19862A2}"/>
              </a:ext>
            </a:extLst>
          </p:cNvPr>
          <p:cNvSpPr txBox="1">
            <a:spLocks noChangeArrowheads="1"/>
          </p:cNvSpPr>
          <p:nvPr/>
        </p:nvSpPr>
        <p:spPr bwMode="auto">
          <a:xfrm>
            <a:off x="4032250" y="1584325"/>
            <a:ext cx="4814888"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SzTx/>
              <a:buFontTx/>
              <a:buNone/>
            </a:pPr>
            <a:r>
              <a:rPr kumimoji="0" lang="zh-CN" altLang="en-US">
                <a:solidFill>
                  <a:srgbClr val="000000"/>
                </a:solidFill>
                <a:latin typeface="楷体_GB2312" pitchFamily="49" charset="-122"/>
              </a:rPr>
              <a:t>问题：</a:t>
            </a:r>
          </a:p>
          <a:p>
            <a:pPr algn="l" eaLnBrk="1" hangingPunct="1">
              <a:spcBef>
                <a:spcPct val="50000"/>
              </a:spcBef>
              <a:buSzTx/>
              <a:buFontTx/>
              <a:buNone/>
            </a:pPr>
            <a:r>
              <a:rPr kumimoji="0" lang="zh-CN" altLang="en-US">
                <a:solidFill>
                  <a:srgbClr val="000000"/>
                </a:solidFill>
                <a:latin typeface="楷体_GB2312" pitchFamily="49" charset="-122"/>
              </a:rPr>
              <a:t>①选择串联结构：</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1</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2</a:t>
            </a:r>
            <a:r>
              <a:rPr kumimoji="0" lang="en-US" altLang="zh-CN">
                <a:solidFill>
                  <a:srgbClr val="000000"/>
                </a:solidFill>
                <a:latin typeface="楷体_GB2312" pitchFamily="49" charset="-122"/>
              </a:rPr>
              <a:t> </a:t>
            </a:r>
            <a:r>
              <a:rPr kumimoji="0" lang="zh-CN" altLang="en-US">
                <a:solidFill>
                  <a:srgbClr val="000000"/>
                </a:solidFill>
                <a:latin typeface="楷体_GB2312" pitchFamily="49" charset="-122"/>
              </a:rPr>
              <a:t>，</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3</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4</a:t>
            </a:r>
          </a:p>
          <a:p>
            <a:pPr algn="l" eaLnBrk="1" hangingPunct="1">
              <a:spcBef>
                <a:spcPct val="50000"/>
              </a:spcBef>
              <a:buSzTx/>
              <a:buFontTx/>
              <a:buNone/>
            </a:pPr>
            <a:r>
              <a:rPr kumimoji="0" lang="en-US" altLang="zh-CN">
                <a:solidFill>
                  <a:srgbClr val="000000"/>
                </a:solidFill>
                <a:latin typeface="楷体_GB2312" pitchFamily="49" charset="-122"/>
              </a:rPr>
              <a:t>②</a:t>
            </a:r>
            <a:r>
              <a:rPr kumimoji="0" lang="zh-CN" altLang="en-US">
                <a:solidFill>
                  <a:srgbClr val="000000"/>
                </a:solidFill>
                <a:latin typeface="楷体_GB2312" pitchFamily="49" charset="-122"/>
              </a:rPr>
              <a:t>选择并联结构：</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1</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3</a:t>
            </a:r>
            <a:r>
              <a:rPr kumimoji="0" lang="en-US" altLang="zh-CN">
                <a:solidFill>
                  <a:srgbClr val="000000"/>
                </a:solidFill>
                <a:latin typeface="楷体_GB2312" pitchFamily="49" charset="-122"/>
              </a:rPr>
              <a:t> </a:t>
            </a:r>
            <a:r>
              <a:rPr kumimoji="0" lang="zh-CN" altLang="en-US">
                <a:solidFill>
                  <a:srgbClr val="000000"/>
                </a:solidFill>
                <a:latin typeface="楷体_GB2312" pitchFamily="49" charset="-122"/>
              </a:rPr>
              <a:t>，</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2</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4</a:t>
            </a:r>
          </a:p>
          <a:p>
            <a:pPr algn="l" eaLnBrk="1" hangingPunct="1">
              <a:spcBef>
                <a:spcPct val="50000"/>
              </a:spcBef>
              <a:buSzTx/>
              <a:buFontTx/>
              <a:buNone/>
            </a:pPr>
            <a:r>
              <a:rPr kumimoji="0" lang="en-US" altLang="zh-CN">
                <a:solidFill>
                  <a:srgbClr val="000000"/>
                </a:solidFill>
                <a:latin typeface="楷体_GB2312" pitchFamily="49" charset="-122"/>
              </a:rPr>
              <a:t>③</a:t>
            </a:r>
            <a:r>
              <a:rPr kumimoji="0" lang="zh-CN" altLang="en-US">
                <a:solidFill>
                  <a:srgbClr val="000000"/>
                </a:solidFill>
                <a:latin typeface="楷体_GB2312" pitchFamily="49" charset="-122"/>
              </a:rPr>
              <a:t>若使用差动结构，两个非工作臂的构成问题。（</a:t>
            </a:r>
            <a:r>
              <a:rPr kumimoji="0" lang="en-US" altLang="zh-CN">
                <a:solidFill>
                  <a:srgbClr val="000000"/>
                </a:solidFill>
                <a:latin typeface="楷体_GB2312" pitchFamily="49" charset="-122"/>
              </a:rPr>
              <a:t>R L C</a:t>
            </a:r>
            <a:r>
              <a:rPr kumimoji="0" lang="zh-CN" altLang="en-US">
                <a:solidFill>
                  <a:srgbClr val="000000"/>
                </a:solidFill>
                <a:latin typeface="楷体_GB2312" pitchFamily="49" charset="-122"/>
              </a:rPr>
              <a:t>） </a:t>
            </a:r>
          </a:p>
          <a:p>
            <a:pPr algn="l" eaLnBrk="1" hangingPunct="1">
              <a:spcBef>
                <a:spcPct val="50000"/>
              </a:spcBef>
              <a:buSzTx/>
              <a:buFontTx/>
              <a:buNone/>
            </a:pPr>
            <a:r>
              <a:rPr kumimoji="0" lang="zh-CN" altLang="en-US">
                <a:solidFill>
                  <a:srgbClr val="000000"/>
                </a:solidFill>
                <a:latin typeface="楷体_GB2312" pitchFamily="49" charset="-122"/>
              </a:rPr>
              <a:t>评价指标：灵敏度</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18B6B10-3C60-44CF-9BA2-1CCC9A435FEE}"/>
              </a:ext>
            </a:extLst>
          </p:cNvPr>
          <p:cNvSpPr>
            <a:spLocks noGrp="1" noChangeArrowheads="1"/>
          </p:cNvSpPr>
          <p:nvPr>
            <p:ph type="body" idx="1"/>
          </p:nvPr>
        </p:nvSpPr>
        <p:spPr>
          <a:xfrm>
            <a:off x="755650" y="908050"/>
            <a:ext cx="7772400" cy="4114800"/>
          </a:xfrm>
        </p:spPr>
        <p:txBody>
          <a:bodyPr/>
          <a:lstStyle/>
          <a:p>
            <a:pPr eaLnBrk="1" hangingPunct="1">
              <a:lnSpc>
                <a:spcPct val="120000"/>
              </a:lnSpc>
              <a:spcBef>
                <a:spcPct val="0"/>
              </a:spcBef>
              <a:buFont typeface="Wingdings" pitchFamily="2" charset="2"/>
              <a:buChar char="u"/>
              <a:defRPr/>
            </a:pPr>
            <a:r>
              <a:rPr lang="zh-CN" altLang="en-US" sz="2800">
                <a:latin typeface="楷体_GB2312" pitchFamily="49" charset="-122"/>
                <a:ea typeface="楷体_GB2312" pitchFamily="49" charset="-122"/>
              </a:rPr>
              <a:t>相敏检波电路</a:t>
            </a:r>
          </a:p>
          <a:p>
            <a:pPr marL="0" indent="0" eaLnBrk="1" hangingPunct="1">
              <a:lnSpc>
                <a:spcPct val="120000"/>
              </a:lnSpc>
              <a:spcBef>
                <a:spcPct val="0"/>
              </a:spcBef>
              <a:buFontTx/>
              <a:buNone/>
              <a:defRPr/>
            </a:pPr>
            <a:r>
              <a:rPr lang="zh-CN" altLang="en-US" sz="2800">
                <a:latin typeface="楷体_GB2312" pitchFamily="49" charset="-122"/>
                <a:ea typeface="楷体_GB2312" pitchFamily="49" charset="-122"/>
              </a:rPr>
              <a:t>    相敏检波电路是具有鉴别调制信号相位和选频能力的检波电路。</a:t>
            </a:r>
          </a:p>
          <a:p>
            <a:pPr marL="0" indent="0" eaLnBrk="1" hangingPunct="1">
              <a:lnSpc>
                <a:spcPct val="120000"/>
              </a:lnSpc>
              <a:spcBef>
                <a:spcPct val="0"/>
              </a:spcBef>
              <a:buFontTx/>
              <a:buNone/>
              <a:defRPr/>
            </a:pPr>
            <a:r>
              <a:rPr lang="zh-CN" altLang="en-US" sz="2800">
                <a:latin typeface="楷体_GB2312" pitchFamily="49" charset="-122"/>
                <a:ea typeface="楷体_GB2312" pitchFamily="49" charset="-122"/>
              </a:rPr>
              <a:t>    从电路结构上看，相敏检波电路的主要特点是，除了所需解调的调幅信号外，还要输入一个参考信号。有了参考信号就可以用它来鉴别输入信号的相位和频率</a:t>
            </a:r>
            <a:r>
              <a:rPr lang="zh-CN" altLang="en-US">
                <a:solidFill>
                  <a:srgbClr val="030301"/>
                </a:solidFill>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Text Box 2">
            <a:extLst>
              <a:ext uri="{FF2B5EF4-FFF2-40B4-BE49-F238E27FC236}">
                <a16:creationId xmlns:a16="http://schemas.microsoft.com/office/drawing/2014/main" id="{D759EC77-7B75-407B-BE8E-231546A3333C}"/>
              </a:ext>
            </a:extLst>
          </p:cNvPr>
          <p:cNvSpPr txBox="1">
            <a:spLocks noChangeArrowheads="1"/>
          </p:cNvSpPr>
          <p:nvPr/>
        </p:nvSpPr>
        <p:spPr bwMode="auto">
          <a:xfrm>
            <a:off x="358775" y="358775"/>
            <a:ext cx="8353425" cy="589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0000"/>
                </a:solidFill>
                <a:latin typeface="楷体_GB2312" pitchFamily="49" charset="-122"/>
              </a:rPr>
              <a:t>①</a:t>
            </a:r>
            <a:r>
              <a:rPr kumimoji="0" lang="zh-CN" altLang="en-US">
                <a:solidFill>
                  <a:srgbClr val="000000"/>
                </a:solidFill>
                <a:latin typeface="楷体_GB2312" pitchFamily="49" charset="-122"/>
              </a:rPr>
              <a:t>差动整流电路：将差动变压器两输出分别接至两整流电路</a:t>
            </a:r>
          </a:p>
          <a:p>
            <a:pPr algn="l" eaLnBrk="1" hangingPunct="1">
              <a:spcBef>
                <a:spcPct val="0"/>
              </a:spcBef>
              <a:buSzTx/>
              <a:buFontTx/>
              <a:buNone/>
            </a:pPr>
            <a:endParaRPr kumimoji="0" lang="zh-CN" altLang="en-US">
              <a:solidFill>
                <a:srgbClr val="000000"/>
              </a:solidFill>
              <a:latin typeface="楷体_GB2312" pitchFamily="49" charset="-122"/>
            </a:endParaRPr>
          </a:p>
          <a:p>
            <a:pPr algn="l" eaLnBrk="1" hangingPunct="1">
              <a:spcBef>
                <a:spcPct val="0"/>
              </a:spcBef>
              <a:buSzTx/>
              <a:buFontTx/>
              <a:buNone/>
            </a:pPr>
            <a:endParaRPr kumimoji="0" lang="zh-CN" altLang="en-US">
              <a:solidFill>
                <a:srgbClr val="000000"/>
              </a:solidFill>
              <a:latin typeface="楷体_GB2312" pitchFamily="49" charset="-122"/>
            </a:endParaRPr>
          </a:p>
          <a:p>
            <a:pPr algn="l" eaLnBrk="1" hangingPunct="1">
              <a:spcBef>
                <a:spcPct val="0"/>
              </a:spcBef>
              <a:buSzTx/>
              <a:buFontTx/>
              <a:buNone/>
            </a:pPr>
            <a:endParaRPr kumimoji="0" lang="zh-CN" altLang="en-US">
              <a:solidFill>
                <a:srgbClr val="000000"/>
              </a:solidFill>
              <a:latin typeface="楷体_GB2312" pitchFamily="49" charset="-122"/>
            </a:endParaRPr>
          </a:p>
          <a:p>
            <a:pPr algn="l" eaLnBrk="1" hangingPunct="1">
              <a:spcBef>
                <a:spcPct val="0"/>
              </a:spcBef>
              <a:buSzTx/>
              <a:buFontTx/>
              <a:buNone/>
            </a:pPr>
            <a:endParaRPr kumimoji="0" lang="zh-CN" altLang="en-US">
              <a:solidFill>
                <a:srgbClr val="000000"/>
              </a:solidFill>
              <a:latin typeface="楷体_GB2312" pitchFamily="49" charset="-122"/>
            </a:endParaRPr>
          </a:p>
          <a:p>
            <a:pPr algn="l" eaLnBrk="1" hangingPunct="1">
              <a:lnSpc>
                <a:spcPct val="140000"/>
              </a:lnSpc>
              <a:spcBef>
                <a:spcPct val="0"/>
              </a:spcBef>
              <a:buSzTx/>
              <a:buFontTx/>
              <a:buNone/>
            </a:pPr>
            <a:endParaRPr kumimoji="0" lang="zh-CN" altLang="en-US">
              <a:solidFill>
                <a:srgbClr val="000000"/>
              </a:solidFill>
              <a:latin typeface="楷体_GB2312" pitchFamily="49" charset="-122"/>
            </a:endParaRPr>
          </a:p>
          <a:p>
            <a:pPr algn="l" eaLnBrk="1" hangingPunct="1">
              <a:lnSpc>
                <a:spcPct val="140000"/>
              </a:lnSpc>
              <a:spcBef>
                <a:spcPct val="0"/>
              </a:spcBef>
              <a:buSzTx/>
              <a:buFontTx/>
              <a:buNone/>
            </a:pPr>
            <a:r>
              <a:rPr kumimoji="0" lang="zh-CN" altLang="en-US">
                <a:solidFill>
                  <a:srgbClr val="000000"/>
                </a:solidFill>
                <a:latin typeface="楷体_GB2312" pitchFamily="49" charset="-122"/>
              </a:rPr>
              <a:t>电流总是</a:t>
            </a:r>
            <a:r>
              <a:rPr kumimoji="0" lang="en-US" altLang="zh-CN">
                <a:solidFill>
                  <a:srgbClr val="000000"/>
                </a:solidFill>
                <a:latin typeface="楷体_GB2312" pitchFamily="49" charset="-122"/>
              </a:rPr>
              <a:t>d→c</a:t>
            </a:r>
            <a:r>
              <a:rPr kumimoji="0" lang="zh-CN" altLang="en-US">
                <a:solidFill>
                  <a:srgbClr val="000000"/>
                </a:solidFill>
                <a:latin typeface="楷体_GB2312" pitchFamily="49" charset="-122"/>
              </a:rPr>
              <a:t>，</a:t>
            </a:r>
            <a:r>
              <a:rPr kumimoji="0" lang="en-US" altLang="zh-CN">
                <a:solidFill>
                  <a:srgbClr val="000000"/>
                </a:solidFill>
                <a:latin typeface="楷体_GB2312" pitchFamily="49" charset="-122"/>
              </a:rPr>
              <a:t>a→b</a:t>
            </a:r>
            <a:r>
              <a:rPr kumimoji="0" lang="zh-CN" altLang="en-US">
                <a:solidFill>
                  <a:srgbClr val="000000"/>
                </a:solidFill>
                <a:latin typeface="楷体_GB2312" pitchFamily="49" charset="-122"/>
              </a:rPr>
              <a:t>，所以 </a:t>
            </a:r>
            <a:r>
              <a:rPr kumimoji="0" lang="en-US" altLang="zh-CN">
                <a:solidFill>
                  <a:srgbClr val="000000"/>
                </a:solidFill>
                <a:latin typeface="楷体_GB2312" pitchFamily="49" charset="-122"/>
              </a:rPr>
              <a:t>U</a:t>
            </a:r>
            <a:r>
              <a:rPr kumimoji="0" lang="en-US" altLang="zh-CN" baseline="-25000">
                <a:solidFill>
                  <a:srgbClr val="000000"/>
                </a:solidFill>
                <a:latin typeface="楷体_GB2312" pitchFamily="49" charset="-122"/>
              </a:rPr>
              <a:t>SC</a:t>
            </a:r>
            <a:r>
              <a:rPr kumimoji="0" lang="zh-CN" altLang="en-US">
                <a:solidFill>
                  <a:srgbClr val="000000"/>
                </a:solidFill>
                <a:latin typeface="楷体_GB2312" pitchFamily="49" charset="-122"/>
              </a:rPr>
              <a:t>的符号表明了方向。</a:t>
            </a:r>
            <a:endParaRPr kumimoji="0" lang="zh-CN" altLang="en-US" baseline="-25000">
              <a:solidFill>
                <a:srgbClr val="000000"/>
              </a:solidFill>
              <a:latin typeface="楷体_GB2312" pitchFamily="49" charset="-122"/>
            </a:endParaRPr>
          </a:p>
          <a:p>
            <a:pPr algn="l" eaLnBrk="1" hangingPunct="1">
              <a:lnSpc>
                <a:spcPct val="140000"/>
              </a:lnSpc>
              <a:spcBef>
                <a:spcPct val="0"/>
              </a:spcBef>
              <a:buSzTx/>
              <a:buFontTx/>
              <a:buNone/>
            </a:pPr>
            <a:r>
              <a:rPr kumimoji="0" lang="zh-CN" altLang="en-US">
                <a:solidFill>
                  <a:srgbClr val="000000"/>
                </a:solidFill>
                <a:latin typeface="楷体_GB2312" pitchFamily="49" charset="-122"/>
              </a:rPr>
              <a:t>特点：包含以下三个环节</a:t>
            </a:r>
          </a:p>
          <a:p>
            <a:pPr algn="l" eaLnBrk="1" hangingPunct="1">
              <a:lnSpc>
                <a:spcPct val="140000"/>
              </a:lnSpc>
              <a:spcBef>
                <a:spcPct val="0"/>
              </a:spcBef>
              <a:buSzTx/>
              <a:buFontTx/>
              <a:buNone/>
            </a:pPr>
            <a:r>
              <a:rPr kumimoji="0" lang="zh-CN" altLang="en-US">
                <a:solidFill>
                  <a:srgbClr val="000000"/>
                </a:solidFill>
                <a:latin typeface="楷体_GB2312" pitchFamily="49" charset="-122"/>
              </a:rPr>
              <a:t>● 相位鉴别功能（通过二极管桥路判断电压的符号）；</a:t>
            </a:r>
          </a:p>
          <a:p>
            <a:pPr algn="l" eaLnBrk="1" hangingPunct="1">
              <a:lnSpc>
                <a:spcPct val="140000"/>
              </a:lnSpc>
              <a:spcBef>
                <a:spcPct val="0"/>
              </a:spcBef>
              <a:buSzTx/>
              <a:buFontTx/>
              <a:buNone/>
            </a:pPr>
            <a:r>
              <a:rPr kumimoji="0" lang="zh-CN" altLang="en-US">
                <a:solidFill>
                  <a:srgbClr val="000000"/>
                </a:solidFill>
                <a:latin typeface="楷体_GB2312" pitchFamily="49" charset="-122"/>
              </a:rPr>
              <a:t>●  同频率的参考输入；</a:t>
            </a:r>
          </a:p>
          <a:p>
            <a:pPr algn="l" eaLnBrk="1" hangingPunct="1">
              <a:lnSpc>
                <a:spcPct val="140000"/>
              </a:lnSpc>
              <a:spcBef>
                <a:spcPct val="0"/>
              </a:spcBef>
              <a:buSzTx/>
              <a:buFontTx/>
              <a:buNone/>
            </a:pPr>
            <a:r>
              <a:rPr kumimoji="0" lang="zh-CN" altLang="en-US">
                <a:solidFill>
                  <a:srgbClr val="000000"/>
                </a:solidFill>
                <a:latin typeface="楷体_GB2312" pitchFamily="49" charset="-122"/>
              </a:rPr>
              <a:t>● 输出接低通滤波器。</a:t>
            </a:r>
          </a:p>
        </p:txBody>
      </p:sp>
      <p:sp>
        <p:nvSpPr>
          <p:cNvPr id="389123" name="Rectangle 3">
            <a:extLst>
              <a:ext uri="{FF2B5EF4-FFF2-40B4-BE49-F238E27FC236}">
                <a16:creationId xmlns:a16="http://schemas.microsoft.com/office/drawing/2014/main" id="{D3C2A465-0023-4D54-A811-81BD95AF0960}"/>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24" name="Rectangle 4">
            <a:extLst>
              <a:ext uri="{FF2B5EF4-FFF2-40B4-BE49-F238E27FC236}">
                <a16:creationId xmlns:a16="http://schemas.microsoft.com/office/drawing/2014/main" id="{20E52787-44FF-4B2E-A08D-4444314F6297}"/>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25" name="Rectangle 5">
            <a:extLst>
              <a:ext uri="{FF2B5EF4-FFF2-40B4-BE49-F238E27FC236}">
                <a16:creationId xmlns:a16="http://schemas.microsoft.com/office/drawing/2014/main" id="{B1E702CE-27D5-40B8-904E-7229C1CA9020}"/>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26" name="Rectangle 6">
            <a:extLst>
              <a:ext uri="{FF2B5EF4-FFF2-40B4-BE49-F238E27FC236}">
                <a16:creationId xmlns:a16="http://schemas.microsoft.com/office/drawing/2014/main" id="{37661B18-A9D9-42B8-987D-FC080CF0BB16}"/>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27" name="Rectangle 7">
            <a:extLst>
              <a:ext uri="{FF2B5EF4-FFF2-40B4-BE49-F238E27FC236}">
                <a16:creationId xmlns:a16="http://schemas.microsoft.com/office/drawing/2014/main" id="{A4A8CC95-A687-4D46-BF6D-47374B25790E}"/>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28" name="Rectangle 8">
            <a:extLst>
              <a:ext uri="{FF2B5EF4-FFF2-40B4-BE49-F238E27FC236}">
                <a16:creationId xmlns:a16="http://schemas.microsoft.com/office/drawing/2014/main" id="{71985405-2EDC-446D-867B-3798CC7E85D8}"/>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29" name="Rectangle 9">
            <a:extLst>
              <a:ext uri="{FF2B5EF4-FFF2-40B4-BE49-F238E27FC236}">
                <a16:creationId xmlns:a16="http://schemas.microsoft.com/office/drawing/2014/main" id="{B0DA1C79-BCFD-4BF9-A3C1-CF40C4EF7975}"/>
              </a:ext>
            </a:extLst>
          </p:cNvPr>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30" name="Rectangle 10">
            <a:extLst>
              <a:ext uri="{FF2B5EF4-FFF2-40B4-BE49-F238E27FC236}">
                <a16:creationId xmlns:a16="http://schemas.microsoft.com/office/drawing/2014/main" id="{2C039EAE-451E-438B-ACBF-10C9861F0605}"/>
              </a:ext>
            </a:extLst>
          </p:cNvPr>
          <p:cNvSpPr>
            <a:spLocks noChangeArrowheads="1"/>
          </p:cNvSpPr>
          <p:nvPr/>
        </p:nvSpPr>
        <p:spPr bwMode="auto">
          <a:xfrm>
            <a:off x="0" y="2538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31" name="Rectangle 11">
            <a:extLst>
              <a:ext uri="{FF2B5EF4-FFF2-40B4-BE49-F238E27FC236}">
                <a16:creationId xmlns:a16="http://schemas.microsoft.com/office/drawing/2014/main" id="{EF8F92D3-7D60-43BE-B280-0DBE61C7C86C}"/>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32" name="Rectangle 12">
            <a:extLst>
              <a:ext uri="{FF2B5EF4-FFF2-40B4-BE49-F238E27FC236}">
                <a16:creationId xmlns:a16="http://schemas.microsoft.com/office/drawing/2014/main" id="{FD1B4D85-B98B-49C9-91B5-C3117A76A0EF}"/>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33" name="Rectangle 13">
            <a:extLst>
              <a:ext uri="{FF2B5EF4-FFF2-40B4-BE49-F238E27FC236}">
                <a16:creationId xmlns:a16="http://schemas.microsoft.com/office/drawing/2014/main" id="{021E7E2E-4F9F-49B2-8F2A-FD23A8B6BD20}"/>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34" name="Rectangle 14">
            <a:extLst>
              <a:ext uri="{FF2B5EF4-FFF2-40B4-BE49-F238E27FC236}">
                <a16:creationId xmlns:a16="http://schemas.microsoft.com/office/drawing/2014/main" id="{090A0D1E-4D91-48F7-BFBA-950CC438F802}"/>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graphicFrame>
        <p:nvGraphicFramePr>
          <p:cNvPr id="389135" name="Object 15">
            <a:extLst>
              <a:ext uri="{FF2B5EF4-FFF2-40B4-BE49-F238E27FC236}">
                <a16:creationId xmlns:a16="http://schemas.microsoft.com/office/drawing/2014/main" id="{30BB9C0C-AB46-4B83-9398-1E1294128D37}"/>
              </a:ext>
            </a:extLst>
          </p:cNvPr>
          <p:cNvGraphicFramePr>
            <a:graphicFrameLocks noChangeAspect="1"/>
          </p:cNvGraphicFramePr>
          <p:nvPr/>
        </p:nvGraphicFramePr>
        <p:xfrm>
          <a:off x="611188" y="1223963"/>
          <a:ext cx="7605712" cy="2459037"/>
        </p:xfrm>
        <a:graphic>
          <a:graphicData uri="http://schemas.openxmlformats.org/presentationml/2006/ole">
            <mc:AlternateContent xmlns:mc="http://schemas.openxmlformats.org/markup-compatibility/2006">
              <mc:Choice xmlns:v="urn:schemas-microsoft-com:vml" Requires="v">
                <p:oleObj spid="_x0000_s389145" r:id="rId3" imgW="4720320" imgH="1524960" progId="Visio.Drawing.6">
                  <p:embed/>
                </p:oleObj>
              </mc:Choice>
              <mc:Fallback>
                <p:oleObj r:id="rId3" imgW="4720320" imgH="1524960" progId="Visio.Drawing.6">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223963"/>
                        <a:ext cx="7605712" cy="2459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a:extLst>
              <a:ext uri="{FF2B5EF4-FFF2-40B4-BE49-F238E27FC236}">
                <a16:creationId xmlns:a16="http://schemas.microsoft.com/office/drawing/2014/main" id="{93F0608B-E440-4A87-9BD9-EE587D1B9C24}"/>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47" name="Rectangle 3">
            <a:extLst>
              <a:ext uri="{FF2B5EF4-FFF2-40B4-BE49-F238E27FC236}">
                <a16:creationId xmlns:a16="http://schemas.microsoft.com/office/drawing/2014/main" id="{2ECF80D4-7BC1-400F-9DF6-4092D96FD9BD}"/>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48" name="Rectangle 4">
            <a:extLst>
              <a:ext uri="{FF2B5EF4-FFF2-40B4-BE49-F238E27FC236}">
                <a16:creationId xmlns:a16="http://schemas.microsoft.com/office/drawing/2014/main" id="{FE6C41D6-2C66-43FC-A80D-880139B136E9}"/>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49" name="Rectangle 5">
            <a:extLst>
              <a:ext uri="{FF2B5EF4-FFF2-40B4-BE49-F238E27FC236}">
                <a16:creationId xmlns:a16="http://schemas.microsoft.com/office/drawing/2014/main" id="{F5634901-2BA1-460C-8EFE-9725F86804F0}"/>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0" name="Rectangle 6">
            <a:extLst>
              <a:ext uri="{FF2B5EF4-FFF2-40B4-BE49-F238E27FC236}">
                <a16:creationId xmlns:a16="http://schemas.microsoft.com/office/drawing/2014/main" id="{EF7FC872-FA93-48AD-ABE2-3339DCF9822F}"/>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1" name="Rectangle 7">
            <a:extLst>
              <a:ext uri="{FF2B5EF4-FFF2-40B4-BE49-F238E27FC236}">
                <a16:creationId xmlns:a16="http://schemas.microsoft.com/office/drawing/2014/main" id="{EE77C0F9-1C8C-4463-B999-C2F788C1A53D}"/>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2" name="Rectangle 8">
            <a:extLst>
              <a:ext uri="{FF2B5EF4-FFF2-40B4-BE49-F238E27FC236}">
                <a16:creationId xmlns:a16="http://schemas.microsoft.com/office/drawing/2014/main" id="{58EF63B7-0F98-4013-85C8-004B39FAEC18}"/>
              </a:ext>
            </a:extLst>
          </p:cNvPr>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3" name="Rectangle 9">
            <a:extLst>
              <a:ext uri="{FF2B5EF4-FFF2-40B4-BE49-F238E27FC236}">
                <a16:creationId xmlns:a16="http://schemas.microsoft.com/office/drawing/2014/main" id="{FEE71029-1E81-4CDD-A5BB-35E636D820A7}"/>
              </a:ext>
            </a:extLst>
          </p:cNvPr>
          <p:cNvSpPr>
            <a:spLocks noChangeArrowheads="1"/>
          </p:cNvSpPr>
          <p:nvPr/>
        </p:nvSpPr>
        <p:spPr bwMode="auto">
          <a:xfrm>
            <a:off x="0" y="2538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4" name="Rectangle 10">
            <a:extLst>
              <a:ext uri="{FF2B5EF4-FFF2-40B4-BE49-F238E27FC236}">
                <a16:creationId xmlns:a16="http://schemas.microsoft.com/office/drawing/2014/main" id="{015DF677-30CC-4A46-A529-5B3D767D1C59}"/>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5" name="Rectangle 11">
            <a:extLst>
              <a:ext uri="{FF2B5EF4-FFF2-40B4-BE49-F238E27FC236}">
                <a16:creationId xmlns:a16="http://schemas.microsoft.com/office/drawing/2014/main" id="{44E522D6-ECEB-4C99-82C2-74A1095379E7}"/>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6" name="Rectangle 12">
            <a:extLst>
              <a:ext uri="{FF2B5EF4-FFF2-40B4-BE49-F238E27FC236}">
                <a16:creationId xmlns:a16="http://schemas.microsoft.com/office/drawing/2014/main" id="{606054F4-D195-47F3-961A-19540F7C1289}"/>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7" name="Rectangle 13">
            <a:extLst>
              <a:ext uri="{FF2B5EF4-FFF2-40B4-BE49-F238E27FC236}">
                <a16:creationId xmlns:a16="http://schemas.microsoft.com/office/drawing/2014/main" id="{B7D459AE-DFB4-4EAD-AB6F-28D1CAD9F7DC}"/>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8" name="Rectangle 14">
            <a:extLst>
              <a:ext uri="{FF2B5EF4-FFF2-40B4-BE49-F238E27FC236}">
                <a16:creationId xmlns:a16="http://schemas.microsoft.com/office/drawing/2014/main" id="{4300F62C-FA1C-4A48-B0E0-12931A4AE88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9" name="Rectangle 15">
            <a:extLst>
              <a:ext uri="{FF2B5EF4-FFF2-40B4-BE49-F238E27FC236}">
                <a16:creationId xmlns:a16="http://schemas.microsoft.com/office/drawing/2014/main" id="{0EAE32AD-92FC-4AD0-9508-8A7FEF0F96E0}"/>
              </a:ext>
            </a:extLst>
          </p:cNvPr>
          <p:cNvSpPr>
            <a:spLocks noChangeArrowheads="1"/>
          </p:cNvSpPr>
          <p:nvPr/>
        </p:nvSpPr>
        <p:spPr bwMode="auto">
          <a:xfrm>
            <a:off x="161925" y="3338513"/>
            <a:ext cx="8640763"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0000"/>
                </a:solidFill>
                <a:latin typeface="宋体" panose="02010600030101010101" pitchFamily="2" charset="-122"/>
                <a:ea typeface="宋体" panose="02010600030101010101" pitchFamily="2" charset="-122"/>
              </a:rPr>
              <a:t>●</a:t>
            </a:r>
            <a:r>
              <a:rPr kumimoji="0" lang="zh-CN" altLang="en-US">
                <a:solidFill>
                  <a:srgbClr val="000000"/>
                </a:solidFill>
                <a:latin typeface="楷体_GB2312" pitchFamily="49" charset="-122"/>
              </a:rPr>
              <a:t>位移为零，</a:t>
            </a:r>
            <a:r>
              <a:rPr kumimoji="0" lang="en-US" altLang="zh-CN">
                <a:solidFill>
                  <a:srgbClr val="000000"/>
                </a:solidFill>
                <a:latin typeface="楷体_GB2312" pitchFamily="49" charset="-122"/>
              </a:rPr>
              <a:t>e=0</a:t>
            </a:r>
            <a:r>
              <a:rPr kumimoji="0" lang="zh-CN" altLang="en-US">
                <a:solidFill>
                  <a:srgbClr val="000000"/>
                </a:solidFill>
                <a:latin typeface="楷体_GB2312" pitchFamily="49" charset="-122"/>
              </a:rPr>
              <a:t>，电源电压处于正半周</a:t>
            </a: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参考电压</a:t>
            </a:r>
            <a:r>
              <a:rPr kumimoji="0" lang="en-US" altLang="zh-CN" sz="2800">
                <a:solidFill>
                  <a:srgbClr val="000000"/>
                </a:solidFill>
              </a:rPr>
              <a:t>e</a:t>
            </a:r>
            <a:r>
              <a:rPr kumimoji="0" lang="en-US" altLang="zh-CN" sz="2800" baseline="-25000">
                <a:solidFill>
                  <a:srgbClr val="000000"/>
                </a:solidFill>
              </a:rPr>
              <a:t>r</a:t>
            </a:r>
            <a:r>
              <a:rPr kumimoji="0" lang="en-US" altLang="zh-CN">
                <a:solidFill>
                  <a:srgbClr val="000000"/>
                </a:solidFill>
                <a:latin typeface="楷体_GB2312" pitchFamily="49" charset="-122"/>
              </a:rPr>
              <a:t>+, </a:t>
            </a:r>
            <a:r>
              <a:rPr kumimoji="0" lang="en-US" altLang="zh-CN">
                <a:solidFill>
                  <a:srgbClr val="000000"/>
                </a:solidFill>
              </a:rPr>
              <a:t>U</a:t>
            </a:r>
            <a:r>
              <a:rPr kumimoji="0" lang="en-US" altLang="zh-CN" baseline="-25000">
                <a:solidFill>
                  <a:srgbClr val="000000"/>
                </a:solidFill>
              </a:rPr>
              <a:t>AB</a:t>
            </a:r>
            <a:r>
              <a:rPr kumimoji="0" lang="en-US" altLang="zh-CN">
                <a:solidFill>
                  <a:srgbClr val="000000"/>
                </a:solidFill>
              </a:rPr>
              <a:t>&gt;0</a:t>
            </a:r>
          </a:p>
          <a:p>
            <a:pPr algn="l" eaLnBrk="1" hangingPunct="1">
              <a:spcBef>
                <a:spcPct val="0"/>
              </a:spcBef>
              <a:buSzTx/>
              <a:buFontTx/>
              <a:buNone/>
            </a:pPr>
            <a:r>
              <a:rPr kumimoji="0" lang="en-US" altLang="zh-CN">
                <a:solidFill>
                  <a:srgbClr val="000000"/>
                </a:solidFill>
                <a:latin typeface="楷体_GB2312" pitchFamily="49" charset="-122"/>
              </a:rPr>
              <a:t>        </a:t>
            </a:r>
            <a:r>
              <a:rPr kumimoji="0" lang="en-US" altLang="zh-CN">
                <a:solidFill>
                  <a:srgbClr val="000000"/>
                </a:solidFill>
              </a:rPr>
              <a:t>D</a:t>
            </a:r>
            <a:r>
              <a:rPr kumimoji="0" lang="en-US" altLang="zh-CN" baseline="-25000">
                <a:solidFill>
                  <a:srgbClr val="000000"/>
                </a:solidFill>
              </a:rPr>
              <a:t>1</a:t>
            </a:r>
            <a:r>
              <a:rPr kumimoji="0" lang="zh-CN" altLang="en-US">
                <a:solidFill>
                  <a:srgbClr val="000000"/>
                </a:solidFill>
              </a:rPr>
              <a:t>，</a:t>
            </a:r>
            <a:r>
              <a:rPr kumimoji="0" lang="en-US" altLang="zh-CN">
                <a:solidFill>
                  <a:srgbClr val="000000"/>
                </a:solidFill>
              </a:rPr>
              <a:t>D</a:t>
            </a:r>
            <a:r>
              <a:rPr kumimoji="0" lang="en-US" altLang="zh-CN" baseline="-25000">
                <a:solidFill>
                  <a:srgbClr val="000000"/>
                </a:solidFill>
              </a:rPr>
              <a:t>2</a:t>
            </a:r>
            <a:r>
              <a:rPr kumimoji="0" lang="zh-CN" altLang="en-US">
                <a:solidFill>
                  <a:srgbClr val="000000"/>
                </a:solidFill>
                <a:latin typeface="楷体_GB2312" pitchFamily="49" charset="-122"/>
              </a:rPr>
              <a:t>导通，</a:t>
            </a:r>
            <a:r>
              <a:rPr kumimoji="0" lang="en-US" altLang="zh-CN">
                <a:solidFill>
                  <a:srgbClr val="000000"/>
                </a:solidFill>
              </a:rPr>
              <a:t>i</a:t>
            </a:r>
            <a:r>
              <a:rPr kumimoji="0" lang="en-US" altLang="zh-CN" baseline="-25000">
                <a:solidFill>
                  <a:srgbClr val="000000"/>
                </a:solidFill>
              </a:rPr>
              <a:t>1</a:t>
            </a:r>
            <a:r>
              <a:rPr kumimoji="0" lang="en-US" altLang="zh-CN">
                <a:solidFill>
                  <a:srgbClr val="000000"/>
                </a:solidFill>
              </a:rPr>
              <a:t>=i</a:t>
            </a:r>
            <a:r>
              <a:rPr kumimoji="0" lang="en-US" altLang="zh-CN" baseline="-25000">
                <a:solidFill>
                  <a:srgbClr val="000000"/>
                </a:solidFill>
              </a:rPr>
              <a:t>2</a:t>
            </a:r>
            <a:r>
              <a:rPr kumimoji="0" lang="en-US" altLang="zh-CN">
                <a:solidFill>
                  <a:srgbClr val="000000"/>
                </a:solidFill>
              </a:rPr>
              <a:t>,U</a:t>
            </a:r>
            <a:r>
              <a:rPr kumimoji="0" lang="en-US" altLang="zh-CN" baseline="-25000">
                <a:solidFill>
                  <a:srgbClr val="000000"/>
                </a:solidFill>
              </a:rPr>
              <a:t>cd</a:t>
            </a:r>
            <a:r>
              <a:rPr kumimoji="0" lang="en-US" altLang="zh-CN">
                <a:solidFill>
                  <a:srgbClr val="000000"/>
                </a:solidFill>
              </a:rPr>
              <a:t>=i</a:t>
            </a:r>
            <a:r>
              <a:rPr kumimoji="0" lang="en-US" altLang="zh-CN" baseline="-25000">
                <a:solidFill>
                  <a:srgbClr val="000000"/>
                </a:solidFill>
              </a:rPr>
              <a:t>1</a:t>
            </a:r>
            <a:r>
              <a:rPr kumimoji="0" lang="en-US" altLang="zh-CN">
                <a:solidFill>
                  <a:srgbClr val="000000"/>
                </a:solidFill>
              </a:rPr>
              <a:t>R</a:t>
            </a:r>
            <a:r>
              <a:rPr kumimoji="0" lang="en-US" altLang="zh-CN" baseline="-25000">
                <a:solidFill>
                  <a:srgbClr val="000000"/>
                </a:solidFill>
              </a:rPr>
              <a:t>1</a:t>
            </a:r>
            <a:r>
              <a:rPr kumimoji="0" lang="en-US" altLang="zh-CN">
                <a:solidFill>
                  <a:srgbClr val="000000"/>
                </a:solidFill>
              </a:rPr>
              <a:t>-i</a:t>
            </a:r>
            <a:r>
              <a:rPr kumimoji="0" lang="en-US" altLang="zh-CN" baseline="-25000">
                <a:solidFill>
                  <a:srgbClr val="000000"/>
                </a:solidFill>
              </a:rPr>
              <a:t>2</a:t>
            </a:r>
            <a:r>
              <a:rPr kumimoji="0" lang="en-US" altLang="zh-CN">
                <a:solidFill>
                  <a:srgbClr val="000000"/>
                </a:solidFill>
              </a:rPr>
              <a:t>R</a:t>
            </a:r>
            <a:r>
              <a:rPr kumimoji="0" lang="en-US" altLang="zh-CN" baseline="-25000">
                <a:solidFill>
                  <a:srgbClr val="000000"/>
                </a:solidFill>
              </a:rPr>
              <a:t>2</a:t>
            </a:r>
            <a:r>
              <a:rPr kumimoji="0" lang="en-US" altLang="zh-CN">
                <a:solidFill>
                  <a:srgbClr val="000000"/>
                </a:solidFill>
              </a:rPr>
              <a:t>=0</a:t>
            </a:r>
          </a:p>
          <a:p>
            <a:pPr algn="l" eaLnBrk="1" hangingPunct="1">
              <a:spcBef>
                <a:spcPct val="0"/>
              </a:spcBef>
              <a:buSzTx/>
              <a:buFontTx/>
              <a:buNone/>
            </a:pP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位移为零，</a:t>
            </a:r>
            <a:r>
              <a:rPr kumimoji="0" lang="en-US" altLang="zh-CN">
                <a:solidFill>
                  <a:srgbClr val="000000"/>
                </a:solidFill>
                <a:latin typeface="楷体_GB2312" pitchFamily="49" charset="-122"/>
              </a:rPr>
              <a:t>e=0</a:t>
            </a:r>
            <a:r>
              <a:rPr kumimoji="0" lang="zh-CN" altLang="en-US">
                <a:solidFill>
                  <a:srgbClr val="000000"/>
                </a:solidFill>
                <a:latin typeface="楷体_GB2312" pitchFamily="49" charset="-122"/>
              </a:rPr>
              <a:t>，电源电压处于负半周</a:t>
            </a: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参考电压</a:t>
            </a:r>
            <a:r>
              <a:rPr kumimoji="0" lang="en-US" altLang="zh-CN">
                <a:solidFill>
                  <a:srgbClr val="000000"/>
                </a:solidFill>
              </a:rPr>
              <a:t>e</a:t>
            </a:r>
            <a:r>
              <a:rPr kumimoji="0" lang="en-US" altLang="zh-CN" baseline="-25000">
                <a:solidFill>
                  <a:srgbClr val="000000"/>
                </a:solidFill>
              </a:rPr>
              <a:t>r-</a:t>
            </a:r>
            <a:r>
              <a:rPr kumimoji="0" lang="en-US" altLang="zh-CN">
                <a:solidFill>
                  <a:srgbClr val="000000"/>
                </a:solidFill>
              </a:rPr>
              <a:t>, UAB&lt;0</a:t>
            </a:r>
          </a:p>
          <a:p>
            <a:pPr algn="l" eaLnBrk="1" hangingPunct="1">
              <a:spcBef>
                <a:spcPct val="0"/>
              </a:spcBef>
              <a:buSzTx/>
              <a:buFontTx/>
              <a:buNone/>
            </a:pPr>
            <a:r>
              <a:rPr kumimoji="0" lang="en-US" altLang="zh-CN">
                <a:solidFill>
                  <a:srgbClr val="000000"/>
                </a:solidFill>
                <a:latin typeface="楷体_GB2312" pitchFamily="49" charset="-122"/>
              </a:rPr>
              <a:t>        </a:t>
            </a:r>
            <a:r>
              <a:rPr kumimoji="0" lang="en-US" altLang="zh-CN">
                <a:solidFill>
                  <a:srgbClr val="000000"/>
                </a:solidFill>
              </a:rPr>
              <a:t>D</a:t>
            </a:r>
            <a:r>
              <a:rPr kumimoji="0" lang="en-US" altLang="zh-CN" baseline="-25000">
                <a:solidFill>
                  <a:srgbClr val="000000"/>
                </a:solidFill>
              </a:rPr>
              <a:t>3</a:t>
            </a:r>
            <a:r>
              <a:rPr kumimoji="0" lang="zh-CN" altLang="en-US">
                <a:solidFill>
                  <a:srgbClr val="000000"/>
                </a:solidFill>
              </a:rPr>
              <a:t>，</a:t>
            </a:r>
            <a:r>
              <a:rPr kumimoji="0" lang="en-US" altLang="zh-CN">
                <a:solidFill>
                  <a:srgbClr val="000000"/>
                </a:solidFill>
              </a:rPr>
              <a:t>D</a:t>
            </a:r>
            <a:r>
              <a:rPr kumimoji="0" lang="en-US" altLang="zh-CN" baseline="-25000">
                <a:solidFill>
                  <a:srgbClr val="000000"/>
                </a:solidFill>
              </a:rPr>
              <a:t>4</a:t>
            </a:r>
            <a:r>
              <a:rPr kumimoji="0" lang="zh-CN" altLang="en-US">
                <a:solidFill>
                  <a:srgbClr val="000000"/>
                </a:solidFill>
                <a:latin typeface="楷体_GB2312" pitchFamily="49" charset="-122"/>
              </a:rPr>
              <a:t>导通</a:t>
            </a:r>
            <a:r>
              <a:rPr kumimoji="0" lang="zh-CN" altLang="en-US">
                <a:solidFill>
                  <a:srgbClr val="000000"/>
                </a:solidFill>
              </a:rPr>
              <a:t>，</a:t>
            </a:r>
            <a:r>
              <a:rPr kumimoji="0" lang="en-US" altLang="zh-CN">
                <a:solidFill>
                  <a:srgbClr val="000000"/>
                </a:solidFill>
              </a:rPr>
              <a:t>i</a:t>
            </a:r>
            <a:r>
              <a:rPr kumimoji="0" lang="en-US" altLang="zh-CN" baseline="-25000">
                <a:solidFill>
                  <a:srgbClr val="000000"/>
                </a:solidFill>
              </a:rPr>
              <a:t>1</a:t>
            </a:r>
            <a:r>
              <a:rPr kumimoji="0" lang="en-US" altLang="zh-CN">
                <a:solidFill>
                  <a:srgbClr val="000000"/>
                </a:solidFill>
              </a:rPr>
              <a:t>=i</a:t>
            </a:r>
            <a:r>
              <a:rPr kumimoji="0" lang="en-US" altLang="zh-CN" baseline="-25000">
                <a:solidFill>
                  <a:srgbClr val="000000"/>
                </a:solidFill>
              </a:rPr>
              <a:t>2</a:t>
            </a:r>
            <a:r>
              <a:rPr kumimoji="0" lang="en-US" altLang="zh-CN">
                <a:solidFill>
                  <a:srgbClr val="000000"/>
                </a:solidFill>
              </a:rPr>
              <a:t>,U</a:t>
            </a:r>
            <a:r>
              <a:rPr kumimoji="0" lang="en-US" altLang="zh-CN" baseline="-25000">
                <a:solidFill>
                  <a:srgbClr val="000000"/>
                </a:solidFill>
              </a:rPr>
              <a:t>cd</a:t>
            </a:r>
            <a:r>
              <a:rPr kumimoji="0" lang="en-US" altLang="zh-CN">
                <a:solidFill>
                  <a:srgbClr val="000000"/>
                </a:solidFill>
              </a:rPr>
              <a:t>=i</a:t>
            </a:r>
            <a:r>
              <a:rPr kumimoji="0" lang="en-US" altLang="zh-CN" baseline="-25000">
                <a:solidFill>
                  <a:srgbClr val="000000"/>
                </a:solidFill>
              </a:rPr>
              <a:t>1</a:t>
            </a:r>
            <a:r>
              <a:rPr kumimoji="0" lang="en-US" altLang="zh-CN">
                <a:solidFill>
                  <a:srgbClr val="000000"/>
                </a:solidFill>
              </a:rPr>
              <a:t>R</a:t>
            </a:r>
            <a:r>
              <a:rPr kumimoji="0" lang="en-US" altLang="zh-CN" baseline="-25000">
                <a:solidFill>
                  <a:srgbClr val="000000"/>
                </a:solidFill>
              </a:rPr>
              <a:t>1</a:t>
            </a:r>
            <a:r>
              <a:rPr kumimoji="0" lang="en-US" altLang="zh-CN">
                <a:solidFill>
                  <a:srgbClr val="000000"/>
                </a:solidFill>
              </a:rPr>
              <a:t>-i</a:t>
            </a:r>
            <a:r>
              <a:rPr kumimoji="0" lang="en-US" altLang="zh-CN" baseline="-25000">
                <a:solidFill>
                  <a:srgbClr val="000000"/>
                </a:solidFill>
              </a:rPr>
              <a:t>2</a:t>
            </a:r>
            <a:r>
              <a:rPr kumimoji="0" lang="en-US" altLang="zh-CN">
                <a:solidFill>
                  <a:srgbClr val="000000"/>
                </a:solidFill>
              </a:rPr>
              <a:t>R</a:t>
            </a:r>
            <a:r>
              <a:rPr kumimoji="0" lang="en-US" altLang="zh-CN" baseline="-25000">
                <a:solidFill>
                  <a:srgbClr val="000000"/>
                </a:solidFill>
              </a:rPr>
              <a:t>2</a:t>
            </a:r>
            <a:r>
              <a:rPr kumimoji="0" lang="en-US" altLang="zh-CN">
                <a:solidFill>
                  <a:srgbClr val="000000"/>
                </a:solidFill>
              </a:rPr>
              <a:t>=0</a:t>
            </a:r>
          </a:p>
          <a:p>
            <a:pPr algn="l" eaLnBrk="1" hangingPunct="1">
              <a:spcBef>
                <a:spcPct val="0"/>
              </a:spcBef>
              <a:buSzTx/>
              <a:buFontTx/>
              <a:buNone/>
            </a:pPr>
            <a:r>
              <a:rPr kumimoji="0" lang="zh-CN" altLang="en-US">
                <a:solidFill>
                  <a:srgbClr val="000000"/>
                </a:solidFill>
              </a:rPr>
              <a:t>讨论位移向下或位移向下一种情况即可。</a:t>
            </a:r>
          </a:p>
        </p:txBody>
      </p:sp>
      <p:pic>
        <p:nvPicPr>
          <p:cNvPr id="390160" name="Picture 16">
            <a:extLst>
              <a:ext uri="{FF2B5EF4-FFF2-40B4-BE49-F238E27FC236}">
                <a16:creationId xmlns:a16="http://schemas.microsoft.com/office/drawing/2014/main" id="{517B0D59-6720-41FD-BFA1-D0F746F5D8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4063" y="188913"/>
            <a:ext cx="5849937" cy="311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0161" name="Rectangle 17">
            <a:extLst>
              <a:ext uri="{FF2B5EF4-FFF2-40B4-BE49-F238E27FC236}">
                <a16:creationId xmlns:a16="http://schemas.microsoft.com/office/drawing/2014/main" id="{6E777E65-BB26-4815-9225-B76CBD37F969}"/>
              </a:ext>
            </a:extLst>
          </p:cNvPr>
          <p:cNvSpPr>
            <a:spLocks noChangeArrowheads="1"/>
          </p:cNvSpPr>
          <p:nvPr/>
        </p:nvSpPr>
        <p:spPr bwMode="auto">
          <a:xfrm>
            <a:off x="179388" y="188913"/>
            <a:ext cx="292735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0000"/>
                </a:solidFill>
                <a:latin typeface="楷体_GB2312" pitchFamily="49" charset="-122"/>
              </a:rPr>
              <a:t>②</a:t>
            </a:r>
            <a:r>
              <a:rPr kumimoji="0" lang="zh-CN" altLang="en-US">
                <a:solidFill>
                  <a:srgbClr val="000000"/>
                </a:solidFill>
                <a:latin typeface="楷体_GB2312" pitchFamily="49" charset="-122"/>
              </a:rPr>
              <a:t>变压器二极管检波</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a:extLst>
              <a:ext uri="{FF2B5EF4-FFF2-40B4-BE49-F238E27FC236}">
                <a16:creationId xmlns:a16="http://schemas.microsoft.com/office/drawing/2014/main" id="{3003452D-3496-47EC-91FF-013F4F23B4A8}"/>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1" name="Rectangle 3">
            <a:extLst>
              <a:ext uri="{FF2B5EF4-FFF2-40B4-BE49-F238E27FC236}">
                <a16:creationId xmlns:a16="http://schemas.microsoft.com/office/drawing/2014/main" id="{9D85730D-DAE0-43CA-99D5-FB518FDF48E9}"/>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2" name="Rectangle 4">
            <a:extLst>
              <a:ext uri="{FF2B5EF4-FFF2-40B4-BE49-F238E27FC236}">
                <a16:creationId xmlns:a16="http://schemas.microsoft.com/office/drawing/2014/main" id="{E45369ED-0484-45A4-91D3-D1231B1644CD}"/>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3" name="Rectangle 5">
            <a:extLst>
              <a:ext uri="{FF2B5EF4-FFF2-40B4-BE49-F238E27FC236}">
                <a16:creationId xmlns:a16="http://schemas.microsoft.com/office/drawing/2014/main" id="{861BABF2-1417-4722-845B-CB2F7403BD2C}"/>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4" name="Rectangle 6">
            <a:extLst>
              <a:ext uri="{FF2B5EF4-FFF2-40B4-BE49-F238E27FC236}">
                <a16:creationId xmlns:a16="http://schemas.microsoft.com/office/drawing/2014/main" id="{A4DC3443-2F62-4729-8BBE-83DD865282C2}"/>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5" name="Rectangle 7">
            <a:extLst>
              <a:ext uri="{FF2B5EF4-FFF2-40B4-BE49-F238E27FC236}">
                <a16:creationId xmlns:a16="http://schemas.microsoft.com/office/drawing/2014/main" id="{64CF54D0-586F-4BE1-A7BA-2FEC85B63B42}"/>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6" name="Rectangle 8">
            <a:extLst>
              <a:ext uri="{FF2B5EF4-FFF2-40B4-BE49-F238E27FC236}">
                <a16:creationId xmlns:a16="http://schemas.microsoft.com/office/drawing/2014/main" id="{F7EB546E-9E9C-4DE1-B0E0-FEF0FA3ED38D}"/>
              </a:ext>
            </a:extLst>
          </p:cNvPr>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7" name="Rectangle 9">
            <a:extLst>
              <a:ext uri="{FF2B5EF4-FFF2-40B4-BE49-F238E27FC236}">
                <a16:creationId xmlns:a16="http://schemas.microsoft.com/office/drawing/2014/main" id="{3B672A21-9EEB-452F-AF78-7E165FEC0214}"/>
              </a:ext>
            </a:extLst>
          </p:cNvPr>
          <p:cNvSpPr>
            <a:spLocks noChangeArrowheads="1"/>
          </p:cNvSpPr>
          <p:nvPr/>
        </p:nvSpPr>
        <p:spPr bwMode="auto">
          <a:xfrm>
            <a:off x="0" y="2538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8" name="Rectangle 10">
            <a:extLst>
              <a:ext uri="{FF2B5EF4-FFF2-40B4-BE49-F238E27FC236}">
                <a16:creationId xmlns:a16="http://schemas.microsoft.com/office/drawing/2014/main" id="{BAAF1C61-81B0-4A0E-8C9B-42685114B3E5}"/>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9" name="Rectangle 11">
            <a:extLst>
              <a:ext uri="{FF2B5EF4-FFF2-40B4-BE49-F238E27FC236}">
                <a16:creationId xmlns:a16="http://schemas.microsoft.com/office/drawing/2014/main" id="{E0FDBF9A-2646-4AC0-8CDF-DECAA5D9E9BA}"/>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80" name="Rectangle 12">
            <a:extLst>
              <a:ext uri="{FF2B5EF4-FFF2-40B4-BE49-F238E27FC236}">
                <a16:creationId xmlns:a16="http://schemas.microsoft.com/office/drawing/2014/main" id="{F8147677-F088-4B89-BAF3-3F62029F5F3A}"/>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81" name="Rectangle 13">
            <a:extLst>
              <a:ext uri="{FF2B5EF4-FFF2-40B4-BE49-F238E27FC236}">
                <a16:creationId xmlns:a16="http://schemas.microsoft.com/office/drawing/2014/main" id="{D1A7017C-85B8-4A0F-BC25-EDFF3FC0167E}"/>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82" name="Rectangle 14">
            <a:extLst>
              <a:ext uri="{FF2B5EF4-FFF2-40B4-BE49-F238E27FC236}">
                <a16:creationId xmlns:a16="http://schemas.microsoft.com/office/drawing/2014/main" id="{7630F1B7-E5D0-4AD3-AE2F-6E3F33360C9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83" name="Rectangle 15">
            <a:extLst>
              <a:ext uri="{FF2B5EF4-FFF2-40B4-BE49-F238E27FC236}">
                <a16:creationId xmlns:a16="http://schemas.microsoft.com/office/drawing/2014/main" id="{BD4B88C4-B56A-4096-B2BC-110177E95AAE}"/>
              </a:ext>
            </a:extLst>
          </p:cNvPr>
          <p:cNvSpPr>
            <a:spLocks noChangeArrowheads="1"/>
          </p:cNvSpPr>
          <p:nvPr/>
        </p:nvSpPr>
        <p:spPr bwMode="auto">
          <a:xfrm>
            <a:off x="206375" y="2843213"/>
            <a:ext cx="8640763" cy="326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0"/>
              </a:spcBef>
              <a:buSzTx/>
              <a:buFontTx/>
              <a:buNone/>
            </a:pPr>
            <a:r>
              <a:rPr kumimoji="0" lang="en-US" altLang="zh-CN" sz="1800">
                <a:solidFill>
                  <a:srgbClr val="000000"/>
                </a:solidFill>
                <a:latin typeface="Arial" panose="020B0604020202020204" pitchFamily="34" charset="0"/>
                <a:ea typeface="宋体" panose="02010600030101010101" pitchFamily="2" charset="-122"/>
              </a:rPr>
              <a:t>●</a:t>
            </a:r>
            <a:r>
              <a:rPr kumimoji="0" lang="zh-CN" altLang="en-US">
                <a:solidFill>
                  <a:srgbClr val="000000"/>
                </a:solidFill>
                <a:latin typeface="楷体_GB2312" pitchFamily="49" charset="-122"/>
              </a:rPr>
              <a:t>位移向上，</a:t>
            </a:r>
            <a:r>
              <a:rPr kumimoji="0" lang="en-US" altLang="zh-CN">
                <a:solidFill>
                  <a:srgbClr val="000000"/>
                </a:solidFill>
                <a:latin typeface="楷体_GB2312" pitchFamily="49" charset="-122"/>
              </a:rPr>
              <a:t>e&gt;0</a:t>
            </a:r>
            <a:r>
              <a:rPr kumimoji="0" lang="zh-CN" altLang="en-US">
                <a:solidFill>
                  <a:srgbClr val="000000"/>
                </a:solidFill>
                <a:latin typeface="楷体_GB2312" pitchFamily="49" charset="-122"/>
              </a:rPr>
              <a:t>，电源电压处于正半周</a:t>
            </a: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参考电压</a:t>
            </a:r>
            <a:r>
              <a:rPr kumimoji="0" lang="en-US" altLang="zh-CN" sz="2800">
                <a:solidFill>
                  <a:srgbClr val="000000"/>
                </a:solidFill>
              </a:rPr>
              <a:t>e</a:t>
            </a:r>
            <a:r>
              <a:rPr kumimoji="0" lang="en-US" altLang="zh-CN" sz="2800" baseline="-25000">
                <a:solidFill>
                  <a:srgbClr val="000000"/>
                </a:solidFill>
              </a:rPr>
              <a:t>r</a:t>
            </a:r>
            <a:r>
              <a:rPr kumimoji="0" lang="en-US" altLang="zh-CN">
                <a:solidFill>
                  <a:srgbClr val="000000"/>
                </a:solidFill>
                <a:latin typeface="楷体_GB2312" pitchFamily="49" charset="-122"/>
              </a:rPr>
              <a:t>+, </a:t>
            </a:r>
            <a:r>
              <a:rPr kumimoji="0" lang="zh-CN" altLang="en-US">
                <a:solidFill>
                  <a:srgbClr val="000000"/>
                </a:solidFill>
                <a:latin typeface="楷体_GB2312" pitchFamily="49" charset="-122"/>
              </a:rPr>
              <a:t>设</a:t>
            </a:r>
            <a:r>
              <a:rPr kumimoji="0" lang="en-US" altLang="zh-CN">
                <a:solidFill>
                  <a:srgbClr val="000000"/>
                </a:solidFill>
                <a:ea typeface="宋体" panose="02010600030101010101" pitchFamily="2" charset="-122"/>
              </a:rPr>
              <a:t>e</a:t>
            </a:r>
            <a:r>
              <a:rPr kumimoji="0" lang="en-US" altLang="zh-CN" baseline="-25000">
                <a:solidFill>
                  <a:srgbClr val="000000"/>
                </a:solidFill>
                <a:ea typeface="宋体" panose="02010600030101010101" pitchFamily="2" charset="-122"/>
              </a:rPr>
              <a:t>r</a:t>
            </a:r>
            <a:r>
              <a:rPr kumimoji="0" lang="en-US" altLang="zh-CN">
                <a:solidFill>
                  <a:srgbClr val="000000"/>
                </a:solidFill>
                <a:ea typeface="宋体" panose="02010600030101010101" pitchFamily="2" charset="-122"/>
              </a:rPr>
              <a:t>&gt;&gt;e</a:t>
            </a:r>
            <a:endParaRPr kumimoji="0" lang="en-US" altLang="zh-CN" sz="3200">
              <a:solidFill>
                <a:srgbClr val="000000"/>
              </a:solidFill>
            </a:endParaRPr>
          </a:p>
          <a:p>
            <a:pPr algn="l" eaLnBrk="1" hangingPunct="1">
              <a:lnSpc>
                <a:spcPct val="130000"/>
              </a:lnSpc>
              <a:spcBef>
                <a:spcPct val="0"/>
              </a:spcBef>
              <a:buSzTx/>
              <a:buFontTx/>
              <a:buNone/>
            </a:pPr>
            <a:r>
              <a:rPr kumimoji="0" lang="zh-CN" altLang="en-US">
                <a:solidFill>
                  <a:srgbClr val="000000"/>
                </a:solidFill>
              </a:rPr>
              <a:t>则</a:t>
            </a:r>
            <a:r>
              <a:rPr kumimoji="0" lang="en-US" altLang="zh-CN">
                <a:solidFill>
                  <a:srgbClr val="000000"/>
                </a:solidFill>
              </a:rPr>
              <a:t>U</a:t>
            </a:r>
            <a:r>
              <a:rPr kumimoji="0" lang="en-US" altLang="zh-CN" baseline="-25000">
                <a:solidFill>
                  <a:srgbClr val="000000"/>
                </a:solidFill>
              </a:rPr>
              <a:t>AB</a:t>
            </a:r>
            <a:r>
              <a:rPr kumimoji="0" lang="en-US" altLang="zh-CN">
                <a:solidFill>
                  <a:srgbClr val="000000"/>
                </a:solidFill>
              </a:rPr>
              <a:t>&gt;0</a:t>
            </a:r>
            <a:r>
              <a:rPr kumimoji="0" lang="zh-CN" altLang="en-US">
                <a:solidFill>
                  <a:srgbClr val="000000"/>
                </a:solidFill>
              </a:rPr>
              <a:t>，</a:t>
            </a:r>
            <a:r>
              <a:rPr kumimoji="0" lang="en-US" altLang="zh-CN">
                <a:solidFill>
                  <a:srgbClr val="000000"/>
                </a:solidFill>
              </a:rPr>
              <a:t>D</a:t>
            </a:r>
            <a:r>
              <a:rPr kumimoji="0" lang="en-US" altLang="zh-CN" baseline="-25000">
                <a:solidFill>
                  <a:srgbClr val="000000"/>
                </a:solidFill>
              </a:rPr>
              <a:t>1</a:t>
            </a:r>
            <a:r>
              <a:rPr kumimoji="0" lang="zh-CN" altLang="en-US">
                <a:solidFill>
                  <a:srgbClr val="000000"/>
                </a:solidFill>
              </a:rPr>
              <a:t>，</a:t>
            </a:r>
            <a:r>
              <a:rPr kumimoji="0" lang="en-US" altLang="zh-CN">
                <a:solidFill>
                  <a:srgbClr val="000000"/>
                </a:solidFill>
              </a:rPr>
              <a:t>D</a:t>
            </a:r>
            <a:r>
              <a:rPr kumimoji="0" lang="en-US" altLang="zh-CN" baseline="-25000">
                <a:solidFill>
                  <a:srgbClr val="000000"/>
                </a:solidFill>
              </a:rPr>
              <a:t>2</a:t>
            </a:r>
            <a:r>
              <a:rPr kumimoji="0" lang="zh-CN" altLang="en-US">
                <a:solidFill>
                  <a:srgbClr val="000000"/>
                </a:solidFill>
                <a:latin typeface="楷体_GB2312" pitchFamily="49" charset="-122"/>
              </a:rPr>
              <a:t>导通，</a:t>
            </a:r>
            <a:r>
              <a:rPr kumimoji="0" lang="en-US" altLang="zh-CN">
                <a:solidFill>
                  <a:srgbClr val="000000"/>
                </a:solidFill>
              </a:rPr>
              <a:t>i</a:t>
            </a:r>
            <a:r>
              <a:rPr kumimoji="0" lang="en-US" altLang="zh-CN" baseline="-25000">
                <a:solidFill>
                  <a:srgbClr val="000000"/>
                </a:solidFill>
              </a:rPr>
              <a:t>1</a:t>
            </a:r>
            <a:r>
              <a:rPr kumimoji="0" lang="en-US" altLang="zh-CN">
                <a:solidFill>
                  <a:srgbClr val="000000"/>
                </a:solidFill>
              </a:rPr>
              <a:t>= (</a:t>
            </a:r>
            <a:r>
              <a:rPr kumimoji="0" lang="en-US" altLang="zh-CN" sz="2800">
                <a:solidFill>
                  <a:srgbClr val="000000"/>
                </a:solidFill>
                <a:ea typeface="宋体" panose="02010600030101010101" pitchFamily="2" charset="-122"/>
              </a:rPr>
              <a:t>e</a:t>
            </a:r>
            <a:r>
              <a:rPr kumimoji="0" lang="en-US" altLang="zh-CN" sz="2800" baseline="-25000">
                <a:solidFill>
                  <a:srgbClr val="000000"/>
                </a:solidFill>
                <a:ea typeface="宋体" panose="02010600030101010101" pitchFamily="2" charset="-122"/>
              </a:rPr>
              <a:t>r</a:t>
            </a:r>
            <a:r>
              <a:rPr kumimoji="0" lang="en-US" altLang="zh-CN" sz="1800">
                <a:solidFill>
                  <a:srgbClr val="000000"/>
                </a:solidFill>
                <a:ea typeface="宋体" panose="02010600030101010101" pitchFamily="2" charset="-122"/>
              </a:rPr>
              <a:t>+0.5</a:t>
            </a:r>
            <a:r>
              <a:rPr kumimoji="0" lang="en-US" altLang="zh-CN" sz="2800">
                <a:solidFill>
                  <a:srgbClr val="000000"/>
                </a:solidFill>
                <a:ea typeface="宋体" panose="02010600030101010101" pitchFamily="2" charset="-122"/>
              </a:rPr>
              <a:t>e</a:t>
            </a:r>
            <a:r>
              <a:rPr kumimoji="0" lang="en-US" altLang="zh-CN" sz="1800">
                <a:solidFill>
                  <a:srgbClr val="000000"/>
                </a:solidFill>
                <a:ea typeface="宋体" panose="02010600030101010101" pitchFamily="2" charset="-122"/>
              </a:rPr>
              <a:t>)/R</a:t>
            </a:r>
            <a:r>
              <a:rPr kumimoji="0" lang="en-US" altLang="zh-CN" sz="1800" baseline="-25000">
                <a:solidFill>
                  <a:srgbClr val="000000"/>
                </a:solidFill>
                <a:ea typeface="宋体" panose="02010600030101010101" pitchFamily="2" charset="-122"/>
              </a:rPr>
              <a:t>1</a:t>
            </a:r>
            <a:r>
              <a:rPr kumimoji="0" lang="en-US" altLang="zh-CN" sz="1800">
                <a:solidFill>
                  <a:srgbClr val="000000"/>
                </a:solidFill>
                <a:ea typeface="宋体" panose="02010600030101010101" pitchFamily="2" charset="-122"/>
              </a:rPr>
              <a:t>, i</a:t>
            </a:r>
            <a:r>
              <a:rPr kumimoji="0" lang="en-US" altLang="zh-CN" sz="1800" baseline="-25000">
                <a:solidFill>
                  <a:srgbClr val="000000"/>
                </a:solidFill>
                <a:ea typeface="宋体" panose="02010600030101010101" pitchFamily="2" charset="-122"/>
              </a:rPr>
              <a:t>2</a:t>
            </a:r>
            <a:r>
              <a:rPr kumimoji="0" lang="en-US" altLang="zh-CN" sz="1800">
                <a:solidFill>
                  <a:srgbClr val="000000"/>
                </a:solidFill>
                <a:ea typeface="宋体" panose="02010600030101010101" pitchFamily="2" charset="-122"/>
              </a:rPr>
              <a:t>= (</a:t>
            </a:r>
            <a:r>
              <a:rPr kumimoji="0" lang="en-US" altLang="zh-CN" sz="3200">
                <a:solidFill>
                  <a:srgbClr val="000000"/>
                </a:solidFill>
                <a:ea typeface="宋体" panose="02010600030101010101" pitchFamily="2" charset="-122"/>
              </a:rPr>
              <a:t>e</a:t>
            </a:r>
            <a:r>
              <a:rPr kumimoji="0" lang="en-US" altLang="zh-CN" sz="1800">
                <a:solidFill>
                  <a:srgbClr val="000000"/>
                </a:solidFill>
                <a:ea typeface="宋体" panose="02010600030101010101" pitchFamily="2" charset="-122"/>
              </a:rPr>
              <a:t>r-0.5</a:t>
            </a:r>
            <a:r>
              <a:rPr kumimoji="0" lang="en-US" altLang="zh-CN" sz="3200">
                <a:solidFill>
                  <a:srgbClr val="000000"/>
                </a:solidFill>
                <a:ea typeface="宋体" panose="02010600030101010101" pitchFamily="2" charset="-122"/>
              </a:rPr>
              <a:t>e</a:t>
            </a:r>
            <a:r>
              <a:rPr kumimoji="0" lang="en-US" altLang="zh-CN" sz="1800">
                <a:solidFill>
                  <a:srgbClr val="000000"/>
                </a:solidFill>
                <a:ea typeface="宋体" panose="02010600030101010101" pitchFamily="2" charset="-122"/>
              </a:rPr>
              <a:t>)/R</a:t>
            </a:r>
            <a:r>
              <a:rPr kumimoji="0" lang="en-US" altLang="zh-CN" sz="1800" baseline="-25000">
                <a:solidFill>
                  <a:srgbClr val="000000"/>
                </a:solidFill>
                <a:ea typeface="宋体" panose="02010600030101010101" pitchFamily="2" charset="-122"/>
              </a:rPr>
              <a:t>2</a:t>
            </a:r>
            <a:r>
              <a:rPr kumimoji="0" lang="en-US" altLang="zh-CN" sz="1800">
                <a:solidFill>
                  <a:srgbClr val="000000"/>
                </a:solidFill>
                <a:ea typeface="宋体" panose="02010600030101010101" pitchFamily="2" charset="-122"/>
              </a:rPr>
              <a:t>, </a:t>
            </a:r>
          </a:p>
          <a:p>
            <a:pPr algn="l" eaLnBrk="1" hangingPunct="1">
              <a:lnSpc>
                <a:spcPct val="130000"/>
              </a:lnSpc>
              <a:spcBef>
                <a:spcPct val="0"/>
              </a:spcBef>
              <a:buSzTx/>
              <a:buFontTx/>
              <a:buNone/>
            </a:pPr>
            <a:r>
              <a:rPr kumimoji="0" lang="en-US" altLang="zh-CN" sz="1800">
                <a:solidFill>
                  <a:srgbClr val="000000"/>
                </a:solidFill>
                <a:ea typeface="宋体" panose="02010600030101010101" pitchFamily="2" charset="-122"/>
              </a:rPr>
              <a:t>                                                        </a:t>
            </a:r>
            <a:r>
              <a:rPr kumimoji="0" lang="en-US" altLang="zh-CN" sz="2000">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cd</a:t>
            </a:r>
            <a:r>
              <a:rPr kumimoji="0" lang="en-US" altLang="zh-CN" sz="2000">
                <a:solidFill>
                  <a:srgbClr val="000000"/>
                </a:solidFill>
                <a:ea typeface="宋体" panose="02010600030101010101" pitchFamily="2" charset="-122"/>
              </a:rPr>
              <a:t>=i</a:t>
            </a:r>
            <a:r>
              <a:rPr kumimoji="0" lang="en-US" altLang="zh-CN" sz="2000" baseline="-25000">
                <a:solidFill>
                  <a:srgbClr val="000000"/>
                </a:solidFill>
                <a:ea typeface="宋体" panose="02010600030101010101" pitchFamily="2" charset="-122"/>
              </a:rPr>
              <a:t>1</a:t>
            </a:r>
            <a:r>
              <a:rPr kumimoji="0" lang="en-US" altLang="zh-CN" sz="2000">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1</a:t>
            </a:r>
            <a:r>
              <a:rPr kumimoji="0" lang="en-US" altLang="zh-CN" sz="2000">
                <a:solidFill>
                  <a:srgbClr val="000000"/>
                </a:solidFill>
                <a:ea typeface="宋体" panose="02010600030101010101" pitchFamily="2" charset="-122"/>
              </a:rPr>
              <a:t>-i</a:t>
            </a:r>
            <a:r>
              <a:rPr kumimoji="0" lang="en-US" altLang="zh-CN" sz="2000" baseline="-25000">
                <a:solidFill>
                  <a:srgbClr val="000000"/>
                </a:solidFill>
                <a:ea typeface="宋体" panose="02010600030101010101" pitchFamily="2" charset="-122"/>
              </a:rPr>
              <a:t>2</a:t>
            </a:r>
            <a:r>
              <a:rPr kumimoji="0" lang="en-US" altLang="zh-CN" sz="2000">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2</a:t>
            </a:r>
            <a:r>
              <a:rPr kumimoji="0" lang="en-US" altLang="zh-CN" sz="2000">
                <a:solidFill>
                  <a:srgbClr val="000000"/>
                </a:solidFill>
                <a:ea typeface="宋体" panose="02010600030101010101" pitchFamily="2" charset="-122"/>
              </a:rPr>
              <a:t>=</a:t>
            </a:r>
            <a:r>
              <a:rPr kumimoji="0" lang="en-US" altLang="zh-CN">
                <a:solidFill>
                  <a:srgbClr val="000000"/>
                </a:solidFill>
                <a:ea typeface="宋体" panose="02010600030101010101" pitchFamily="2" charset="-122"/>
              </a:rPr>
              <a:t>e</a:t>
            </a:r>
            <a:r>
              <a:rPr kumimoji="0" lang="en-US" altLang="zh-CN" sz="2000">
                <a:solidFill>
                  <a:srgbClr val="000000"/>
                </a:solidFill>
                <a:ea typeface="宋体" panose="02010600030101010101" pitchFamily="2" charset="-122"/>
              </a:rPr>
              <a:t>&gt;0</a:t>
            </a:r>
          </a:p>
          <a:p>
            <a:pPr algn="l" eaLnBrk="1" hangingPunct="1">
              <a:lnSpc>
                <a:spcPct val="130000"/>
              </a:lnSpc>
              <a:spcBef>
                <a:spcPct val="0"/>
              </a:spcBef>
              <a:buSzTx/>
              <a:buFontTx/>
              <a:buNone/>
            </a:pP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位移为上，</a:t>
            </a:r>
            <a:r>
              <a:rPr kumimoji="0" lang="en-US" altLang="zh-CN">
                <a:solidFill>
                  <a:srgbClr val="000000"/>
                </a:solidFill>
                <a:latin typeface="楷体_GB2312" pitchFamily="49" charset="-122"/>
              </a:rPr>
              <a:t>e&gt;0</a:t>
            </a:r>
            <a:r>
              <a:rPr kumimoji="0" lang="zh-CN" altLang="en-US">
                <a:solidFill>
                  <a:srgbClr val="000000"/>
                </a:solidFill>
                <a:latin typeface="楷体_GB2312" pitchFamily="49" charset="-122"/>
              </a:rPr>
              <a:t>，电源电压处于负半周</a:t>
            </a: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参考电压</a:t>
            </a:r>
            <a:r>
              <a:rPr kumimoji="0" lang="en-US" altLang="zh-CN">
                <a:solidFill>
                  <a:srgbClr val="000000"/>
                </a:solidFill>
                <a:latin typeface="楷体_GB2312" pitchFamily="49" charset="-122"/>
              </a:rPr>
              <a:t>er-,</a:t>
            </a:r>
            <a:r>
              <a:rPr kumimoji="0" lang="zh-CN" altLang="en-US">
                <a:solidFill>
                  <a:srgbClr val="000000"/>
                </a:solidFill>
                <a:latin typeface="楷体_GB2312" pitchFamily="49" charset="-122"/>
              </a:rPr>
              <a:t>设</a:t>
            </a:r>
            <a:r>
              <a:rPr kumimoji="0" lang="en-US" altLang="zh-CN">
                <a:solidFill>
                  <a:srgbClr val="000000"/>
                </a:solidFill>
                <a:latin typeface="楷体_GB2312" pitchFamily="49" charset="-122"/>
              </a:rPr>
              <a:t>er&gt;&gt;e</a:t>
            </a:r>
          </a:p>
          <a:p>
            <a:pPr algn="l" eaLnBrk="1" hangingPunct="1">
              <a:lnSpc>
                <a:spcPct val="130000"/>
              </a:lnSpc>
              <a:spcBef>
                <a:spcPct val="0"/>
              </a:spcBef>
              <a:buSzTx/>
              <a:buFontTx/>
              <a:buNone/>
            </a:pPr>
            <a:r>
              <a:rPr kumimoji="0" lang="zh-CN" altLang="en-US">
                <a:solidFill>
                  <a:srgbClr val="000000"/>
                </a:solidFill>
                <a:latin typeface="楷体_GB2312" pitchFamily="49" charset="-122"/>
              </a:rPr>
              <a:t>则</a:t>
            </a:r>
            <a:r>
              <a:rPr kumimoji="0" lang="en-US" altLang="zh-CN">
                <a:solidFill>
                  <a:srgbClr val="000000"/>
                </a:solidFill>
                <a:latin typeface="楷体_GB2312" pitchFamily="49" charset="-122"/>
              </a:rPr>
              <a:t>U</a:t>
            </a:r>
            <a:r>
              <a:rPr kumimoji="0" lang="en-US" altLang="zh-CN" baseline="-25000">
                <a:solidFill>
                  <a:srgbClr val="000000"/>
                </a:solidFill>
                <a:latin typeface="楷体_GB2312" pitchFamily="49" charset="-122"/>
              </a:rPr>
              <a:t>AB</a:t>
            </a:r>
            <a:r>
              <a:rPr kumimoji="0" lang="en-US" altLang="zh-CN">
                <a:solidFill>
                  <a:srgbClr val="000000"/>
                </a:solidFill>
                <a:latin typeface="楷体_GB2312" pitchFamily="49" charset="-122"/>
              </a:rPr>
              <a:t>&lt;0</a:t>
            </a:r>
            <a:r>
              <a:rPr kumimoji="0" lang="zh-CN" altLang="en-US">
                <a:solidFill>
                  <a:srgbClr val="000000"/>
                </a:solidFill>
                <a:latin typeface="楷体_GB2312" pitchFamily="49" charset="-122"/>
              </a:rPr>
              <a:t>，</a:t>
            </a:r>
            <a:r>
              <a:rPr kumimoji="0" lang="en-US" altLang="zh-CN">
                <a:solidFill>
                  <a:srgbClr val="000000"/>
                </a:solidFill>
                <a:latin typeface="楷体_GB2312" pitchFamily="49" charset="-122"/>
              </a:rPr>
              <a:t>D</a:t>
            </a:r>
            <a:r>
              <a:rPr kumimoji="0" lang="en-US" altLang="zh-CN" baseline="-25000">
                <a:solidFill>
                  <a:srgbClr val="000000"/>
                </a:solidFill>
                <a:latin typeface="楷体_GB2312" pitchFamily="49" charset="-122"/>
              </a:rPr>
              <a:t>3</a:t>
            </a:r>
            <a:r>
              <a:rPr kumimoji="0" lang="zh-CN" altLang="en-US">
                <a:solidFill>
                  <a:srgbClr val="000000"/>
                </a:solidFill>
                <a:latin typeface="楷体_GB2312" pitchFamily="49" charset="-122"/>
              </a:rPr>
              <a:t>，</a:t>
            </a:r>
            <a:r>
              <a:rPr kumimoji="0" lang="en-US" altLang="zh-CN">
                <a:solidFill>
                  <a:srgbClr val="000000"/>
                </a:solidFill>
                <a:latin typeface="楷体_GB2312" pitchFamily="49" charset="-122"/>
              </a:rPr>
              <a:t>D</a:t>
            </a:r>
            <a:r>
              <a:rPr kumimoji="0" lang="en-US" altLang="zh-CN" baseline="-25000">
                <a:solidFill>
                  <a:srgbClr val="000000"/>
                </a:solidFill>
                <a:latin typeface="楷体_GB2312" pitchFamily="49" charset="-122"/>
              </a:rPr>
              <a:t>4</a:t>
            </a:r>
            <a:r>
              <a:rPr kumimoji="0" lang="zh-CN" altLang="en-US">
                <a:solidFill>
                  <a:srgbClr val="000000"/>
                </a:solidFill>
                <a:latin typeface="楷体_GB2312" pitchFamily="49" charset="-122"/>
              </a:rPr>
              <a:t>导通，</a:t>
            </a:r>
            <a:r>
              <a:rPr kumimoji="0" lang="en-US" altLang="zh-CN">
                <a:solidFill>
                  <a:srgbClr val="000000"/>
                </a:solidFill>
                <a:latin typeface="楷体_GB2312" pitchFamily="49" charset="-122"/>
              </a:rPr>
              <a:t>i</a:t>
            </a:r>
            <a:r>
              <a:rPr kumimoji="0" lang="en-US" altLang="zh-CN" baseline="-25000">
                <a:solidFill>
                  <a:srgbClr val="000000"/>
                </a:solidFill>
                <a:latin typeface="楷体_GB2312" pitchFamily="49" charset="-122"/>
              </a:rPr>
              <a:t>3</a:t>
            </a:r>
            <a:r>
              <a:rPr kumimoji="0" lang="en-US" altLang="zh-CN">
                <a:solidFill>
                  <a:srgbClr val="000000"/>
                </a:solidFill>
                <a:latin typeface="楷体_GB2312" pitchFamily="49" charset="-122"/>
              </a:rPr>
              <a:t>= (e</a:t>
            </a:r>
            <a:r>
              <a:rPr kumimoji="0" lang="en-US" altLang="zh-CN" baseline="-25000">
                <a:solidFill>
                  <a:srgbClr val="000000"/>
                </a:solidFill>
                <a:latin typeface="楷体_GB2312" pitchFamily="49" charset="-122"/>
              </a:rPr>
              <a:t>r</a:t>
            </a:r>
            <a:r>
              <a:rPr kumimoji="0" lang="en-US" altLang="zh-CN">
                <a:solidFill>
                  <a:srgbClr val="000000"/>
                </a:solidFill>
                <a:latin typeface="楷体_GB2312" pitchFamily="49" charset="-122"/>
              </a:rPr>
              <a:t>-0.5e)/R</a:t>
            </a:r>
            <a:r>
              <a:rPr kumimoji="0" lang="en-US" altLang="zh-CN" baseline="-25000">
                <a:solidFill>
                  <a:srgbClr val="000000"/>
                </a:solidFill>
                <a:latin typeface="楷体_GB2312" pitchFamily="49" charset="-122"/>
              </a:rPr>
              <a:t>1</a:t>
            </a:r>
            <a:r>
              <a:rPr kumimoji="0" lang="en-US" altLang="zh-CN">
                <a:solidFill>
                  <a:srgbClr val="000000"/>
                </a:solidFill>
                <a:latin typeface="楷体_GB2312" pitchFamily="49" charset="-122"/>
              </a:rPr>
              <a:t>,i</a:t>
            </a:r>
            <a:r>
              <a:rPr kumimoji="0" lang="en-US" altLang="zh-CN" baseline="-25000">
                <a:solidFill>
                  <a:srgbClr val="000000"/>
                </a:solidFill>
                <a:latin typeface="楷体_GB2312" pitchFamily="49" charset="-122"/>
              </a:rPr>
              <a:t>4</a:t>
            </a:r>
            <a:r>
              <a:rPr kumimoji="0" lang="en-US" altLang="zh-CN">
                <a:solidFill>
                  <a:srgbClr val="000000"/>
                </a:solidFill>
                <a:latin typeface="楷体_GB2312" pitchFamily="49" charset="-122"/>
              </a:rPr>
              <a:t>= (e</a:t>
            </a:r>
            <a:r>
              <a:rPr kumimoji="0" lang="en-US" altLang="zh-CN" baseline="-25000">
                <a:solidFill>
                  <a:srgbClr val="000000"/>
                </a:solidFill>
                <a:latin typeface="楷体_GB2312" pitchFamily="49" charset="-122"/>
              </a:rPr>
              <a:t>r</a:t>
            </a:r>
            <a:r>
              <a:rPr kumimoji="0" lang="en-US" altLang="zh-CN">
                <a:solidFill>
                  <a:srgbClr val="000000"/>
                </a:solidFill>
                <a:latin typeface="楷体_GB2312" pitchFamily="49" charset="-122"/>
              </a:rPr>
              <a:t>+0.5e)/R</a:t>
            </a:r>
            <a:r>
              <a:rPr kumimoji="0" lang="en-US" altLang="zh-CN" baseline="-25000">
                <a:solidFill>
                  <a:srgbClr val="000000"/>
                </a:solidFill>
                <a:latin typeface="楷体_GB2312" pitchFamily="49" charset="-122"/>
              </a:rPr>
              <a:t>2</a:t>
            </a:r>
            <a:r>
              <a:rPr kumimoji="0" lang="en-US" altLang="zh-CN">
                <a:solidFill>
                  <a:srgbClr val="000000"/>
                </a:solidFill>
                <a:latin typeface="楷体_GB2312" pitchFamily="49" charset="-122"/>
              </a:rPr>
              <a:t>,    			   U</a:t>
            </a:r>
            <a:r>
              <a:rPr kumimoji="0" lang="en-US" altLang="zh-CN" baseline="-25000">
                <a:solidFill>
                  <a:srgbClr val="000000"/>
                </a:solidFill>
                <a:latin typeface="楷体_GB2312" pitchFamily="49" charset="-122"/>
              </a:rPr>
              <a:t>cd</a:t>
            </a:r>
            <a:r>
              <a:rPr kumimoji="0" lang="en-US" altLang="zh-CN">
                <a:solidFill>
                  <a:srgbClr val="000000"/>
                </a:solidFill>
                <a:latin typeface="楷体_GB2312" pitchFamily="49" charset="-122"/>
              </a:rPr>
              <a:t>=-i</a:t>
            </a:r>
            <a:r>
              <a:rPr kumimoji="0" lang="en-US" altLang="zh-CN" baseline="-25000">
                <a:solidFill>
                  <a:srgbClr val="000000"/>
                </a:solidFill>
                <a:latin typeface="楷体_GB2312" pitchFamily="49" charset="-122"/>
              </a:rPr>
              <a:t>3</a:t>
            </a:r>
            <a:r>
              <a:rPr kumimoji="0" lang="en-US" altLang="zh-CN">
                <a:solidFill>
                  <a:srgbClr val="000000"/>
                </a:solidFill>
                <a:latin typeface="楷体_GB2312" pitchFamily="49" charset="-122"/>
              </a:rPr>
              <a:t>R</a:t>
            </a:r>
            <a:r>
              <a:rPr kumimoji="0" lang="en-US" altLang="zh-CN" baseline="-25000">
                <a:solidFill>
                  <a:srgbClr val="000000"/>
                </a:solidFill>
                <a:latin typeface="楷体_GB2312" pitchFamily="49" charset="-122"/>
              </a:rPr>
              <a:t>1</a:t>
            </a:r>
            <a:r>
              <a:rPr kumimoji="0" lang="en-US" altLang="zh-CN">
                <a:solidFill>
                  <a:srgbClr val="000000"/>
                </a:solidFill>
                <a:latin typeface="楷体_GB2312" pitchFamily="49" charset="-122"/>
              </a:rPr>
              <a:t>+i</a:t>
            </a:r>
            <a:r>
              <a:rPr kumimoji="0" lang="en-US" altLang="zh-CN" baseline="-25000">
                <a:solidFill>
                  <a:srgbClr val="000000"/>
                </a:solidFill>
                <a:latin typeface="楷体_GB2312" pitchFamily="49" charset="-122"/>
              </a:rPr>
              <a:t>4</a:t>
            </a:r>
            <a:r>
              <a:rPr kumimoji="0" lang="en-US" altLang="zh-CN">
                <a:solidFill>
                  <a:srgbClr val="000000"/>
                </a:solidFill>
                <a:latin typeface="楷体_GB2312" pitchFamily="49" charset="-122"/>
              </a:rPr>
              <a:t>R</a:t>
            </a:r>
            <a:r>
              <a:rPr kumimoji="0" lang="en-US" altLang="zh-CN" baseline="-25000">
                <a:solidFill>
                  <a:srgbClr val="000000"/>
                </a:solidFill>
                <a:latin typeface="楷体_GB2312" pitchFamily="49" charset="-122"/>
              </a:rPr>
              <a:t>2</a:t>
            </a:r>
            <a:r>
              <a:rPr kumimoji="0" lang="en-US" altLang="zh-CN">
                <a:solidFill>
                  <a:srgbClr val="000000"/>
                </a:solidFill>
                <a:latin typeface="楷体_GB2312" pitchFamily="49" charset="-122"/>
              </a:rPr>
              <a:t>=</a:t>
            </a:r>
            <a:r>
              <a:rPr kumimoji="0" lang="en-US" altLang="zh-CN" sz="2800">
                <a:solidFill>
                  <a:srgbClr val="000000"/>
                </a:solidFill>
                <a:latin typeface="楷体_GB2312" pitchFamily="49" charset="-122"/>
              </a:rPr>
              <a:t>e</a:t>
            </a:r>
            <a:r>
              <a:rPr kumimoji="0" lang="en-US" altLang="zh-CN">
                <a:solidFill>
                  <a:srgbClr val="000000"/>
                </a:solidFill>
                <a:latin typeface="楷体_GB2312" pitchFamily="49" charset="-122"/>
              </a:rPr>
              <a:t>&gt;0</a:t>
            </a:r>
          </a:p>
        </p:txBody>
      </p:sp>
      <p:pic>
        <p:nvPicPr>
          <p:cNvPr id="391184" name="Picture 16">
            <a:extLst>
              <a:ext uri="{FF2B5EF4-FFF2-40B4-BE49-F238E27FC236}">
                <a16:creationId xmlns:a16="http://schemas.microsoft.com/office/drawing/2014/main" id="{09F61AC8-541A-4D0C-B1B2-7703BED5F3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4063" y="188913"/>
            <a:ext cx="5849937"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1185" name="Rectangle 17">
            <a:extLst>
              <a:ext uri="{FF2B5EF4-FFF2-40B4-BE49-F238E27FC236}">
                <a16:creationId xmlns:a16="http://schemas.microsoft.com/office/drawing/2014/main" id="{C815D83B-1ED7-45E3-B6D4-DEFC69D82F20}"/>
              </a:ext>
            </a:extLst>
          </p:cNvPr>
          <p:cNvSpPr>
            <a:spLocks noChangeArrowheads="1"/>
          </p:cNvSpPr>
          <p:nvPr/>
        </p:nvSpPr>
        <p:spPr bwMode="auto">
          <a:xfrm>
            <a:off x="179388" y="188913"/>
            <a:ext cx="292735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0000"/>
                </a:solidFill>
                <a:latin typeface="楷体_GB2312" pitchFamily="49" charset="-122"/>
              </a:rPr>
              <a:t>②</a:t>
            </a:r>
            <a:r>
              <a:rPr kumimoji="0" lang="zh-CN" altLang="en-US">
                <a:solidFill>
                  <a:srgbClr val="000000"/>
                </a:solidFill>
                <a:latin typeface="楷体_GB2312" pitchFamily="49" charset="-122"/>
              </a:rPr>
              <a:t>变压器二极管检波</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a:extLst>
              <a:ext uri="{FF2B5EF4-FFF2-40B4-BE49-F238E27FC236}">
                <a16:creationId xmlns:a16="http://schemas.microsoft.com/office/drawing/2014/main" id="{912A16AE-27C2-4DF5-8C8D-CB7209BDFCC7}"/>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195" name="Rectangle 3">
            <a:extLst>
              <a:ext uri="{FF2B5EF4-FFF2-40B4-BE49-F238E27FC236}">
                <a16:creationId xmlns:a16="http://schemas.microsoft.com/office/drawing/2014/main" id="{93B42C4C-9A27-4E72-8DEC-C62C5B4DD0B4}"/>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196" name="Rectangle 4">
            <a:extLst>
              <a:ext uri="{FF2B5EF4-FFF2-40B4-BE49-F238E27FC236}">
                <a16:creationId xmlns:a16="http://schemas.microsoft.com/office/drawing/2014/main" id="{9427B801-993D-4B2E-9C3C-B622CD329248}"/>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197" name="Rectangle 5">
            <a:extLst>
              <a:ext uri="{FF2B5EF4-FFF2-40B4-BE49-F238E27FC236}">
                <a16:creationId xmlns:a16="http://schemas.microsoft.com/office/drawing/2014/main" id="{22196176-2CBB-45E5-A7DB-6474C4D89AE9}"/>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198" name="Rectangle 6">
            <a:extLst>
              <a:ext uri="{FF2B5EF4-FFF2-40B4-BE49-F238E27FC236}">
                <a16:creationId xmlns:a16="http://schemas.microsoft.com/office/drawing/2014/main" id="{46DB1FAB-98BB-4994-BC8E-98BD805ACF27}"/>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199" name="Rectangle 7">
            <a:extLst>
              <a:ext uri="{FF2B5EF4-FFF2-40B4-BE49-F238E27FC236}">
                <a16:creationId xmlns:a16="http://schemas.microsoft.com/office/drawing/2014/main" id="{B5F8C6A7-7C1F-470A-BC27-F8DFB986A20B}"/>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0" name="Rectangle 8">
            <a:extLst>
              <a:ext uri="{FF2B5EF4-FFF2-40B4-BE49-F238E27FC236}">
                <a16:creationId xmlns:a16="http://schemas.microsoft.com/office/drawing/2014/main" id="{E99C733E-162C-464A-9699-57FDD4BBC031}"/>
              </a:ext>
            </a:extLst>
          </p:cNvPr>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1" name="Rectangle 9">
            <a:extLst>
              <a:ext uri="{FF2B5EF4-FFF2-40B4-BE49-F238E27FC236}">
                <a16:creationId xmlns:a16="http://schemas.microsoft.com/office/drawing/2014/main" id="{85E07774-BFB4-4113-B7C5-5120F19FE759}"/>
              </a:ext>
            </a:extLst>
          </p:cNvPr>
          <p:cNvSpPr>
            <a:spLocks noChangeArrowheads="1"/>
          </p:cNvSpPr>
          <p:nvPr/>
        </p:nvSpPr>
        <p:spPr bwMode="auto">
          <a:xfrm>
            <a:off x="0" y="2538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2" name="Rectangle 10">
            <a:extLst>
              <a:ext uri="{FF2B5EF4-FFF2-40B4-BE49-F238E27FC236}">
                <a16:creationId xmlns:a16="http://schemas.microsoft.com/office/drawing/2014/main" id="{7AE31F2E-7E69-421D-9C4D-C50C20489D81}"/>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3" name="Rectangle 11">
            <a:extLst>
              <a:ext uri="{FF2B5EF4-FFF2-40B4-BE49-F238E27FC236}">
                <a16:creationId xmlns:a16="http://schemas.microsoft.com/office/drawing/2014/main" id="{71AB8609-A28F-49C4-AA2E-7279805B89E8}"/>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4" name="Rectangle 12">
            <a:extLst>
              <a:ext uri="{FF2B5EF4-FFF2-40B4-BE49-F238E27FC236}">
                <a16:creationId xmlns:a16="http://schemas.microsoft.com/office/drawing/2014/main" id="{FFBE101D-A6CD-4D41-AD13-CD3A216BB75B}"/>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5" name="Rectangle 13">
            <a:extLst>
              <a:ext uri="{FF2B5EF4-FFF2-40B4-BE49-F238E27FC236}">
                <a16:creationId xmlns:a16="http://schemas.microsoft.com/office/drawing/2014/main" id="{74090938-633C-4E1A-A470-DDF5C4DD02E8}"/>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6" name="Rectangle 14">
            <a:extLst>
              <a:ext uri="{FF2B5EF4-FFF2-40B4-BE49-F238E27FC236}">
                <a16:creationId xmlns:a16="http://schemas.microsoft.com/office/drawing/2014/main" id="{E4F32E52-487F-492D-BF4A-B410DC1FA65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7" name="Rectangle 15">
            <a:extLst>
              <a:ext uri="{FF2B5EF4-FFF2-40B4-BE49-F238E27FC236}">
                <a16:creationId xmlns:a16="http://schemas.microsoft.com/office/drawing/2014/main" id="{069E8032-2A02-4592-AB86-073520C04AEF}"/>
              </a:ext>
            </a:extLst>
          </p:cNvPr>
          <p:cNvSpPr>
            <a:spLocks noChangeArrowheads="1"/>
          </p:cNvSpPr>
          <p:nvPr/>
        </p:nvSpPr>
        <p:spPr bwMode="auto">
          <a:xfrm>
            <a:off x="161925" y="3338513"/>
            <a:ext cx="8640763" cy="269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位移为零，不论电源的正负半周，输出均为零。</a:t>
            </a:r>
          </a:p>
          <a:p>
            <a:pPr algn="l" eaLnBrk="1" hangingPunct="1">
              <a:spcBef>
                <a:spcPct val="0"/>
              </a:spcBef>
              <a:buSzTx/>
              <a:buFontTx/>
              <a:buNone/>
            </a:pPr>
            <a:r>
              <a:rPr kumimoji="0" lang="zh-CN" altLang="en-US">
                <a:solidFill>
                  <a:srgbClr val="000000"/>
                </a:solidFill>
                <a:latin typeface="楷体_GB2312" pitchFamily="49" charset="-122"/>
              </a:rPr>
              <a:t>●位移向上，</a:t>
            </a:r>
            <a:r>
              <a:rPr kumimoji="0" lang="en-US" altLang="zh-CN">
                <a:solidFill>
                  <a:srgbClr val="000000"/>
                </a:solidFill>
                <a:latin typeface="楷体_GB2312" pitchFamily="49" charset="-122"/>
              </a:rPr>
              <a:t>e&gt;0,</a:t>
            </a:r>
            <a:r>
              <a:rPr kumimoji="0" lang="zh-CN" altLang="en-US">
                <a:solidFill>
                  <a:srgbClr val="000000"/>
                </a:solidFill>
                <a:latin typeface="楷体_GB2312" pitchFamily="49" charset="-122"/>
              </a:rPr>
              <a:t>不论电源的正负半周，输出均大于零。</a:t>
            </a:r>
          </a:p>
          <a:p>
            <a:pPr algn="l" eaLnBrk="1" hangingPunct="1">
              <a:spcBef>
                <a:spcPct val="0"/>
              </a:spcBef>
              <a:buSzTx/>
              <a:buFontTx/>
              <a:buNone/>
            </a:pPr>
            <a:r>
              <a:rPr kumimoji="0" lang="zh-CN" altLang="en-US">
                <a:solidFill>
                  <a:srgbClr val="000000"/>
                </a:solidFill>
                <a:latin typeface="楷体_GB2312" pitchFamily="49" charset="-122"/>
              </a:rPr>
              <a:t>●位移向下，</a:t>
            </a:r>
            <a:r>
              <a:rPr kumimoji="0" lang="en-US" altLang="zh-CN">
                <a:solidFill>
                  <a:srgbClr val="000000"/>
                </a:solidFill>
                <a:latin typeface="楷体_GB2312" pitchFamily="49" charset="-122"/>
              </a:rPr>
              <a:t>e&lt;0,</a:t>
            </a:r>
            <a:r>
              <a:rPr kumimoji="0" lang="zh-CN" altLang="en-US">
                <a:solidFill>
                  <a:srgbClr val="000000"/>
                </a:solidFill>
                <a:latin typeface="楷体_GB2312" pitchFamily="49" charset="-122"/>
              </a:rPr>
              <a:t>不论电源的正负半周，输出均小于于零。</a:t>
            </a:r>
          </a:p>
          <a:p>
            <a:pPr algn="l" eaLnBrk="1" hangingPunct="1">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a:p>
            <a:pPr algn="l" eaLnBrk="1" hangingPunct="1">
              <a:spcBef>
                <a:spcPct val="0"/>
              </a:spcBef>
              <a:buSzTx/>
              <a:buFontTx/>
              <a:buNone/>
            </a:pPr>
            <a:endParaRPr kumimoji="0" lang="en-US" altLang="zh-CN">
              <a:solidFill>
                <a:srgbClr val="000000"/>
              </a:solidFill>
            </a:endParaRPr>
          </a:p>
        </p:txBody>
      </p:sp>
      <p:pic>
        <p:nvPicPr>
          <p:cNvPr id="392208" name="Picture 16">
            <a:extLst>
              <a:ext uri="{FF2B5EF4-FFF2-40B4-BE49-F238E27FC236}">
                <a16:creationId xmlns:a16="http://schemas.microsoft.com/office/drawing/2014/main" id="{46CC7272-8945-4360-B6BA-0DE5D2B226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115888"/>
            <a:ext cx="5849937" cy="311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209" name="Rectangle 17">
            <a:extLst>
              <a:ext uri="{FF2B5EF4-FFF2-40B4-BE49-F238E27FC236}">
                <a16:creationId xmlns:a16="http://schemas.microsoft.com/office/drawing/2014/main" id="{8EDCC41C-B0AF-4B17-84D1-4697F156214F}"/>
              </a:ext>
            </a:extLst>
          </p:cNvPr>
          <p:cNvSpPr>
            <a:spLocks noChangeArrowheads="1"/>
          </p:cNvSpPr>
          <p:nvPr/>
        </p:nvSpPr>
        <p:spPr bwMode="auto">
          <a:xfrm>
            <a:off x="179388" y="188913"/>
            <a:ext cx="292735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0000"/>
                </a:solidFill>
                <a:latin typeface="楷体_GB2312" pitchFamily="49" charset="-122"/>
              </a:rPr>
              <a:t>②</a:t>
            </a:r>
            <a:r>
              <a:rPr kumimoji="0" lang="zh-CN" altLang="en-US">
                <a:solidFill>
                  <a:srgbClr val="000000"/>
                </a:solidFill>
                <a:latin typeface="楷体_GB2312" pitchFamily="49" charset="-122"/>
              </a:rPr>
              <a:t>变压器二极管检波</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Text Box 2">
            <a:extLst>
              <a:ext uri="{FF2B5EF4-FFF2-40B4-BE49-F238E27FC236}">
                <a16:creationId xmlns:a16="http://schemas.microsoft.com/office/drawing/2014/main" id="{3D191C88-40E2-4A01-BE5B-634CD54D804D}"/>
              </a:ext>
            </a:extLst>
          </p:cNvPr>
          <p:cNvSpPr txBox="1">
            <a:spLocks noChangeArrowheads="1"/>
          </p:cNvSpPr>
          <p:nvPr/>
        </p:nvSpPr>
        <p:spPr bwMode="auto">
          <a:xfrm>
            <a:off x="358775" y="358775"/>
            <a:ext cx="8353425"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40000"/>
              </a:lnSpc>
              <a:spcBef>
                <a:spcPct val="10000"/>
              </a:spcBef>
              <a:buSzTx/>
              <a:buFont typeface="Wingdings" panose="05000000000000000000" pitchFamily="2" charset="2"/>
              <a:buChar char="u"/>
            </a:pPr>
            <a:r>
              <a:rPr kumimoji="0" lang="zh-CN" altLang="en-US" b="1">
                <a:solidFill>
                  <a:srgbClr val="000000"/>
                </a:solidFill>
                <a:latin typeface="楷体_GB2312" pitchFamily="49" charset="-122"/>
              </a:rPr>
              <a:t>电涡流电感传感器工作原理    </a:t>
            </a:r>
          </a:p>
        </p:txBody>
      </p:sp>
      <p:sp>
        <p:nvSpPr>
          <p:cNvPr id="394243" name="Rectangle 3">
            <a:extLst>
              <a:ext uri="{FF2B5EF4-FFF2-40B4-BE49-F238E27FC236}">
                <a16:creationId xmlns:a16="http://schemas.microsoft.com/office/drawing/2014/main" id="{2F8A35B8-AF1D-4336-82FB-BC4D52599F39}"/>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44" name="Rectangle 4">
            <a:extLst>
              <a:ext uri="{FF2B5EF4-FFF2-40B4-BE49-F238E27FC236}">
                <a16:creationId xmlns:a16="http://schemas.microsoft.com/office/drawing/2014/main" id="{A45E4764-45FA-4C8F-B46D-2F0F5F1BB6C0}"/>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45" name="Rectangle 5">
            <a:extLst>
              <a:ext uri="{FF2B5EF4-FFF2-40B4-BE49-F238E27FC236}">
                <a16:creationId xmlns:a16="http://schemas.microsoft.com/office/drawing/2014/main" id="{8D9F6197-467B-4C0C-A62E-260862D51CE5}"/>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46" name="Rectangle 6">
            <a:extLst>
              <a:ext uri="{FF2B5EF4-FFF2-40B4-BE49-F238E27FC236}">
                <a16:creationId xmlns:a16="http://schemas.microsoft.com/office/drawing/2014/main" id="{A1CA89A1-6CD8-453A-B60E-C572091D0278}"/>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47" name="Rectangle 7">
            <a:extLst>
              <a:ext uri="{FF2B5EF4-FFF2-40B4-BE49-F238E27FC236}">
                <a16:creationId xmlns:a16="http://schemas.microsoft.com/office/drawing/2014/main" id="{D5B3504A-B7B2-4B06-ACD3-168CB07324EC}"/>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48" name="Rectangle 8">
            <a:extLst>
              <a:ext uri="{FF2B5EF4-FFF2-40B4-BE49-F238E27FC236}">
                <a16:creationId xmlns:a16="http://schemas.microsoft.com/office/drawing/2014/main" id="{305B2F42-7D7D-438C-8DA1-56B255A73496}"/>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49" name="Rectangle 9">
            <a:extLst>
              <a:ext uri="{FF2B5EF4-FFF2-40B4-BE49-F238E27FC236}">
                <a16:creationId xmlns:a16="http://schemas.microsoft.com/office/drawing/2014/main" id="{C29729E0-6E9B-47B4-B000-3888C1C2961B}"/>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50" name="Rectangle 10">
            <a:extLst>
              <a:ext uri="{FF2B5EF4-FFF2-40B4-BE49-F238E27FC236}">
                <a16:creationId xmlns:a16="http://schemas.microsoft.com/office/drawing/2014/main" id="{2C3A2493-8715-4028-8A1F-EF46E461E07E}"/>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51" name="Rectangle 11">
            <a:extLst>
              <a:ext uri="{FF2B5EF4-FFF2-40B4-BE49-F238E27FC236}">
                <a16:creationId xmlns:a16="http://schemas.microsoft.com/office/drawing/2014/main" id="{334A31D5-47A0-4D01-B49A-EDE59FE7E5DD}"/>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52" name="Rectangle 12">
            <a:extLst>
              <a:ext uri="{FF2B5EF4-FFF2-40B4-BE49-F238E27FC236}">
                <a16:creationId xmlns:a16="http://schemas.microsoft.com/office/drawing/2014/main" id="{779A2F65-E03F-40BD-9D38-D919365BA58E}"/>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53" name="Rectangle 13">
            <a:extLst>
              <a:ext uri="{FF2B5EF4-FFF2-40B4-BE49-F238E27FC236}">
                <a16:creationId xmlns:a16="http://schemas.microsoft.com/office/drawing/2014/main" id="{BBF4EDDE-19E6-4D6A-B9B6-D7FC57BAB28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54" name="Rectangle 14">
            <a:extLst>
              <a:ext uri="{FF2B5EF4-FFF2-40B4-BE49-F238E27FC236}">
                <a16:creationId xmlns:a16="http://schemas.microsoft.com/office/drawing/2014/main" id="{1D5F8629-48BC-4D4F-9F40-491DBD961092}"/>
              </a:ext>
            </a:extLst>
          </p:cNvPr>
          <p:cNvSpPr>
            <a:spLocks noChangeArrowheads="1"/>
          </p:cNvSpPr>
          <p:nvPr/>
        </p:nvSpPr>
        <p:spPr bwMode="auto">
          <a:xfrm>
            <a:off x="0" y="2757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55" name="Rectangle 15">
            <a:extLst>
              <a:ext uri="{FF2B5EF4-FFF2-40B4-BE49-F238E27FC236}">
                <a16:creationId xmlns:a16="http://schemas.microsoft.com/office/drawing/2014/main" id="{48B96545-FB28-4635-BDDF-CD6C216178F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pic>
        <p:nvPicPr>
          <p:cNvPr id="394256" name="Picture 17" descr="呼啦圈">
            <a:extLst>
              <a:ext uri="{FF2B5EF4-FFF2-40B4-BE49-F238E27FC236}">
                <a16:creationId xmlns:a16="http://schemas.microsoft.com/office/drawing/2014/main" id="{D928FC02-E1F7-41AF-B00F-CA82A92CF910}"/>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92075" y="1528763"/>
            <a:ext cx="5829300" cy="424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257" name="Rectangle 19">
            <a:extLst>
              <a:ext uri="{FF2B5EF4-FFF2-40B4-BE49-F238E27FC236}">
                <a16:creationId xmlns:a16="http://schemas.microsoft.com/office/drawing/2014/main" id="{7BEBAFDB-7CB7-44D9-AAAE-D00CD60DD472}"/>
              </a:ext>
            </a:extLst>
          </p:cNvPr>
          <p:cNvSpPr>
            <a:spLocks noChangeArrowheads="1"/>
          </p:cNvSpPr>
          <p:nvPr/>
        </p:nvSpPr>
        <p:spPr bwMode="auto">
          <a:xfrm>
            <a:off x="5832475" y="1403350"/>
            <a:ext cx="3311525"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10000"/>
              </a:lnSpc>
              <a:spcBef>
                <a:spcPct val="50000"/>
              </a:spcBef>
              <a:buSzTx/>
              <a:buFontTx/>
              <a:buNone/>
            </a:pPr>
            <a:r>
              <a:rPr kumimoji="0" lang="en-US" altLang="zh-CN">
                <a:solidFill>
                  <a:srgbClr val="000000"/>
                </a:solidFill>
                <a:latin typeface="楷体_GB2312" pitchFamily="49" charset="-122"/>
              </a:rPr>
              <a:t>   </a:t>
            </a:r>
            <a:r>
              <a:rPr kumimoji="0" lang="zh-CN" altLang="en-US" sz="2800">
                <a:solidFill>
                  <a:srgbClr val="000000"/>
                </a:solidFill>
                <a:latin typeface="楷体_GB2312" pitchFamily="49" charset="-122"/>
              </a:rPr>
              <a:t>当电涡流线圈与金属板的距离</a:t>
            </a:r>
            <a:r>
              <a:rPr kumimoji="0" lang="en-US" altLang="zh-CN" sz="2800">
                <a:solidFill>
                  <a:srgbClr val="000000"/>
                </a:solidFill>
                <a:latin typeface="楷体_GB2312" pitchFamily="49" charset="-122"/>
              </a:rPr>
              <a:t>x </a:t>
            </a:r>
            <a:r>
              <a:rPr kumimoji="0" lang="zh-CN" altLang="en-US" sz="2800">
                <a:solidFill>
                  <a:srgbClr val="000000"/>
                </a:solidFill>
                <a:latin typeface="楷体_GB2312" pitchFamily="49" charset="-122"/>
              </a:rPr>
              <a:t>减小，电涡流线圈的等效电感</a:t>
            </a:r>
            <a:r>
              <a:rPr kumimoji="0" lang="en-US" altLang="zh-CN" sz="2800">
                <a:solidFill>
                  <a:srgbClr val="000000"/>
                </a:solidFill>
                <a:latin typeface="楷体_GB2312" pitchFamily="49" charset="-122"/>
              </a:rPr>
              <a:t>L</a:t>
            </a:r>
            <a:r>
              <a:rPr kumimoji="0" lang="zh-CN" altLang="en-US" sz="2800">
                <a:solidFill>
                  <a:srgbClr val="000000"/>
                </a:solidFill>
                <a:latin typeface="楷体_GB2312" pitchFamily="49" charset="-122"/>
              </a:rPr>
              <a:t>减小，等效电阻</a:t>
            </a:r>
            <a:r>
              <a:rPr kumimoji="0" lang="en-US" altLang="zh-CN" sz="2800">
                <a:solidFill>
                  <a:srgbClr val="000000"/>
                </a:solidFill>
                <a:latin typeface="楷体_GB2312" pitchFamily="49" charset="-122"/>
              </a:rPr>
              <a:t>R </a:t>
            </a:r>
            <a:r>
              <a:rPr kumimoji="0" lang="zh-CN" altLang="en-US" sz="2800">
                <a:solidFill>
                  <a:srgbClr val="000000"/>
                </a:solidFill>
                <a:latin typeface="楷体_GB2312" pitchFamily="49" charset="-122"/>
              </a:rPr>
              <a:t>增大。感抗</a:t>
            </a:r>
            <a:r>
              <a:rPr kumimoji="0" lang="en-US" altLang="zh-CN" sz="2800">
                <a:solidFill>
                  <a:srgbClr val="000000"/>
                </a:solidFill>
                <a:latin typeface="楷体_GB2312" pitchFamily="49" charset="-122"/>
              </a:rPr>
              <a:t>X</a:t>
            </a:r>
            <a:r>
              <a:rPr kumimoji="0" lang="en-US" altLang="zh-CN" sz="2800" baseline="-25000">
                <a:solidFill>
                  <a:srgbClr val="000000"/>
                </a:solidFill>
                <a:latin typeface="楷体_GB2312" pitchFamily="49" charset="-122"/>
              </a:rPr>
              <a:t>L</a:t>
            </a:r>
            <a:r>
              <a:rPr kumimoji="0" lang="zh-CN" altLang="en-US" sz="2800">
                <a:solidFill>
                  <a:srgbClr val="000000"/>
                </a:solidFill>
                <a:latin typeface="楷体_GB2312" pitchFamily="49" charset="-122"/>
              </a:rPr>
              <a:t>的变化比</a:t>
            </a:r>
            <a:r>
              <a:rPr kumimoji="0" lang="en-US" altLang="zh-CN" sz="2800">
                <a:solidFill>
                  <a:srgbClr val="000000"/>
                </a:solidFill>
                <a:latin typeface="楷体_GB2312" pitchFamily="49" charset="-122"/>
              </a:rPr>
              <a:t>R</a:t>
            </a:r>
            <a:r>
              <a:rPr kumimoji="0" lang="zh-CN" altLang="en-US" sz="2800">
                <a:solidFill>
                  <a:srgbClr val="000000"/>
                </a:solidFill>
                <a:latin typeface="楷体_GB2312" pitchFamily="49" charset="-122"/>
              </a:rPr>
              <a:t>的变化大得多，流过电涡流线圈的电流</a:t>
            </a:r>
            <a:r>
              <a:rPr kumimoji="0" lang="en-US" altLang="zh-CN" sz="2800">
                <a:solidFill>
                  <a:srgbClr val="000000"/>
                </a:solidFill>
                <a:latin typeface="楷体_GB2312" pitchFamily="49" charset="-122"/>
              </a:rPr>
              <a:t>i</a:t>
            </a:r>
            <a:r>
              <a:rPr kumimoji="0" lang="en-US" altLang="zh-CN" sz="2800" baseline="-25000">
                <a:solidFill>
                  <a:srgbClr val="000000"/>
                </a:solidFill>
                <a:latin typeface="楷体_GB2312" pitchFamily="49" charset="-122"/>
              </a:rPr>
              <a:t>1</a:t>
            </a:r>
            <a:r>
              <a:rPr kumimoji="0" lang="en-US" altLang="zh-CN" sz="2800">
                <a:solidFill>
                  <a:srgbClr val="000000"/>
                </a:solidFill>
                <a:latin typeface="楷体_GB2312" pitchFamily="49" charset="-122"/>
              </a:rPr>
              <a:t> </a:t>
            </a:r>
            <a:r>
              <a:rPr kumimoji="0" lang="zh-CN" altLang="en-US" sz="2800">
                <a:solidFill>
                  <a:srgbClr val="000000"/>
                </a:solidFill>
                <a:latin typeface="楷体_GB2312" pitchFamily="49" charset="-122"/>
              </a:rPr>
              <a:t>增大。</a:t>
            </a:r>
            <a:r>
              <a:rPr kumimoji="0" lang="zh-CN" altLang="en-US">
                <a:solidFill>
                  <a:srgbClr val="000000"/>
                </a:solidFill>
                <a:latin typeface="楷体_GB2312" pitchFamily="49" charset="-122"/>
              </a:rPr>
              <a:t> </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Text Box 2">
            <a:extLst>
              <a:ext uri="{FF2B5EF4-FFF2-40B4-BE49-F238E27FC236}">
                <a16:creationId xmlns:a16="http://schemas.microsoft.com/office/drawing/2014/main" id="{14251C12-0FFD-447C-A3CC-725ADEF14B7C}"/>
              </a:ext>
            </a:extLst>
          </p:cNvPr>
          <p:cNvSpPr txBox="1">
            <a:spLocks noChangeArrowheads="1"/>
          </p:cNvSpPr>
          <p:nvPr/>
        </p:nvSpPr>
        <p:spPr bwMode="auto">
          <a:xfrm>
            <a:off x="0" y="358775"/>
            <a:ext cx="9144000" cy="392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sz="1600">
                <a:solidFill>
                  <a:srgbClr val="000000"/>
                </a:solidFill>
                <a:latin typeface="Arial" panose="020B0604020202020204" pitchFamily="34" charset="0"/>
                <a:ea typeface="宋体" panose="02010600030101010101" pitchFamily="2" charset="-122"/>
              </a:rPr>
              <a:t>●</a:t>
            </a:r>
            <a:r>
              <a:rPr kumimoji="0" lang="zh-CN" altLang="en-US">
                <a:solidFill>
                  <a:srgbClr val="000000"/>
                </a:solidFill>
                <a:latin typeface="楷体_GB2312" pitchFamily="49" charset="-122"/>
              </a:rPr>
              <a:t>由高频振荡器供给线圈高频交流电流，线圈便形成一个交变磁场</a:t>
            </a:r>
            <a:r>
              <a:rPr kumimoji="0" lang="en-US" altLang="zh-CN">
                <a:solidFill>
                  <a:srgbClr val="000000"/>
                </a:solidFill>
                <a:latin typeface="楷体_GB2312" pitchFamily="49" charset="-122"/>
              </a:rPr>
              <a:t>;</a:t>
            </a:r>
          </a:p>
          <a:p>
            <a:pPr algn="l" eaLnBrk="1" hangingPunct="1">
              <a:spcBef>
                <a:spcPct val="0"/>
              </a:spcBef>
              <a:buSzTx/>
              <a:buFontTx/>
              <a:buNone/>
            </a:pPr>
            <a:r>
              <a:rPr kumimoji="0" lang="en-US" altLang="zh-CN" sz="1800">
                <a:solidFill>
                  <a:srgbClr val="000000"/>
                </a:solidFill>
                <a:latin typeface="Arial" panose="020B0604020202020204" pitchFamily="34" charset="0"/>
                <a:ea typeface="宋体" panose="02010600030101010101" pitchFamily="2" charset="-122"/>
              </a:rPr>
              <a:t>●</a:t>
            </a:r>
            <a:r>
              <a:rPr kumimoji="0" lang="zh-CN" altLang="en-US">
                <a:solidFill>
                  <a:srgbClr val="000000"/>
                </a:solidFill>
                <a:latin typeface="楷体_GB2312" pitchFamily="49" charset="-122"/>
              </a:rPr>
              <a:t>导体极板</a:t>
            </a:r>
            <a:r>
              <a:rPr kumimoji="0" lang="en-US" altLang="zh-CN">
                <a:solidFill>
                  <a:srgbClr val="000000"/>
                </a:solidFill>
                <a:latin typeface="楷体_GB2312" pitchFamily="49" charset="-122"/>
              </a:rPr>
              <a:t>P</a:t>
            </a:r>
            <a:r>
              <a:rPr kumimoji="0" lang="zh-CN" altLang="en-US">
                <a:solidFill>
                  <a:srgbClr val="000000"/>
                </a:solidFill>
                <a:latin typeface="楷体_GB2312" pitchFamily="49" charset="-122"/>
              </a:rPr>
              <a:t>上产生了同轴涡流。涡流也形成一个磁场； </a:t>
            </a:r>
          </a:p>
          <a:p>
            <a:pPr algn="l" eaLnBrk="1" hangingPunct="1">
              <a:spcBef>
                <a:spcPct val="0"/>
              </a:spcBef>
              <a:buSzTx/>
              <a:buFontTx/>
              <a:buNone/>
            </a:pPr>
            <a:r>
              <a:rPr kumimoji="0" lang="zh-CN" altLang="en-US" sz="1800">
                <a:solidFill>
                  <a:srgbClr val="000000"/>
                </a:solidFill>
                <a:latin typeface="Arial" panose="020B0604020202020204" pitchFamily="34" charset="0"/>
                <a:ea typeface="宋体" panose="02010600030101010101" pitchFamily="2" charset="-122"/>
              </a:rPr>
              <a:t>●</a:t>
            </a:r>
            <a:r>
              <a:rPr kumimoji="0" lang="zh-CN" altLang="en-US">
                <a:solidFill>
                  <a:srgbClr val="000000"/>
                </a:solidFill>
                <a:latin typeface="楷体_GB2312" pitchFamily="49" charset="-122"/>
              </a:rPr>
              <a:t>涡流交变磁场与线圈的磁场方向相反，并且总是抵抗激励线圈磁场的作用；</a:t>
            </a:r>
          </a:p>
          <a:p>
            <a:pPr algn="l" eaLnBrk="1" hangingPunct="1">
              <a:spcBef>
                <a:spcPct val="0"/>
              </a:spcBef>
              <a:buSzTx/>
              <a:buFontTx/>
              <a:buNone/>
            </a:pPr>
            <a:r>
              <a:rPr kumimoji="0" lang="zh-CN" altLang="en-US" sz="1800">
                <a:solidFill>
                  <a:srgbClr val="000000"/>
                </a:solidFill>
                <a:latin typeface="Arial" panose="020B0604020202020204" pitchFamily="34" charset="0"/>
                <a:ea typeface="宋体" panose="02010600030101010101" pitchFamily="2" charset="-122"/>
              </a:rPr>
              <a:t>●</a:t>
            </a:r>
            <a:r>
              <a:rPr kumimoji="0" lang="zh-CN" altLang="en-US">
                <a:solidFill>
                  <a:srgbClr val="000000"/>
                </a:solidFill>
                <a:latin typeface="楷体_GB2312" pitchFamily="49" charset="-122"/>
              </a:rPr>
              <a:t>两个磁场迭加后使线圈原来的电感量下降，使线圈中电流大小和相位都发生变化。检测这个变化的电流，就可以检测出影响交变磁场的诸因素。</a:t>
            </a:r>
          </a:p>
        </p:txBody>
      </p:sp>
      <p:sp>
        <p:nvSpPr>
          <p:cNvPr id="395267" name="Rectangle 3">
            <a:extLst>
              <a:ext uri="{FF2B5EF4-FFF2-40B4-BE49-F238E27FC236}">
                <a16:creationId xmlns:a16="http://schemas.microsoft.com/office/drawing/2014/main" id="{E55E86A3-91EC-4290-9447-8455B6D35A0A}"/>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68" name="Rectangle 4">
            <a:extLst>
              <a:ext uri="{FF2B5EF4-FFF2-40B4-BE49-F238E27FC236}">
                <a16:creationId xmlns:a16="http://schemas.microsoft.com/office/drawing/2014/main" id="{FCF3A9F6-99D4-41E9-AC14-94F2DCD2E239}"/>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69" name="Rectangle 5">
            <a:extLst>
              <a:ext uri="{FF2B5EF4-FFF2-40B4-BE49-F238E27FC236}">
                <a16:creationId xmlns:a16="http://schemas.microsoft.com/office/drawing/2014/main" id="{125C1945-08D7-4659-AE68-5411351073DA}"/>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0" name="Rectangle 6">
            <a:extLst>
              <a:ext uri="{FF2B5EF4-FFF2-40B4-BE49-F238E27FC236}">
                <a16:creationId xmlns:a16="http://schemas.microsoft.com/office/drawing/2014/main" id="{C0017375-3BD9-48B4-8984-463D2DB06DF2}"/>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1" name="Rectangle 7">
            <a:extLst>
              <a:ext uri="{FF2B5EF4-FFF2-40B4-BE49-F238E27FC236}">
                <a16:creationId xmlns:a16="http://schemas.microsoft.com/office/drawing/2014/main" id="{FAE91B2E-DF07-4154-A76B-203631322DD4}"/>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2" name="Rectangle 8">
            <a:extLst>
              <a:ext uri="{FF2B5EF4-FFF2-40B4-BE49-F238E27FC236}">
                <a16:creationId xmlns:a16="http://schemas.microsoft.com/office/drawing/2014/main" id="{12BD53FD-4AE1-4149-ADB4-5270B8CB2409}"/>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3" name="Rectangle 9">
            <a:extLst>
              <a:ext uri="{FF2B5EF4-FFF2-40B4-BE49-F238E27FC236}">
                <a16:creationId xmlns:a16="http://schemas.microsoft.com/office/drawing/2014/main" id="{3C76EB79-03CB-48D3-9769-CD93B2E9551B}"/>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4" name="Rectangle 10">
            <a:extLst>
              <a:ext uri="{FF2B5EF4-FFF2-40B4-BE49-F238E27FC236}">
                <a16:creationId xmlns:a16="http://schemas.microsoft.com/office/drawing/2014/main" id="{60356AEF-13FC-453F-B881-61B02CF8AB83}"/>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5" name="Rectangle 11">
            <a:extLst>
              <a:ext uri="{FF2B5EF4-FFF2-40B4-BE49-F238E27FC236}">
                <a16:creationId xmlns:a16="http://schemas.microsoft.com/office/drawing/2014/main" id="{EF2D0746-4B49-417B-8528-AC44E8CFAC5D}"/>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6" name="Rectangle 12">
            <a:extLst>
              <a:ext uri="{FF2B5EF4-FFF2-40B4-BE49-F238E27FC236}">
                <a16:creationId xmlns:a16="http://schemas.microsoft.com/office/drawing/2014/main" id="{158FB714-78E2-429C-8673-14736AD8BA58}"/>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7" name="Rectangle 13">
            <a:extLst>
              <a:ext uri="{FF2B5EF4-FFF2-40B4-BE49-F238E27FC236}">
                <a16:creationId xmlns:a16="http://schemas.microsoft.com/office/drawing/2014/main" id="{D37AB837-F2FE-494F-BC97-E7FA0731097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8" name="Rectangle 14">
            <a:extLst>
              <a:ext uri="{FF2B5EF4-FFF2-40B4-BE49-F238E27FC236}">
                <a16:creationId xmlns:a16="http://schemas.microsoft.com/office/drawing/2014/main" id="{37F9E7FE-88E2-4F3D-9F81-F1E8BD2F3900}"/>
              </a:ext>
            </a:extLst>
          </p:cNvPr>
          <p:cNvSpPr>
            <a:spLocks noChangeArrowheads="1"/>
          </p:cNvSpPr>
          <p:nvPr/>
        </p:nvSpPr>
        <p:spPr bwMode="auto">
          <a:xfrm>
            <a:off x="0" y="2757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9" name="Rectangle 15">
            <a:extLst>
              <a:ext uri="{FF2B5EF4-FFF2-40B4-BE49-F238E27FC236}">
                <a16:creationId xmlns:a16="http://schemas.microsoft.com/office/drawing/2014/main" id="{24043352-36E1-4935-AFEC-A0C152DBD4C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灯片编号占位符 5">
            <a:extLst>
              <a:ext uri="{FF2B5EF4-FFF2-40B4-BE49-F238E27FC236}">
                <a16:creationId xmlns:a16="http://schemas.microsoft.com/office/drawing/2014/main" id="{0D3C3270-DB39-4B07-A110-10F669A7722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0BF391DC-7DA0-44CE-9DD3-55FC8F433F49}" type="slidenum">
              <a:rPr lang="zh-CN" altLang="en-US" sz="1200">
                <a:solidFill>
                  <a:srgbClr val="898989"/>
                </a:solidFill>
              </a:rPr>
              <a:pPr eaLnBrk="1" hangingPunct="1"/>
              <a:t>25</a:t>
            </a:fld>
            <a:endParaRPr lang="zh-CN" altLang="en-US" sz="1800">
              <a:solidFill>
                <a:srgbClr val="000000"/>
              </a:solidFill>
              <a:latin typeface="Arial" panose="020B0604020202020204" pitchFamily="34" charset="0"/>
            </a:endParaRPr>
          </a:p>
        </p:txBody>
      </p:sp>
      <p:sp>
        <p:nvSpPr>
          <p:cNvPr id="396291" name="矩形 4">
            <a:extLst>
              <a:ext uri="{FF2B5EF4-FFF2-40B4-BE49-F238E27FC236}">
                <a16:creationId xmlns:a16="http://schemas.microsoft.com/office/drawing/2014/main" id="{C5B9C751-3BDD-4DEA-9FEB-D122BBC27F66}"/>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endParaRPr kumimoji="0" lang="zh-CN" altLang="zh-CN" sz="180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396292" name="TextBox 5">
            <a:extLst>
              <a:ext uri="{FF2B5EF4-FFF2-40B4-BE49-F238E27FC236}">
                <a16:creationId xmlns:a16="http://schemas.microsoft.com/office/drawing/2014/main" id="{D0D5AC5E-304A-423A-A43B-97D15537FD99}"/>
              </a:ext>
            </a:extLst>
          </p:cNvPr>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3200" b="1">
                <a:solidFill>
                  <a:srgbClr val="1F497D"/>
                </a:solidFill>
                <a:latin typeface="Calibri" panose="020F0502020204030204" pitchFamily="34" charset="0"/>
                <a:ea typeface="宋体" panose="02010600030101010101" pitchFamily="2" charset="-122"/>
              </a:rPr>
              <a:t>等效电路</a:t>
            </a:r>
            <a:endParaRPr kumimoji="0" lang="zh-CN" altLang="en-US" sz="1800">
              <a:solidFill>
                <a:srgbClr val="000000"/>
              </a:solidFill>
              <a:latin typeface="Calibri" panose="020F0502020204030204" pitchFamily="34" charset="0"/>
              <a:ea typeface="宋体" panose="02010600030101010101" pitchFamily="2" charset="-122"/>
            </a:endParaRPr>
          </a:p>
        </p:txBody>
      </p:sp>
      <p:pic>
        <p:nvPicPr>
          <p:cNvPr id="396293" name="Picture 26">
            <a:extLst>
              <a:ext uri="{FF2B5EF4-FFF2-40B4-BE49-F238E27FC236}">
                <a16:creationId xmlns:a16="http://schemas.microsoft.com/office/drawing/2014/main" id="{682732B6-15BE-4267-BFB3-CC867E3826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4625" y="3440113"/>
            <a:ext cx="32575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6294" name="Text Box 27">
            <a:extLst>
              <a:ext uri="{FF2B5EF4-FFF2-40B4-BE49-F238E27FC236}">
                <a16:creationId xmlns:a16="http://schemas.microsoft.com/office/drawing/2014/main" id="{E24A2353-E273-476B-8DB3-2351986350D3}"/>
              </a:ext>
            </a:extLst>
          </p:cNvPr>
          <p:cNvSpPr>
            <a:spLocks noChangeArrowheads="1"/>
          </p:cNvSpPr>
          <p:nvPr/>
        </p:nvSpPr>
        <p:spPr bwMode="auto">
          <a:xfrm>
            <a:off x="5119688" y="5870575"/>
            <a:ext cx="3627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sz="1800">
                <a:solidFill>
                  <a:srgbClr val="000000"/>
                </a:solidFill>
                <a:latin typeface="楷体_GB2312" pitchFamily="49" charset="-122"/>
                <a:sym typeface="楷体_GB2312" pitchFamily="49" charset="-122"/>
              </a:rPr>
              <a:t>图</a:t>
            </a:r>
            <a:r>
              <a:rPr kumimoji="0" lang="en-US" altLang="zh-CN" sz="1800">
                <a:solidFill>
                  <a:srgbClr val="000000"/>
                </a:solidFill>
                <a:latin typeface="楷体_GB2312" pitchFamily="49" charset="-122"/>
                <a:sym typeface="楷体_GB2312" pitchFamily="49" charset="-122"/>
              </a:rPr>
              <a:t>4-35 </a:t>
            </a:r>
            <a:r>
              <a:rPr kumimoji="0" lang="zh-CN" altLang="en-US" sz="1800">
                <a:solidFill>
                  <a:srgbClr val="000000"/>
                </a:solidFill>
                <a:latin typeface="楷体_GB2312" pitchFamily="49" charset="-122"/>
                <a:sym typeface="楷体_GB2312" pitchFamily="49" charset="-122"/>
              </a:rPr>
              <a:t>电涡流传感器的等效电路</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396295" name="Text Box 29">
            <a:extLst>
              <a:ext uri="{FF2B5EF4-FFF2-40B4-BE49-F238E27FC236}">
                <a16:creationId xmlns:a16="http://schemas.microsoft.com/office/drawing/2014/main" id="{9884DD46-2639-4557-93C3-08058F7E1188}"/>
              </a:ext>
            </a:extLst>
          </p:cNvPr>
          <p:cNvSpPr>
            <a:spLocks noChangeArrowheads="1"/>
          </p:cNvSpPr>
          <p:nvPr/>
        </p:nvSpPr>
        <p:spPr bwMode="auto">
          <a:xfrm>
            <a:off x="214313" y="1279525"/>
            <a:ext cx="8281987"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a:solidFill>
                  <a:srgbClr val="000000"/>
                </a:solidFill>
                <a:sym typeface="Times New Roman" panose="02020603050405020304" pitchFamily="18" charset="0"/>
              </a:rPr>
              <a:t>       </a:t>
            </a:r>
            <a:r>
              <a:rPr kumimoji="0" lang="zh-CN" altLang="en-US">
                <a:solidFill>
                  <a:srgbClr val="000000"/>
                </a:solidFill>
                <a:sym typeface="Times New Roman" panose="02020603050405020304" pitchFamily="18" charset="0"/>
              </a:rPr>
              <a:t>把金属导体形象地看做一个短路线圈，它与传感器线圈有磁耦合。于是可以得到图</a:t>
            </a:r>
            <a:r>
              <a:rPr kumimoji="0" lang="en-US" altLang="zh-CN">
                <a:solidFill>
                  <a:srgbClr val="000000"/>
                </a:solidFill>
                <a:sym typeface="Times New Roman" panose="02020603050405020304" pitchFamily="18" charset="0"/>
              </a:rPr>
              <a:t>4-35</a:t>
            </a:r>
            <a:r>
              <a:rPr kumimoji="0" lang="zh-CN" altLang="en-US">
                <a:solidFill>
                  <a:srgbClr val="000000"/>
                </a:solidFill>
                <a:sym typeface="Times New Roman" panose="02020603050405020304" pitchFamily="18" charset="0"/>
              </a:rPr>
              <a:t>所示的等效电路。</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396296" name="Rectangle 30">
            <a:extLst>
              <a:ext uri="{FF2B5EF4-FFF2-40B4-BE49-F238E27FC236}">
                <a16:creationId xmlns:a16="http://schemas.microsoft.com/office/drawing/2014/main" id="{752E1ED9-26FA-4C2A-A454-23B2527340B4}"/>
              </a:ext>
            </a:extLst>
          </p:cNvPr>
          <p:cNvSpPr>
            <a:spLocks noChangeArrowheads="1"/>
          </p:cNvSpPr>
          <p:nvPr/>
        </p:nvSpPr>
        <p:spPr bwMode="auto">
          <a:xfrm>
            <a:off x="214313" y="2316163"/>
            <a:ext cx="81915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0"/>
              </a:spcBef>
              <a:buSzTx/>
              <a:buFontTx/>
              <a:buNone/>
            </a:pPr>
            <a:r>
              <a:rPr kumimoji="0" lang="en-US" altLang="zh-CN">
                <a:solidFill>
                  <a:srgbClr val="000000"/>
                </a:solidFill>
                <a:sym typeface="Times New Roman" panose="02020603050405020304" pitchFamily="18" charset="0"/>
              </a:rPr>
              <a:t>       </a:t>
            </a:r>
            <a:r>
              <a:rPr kumimoji="0" lang="zh-CN" altLang="en-US">
                <a:solidFill>
                  <a:srgbClr val="000000"/>
                </a:solidFill>
                <a:sym typeface="Times New Roman" panose="02020603050405020304" pitchFamily="18" charset="0"/>
              </a:rPr>
              <a:t>图中，</a:t>
            </a:r>
            <a:r>
              <a:rPr kumimoji="0" lang="en-US" altLang="zh-CN" i="1">
                <a:solidFill>
                  <a:srgbClr val="000000"/>
                </a:solidFill>
                <a:sym typeface="Times New Roman" panose="02020603050405020304" pitchFamily="18" charset="0"/>
              </a:rPr>
              <a:t>R</a:t>
            </a:r>
            <a:r>
              <a:rPr kumimoji="0" lang="en-US" altLang="zh-CN" baseline="-25000">
                <a:solidFill>
                  <a:srgbClr val="000000"/>
                </a:solidFill>
                <a:sym typeface="Times New Roman" panose="02020603050405020304" pitchFamily="18" charset="0"/>
              </a:rPr>
              <a:t>1</a:t>
            </a:r>
            <a:r>
              <a:rPr kumimoji="0" lang="zh-CN" altLang="en-US">
                <a:solidFill>
                  <a:srgbClr val="000000"/>
                </a:solidFill>
                <a:sym typeface="Times New Roman" panose="02020603050405020304" pitchFamily="18" charset="0"/>
              </a:rPr>
              <a:t>和</a:t>
            </a:r>
            <a:r>
              <a:rPr kumimoji="0" lang="en-US" altLang="zh-CN" i="1">
                <a:solidFill>
                  <a:srgbClr val="000000"/>
                </a:solidFill>
                <a:sym typeface="Times New Roman" panose="02020603050405020304" pitchFamily="18" charset="0"/>
              </a:rPr>
              <a:t>L</a:t>
            </a:r>
            <a:r>
              <a:rPr kumimoji="0" lang="en-US" altLang="zh-CN" baseline="-25000">
                <a:solidFill>
                  <a:srgbClr val="000000"/>
                </a:solidFill>
                <a:sym typeface="Times New Roman" panose="02020603050405020304" pitchFamily="18" charset="0"/>
              </a:rPr>
              <a:t>1</a:t>
            </a:r>
            <a:r>
              <a:rPr kumimoji="0" lang="zh-CN" altLang="en-US">
                <a:solidFill>
                  <a:srgbClr val="000000"/>
                </a:solidFill>
                <a:sym typeface="Times New Roman" panose="02020603050405020304" pitchFamily="18" charset="0"/>
              </a:rPr>
              <a:t>为传感器线圈的电阻和电感，</a:t>
            </a:r>
            <a:r>
              <a:rPr kumimoji="0" lang="en-US" altLang="zh-CN" i="1">
                <a:solidFill>
                  <a:srgbClr val="000000"/>
                </a:solidFill>
                <a:sym typeface="Times New Roman" panose="02020603050405020304" pitchFamily="18" charset="0"/>
              </a:rPr>
              <a:t>R</a:t>
            </a:r>
            <a:r>
              <a:rPr kumimoji="0" lang="en-US" altLang="zh-CN" baseline="-25000">
                <a:solidFill>
                  <a:srgbClr val="000000"/>
                </a:solidFill>
                <a:sym typeface="Times New Roman" panose="02020603050405020304" pitchFamily="18" charset="0"/>
              </a:rPr>
              <a:t>2</a:t>
            </a:r>
            <a:r>
              <a:rPr kumimoji="0" lang="zh-CN" altLang="en-US">
                <a:solidFill>
                  <a:srgbClr val="000000"/>
                </a:solidFill>
                <a:sym typeface="Times New Roman" panose="02020603050405020304" pitchFamily="18" charset="0"/>
              </a:rPr>
              <a:t>和</a:t>
            </a:r>
            <a:r>
              <a:rPr kumimoji="0" lang="en-US" altLang="zh-CN" i="1">
                <a:solidFill>
                  <a:srgbClr val="000000"/>
                </a:solidFill>
                <a:sym typeface="Times New Roman" panose="02020603050405020304" pitchFamily="18" charset="0"/>
              </a:rPr>
              <a:t>L</a:t>
            </a:r>
            <a:r>
              <a:rPr kumimoji="0" lang="en-US" altLang="zh-CN" baseline="-25000">
                <a:solidFill>
                  <a:srgbClr val="000000"/>
                </a:solidFill>
                <a:sym typeface="Times New Roman" panose="02020603050405020304" pitchFamily="18" charset="0"/>
              </a:rPr>
              <a:t>2</a:t>
            </a:r>
            <a:r>
              <a:rPr kumimoji="0" lang="zh-CN" altLang="en-US">
                <a:solidFill>
                  <a:srgbClr val="000000"/>
                </a:solidFill>
                <a:sym typeface="Times New Roman" panose="02020603050405020304" pitchFamily="18" charset="0"/>
              </a:rPr>
              <a:t>为金属导体的电阻和电感，</a:t>
            </a:r>
            <a:r>
              <a:rPr kumimoji="0" lang="en-US" altLang="zh-CN" i="1">
                <a:solidFill>
                  <a:srgbClr val="000000"/>
                </a:solidFill>
                <a:sym typeface="Times New Roman" panose="02020603050405020304" pitchFamily="18" charset="0"/>
              </a:rPr>
              <a:t>E</a:t>
            </a:r>
            <a:r>
              <a:rPr kumimoji="0" lang="zh-CN" altLang="en-US">
                <a:solidFill>
                  <a:srgbClr val="000000"/>
                </a:solidFill>
                <a:sym typeface="Times New Roman" panose="02020603050405020304" pitchFamily="18" charset="0"/>
              </a:rPr>
              <a:t>为激励电压。</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63497" name="Text Box 31">
            <a:extLst>
              <a:ext uri="{FF2B5EF4-FFF2-40B4-BE49-F238E27FC236}">
                <a16:creationId xmlns:a16="http://schemas.microsoft.com/office/drawing/2014/main" id="{E1D5BE71-D060-49BE-8ED3-A1DCD260FF24}"/>
              </a:ext>
            </a:extLst>
          </p:cNvPr>
          <p:cNvSpPr>
            <a:spLocks noChangeArrowheads="1"/>
          </p:cNvSpPr>
          <p:nvPr/>
        </p:nvSpPr>
        <p:spPr bwMode="auto">
          <a:xfrm>
            <a:off x="214313" y="3486150"/>
            <a:ext cx="45910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a:solidFill>
                  <a:srgbClr val="000000"/>
                </a:solidFill>
                <a:latin typeface="Calibri" panose="020F0502020204030204" pitchFamily="34" charset="0"/>
                <a:sym typeface="Arial" panose="020B0604020202020204" pitchFamily="34" charset="0"/>
              </a:rPr>
              <a:t>     </a:t>
            </a:r>
            <a:r>
              <a:rPr kumimoji="0" lang="zh-CN" altLang="en-US">
                <a:solidFill>
                  <a:srgbClr val="000000"/>
                </a:solidFill>
                <a:latin typeface="Calibri" panose="020F0502020204030204" pitchFamily="34" charset="0"/>
                <a:sym typeface="Arial" panose="020B0604020202020204" pitchFamily="34" charset="0"/>
              </a:rPr>
              <a:t>根据基尔霍夫定律及所设电流正方向，写出方程</a:t>
            </a:r>
            <a:endParaRPr kumimoji="0" lang="zh-CN" altLang="en-US" sz="1800">
              <a:solidFill>
                <a:srgbClr val="000000"/>
              </a:solidFill>
              <a:latin typeface="Calibri" panose="020F0502020204030204" pitchFamily="34" charset="0"/>
              <a:ea typeface="宋体" panose="02010600030101010101" pitchFamily="2" charset="-122"/>
            </a:endParaRPr>
          </a:p>
        </p:txBody>
      </p:sp>
      <p:pic>
        <p:nvPicPr>
          <p:cNvPr id="63498" name="Object 32">
            <a:extLst>
              <a:ext uri="{FF2B5EF4-FFF2-40B4-BE49-F238E27FC236}">
                <a16:creationId xmlns:a16="http://schemas.microsoft.com/office/drawing/2014/main" id="{6C59E776-8CC5-4FED-A0ED-F1C0578D44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4700588"/>
            <a:ext cx="4706938"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a:extLst>
              <a:ext uri="{FF2B5EF4-FFF2-40B4-BE49-F238E27FC236}">
                <a16:creationId xmlns:a16="http://schemas.microsoft.com/office/drawing/2014/main" id="{33252962-C9E5-47E8-81FE-BAE5F0590FCA}"/>
              </a:ext>
            </a:extLst>
          </p:cNvPr>
          <p:cNvCxnSpPr/>
          <p:nvPr/>
        </p:nvCxnSpPr>
        <p:spPr>
          <a:xfrm>
            <a:off x="8208963" y="4006850"/>
            <a:ext cx="349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A751708D-6B69-4690-914C-0ECB74DC6AA8}"/>
              </a:ext>
            </a:extLst>
          </p:cNvPr>
          <p:cNvCxnSpPr/>
          <p:nvPr/>
        </p:nvCxnSpPr>
        <p:spPr>
          <a:xfrm>
            <a:off x="7859713" y="4006850"/>
            <a:ext cx="468312"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矩形 4">
            <a:extLst>
              <a:ext uri="{FF2B5EF4-FFF2-40B4-BE49-F238E27FC236}">
                <a16:creationId xmlns:a16="http://schemas.microsoft.com/office/drawing/2014/main" id="{1035E631-E0D1-4DF9-9C5F-7914A3612AC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endParaRPr kumimoji="0" lang="zh-CN" altLang="zh-CN" sz="180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397315" name="Text Box 12">
            <a:extLst>
              <a:ext uri="{FF2B5EF4-FFF2-40B4-BE49-F238E27FC236}">
                <a16:creationId xmlns:a16="http://schemas.microsoft.com/office/drawing/2014/main" id="{654BC150-2978-41E5-8BAB-27E1C9FCE63B}"/>
              </a:ext>
            </a:extLst>
          </p:cNvPr>
          <p:cNvSpPr>
            <a:spLocks noChangeArrowheads="1"/>
          </p:cNvSpPr>
          <p:nvPr/>
        </p:nvSpPr>
        <p:spPr bwMode="auto">
          <a:xfrm>
            <a:off x="1279525" y="935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zh-CN">
              <a:solidFill>
                <a:srgbClr val="000000"/>
              </a:solidFill>
              <a:ea typeface="宋体" panose="02010600030101010101" pitchFamily="2" charset="-122"/>
              <a:sym typeface="Times New Roman" panose="02020603050405020304" pitchFamily="18" charset="0"/>
            </a:endParaRPr>
          </a:p>
        </p:txBody>
      </p:sp>
      <p:sp>
        <p:nvSpPr>
          <p:cNvPr id="397316" name="TextBox 5">
            <a:extLst>
              <a:ext uri="{FF2B5EF4-FFF2-40B4-BE49-F238E27FC236}">
                <a16:creationId xmlns:a16="http://schemas.microsoft.com/office/drawing/2014/main" id="{BBFD4E70-2952-44F2-9F4A-352EAFA9AB15}"/>
              </a:ext>
            </a:extLst>
          </p:cNvPr>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Wingdings" panose="05000000000000000000" pitchFamily="2" charset="2"/>
              <a:buChar char="u"/>
            </a:pPr>
            <a:r>
              <a:rPr kumimoji="0" lang="zh-CN" altLang="en-US" sz="3200" b="1">
                <a:solidFill>
                  <a:srgbClr val="1F497D"/>
                </a:solidFill>
                <a:latin typeface="Calibri" panose="020F0502020204030204" pitchFamily="34" charset="0"/>
                <a:ea typeface="宋体" panose="02010600030101010101" pitchFamily="2" charset="-122"/>
              </a:rPr>
              <a:t>误差因素分析</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397317" name="Text Box 4">
            <a:extLst>
              <a:ext uri="{FF2B5EF4-FFF2-40B4-BE49-F238E27FC236}">
                <a16:creationId xmlns:a16="http://schemas.microsoft.com/office/drawing/2014/main" id="{B4DFDC07-C239-43A1-8540-202CDAEC043C}"/>
              </a:ext>
            </a:extLst>
          </p:cNvPr>
          <p:cNvSpPr>
            <a:spLocks noChangeArrowheads="1"/>
          </p:cNvSpPr>
          <p:nvPr/>
        </p:nvSpPr>
        <p:spPr bwMode="auto">
          <a:xfrm>
            <a:off x="296863" y="1422400"/>
            <a:ext cx="8280400" cy="257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a:solidFill>
                  <a:srgbClr val="000000"/>
                </a:solidFill>
                <a:latin typeface="Calibri" panose="020F0502020204030204" pitchFamily="34" charset="0"/>
                <a:sym typeface="Arial" panose="020B0604020202020204" pitchFamily="34" charset="0"/>
              </a:rPr>
              <a:t>① 激励电压的幅值与频率的影响</a:t>
            </a:r>
          </a:p>
          <a:p>
            <a:pPr lvl="1" algn="l" eaLnBrk="1" hangingPunct="1">
              <a:lnSpc>
                <a:spcPct val="130000"/>
              </a:lnSpc>
              <a:spcBef>
                <a:spcPct val="30000"/>
              </a:spcBef>
              <a:buSzTx/>
              <a:buFont typeface="Wingdings" panose="05000000000000000000" pitchFamily="2" charset="2"/>
              <a:buChar char="u"/>
            </a:pPr>
            <a:r>
              <a:rPr kumimoji="0" lang="zh-CN" altLang="en-US">
                <a:solidFill>
                  <a:srgbClr val="000000"/>
                </a:solidFill>
                <a:latin typeface="楷体_GB2312" pitchFamily="49" charset="-122"/>
                <a:sym typeface="楷体_GB2312" pitchFamily="49" charset="-122"/>
              </a:rPr>
              <a:t>幅值波动：</a:t>
            </a:r>
          </a:p>
          <a:p>
            <a:pPr lvl="1" algn="l" eaLnBrk="1" hangingPunct="1">
              <a:lnSpc>
                <a:spcPct val="130000"/>
              </a:lnSpc>
              <a:spcBef>
                <a:spcPct val="30000"/>
              </a:spcBef>
              <a:buSzTx/>
              <a:buFont typeface="Wingdings" panose="05000000000000000000" pitchFamily="2" charset="2"/>
              <a:buNone/>
            </a:pPr>
            <a:r>
              <a:rPr kumimoji="0" lang="zh-CN" altLang="en-US">
                <a:solidFill>
                  <a:srgbClr val="000000"/>
                </a:solidFill>
                <a:latin typeface="楷体_GB2312" pitchFamily="49" charset="-122"/>
                <a:sym typeface="楷体_GB2312" pitchFamily="49" charset="-122"/>
              </a:rPr>
              <a:t>会使线圈激励磁场的磁通发生变化，直接影响输出电势。</a:t>
            </a:r>
          </a:p>
          <a:p>
            <a:pPr lvl="1" algn="l" eaLnBrk="1" hangingPunct="1">
              <a:lnSpc>
                <a:spcPct val="130000"/>
              </a:lnSpc>
              <a:spcBef>
                <a:spcPct val="0"/>
              </a:spcBef>
              <a:buSzTx/>
              <a:buFont typeface="Wingdings" panose="05000000000000000000" pitchFamily="2" charset="2"/>
              <a:buChar char="u"/>
            </a:pPr>
            <a:r>
              <a:rPr kumimoji="0" lang="zh-CN" altLang="en-US">
                <a:solidFill>
                  <a:srgbClr val="000000"/>
                </a:solidFill>
                <a:latin typeface="楷体_GB2312" pitchFamily="49" charset="-122"/>
                <a:sym typeface="楷体_GB2312" pitchFamily="49" charset="-122"/>
              </a:rPr>
              <a:t>频率波动：</a:t>
            </a:r>
          </a:p>
          <a:p>
            <a:pPr lvl="1" algn="l" eaLnBrk="1" hangingPunct="1">
              <a:lnSpc>
                <a:spcPct val="130000"/>
              </a:lnSpc>
              <a:spcBef>
                <a:spcPct val="0"/>
              </a:spcBef>
              <a:buSzTx/>
              <a:buFont typeface="Wingdings" panose="05000000000000000000" pitchFamily="2" charset="2"/>
              <a:buNone/>
            </a:pPr>
            <a:r>
              <a:rPr kumimoji="0" lang="zh-CN" altLang="en-US">
                <a:solidFill>
                  <a:srgbClr val="000000"/>
                </a:solidFill>
                <a:latin typeface="楷体_GB2312" pitchFamily="49" charset="-122"/>
                <a:sym typeface="楷体_GB2312" pitchFamily="49" charset="-122"/>
              </a:rPr>
              <a:t>只要适当地选择较高频率，频率的波动影响不大。</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41990" name="Text Box 5">
            <a:extLst>
              <a:ext uri="{FF2B5EF4-FFF2-40B4-BE49-F238E27FC236}">
                <a16:creationId xmlns:a16="http://schemas.microsoft.com/office/drawing/2014/main" id="{38BB3C18-7404-4336-A99F-DA0F6244CDC7}"/>
              </a:ext>
            </a:extLst>
          </p:cNvPr>
          <p:cNvSpPr>
            <a:spLocks noChangeArrowheads="1"/>
          </p:cNvSpPr>
          <p:nvPr/>
        </p:nvSpPr>
        <p:spPr bwMode="auto">
          <a:xfrm>
            <a:off x="296863" y="4257675"/>
            <a:ext cx="8686800" cy="219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fontAlgn="auto">
              <a:lnSpc>
                <a:spcPct val="100000"/>
              </a:lnSpc>
              <a:spcBef>
                <a:spcPct val="50000"/>
              </a:spcBef>
              <a:spcAft>
                <a:spcPts val="0"/>
              </a:spcAft>
              <a:buSzTx/>
              <a:buFontTx/>
              <a:buNone/>
              <a:defRPr/>
            </a:pPr>
            <a:r>
              <a:rPr kumimoji="0" lang="zh-CN" altLang="en-US">
                <a:solidFill>
                  <a:prstClr val="black"/>
                </a:solidFill>
                <a:latin typeface="Calibri"/>
                <a:sym typeface="Arial" pitchFamily="34" charset="0"/>
              </a:rPr>
              <a:t>② 温度变化的影响</a:t>
            </a:r>
          </a:p>
          <a:p>
            <a:pPr lvl="1" algn="l" fontAlgn="auto">
              <a:lnSpc>
                <a:spcPct val="120000"/>
              </a:lnSpc>
              <a:spcBef>
                <a:spcPct val="30000"/>
              </a:spcBef>
              <a:spcAft>
                <a:spcPts val="0"/>
              </a:spcAft>
              <a:buSzTx/>
              <a:buFont typeface="Wingdings" pitchFamily="2" charset="2"/>
              <a:buNone/>
              <a:defRPr/>
            </a:pPr>
            <a:r>
              <a:rPr kumimoji="0" lang="zh-CN" altLang="en-US" sz="2000">
                <a:solidFill>
                  <a:prstClr val="black"/>
                </a:solidFill>
                <a:latin typeface="楷体_GB2312" pitchFamily="49" charset="-122"/>
                <a:sym typeface="楷体_GB2312" pitchFamily="49" charset="-122"/>
              </a:rPr>
              <a:t>周围环境温度的变化，引起线圈及导磁体磁导率的变化，从而使线圈磁场发生变化产生温度漂移。</a:t>
            </a:r>
          </a:p>
          <a:p>
            <a:pPr lvl="1" algn="l" fontAlgn="auto">
              <a:lnSpc>
                <a:spcPct val="120000"/>
              </a:lnSpc>
              <a:spcBef>
                <a:spcPct val="30000"/>
              </a:spcBef>
              <a:spcAft>
                <a:spcPts val="0"/>
              </a:spcAft>
              <a:buSzTx/>
              <a:buFont typeface="Wingdings" pitchFamily="2" charset="2"/>
              <a:buNone/>
              <a:defRPr/>
            </a:pPr>
            <a:r>
              <a:rPr kumimoji="0" lang="zh-CN" altLang="en-US" sz="2000">
                <a:solidFill>
                  <a:prstClr val="black"/>
                </a:solidFill>
                <a:latin typeface="楷体_GB2312" pitchFamily="49" charset="-122"/>
                <a:sym typeface="楷体_GB2312" pitchFamily="49" charset="-122"/>
              </a:rPr>
              <a:t>方法：提高线圈品质因数、采用差动电桥、恒流源激励</a:t>
            </a:r>
          </a:p>
          <a:p>
            <a:pPr lvl="1" algn="l" fontAlgn="auto">
              <a:lnSpc>
                <a:spcPct val="120000"/>
              </a:lnSpc>
              <a:spcBef>
                <a:spcPct val="30000"/>
              </a:spcBef>
              <a:spcAft>
                <a:spcPts val="0"/>
              </a:spcAft>
              <a:buSzTx/>
              <a:buFont typeface="Wingdings" pitchFamily="2" charset="2"/>
              <a:buNone/>
              <a:defRPr/>
            </a:pPr>
            <a:r>
              <a:rPr kumimoji="0" lang="en-US" sz="2000">
                <a:solidFill>
                  <a:prstClr val="black"/>
                </a:solidFill>
                <a:latin typeface="Calibri"/>
                <a:ea typeface="+mn-ea"/>
                <a:sym typeface="Arial" pitchFamily="34" charset="0"/>
              </a:rPr>
              <a:t>★</a:t>
            </a:r>
            <a:r>
              <a:rPr kumimoji="0" lang="zh-CN" altLang="en-US" sz="2000">
                <a:solidFill>
                  <a:prstClr val="black"/>
                </a:solidFill>
                <a:latin typeface="楷体_GB2312" pitchFamily="49" charset="-122"/>
                <a:sym typeface="楷体_GB2312" pitchFamily="49" charset="-122"/>
              </a:rPr>
              <a:t>影响不大</a:t>
            </a:r>
            <a:endParaRPr kumimoji="0" lang="zh-CN" altLang="en-US" sz="1800">
              <a:solidFill>
                <a:prstClr val="black"/>
              </a:solidFill>
              <a:latin typeface="Calibri"/>
              <a:ea typeface="宋体"/>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灯片编号占位符 5">
            <a:extLst>
              <a:ext uri="{FF2B5EF4-FFF2-40B4-BE49-F238E27FC236}">
                <a16:creationId xmlns:a16="http://schemas.microsoft.com/office/drawing/2014/main" id="{6A4EC84F-6FD4-474A-9232-436878CA7F3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54A24F28-34D5-4F67-A62D-9B3BD7B956BB}" type="slidenum">
              <a:rPr lang="zh-CN" altLang="en-US" sz="1200">
                <a:solidFill>
                  <a:srgbClr val="898989"/>
                </a:solidFill>
              </a:rPr>
              <a:pPr eaLnBrk="1" hangingPunct="1"/>
              <a:t>27</a:t>
            </a:fld>
            <a:endParaRPr lang="zh-CN" altLang="en-US" sz="1800">
              <a:solidFill>
                <a:srgbClr val="000000"/>
              </a:solidFill>
              <a:latin typeface="Arial" panose="020B0604020202020204" pitchFamily="34" charset="0"/>
            </a:endParaRPr>
          </a:p>
        </p:txBody>
      </p:sp>
      <p:sp>
        <p:nvSpPr>
          <p:cNvPr id="398339" name="矩形 4">
            <a:extLst>
              <a:ext uri="{FF2B5EF4-FFF2-40B4-BE49-F238E27FC236}">
                <a16:creationId xmlns:a16="http://schemas.microsoft.com/office/drawing/2014/main" id="{33AFDFD4-8FB6-4C02-95F5-0C23057F80E1}"/>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endParaRPr kumimoji="0" lang="zh-CN" altLang="zh-CN" sz="180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398340" name="Text Box 12">
            <a:extLst>
              <a:ext uri="{FF2B5EF4-FFF2-40B4-BE49-F238E27FC236}">
                <a16:creationId xmlns:a16="http://schemas.microsoft.com/office/drawing/2014/main" id="{FD9F76E2-47AC-45CB-9821-1B5AD53628C8}"/>
              </a:ext>
            </a:extLst>
          </p:cNvPr>
          <p:cNvSpPr>
            <a:spLocks noChangeArrowheads="1"/>
          </p:cNvSpPr>
          <p:nvPr/>
        </p:nvSpPr>
        <p:spPr bwMode="auto">
          <a:xfrm>
            <a:off x="1279525" y="935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zh-CN">
              <a:solidFill>
                <a:srgbClr val="000000"/>
              </a:solidFill>
              <a:ea typeface="宋体" panose="02010600030101010101" pitchFamily="2" charset="-122"/>
              <a:sym typeface="Times New Roman" panose="02020603050405020304" pitchFamily="18" charset="0"/>
            </a:endParaRPr>
          </a:p>
        </p:txBody>
      </p:sp>
      <p:sp>
        <p:nvSpPr>
          <p:cNvPr id="398341" name="TextBox 5">
            <a:extLst>
              <a:ext uri="{FF2B5EF4-FFF2-40B4-BE49-F238E27FC236}">
                <a16:creationId xmlns:a16="http://schemas.microsoft.com/office/drawing/2014/main" id="{13C1F1F9-4E2F-4C4E-A1A7-EB3A558CD274}"/>
              </a:ext>
            </a:extLst>
          </p:cNvPr>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3200" b="1">
                <a:solidFill>
                  <a:srgbClr val="1F497D"/>
                </a:solidFill>
                <a:latin typeface="Calibri" panose="020F0502020204030204" pitchFamily="34" charset="0"/>
                <a:ea typeface="宋体" panose="02010600030101010101" pitchFamily="2" charset="-122"/>
              </a:rPr>
              <a:t>误差因素分析</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398342" name="Rectangle 2">
            <a:extLst>
              <a:ext uri="{FF2B5EF4-FFF2-40B4-BE49-F238E27FC236}">
                <a16:creationId xmlns:a16="http://schemas.microsoft.com/office/drawing/2014/main" id="{BB3A6478-FD97-4AC3-B175-134077B62703}"/>
              </a:ext>
            </a:extLst>
          </p:cNvPr>
          <p:cNvSpPr>
            <a:spLocks noChangeArrowheads="1"/>
          </p:cNvSpPr>
          <p:nvPr/>
        </p:nvSpPr>
        <p:spPr bwMode="auto">
          <a:xfrm>
            <a:off x="385763" y="1052513"/>
            <a:ext cx="2400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a:solidFill>
                  <a:srgbClr val="000000"/>
                </a:solidFill>
                <a:latin typeface="Calibri" panose="020F0502020204030204" pitchFamily="34" charset="0"/>
              </a:rPr>
              <a:t>③ 零点残余电压</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398343" name="Text Box 3">
            <a:extLst>
              <a:ext uri="{FF2B5EF4-FFF2-40B4-BE49-F238E27FC236}">
                <a16:creationId xmlns:a16="http://schemas.microsoft.com/office/drawing/2014/main" id="{869A7489-459E-4CB7-A28D-E9DBFA4C8EB6}"/>
              </a:ext>
            </a:extLst>
          </p:cNvPr>
          <p:cNvSpPr>
            <a:spLocks noChangeArrowheads="1"/>
          </p:cNvSpPr>
          <p:nvPr/>
        </p:nvSpPr>
        <p:spPr bwMode="auto">
          <a:xfrm>
            <a:off x="792163" y="1412875"/>
            <a:ext cx="8010525"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 typeface="Wingdings" panose="05000000000000000000" pitchFamily="2" charset="2"/>
              <a:buChar char="u"/>
            </a:pPr>
            <a:r>
              <a:rPr kumimoji="0" lang="en-US" altLang="zh-CN">
                <a:solidFill>
                  <a:srgbClr val="000000"/>
                </a:solidFill>
                <a:latin typeface="楷体_GB2312" pitchFamily="49" charset="-122"/>
                <a:sym typeface="楷体_GB2312" pitchFamily="49" charset="-122"/>
              </a:rPr>
              <a:t>  </a:t>
            </a:r>
            <a:r>
              <a:rPr kumimoji="0" lang="zh-CN" altLang="en-US">
                <a:solidFill>
                  <a:srgbClr val="000000"/>
                </a:solidFill>
                <a:latin typeface="楷体_GB2312" pitchFamily="49" charset="-122"/>
                <a:sym typeface="楷体_GB2312" pitchFamily="49" charset="-122"/>
              </a:rPr>
              <a:t>当差动变压器衔铁处于中间位置时，理想条件下其输出电压为零。但实际上仍有一微小的电压值</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从零点几</a:t>
            </a:r>
            <a:r>
              <a:rPr kumimoji="0" lang="en-US" altLang="zh-CN" i="1">
                <a:solidFill>
                  <a:srgbClr val="0000FF"/>
                </a:solidFill>
                <a:latin typeface="楷体_GB2312" pitchFamily="49" charset="-122"/>
                <a:sym typeface="楷体_GB2312" pitchFamily="49" charset="-122"/>
              </a:rPr>
              <a:t>mV</a:t>
            </a:r>
            <a:r>
              <a:rPr kumimoji="0" lang="zh-CN" altLang="en-US">
                <a:solidFill>
                  <a:srgbClr val="000000"/>
                </a:solidFill>
                <a:latin typeface="楷体_GB2312" pitchFamily="49" charset="-122"/>
                <a:sym typeface="楷体_GB2312" pitchFamily="49" charset="-122"/>
              </a:rPr>
              <a:t>到数十</a:t>
            </a:r>
            <a:r>
              <a:rPr kumimoji="0" lang="en-US" altLang="zh-CN" i="1">
                <a:solidFill>
                  <a:srgbClr val="000000"/>
                </a:solidFill>
                <a:latin typeface="楷体_GB2312" pitchFamily="49" charset="-122"/>
                <a:sym typeface="楷体_GB2312" pitchFamily="49" charset="-122"/>
              </a:rPr>
              <a:t>mV</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存在，称为</a:t>
            </a:r>
            <a:r>
              <a:rPr kumimoji="0" lang="zh-CN" altLang="en-US">
                <a:solidFill>
                  <a:srgbClr val="CC0000"/>
                </a:solidFill>
                <a:latin typeface="楷体_GB2312" pitchFamily="49" charset="-122"/>
                <a:sym typeface="楷体_GB2312" pitchFamily="49" charset="-122"/>
              </a:rPr>
              <a:t>零点残余电压</a:t>
            </a:r>
            <a:r>
              <a:rPr kumimoji="0" lang="zh-CN" altLang="en-US">
                <a:solidFill>
                  <a:srgbClr val="000000"/>
                </a:solidFill>
                <a:latin typeface="楷体_GB2312" pitchFamily="49" charset="-122"/>
                <a:sym typeface="楷体_GB2312" pitchFamily="49" charset="-122"/>
              </a:rPr>
              <a:t>。</a:t>
            </a:r>
            <a:endParaRPr kumimoji="0" lang="zh-CN" altLang="en-US" sz="1800">
              <a:solidFill>
                <a:srgbClr val="000000"/>
              </a:solidFill>
              <a:latin typeface="Calibri" panose="020F0502020204030204" pitchFamily="34" charset="0"/>
              <a:ea typeface="宋体" panose="02010600030101010101" pitchFamily="2" charset="-122"/>
            </a:endParaRPr>
          </a:p>
        </p:txBody>
      </p:sp>
      <p:grpSp>
        <p:nvGrpSpPr>
          <p:cNvPr id="398344" name="Group 4">
            <a:extLst>
              <a:ext uri="{FF2B5EF4-FFF2-40B4-BE49-F238E27FC236}">
                <a16:creationId xmlns:a16="http://schemas.microsoft.com/office/drawing/2014/main" id="{02C386AE-5C2C-4F67-9D06-92EED3CCE01E}"/>
              </a:ext>
            </a:extLst>
          </p:cNvPr>
          <p:cNvGrpSpPr>
            <a:grpSpLocks/>
          </p:cNvGrpSpPr>
          <p:nvPr/>
        </p:nvGrpSpPr>
        <p:grpSpPr bwMode="auto">
          <a:xfrm>
            <a:off x="2366963" y="3122613"/>
            <a:ext cx="4095750" cy="2828925"/>
            <a:chOff x="0" y="0"/>
            <a:chExt cx="2580" cy="1782"/>
          </a:xfrm>
        </p:grpSpPr>
        <p:pic>
          <p:nvPicPr>
            <p:cNvPr id="398346" name="Picture 5">
              <a:extLst>
                <a:ext uri="{FF2B5EF4-FFF2-40B4-BE49-F238E27FC236}">
                  <a16:creationId xmlns:a16="http://schemas.microsoft.com/office/drawing/2014/main" id="{8183B08D-E8B6-4879-AE46-B89F5B756D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 y="0"/>
              <a:ext cx="2322"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8347" name="Text Box 6">
              <a:extLst>
                <a:ext uri="{FF2B5EF4-FFF2-40B4-BE49-F238E27FC236}">
                  <a16:creationId xmlns:a16="http://schemas.microsoft.com/office/drawing/2014/main" id="{E5EE76D9-9354-4914-9C7A-AB26AFCB3069}"/>
                </a:ext>
              </a:extLst>
            </p:cNvPr>
            <p:cNvSpPr>
              <a:spLocks noChangeArrowheads="1"/>
            </p:cNvSpPr>
            <p:nvPr/>
          </p:nvSpPr>
          <p:spPr bwMode="auto">
            <a:xfrm>
              <a:off x="0" y="1324"/>
              <a:ext cx="2580" cy="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sz="2000">
                  <a:solidFill>
                    <a:srgbClr val="000000"/>
                  </a:solidFill>
                  <a:latin typeface="Calibri" panose="020F0502020204030204" pitchFamily="34" charset="0"/>
                  <a:sym typeface="Arial" panose="020B0604020202020204" pitchFamily="34" charset="0"/>
                </a:rPr>
                <a:t>图</a:t>
              </a:r>
              <a:r>
                <a:rPr kumimoji="0" lang="en-US" altLang="zh-CN" sz="2000">
                  <a:solidFill>
                    <a:srgbClr val="000000"/>
                  </a:solidFill>
                  <a:sym typeface="Times New Roman" panose="02020603050405020304" pitchFamily="18" charset="0"/>
                </a:rPr>
                <a:t>4-21 </a:t>
              </a:r>
              <a:r>
                <a:rPr kumimoji="0" lang="zh-CN" altLang="en-US" sz="2000">
                  <a:solidFill>
                    <a:srgbClr val="000000"/>
                  </a:solidFill>
                  <a:latin typeface="Calibri" panose="020F0502020204030204" pitchFamily="34" charset="0"/>
                  <a:sym typeface="Arial" panose="020B0604020202020204" pitchFamily="34" charset="0"/>
                </a:rPr>
                <a:t>差动变压器的零点残余电压</a:t>
              </a:r>
            </a:p>
            <a:p>
              <a:pPr eaLnBrk="1" hangingPunct="1">
                <a:lnSpc>
                  <a:spcPct val="100000"/>
                </a:lnSpc>
                <a:buSzTx/>
                <a:buFontTx/>
                <a:buNone/>
              </a:pPr>
              <a:r>
                <a:rPr kumimoji="0" lang="en-US" altLang="zh-CN" sz="1800">
                  <a:solidFill>
                    <a:srgbClr val="000000"/>
                  </a:solidFill>
                  <a:sym typeface="Times New Roman" panose="02020603050405020304" pitchFamily="18" charset="0"/>
                </a:rPr>
                <a:t>1——</a:t>
              </a:r>
              <a:r>
                <a:rPr kumimoji="0" lang="zh-CN" altLang="en-US" sz="1800">
                  <a:solidFill>
                    <a:srgbClr val="000000"/>
                  </a:solidFill>
                  <a:latin typeface="Calibri" panose="020F0502020204030204" pitchFamily="34" charset="0"/>
                  <a:sym typeface="Arial" panose="020B0604020202020204" pitchFamily="34" charset="0"/>
                </a:rPr>
                <a:t>实际</a:t>
              </a:r>
              <a:r>
                <a:rPr kumimoji="0" lang="zh-CN" altLang="en-US" sz="1800">
                  <a:solidFill>
                    <a:srgbClr val="000000"/>
                  </a:solidFill>
                  <a:sym typeface="Times New Roman" panose="02020603050405020304" pitchFamily="18" charset="0"/>
                </a:rPr>
                <a:t>特性    </a:t>
              </a:r>
              <a:r>
                <a:rPr kumimoji="0" lang="en-US" altLang="zh-CN" sz="1800">
                  <a:solidFill>
                    <a:srgbClr val="000000"/>
                  </a:solidFill>
                  <a:sym typeface="Times New Roman" panose="02020603050405020304" pitchFamily="18" charset="0"/>
                </a:rPr>
                <a:t>2——</a:t>
              </a:r>
              <a:r>
                <a:rPr kumimoji="0" lang="zh-CN" altLang="en-US" sz="1800">
                  <a:solidFill>
                    <a:srgbClr val="000000"/>
                  </a:solidFill>
                  <a:latin typeface="Calibri" panose="020F0502020204030204" pitchFamily="34" charset="0"/>
                  <a:sym typeface="Arial" panose="020B0604020202020204" pitchFamily="34" charset="0"/>
                </a:rPr>
                <a:t>理想特性</a:t>
              </a:r>
              <a:endParaRPr kumimoji="0" lang="zh-CN" altLang="en-US" sz="1800">
                <a:solidFill>
                  <a:srgbClr val="000000"/>
                </a:solidFill>
                <a:latin typeface="Calibri" panose="020F0502020204030204" pitchFamily="34" charset="0"/>
                <a:ea typeface="宋体" panose="02010600030101010101" pitchFamily="2" charset="-122"/>
              </a:endParaRPr>
            </a:p>
          </p:txBody>
        </p:sp>
      </p:grpSp>
      <p:sp>
        <p:nvSpPr>
          <p:cNvPr id="398345" name="Text Box 7">
            <a:extLst>
              <a:ext uri="{FF2B5EF4-FFF2-40B4-BE49-F238E27FC236}">
                <a16:creationId xmlns:a16="http://schemas.microsoft.com/office/drawing/2014/main" id="{A81F1CFB-1A37-4033-BAFB-17BBC1427524}"/>
              </a:ext>
            </a:extLst>
          </p:cNvPr>
          <p:cNvSpPr>
            <a:spLocks noChangeArrowheads="1"/>
          </p:cNvSpPr>
          <p:nvPr/>
        </p:nvSpPr>
        <p:spPr bwMode="auto">
          <a:xfrm>
            <a:off x="746125" y="6003925"/>
            <a:ext cx="77866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b="1">
                <a:solidFill>
                  <a:srgbClr val="000000"/>
                </a:solidFill>
                <a:latin typeface="Calibri" panose="020F0502020204030204" pitchFamily="34" charset="0"/>
                <a:ea typeface="宋体" panose="02010600030101010101" pitchFamily="2" charset="-122"/>
                <a:sym typeface="Arial" panose="020B0604020202020204" pitchFamily="34" charset="0"/>
              </a:rPr>
              <a:t>后果：</a:t>
            </a:r>
            <a:r>
              <a:rPr kumimoji="0" lang="zh-CN" altLang="en-US" sz="1800">
                <a:solidFill>
                  <a:srgbClr val="000000"/>
                </a:solidFill>
                <a:latin typeface="Calibri" panose="020F0502020204030204" pitchFamily="34" charset="0"/>
                <a:ea typeface="宋体" panose="02010600030101010101" pitchFamily="2" charset="-122"/>
                <a:sym typeface="Arial" panose="020B0604020202020204" pitchFamily="34" charset="0"/>
              </a:rPr>
              <a:t>零点残余电压的存在造成零点附近的不灵敏区；零点残余电压输入放大器内会使放大器末级趋向饱和，影响电路正常工作。</a:t>
            </a:r>
            <a:r>
              <a:rPr kumimoji="0" lang="zh-CN" altLang="en-US" b="1">
                <a:solidFill>
                  <a:srgbClr val="000000"/>
                </a:solidFill>
                <a:latin typeface="Calibri" panose="020F0502020204030204" pitchFamily="34" charset="0"/>
                <a:ea typeface="宋体" panose="02010600030101010101" pitchFamily="2" charset="-122"/>
                <a:sym typeface="Arial" panose="020B0604020202020204" pitchFamily="34" charset="0"/>
              </a:rPr>
              <a:t> </a:t>
            </a:r>
            <a:endParaRPr kumimoji="0" lang="zh-CN" altLang="en-US" sz="1800">
              <a:solidFill>
                <a:srgbClr val="000000"/>
              </a:solidFill>
              <a:latin typeface="Calibri" panose="020F0502020204030204" pitchFamily="34" charset="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灯片编号占位符 2">
            <a:extLst>
              <a:ext uri="{FF2B5EF4-FFF2-40B4-BE49-F238E27FC236}">
                <a16:creationId xmlns:a16="http://schemas.microsoft.com/office/drawing/2014/main" id="{510D7C64-8245-478F-B7CE-C123862D31B5}"/>
              </a:ext>
            </a:extLst>
          </p:cNvPr>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Tx/>
              <a:buNone/>
            </a:pPr>
            <a:fld id="{EDD75BBB-9805-42E2-93E1-AF02A10A530E}" type="slidenum">
              <a:rPr kumimoji="0" lang="en-US" altLang="zh-CN" sz="1200">
                <a:solidFill>
                  <a:srgbClr val="000000"/>
                </a:solidFill>
                <a:latin typeface="Arial Black" panose="020B0A04020102020204" pitchFamily="34" charset="0"/>
                <a:sym typeface="Arial Black" panose="020B0A04020102020204" pitchFamily="34" charset="0"/>
              </a:rPr>
              <a:pPr algn="r" eaLnBrk="1" hangingPunct="1">
                <a:lnSpc>
                  <a:spcPct val="100000"/>
                </a:lnSpc>
                <a:spcBef>
                  <a:spcPct val="0"/>
                </a:spcBef>
                <a:buSzTx/>
                <a:buFontTx/>
                <a:buNone/>
              </a:pPr>
              <a:t>28</a:t>
            </a:fld>
            <a:endParaRPr kumimoji="0" lang="en-US" altLang="zh-CN" sz="1200">
              <a:solidFill>
                <a:srgbClr val="000000"/>
              </a:solidFill>
              <a:latin typeface="Arial Black" panose="020B0A04020102020204" pitchFamily="34" charset="0"/>
              <a:sym typeface="Arial Black" panose="020B0A04020102020204" pitchFamily="34" charset="0"/>
            </a:endParaRPr>
          </a:p>
        </p:txBody>
      </p:sp>
      <p:pic>
        <p:nvPicPr>
          <p:cNvPr id="399363" name="Picture 3">
            <a:extLst>
              <a:ext uri="{FF2B5EF4-FFF2-40B4-BE49-F238E27FC236}">
                <a16:creationId xmlns:a16="http://schemas.microsoft.com/office/drawing/2014/main" id="{08DD6888-C4E9-478F-8F4F-504B267938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7313" y="1179513"/>
            <a:ext cx="4476750"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64" name="Rectangle 4">
            <a:extLst>
              <a:ext uri="{FF2B5EF4-FFF2-40B4-BE49-F238E27FC236}">
                <a16:creationId xmlns:a16="http://schemas.microsoft.com/office/drawing/2014/main" id="{77B0DBB6-3168-47D9-9942-131083B16AE8}"/>
              </a:ext>
            </a:extLst>
          </p:cNvPr>
          <p:cNvSpPr>
            <a:spLocks noChangeArrowheads="1"/>
          </p:cNvSpPr>
          <p:nvPr/>
        </p:nvSpPr>
        <p:spPr bwMode="auto">
          <a:xfrm>
            <a:off x="701675" y="1854200"/>
            <a:ext cx="3286125" cy="283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33CC"/>
                </a:solidFill>
                <a:latin typeface="楷体_GB2312" pitchFamily="49" charset="-122"/>
                <a:sym typeface="楷体_GB2312" pitchFamily="49" charset="-122"/>
              </a:rPr>
              <a:t>1</a:t>
            </a:r>
            <a:r>
              <a:rPr kumimoji="0" lang="en-US" altLang="zh-CN">
                <a:solidFill>
                  <a:srgbClr val="0033CC"/>
                </a:solidFill>
                <a:sym typeface="Times New Roman" panose="02020603050405020304" pitchFamily="18" charset="0"/>
              </a:rPr>
              <a:t>——</a:t>
            </a:r>
            <a:r>
              <a:rPr kumimoji="0" lang="zh-CN" altLang="en-US">
                <a:solidFill>
                  <a:srgbClr val="0033CC"/>
                </a:solidFill>
                <a:latin typeface="楷体_GB2312" pitchFamily="49" charset="-122"/>
                <a:sym typeface="楷体_GB2312" pitchFamily="49" charset="-122"/>
              </a:rPr>
              <a:t>基波正交分量；</a:t>
            </a:r>
          </a:p>
          <a:p>
            <a:pPr algn="l" eaLnBrk="1" hangingPunct="1">
              <a:spcBef>
                <a:spcPct val="0"/>
              </a:spcBef>
              <a:buSzTx/>
              <a:buFontTx/>
              <a:buNone/>
            </a:pPr>
            <a:r>
              <a:rPr kumimoji="0" lang="en-US" altLang="zh-CN">
                <a:solidFill>
                  <a:srgbClr val="0033CC"/>
                </a:solidFill>
                <a:latin typeface="楷体_GB2312" pitchFamily="49" charset="-122"/>
                <a:sym typeface="楷体_GB2312" pitchFamily="49" charset="-122"/>
              </a:rPr>
              <a:t>2</a:t>
            </a:r>
            <a:r>
              <a:rPr kumimoji="0" lang="en-US" altLang="zh-CN">
                <a:solidFill>
                  <a:srgbClr val="0033CC"/>
                </a:solidFill>
                <a:sym typeface="Times New Roman" panose="02020603050405020304" pitchFamily="18" charset="0"/>
              </a:rPr>
              <a:t>——</a:t>
            </a:r>
            <a:r>
              <a:rPr kumimoji="0" lang="zh-CN" altLang="en-US">
                <a:solidFill>
                  <a:srgbClr val="0033CC"/>
                </a:solidFill>
                <a:latin typeface="楷体_GB2312" pitchFamily="49" charset="-122"/>
                <a:sym typeface="楷体_GB2312" pitchFamily="49" charset="-122"/>
              </a:rPr>
              <a:t>基波同相分量；</a:t>
            </a:r>
          </a:p>
          <a:p>
            <a:pPr algn="l" eaLnBrk="1" hangingPunct="1">
              <a:spcBef>
                <a:spcPct val="0"/>
              </a:spcBef>
              <a:buSzTx/>
              <a:buFontTx/>
              <a:buNone/>
            </a:pPr>
            <a:r>
              <a:rPr kumimoji="0" lang="en-US" altLang="zh-CN">
                <a:solidFill>
                  <a:srgbClr val="0033CC"/>
                </a:solidFill>
                <a:latin typeface="楷体_GB2312" pitchFamily="49" charset="-122"/>
                <a:sym typeface="楷体_GB2312" pitchFamily="49" charset="-122"/>
              </a:rPr>
              <a:t>3</a:t>
            </a:r>
            <a:r>
              <a:rPr kumimoji="0" lang="en-US" altLang="zh-CN">
                <a:solidFill>
                  <a:srgbClr val="0033CC"/>
                </a:solidFill>
                <a:sym typeface="Times New Roman" panose="02020603050405020304" pitchFamily="18" charset="0"/>
              </a:rPr>
              <a:t>——</a:t>
            </a:r>
            <a:r>
              <a:rPr kumimoji="0" lang="zh-CN" altLang="en-US">
                <a:solidFill>
                  <a:srgbClr val="0033CC"/>
                </a:solidFill>
                <a:latin typeface="楷体_GB2312" pitchFamily="49" charset="-122"/>
                <a:sym typeface="楷体_GB2312" pitchFamily="49" charset="-122"/>
              </a:rPr>
              <a:t>二次谐波；</a:t>
            </a:r>
          </a:p>
          <a:p>
            <a:pPr algn="l" eaLnBrk="1" hangingPunct="1">
              <a:spcBef>
                <a:spcPct val="0"/>
              </a:spcBef>
              <a:buSzTx/>
              <a:buFontTx/>
              <a:buNone/>
            </a:pPr>
            <a:r>
              <a:rPr kumimoji="0" lang="en-US" altLang="zh-CN">
                <a:solidFill>
                  <a:srgbClr val="0033CC"/>
                </a:solidFill>
                <a:latin typeface="楷体_GB2312" pitchFamily="49" charset="-122"/>
                <a:sym typeface="楷体_GB2312" pitchFamily="49" charset="-122"/>
              </a:rPr>
              <a:t>4</a:t>
            </a:r>
            <a:r>
              <a:rPr kumimoji="0" lang="en-US" altLang="zh-CN">
                <a:solidFill>
                  <a:srgbClr val="0033CC"/>
                </a:solidFill>
                <a:sym typeface="Times New Roman" panose="02020603050405020304" pitchFamily="18" charset="0"/>
              </a:rPr>
              <a:t>——</a:t>
            </a:r>
            <a:r>
              <a:rPr kumimoji="0" lang="zh-CN" altLang="en-US">
                <a:solidFill>
                  <a:srgbClr val="0033CC"/>
                </a:solidFill>
                <a:latin typeface="楷体_GB2312" pitchFamily="49" charset="-122"/>
                <a:sym typeface="楷体_GB2312" pitchFamily="49" charset="-122"/>
              </a:rPr>
              <a:t>三次谐波；</a:t>
            </a:r>
          </a:p>
          <a:p>
            <a:pPr algn="l" eaLnBrk="1" hangingPunct="1">
              <a:spcBef>
                <a:spcPct val="0"/>
              </a:spcBef>
              <a:buSzTx/>
              <a:buFontTx/>
              <a:buNone/>
            </a:pPr>
            <a:r>
              <a:rPr kumimoji="0" lang="en-US" altLang="zh-CN">
                <a:solidFill>
                  <a:srgbClr val="0033CC"/>
                </a:solidFill>
                <a:latin typeface="楷体_GB2312" pitchFamily="49" charset="-122"/>
                <a:sym typeface="楷体_GB2312" pitchFamily="49" charset="-122"/>
              </a:rPr>
              <a:t>5</a:t>
            </a:r>
            <a:r>
              <a:rPr kumimoji="0" lang="en-US" altLang="zh-CN">
                <a:solidFill>
                  <a:srgbClr val="0033CC"/>
                </a:solidFill>
                <a:sym typeface="Times New Roman" panose="02020603050405020304" pitchFamily="18" charset="0"/>
              </a:rPr>
              <a:t>——</a:t>
            </a:r>
            <a:r>
              <a:rPr kumimoji="0" lang="zh-CN" altLang="en-US">
                <a:solidFill>
                  <a:srgbClr val="0033CC"/>
                </a:solidFill>
                <a:latin typeface="楷体_GB2312" pitchFamily="49" charset="-122"/>
                <a:sym typeface="楷体_GB2312" pitchFamily="49" charset="-122"/>
              </a:rPr>
              <a:t>电磁干扰。</a:t>
            </a:r>
            <a:endParaRPr kumimoji="0" lang="zh-CN" altLang="en-US" sz="1800">
              <a:solidFill>
                <a:srgbClr val="000000"/>
              </a:solidFill>
              <a:latin typeface="Calibri" panose="020F0502020204030204" pitchFamily="34" charset="0"/>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灯片编号占位符 2">
            <a:extLst>
              <a:ext uri="{FF2B5EF4-FFF2-40B4-BE49-F238E27FC236}">
                <a16:creationId xmlns:a16="http://schemas.microsoft.com/office/drawing/2014/main" id="{3F94BD25-EECB-414C-B8C2-A8848AD32AE0}"/>
              </a:ext>
            </a:extLst>
          </p:cNvPr>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Tx/>
              <a:buNone/>
            </a:pPr>
            <a:fld id="{B6355EA9-8A86-4159-BF38-739BAB10663A}" type="slidenum">
              <a:rPr kumimoji="0" lang="en-US" altLang="zh-CN" sz="1200">
                <a:solidFill>
                  <a:srgbClr val="000000"/>
                </a:solidFill>
                <a:latin typeface="Arial Black" panose="020B0A04020102020204" pitchFamily="34" charset="0"/>
                <a:sym typeface="Arial Black" panose="020B0A04020102020204" pitchFamily="34" charset="0"/>
              </a:rPr>
              <a:pPr algn="r" eaLnBrk="1" hangingPunct="1">
                <a:lnSpc>
                  <a:spcPct val="100000"/>
                </a:lnSpc>
                <a:spcBef>
                  <a:spcPct val="0"/>
                </a:spcBef>
                <a:buSzTx/>
                <a:buFontTx/>
                <a:buNone/>
              </a:pPr>
              <a:t>29</a:t>
            </a:fld>
            <a:endParaRPr kumimoji="0" lang="en-US" altLang="zh-CN" sz="1200">
              <a:solidFill>
                <a:srgbClr val="000000"/>
              </a:solidFill>
              <a:latin typeface="Arial Black" panose="020B0A04020102020204" pitchFamily="34" charset="0"/>
              <a:sym typeface="Arial Black" panose="020B0A04020102020204" pitchFamily="34" charset="0"/>
            </a:endParaRPr>
          </a:p>
        </p:txBody>
      </p:sp>
      <p:sp>
        <p:nvSpPr>
          <p:cNvPr id="400387" name="Rectangle 2">
            <a:extLst>
              <a:ext uri="{FF2B5EF4-FFF2-40B4-BE49-F238E27FC236}">
                <a16:creationId xmlns:a16="http://schemas.microsoft.com/office/drawing/2014/main" id="{EF103B8A-7AE4-414A-83B6-741A57CACB83}"/>
              </a:ext>
            </a:extLst>
          </p:cNvPr>
          <p:cNvSpPr>
            <a:spLocks noChangeArrowheads="1"/>
          </p:cNvSpPr>
          <p:nvPr/>
        </p:nvSpPr>
        <p:spPr bwMode="auto">
          <a:xfrm>
            <a:off x="476250" y="503238"/>
            <a:ext cx="386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fontAlgn="t" hangingPunct="1">
              <a:lnSpc>
                <a:spcPct val="100000"/>
              </a:lnSpc>
              <a:buClr>
                <a:srgbClr val="FFFF00"/>
              </a:buClr>
              <a:buSzPct val="80000"/>
              <a:buFont typeface="Wingdings" panose="05000000000000000000" pitchFamily="2" charset="2"/>
              <a:buNone/>
            </a:pPr>
            <a:r>
              <a:rPr kumimoji="0" lang="zh-CN" altLang="en-US" b="1">
                <a:solidFill>
                  <a:srgbClr val="000000"/>
                </a:solidFill>
                <a:latin typeface="Calibri" panose="020F0502020204030204" pitchFamily="34" charset="0"/>
              </a:rPr>
              <a:t>零点残余电压产生的原因：</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400388" name="Text Box 3">
            <a:extLst>
              <a:ext uri="{FF2B5EF4-FFF2-40B4-BE49-F238E27FC236}">
                <a16:creationId xmlns:a16="http://schemas.microsoft.com/office/drawing/2014/main" id="{5B5A44BB-FCD1-48D3-8029-A7CF19042C20}"/>
              </a:ext>
            </a:extLst>
          </p:cNvPr>
          <p:cNvSpPr>
            <a:spLocks noChangeArrowheads="1"/>
          </p:cNvSpPr>
          <p:nvPr/>
        </p:nvSpPr>
        <p:spPr bwMode="auto">
          <a:xfrm>
            <a:off x="611188" y="1179513"/>
            <a:ext cx="8101012" cy="166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fontAlgn="t" hangingPunct="1">
              <a:lnSpc>
                <a:spcPct val="130000"/>
              </a:lnSpc>
              <a:buClr>
                <a:srgbClr val="FFFF00"/>
              </a:buClr>
              <a:buSzPct val="80000"/>
              <a:buFont typeface="Wingdings" panose="05000000000000000000" pitchFamily="2" charset="2"/>
              <a:buNone/>
            </a:pPr>
            <a:r>
              <a:rPr kumimoji="0" lang="zh-CN" altLang="en-US">
                <a:solidFill>
                  <a:srgbClr val="000000"/>
                </a:solidFill>
                <a:latin typeface="Calibri" panose="020F0502020204030204" pitchFamily="34" charset="0"/>
                <a:sym typeface="Arial" panose="020B0604020202020204" pitchFamily="34" charset="0"/>
              </a:rPr>
              <a:t>① </a:t>
            </a:r>
            <a:r>
              <a:rPr kumimoji="0" lang="zh-CN" altLang="en-US">
                <a:solidFill>
                  <a:srgbClr val="0033CC"/>
                </a:solidFill>
                <a:latin typeface="Calibri" panose="020F0502020204030204" pitchFamily="34" charset="0"/>
                <a:sym typeface="Arial" panose="020B0604020202020204" pitchFamily="34" charset="0"/>
              </a:rPr>
              <a:t>基波分量</a:t>
            </a:r>
            <a:endParaRPr kumimoji="0" lang="zh-CN" altLang="en-US">
              <a:solidFill>
                <a:srgbClr val="000000"/>
              </a:solidFill>
              <a:latin typeface="Calibri" panose="020F0502020204030204" pitchFamily="34" charset="0"/>
              <a:sym typeface="Arial" panose="020B0604020202020204" pitchFamily="34" charset="0"/>
            </a:endParaRPr>
          </a:p>
          <a:p>
            <a:pPr algn="l" eaLnBrk="1" fontAlgn="t" hangingPunct="1">
              <a:lnSpc>
                <a:spcPct val="130000"/>
              </a:lnSpc>
              <a:buClr>
                <a:srgbClr val="FFFF00"/>
              </a:buClr>
              <a:buSzPct val="80000"/>
              <a:buFont typeface="Wingdings" panose="05000000000000000000" pitchFamily="2" charset="2"/>
              <a:buNone/>
            </a:pPr>
            <a:r>
              <a:rPr kumimoji="0" lang="zh-CN" altLang="en-US">
                <a:solidFill>
                  <a:srgbClr val="000000"/>
                </a:solidFill>
                <a:latin typeface="Calibri" panose="020F0502020204030204" pitchFamily="34" charset="0"/>
                <a:sym typeface="Arial" panose="020B0604020202020204" pitchFamily="34" charset="0"/>
              </a:rPr>
              <a:t>次级两个绕组不一致，导致输出电压幅值不等；</a:t>
            </a:r>
          </a:p>
          <a:p>
            <a:pPr algn="l" eaLnBrk="1" fontAlgn="t" hangingPunct="1">
              <a:lnSpc>
                <a:spcPct val="130000"/>
              </a:lnSpc>
              <a:buClr>
                <a:srgbClr val="FFFF00"/>
              </a:buClr>
              <a:buSzPct val="80000"/>
              <a:buFont typeface="Wingdings" panose="05000000000000000000" pitchFamily="2" charset="2"/>
              <a:buNone/>
            </a:pPr>
            <a:r>
              <a:rPr kumimoji="0" lang="zh-CN" altLang="en-US">
                <a:solidFill>
                  <a:srgbClr val="000000"/>
                </a:solidFill>
                <a:latin typeface="Calibri" panose="020F0502020204030204" pitchFamily="34" charset="0"/>
                <a:sym typeface="Arial" panose="020B0604020202020204" pitchFamily="34" charset="0"/>
              </a:rPr>
              <a:t>线圈的损耗以及分布电容的不同，导致输出电压相位不同。</a:t>
            </a:r>
            <a:endParaRPr kumimoji="0" lang="zh-CN" altLang="en-US" sz="1800">
              <a:solidFill>
                <a:srgbClr val="000000"/>
              </a:solidFill>
              <a:latin typeface="Calibri" panose="020F0502020204030204" pitchFamily="34" charset="0"/>
              <a:ea typeface="宋体" panose="02010600030101010101" pitchFamily="2" charset="-122"/>
            </a:endParaRPr>
          </a:p>
        </p:txBody>
      </p:sp>
      <p:pic>
        <p:nvPicPr>
          <p:cNvPr id="400389" name="Picture 5" descr="DSC01817">
            <a:extLst>
              <a:ext uri="{FF2B5EF4-FFF2-40B4-BE49-F238E27FC236}">
                <a16:creationId xmlns:a16="http://schemas.microsoft.com/office/drawing/2014/main" id="{6F5E07E2-45C3-4008-A34A-4F5636EADA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2150" y="3249613"/>
            <a:ext cx="4275138" cy="261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灯片编号占位符 2">
            <a:extLst>
              <a:ext uri="{FF2B5EF4-FFF2-40B4-BE49-F238E27FC236}">
                <a16:creationId xmlns:a16="http://schemas.microsoft.com/office/drawing/2014/main" id="{6AB703F7-45AD-41A6-94B1-E8D83F32D56B}"/>
              </a:ext>
            </a:extLst>
          </p:cNvPr>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Tx/>
              <a:buNone/>
            </a:pPr>
            <a:fld id="{05C826B6-9FF3-4CA3-A0CE-AD573356ACBC}" type="slidenum">
              <a:rPr kumimoji="0" lang="en-US" altLang="zh-CN" sz="1200">
                <a:solidFill>
                  <a:srgbClr val="000000"/>
                </a:solidFill>
                <a:latin typeface="Arial Black" panose="020B0A04020102020204" pitchFamily="34" charset="0"/>
                <a:sym typeface="Arial Black" panose="020B0A04020102020204" pitchFamily="34" charset="0"/>
              </a:rPr>
              <a:pPr algn="r" eaLnBrk="1" hangingPunct="1">
                <a:lnSpc>
                  <a:spcPct val="100000"/>
                </a:lnSpc>
                <a:spcBef>
                  <a:spcPct val="0"/>
                </a:spcBef>
                <a:buSzTx/>
                <a:buFontTx/>
                <a:buNone/>
              </a:pPr>
              <a:t>30</a:t>
            </a:fld>
            <a:endParaRPr kumimoji="0" lang="en-US" altLang="zh-CN" sz="1200">
              <a:solidFill>
                <a:srgbClr val="000000"/>
              </a:solidFill>
              <a:latin typeface="Arial Black" panose="020B0A04020102020204" pitchFamily="34" charset="0"/>
              <a:sym typeface="Arial Black" panose="020B0A04020102020204" pitchFamily="34" charset="0"/>
            </a:endParaRPr>
          </a:p>
        </p:txBody>
      </p:sp>
      <p:sp>
        <p:nvSpPr>
          <p:cNvPr id="401411" name="Text Box 2">
            <a:extLst>
              <a:ext uri="{FF2B5EF4-FFF2-40B4-BE49-F238E27FC236}">
                <a16:creationId xmlns:a16="http://schemas.microsoft.com/office/drawing/2014/main" id="{7BB9022A-2D17-49D8-AEAF-6A1E75F052C5}"/>
              </a:ext>
            </a:extLst>
          </p:cNvPr>
          <p:cNvSpPr>
            <a:spLocks noChangeArrowheads="1"/>
          </p:cNvSpPr>
          <p:nvPr/>
        </p:nvSpPr>
        <p:spPr bwMode="auto">
          <a:xfrm>
            <a:off x="476250" y="414338"/>
            <a:ext cx="848677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fontAlgn="t" hangingPunct="1">
              <a:lnSpc>
                <a:spcPct val="130000"/>
              </a:lnSpc>
              <a:buClr>
                <a:srgbClr val="FFFF00"/>
              </a:buClr>
              <a:buSzPct val="80000"/>
              <a:buFont typeface="Wingdings" panose="05000000000000000000" pitchFamily="2" charset="2"/>
              <a:buNone/>
            </a:pPr>
            <a:r>
              <a:rPr kumimoji="0" lang="zh-CN" altLang="en-US">
                <a:solidFill>
                  <a:srgbClr val="000000"/>
                </a:solidFill>
                <a:latin typeface="Calibri" panose="020F0502020204030204" pitchFamily="34" charset="0"/>
                <a:sym typeface="Arial" panose="020B0604020202020204" pitchFamily="34" charset="0"/>
              </a:rPr>
              <a:t>② </a:t>
            </a:r>
            <a:r>
              <a:rPr kumimoji="0" lang="zh-CN" altLang="en-US">
                <a:solidFill>
                  <a:srgbClr val="0033CC"/>
                </a:solidFill>
                <a:latin typeface="Calibri" panose="020F0502020204030204" pitchFamily="34" charset="0"/>
                <a:sym typeface="Arial" panose="020B0604020202020204" pitchFamily="34" charset="0"/>
              </a:rPr>
              <a:t>高次谐波</a:t>
            </a:r>
          </a:p>
          <a:p>
            <a:pPr algn="l" eaLnBrk="1" fontAlgn="t" hangingPunct="1">
              <a:lnSpc>
                <a:spcPct val="130000"/>
              </a:lnSpc>
              <a:buClr>
                <a:srgbClr val="FFFF00"/>
              </a:buClr>
              <a:buSzPct val="80000"/>
              <a:buFont typeface="Wingdings" panose="05000000000000000000" pitchFamily="2" charset="2"/>
              <a:buNone/>
            </a:pPr>
            <a:r>
              <a:rPr kumimoji="0" lang="zh-CN" altLang="en-US">
                <a:solidFill>
                  <a:srgbClr val="000000"/>
                </a:solidFill>
                <a:latin typeface="Calibri" panose="020F0502020204030204" pitchFamily="34" charset="0"/>
                <a:sym typeface="Arial" panose="020B0604020202020204" pitchFamily="34" charset="0"/>
              </a:rPr>
              <a:t>主要由导磁材料磁化曲线的</a:t>
            </a:r>
            <a:r>
              <a:rPr kumimoji="0" lang="zh-CN" altLang="en-US">
                <a:solidFill>
                  <a:srgbClr val="CC0000"/>
                </a:solidFill>
                <a:latin typeface="Calibri" panose="020F0502020204030204" pitchFamily="34" charset="0"/>
                <a:sym typeface="Arial" panose="020B0604020202020204" pitchFamily="34" charset="0"/>
              </a:rPr>
              <a:t>非线性</a:t>
            </a:r>
            <a:r>
              <a:rPr kumimoji="0" lang="zh-CN" altLang="en-US">
                <a:solidFill>
                  <a:srgbClr val="000000"/>
                </a:solidFill>
                <a:latin typeface="Calibri" panose="020F0502020204030204" pitchFamily="34" charset="0"/>
                <a:sym typeface="Arial" panose="020B0604020202020204" pitchFamily="34" charset="0"/>
              </a:rPr>
              <a:t>引起。</a:t>
            </a:r>
            <a:endParaRPr kumimoji="0" lang="zh-CN" altLang="en-US" sz="1800">
              <a:solidFill>
                <a:srgbClr val="000000"/>
              </a:solidFill>
              <a:latin typeface="Calibri" panose="020F0502020204030204" pitchFamily="34" charset="0"/>
              <a:ea typeface="宋体" panose="02010600030101010101" pitchFamily="2" charset="-122"/>
            </a:endParaRPr>
          </a:p>
        </p:txBody>
      </p:sp>
      <p:grpSp>
        <p:nvGrpSpPr>
          <p:cNvPr id="401412" name="Group 4">
            <a:extLst>
              <a:ext uri="{FF2B5EF4-FFF2-40B4-BE49-F238E27FC236}">
                <a16:creationId xmlns:a16="http://schemas.microsoft.com/office/drawing/2014/main" id="{E8060B24-A580-4FCF-A66D-BF20C54D3D20}"/>
              </a:ext>
            </a:extLst>
          </p:cNvPr>
          <p:cNvGrpSpPr>
            <a:grpSpLocks/>
          </p:cNvGrpSpPr>
          <p:nvPr/>
        </p:nvGrpSpPr>
        <p:grpSpPr bwMode="auto">
          <a:xfrm>
            <a:off x="1781175" y="1854200"/>
            <a:ext cx="4841875" cy="4102100"/>
            <a:chOff x="0" y="0"/>
            <a:chExt cx="3050" cy="2584"/>
          </a:xfrm>
        </p:grpSpPr>
        <p:pic>
          <p:nvPicPr>
            <p:cNvPr id="401413" name="Picture 5" descr="DSC01818">
              <a:extLst>
                <a:ext uri="{FF2B5EF4-FFF2-40B4-BE49-F238E27FC236}">
                  <a16:creationId xmlns:a16="http://schemas.microsoft.com/office/drawing/2014/main" id="{CF51BAF1-539A-4B02-A7AC-C3185B6C39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050" cy="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1414" name="Text Box 6">
              <a:extLst>
                <a:ext uri="{FF2B5EF4-FFF2-40B4-BE49-F238E27FC236}">
                  <a16:creationId xmlns:a16="http://schemas.microsoft.com/office/drawing/2014/main" id="{98FA232A-0686-4BF6-9289-A49E127DBC90}"/>
                </a:ext>
              </a:extLst>
            </p:cNvPr>
            <p:cNvSpPr>
              <a:spLocks noChangeArrowheads="1"/>
            </p:cNvSpPr>
            <p:nvPr/>
          </p:nvSpPr>
          <p:spPr bwMode="auto">
            <a:xfrm>
              <a:off x="28" y="2353"/>
              <a:ext cx="29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sz="1800">
                  <a:solidFill>
                    <a:srgbClr val="000000"/>
                  </a:solidFill>
                  <a:latin typeface="楷体_GB2312" pitchFamily="49" charset="-122"/>
                  <a:sym typeface="楷体_GB2312" pitchFamily="49" charset="-122"/>
                </a:rPr>
                <a:t>图</a:t>
              </a:r>
              <a:r>
                <a:rPr kumimoji="0" lang="en-US" altLang="zh-CN" sz="1800">
                  <a:solidFill>
                    <a:srgbClr val="000000"/>
                  </a:solidFill>
                  <a:latin typeface="楷体_GB2312" pitchFamily="49" charset="-122"/>
                  <a:sym typeface="楷体_GB2312" pitchFamily="49" charset="-122"/>
                </a:rPr>
                <a:t>4-24 </a:t>
              </a:r>
              <a:r>
                <a:rPr kumimoji="0" lang="zh-CN" altLang="en-US" sz="1800">
                  <a:solidFill>
                    <a:srgbClr val="000000"/>
                  </a:solidFill>
                  <a:latin typeface="楷体_GB2312" pitchFamily="49" charset="-122"/>
                  <a:sym typeface="楷体_GB2312" pitchFamily="49" charset="-122"/>
                </a:rPr>
                <a:t>磁化曲线非线性引起磁通波形失真</a:t>
              </a:r>
              <a:endParaRPr kumimoji="0" lang="zh-CN" altLang="en-US" sz="1800">
                <a:solidFill>
                  <a:srgbClr val="000000"/>
                </a:solidFill>
                <a:latin typeface="Calibri" panose="020F0502020204030204" pitchFamily="34" charset="0"/>
                <a:ea typeface="宋体" panose="02010600030101010101" pitchFamily="2" charset="-122"/>
              </a:endParaRP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灯片编号占位符 2">
            <a:extLst>
              <a:ext uri="{FF2B5EF4-FFF2-40B4-BE49-F238E27FC236}">
                <a16:creationId xmlns:a16="http://schemas.microsoft.com/office/drawing/2014/main" id="{3B1922D7-46A6-46C9-8CD0-49224E116E0E}"/>
              </a:ext>
            </a:extLst>
          </p:cNvPr>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fld id="{899FFEB3-BFD2-46C2-A22E-CB09A174B578}" type="slidenum">
              <a:rPr lang="en-US" altLang="zh-CN" sz="1200">
                <a:solidFill>
                  <a:srgbClr val="000000"/>
                </a:solidFill>
                <a:latin typeface="Arial Black" panose="020B0A04020102020204" pitchFamily="34" charset="0"/>
                <a:sym typeface="Arial Black" panose="020B0A04020102020204" pitchFamily="34" charset="0"/>
              </a:rPr>
              <a:pPr algn="r" eaLnBrk="1" hangingPunct="1"/>
              <a:t>31</a:t>
            </a:fld>
            <a:endParaRPr lang="en-US" altLang="zh-CN" sz="1200">
              <a:latin typeface="Arial Black" panose="020B0A04020102020204" pitchFamily="34" charset="0"/>
              <a:sym typeface="Arial Black" panose="020B0A04020102020204" pitchFamily="34" charset="0"/>
            </a:endParaRPr>
          </a:p>
        </p:txBody>
      </p:sp>
      <p:sp>
        <p:nvSpPr>
          <p:cNvPr id="402435" name="Text Box 2">
            <a:extLst>
              <a:ext uri="{FF2B5EF4-FFF2-40B4-BE49-F238E27FC236}">
                <a16:creationId xmlns:a16="http://schemas.microsoft.com/office/drawing/2014/main" id="{4A8294EE-A96B-4CD0-92C7-579246FF7C0B}"/>
              </a:ext>
            </a:extLst>
          </p:cNvPr>
          <p:cNvSpPr>
            <a:spLocks noChangeArrowheads="1"/>
          </p:cNvSpPr>
          <p:nvPr/>
        </p:nvSpPr>
        <p:spPr bwMode="auto">
          <a:xfrm>
            <a:off x="746125" y="2889250"/>
            <a:ext cx="454501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FontTx/>
              <a:buNone/>
            </a:pPr>
            <a:r>
              <a:rPr lang="zh-CN" altLang="en-US">
                <a:sym typeface="Arial" panose="020B0604020202020204" pitchFamily="34" charset="0"/>
              </a:rPr>
              <a:t>② 选用合适的测量电路</a:t>
            </a:r>
          </a:p>
          <a:p>
            <a:pPr eaLnBrk="1" hangingPunct="1">
              <a:lnSpc>
                <a:spcPct val="130000"/>
              </a:lnSpc>
              <a:spcBef>
                <a:spcPct val="50000"/>
              </a:spcBef>
              <a:buFontTx/>
              <a:buNone/>
            </a:pPr>
            <a:r>
              <a:rPr lang="zh-CN" altLang="en-US">
                <a:sym typeface="Times New Roman" panose="02020603050405020304" pitchFamily="18" charset="0"/>
              </a:rPr>
              <a:t>相敏检波电路</a:t>
            </a:r>
            <a:endParaRPr lang="zh-CN" altLang="en-US"/>
          </a:p>
        </p:txBody>
      </p:sp>
      <p:grpSp>
        <p:nvGrpSpPr>
          <p:cNvPr id="402436" name="Group 4">
            <a:extLst>
              <a:ext uri="{FF2B5EF4-FFF2-40B4-BE49-F238E27FC236}">
                <a16:creationId xmlns:a16="http://schemas.microsoft.com/office/drawing/2014/main" id="{ED716BFA-8AC3-4114-8478-E47FB8D55E79}"/>
              </a:ext>
            </a:extLst>
          </p:cNvPr>
          <p:cNvGrpSpPr>
            <a:grpSpLocks/>
          </p:cNvGrpSpPr>
          <p:nvPr/>
        </p:nvGrpSpPr>
        <p:grpSpPr bwMode="auto">
          <a:xfrm>
            <a:off x="4302125" y="2124075"/>
            <a:ext cx="4005263" cy="4684713"/>
            <a:chOff x="0" y="0"/>
            <a:chExt cx="2523" cy="2951"/>
          </a:xfrm>
        </p:grpSpPr>
        <p:pic>
          <p:nvPicPr>
            <p:cNvPr id="402439" name="Picture 5">
              <a:extLst>
                <a:ext uri="{FF2B5EF4-FFF2-40B4-BE49-F238E27FC236}">
                  <a16:creationId xmlns:a16="http://schemas.microsoft.com/office/drawing/2014/main" id="{35CCC798-1501-428E-B37B-C661BBE78D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 y="0"/>
              <a:ext cx="2141" cy="2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2440" name="Text Box 6">
              <a:extLst>
                <a:ext uri="{FF2B5EF4-FFF2-40B4-BE49-F238E27FC236}">
                  <a16:creationId xmlns:a16="http://schemas.microsoft.com/office/drawing/2014/main" id="{09161909-8C5A-4C03-89E1-0F9E23AFD74F}"/>
                </a:ext>
              </a:extLst>
            </p:cNvPr>
            <p:cNvSpPr>
              <a:spLocks noChangeArrowheads="1"/>
            </p:cNvSpPr>
            <p:nvPr/>
          </p:nvSpPr>
          <p:spPr bwMode="auto">
            <a:xfrm>
              <a:off x="0" y="2239"/>
              <a:ext cx="2523" cy="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a:latin typeface="楷体_GB2312" pitchFamily="49" charset="-122"/>
                  <a:sym typeface="楷体_GB2312" pitchFamily="49" charset="-122"/>
                </a:rPr>
                <a:t>图</a:t>
              </a:r>
              <a:r>
                <a:rPr lang="en-US" altLang="zh-CN">
                  <a:latin typeface="楷体_GB2312" pitchFamily="49" charset="-122"/>
                  <a:sym typeface="楷体_GB2312" pitchFamily="49" charset="-122"/>
                </a:rPr>
                <a:t>4-25 </a:t>
              </a:r>
              <a:r>
                <a:rPr lang="zh-CN" altLang="en-US">
                  <a:latin typeface="楷体_GB2312" pitchFamily="49" charset="-122"/>
                  <a:sym typeface="楷体_GB2312" pitchFamily="49" charset="-122"/>
                </a:rPr>
                <a:t>采用相敏检波后的输出特性</a:t>
              </a:r>
              <a:endParaRPr lang="zh-CN" altLang="en-US"/>
            </a:p>
          </p:txBody>
        </p:sp>
      </p:grpSp>
      <p:sp>
        <p:nvSpPr>
          <p:cNvPr id="402437" name="Text Box 7">
            <a:extLst>
              <a:ext uri="{FF2B5EF4-FFF2-40B4-BE49-F238E27FC236}">
                <a16:creationId xmlns:a16="http://schemas.microsoft.com/office/drawing/2014/main" id="{E6C30601-2749-464E-A0DF-67B9012E63E4}"/>
              </a:ext>
            </a:extLst>
          </p:cNvPr>
          <p:cNvSpPr>
            <a:spLocks noChangeArrowheads="1"/>
          </p:cNvSpPr>
          <p:nvPr/>
        </p:nvSpPr>
        <p:spPr bwMode="auto">
          <a:xfrm>
            <a:off x="476250" y="593725"/>
            <a:ext cx="39163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600" b="1">
                <a:sym typeface="Arial" panose="020B0604020202020204" pitchFamily="34" charset="0"/>
              </a:rPr>
              <a:t>消除零点残余电压方法</a:t>
            </a:r>
            <a:r>
              <a:rPr lang="zh-CN" altLang="en-US" sz="2600">
                <a:sym typeface="Arial" panose="020B0604020202020204" pitchFamily="34" charset="0"/>
              </a:rPr>
              <a:t>：</a:t>
            </a:r>
            <a:endParaRPr lang="zh-CN" altLang="en-US"/>
          </a:p>
        </p:txBody>
      </p:sp>
      <p:sp>
        <p:nvSpPr>
          <p:cNvPr id="402438" name="Text Box 8">
            <a:extLst>
              <a:ext uri="{FF2B5EF4-FFF2-40B4-BE49-F238E27FC236}">
                <a16:creationId xmlns:a16="http://schemas.microsoft.com/office/drawing/2014/main" id="{0F478897-8EDF-44A4-A4DC-5A2DBA69C8AC}"/>
              </a:ext>
            </a:extLst>
          </p:cNvPr>
          <p:cNvSpPr>
            <a:spLocks noChangeArrowheads="1"/>
          </p:cNvSpPr>
          <p:nvPr/>
        </p:nvSpPr>
        <p:spPr bwMode="auto">
          <a:xfrm>
            <a:off x="701675" y="1538288"/>
            <a:ext cx="77851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FontTx/>
              <a:buNone/>
            </a:pPr>
            <a:r>
              <a:rPr lang="zh-CN" altLang="en-US">
                <a:sym typeface="Arial" panose="020B0604020202020204" pitchFamily="34" charset="0"/>
              </a:rPr>
              <a:t>① 从设计和工艺上保证结构对称性</a:t>
            </a:r>
            <a:endParaRPr lang="zh-CN"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灯片编号占位符 5">
            <a:extLst>
              <a:ext uri="{FF2B5EF4-FFF2-40B4-BE49-F238E27FC236}">
                <a16:creationId xmlns:a16="http://schemas.microsoft.com/office/drawing/2014/main" id="{4AE8D442-AB85-479D-8C9C-A4BD2A1E941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71A7796C-C8EB-442B-A547-6AE79805573D}" type="slidenum">
              <a:rPr lang="zh-CN" altLang="en-US" sz="1200">
                <a:solidFill>
                  <a:srgbClr val="898989"/>
                </a:solidFill>
              </a:rPr>
              <a:pPr eaLnBrk="1" hangingPunct="1"/>
              <a:t>32</a:t>
            </a:fld>
            <a:endParaRPr lang="zh-CN" altLang="en-US" sz="1800">
              <a:solidFill>
                <a:srgbClr val="000000"/>
              </a:solidFill>
              <a:latin typeface="Arial" panose="020B0604020202020204" pitchFamily="34" charset="0"/>
            </a:endParaRPr>
          </a:p>
        </p:txBody>
      </p:sp>
      <p:sp>
        <p:nvSpPr>
          <p:cNvPr id="403459" name="矩形 4">
            <a:extLst>
              <a:ext uri="{FF2B5EF4-FFF2-40B4-BE49-F238E27FC236}">
                <a16:creationId xmlns:a16="http://schemas.microsoft.com/office/drawing/2014/main" id="{4CECF465-9113-4F21-AFDD-33D7F0DCC2D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endParaRPr kumimoji="0" lang="zh-CN" altLang="zh-CN" sz="180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pic>
        <p:nvPicPr>
          <p:cNvPr id="403460" name="Picture 2" descr="dh17">
            <a:extLst>
              <a:ext uri="{FF2B5EF4-FFF2-40B4-BE49-F238E27FC236}">
                <a16:creationId xmlns:a16="http://schemas.microsoft.com/office/drawing/2014/main" id="{C28FD645-B37D-47D3-9066-31F64848BB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8350" y="1117600"/>
            <a:ext cx="363537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3461" name="Rectangle 3">
            <a:extLst>
              <a:ext uri="{FF2B5EF4-FFF2-40B4-BE49-F238E27FC236}">
                <a16:creationId xmlns:a16="http://schemas.microsoft.com/office/drawing/2014/main" id="{A7FF825A-AAD0-41BE-86E0-399A6F092290}"/>
              </a:ext>
            </a:extLst>
          </p:cNvPr>
          <p:cNvSpPr>
            <a:spLocks noChangeArrowheads="1"/>
          </p:cNvSpPr>
          <p:nvPr/>
        </p:nvSpPr>
        <p:spPr bwMode="auto">
          <a:xfrm>
            <a:off x="574675" y="3763963"/>
            <a:ext cx="8153400" cy="26479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Clr>
                <a:srgbClr val="FF0000"/>
              </a:buClr>
              <a:buSzTx/>
              <a:buFont typeface="Wingdings" panose="05000000000000000000" pitchFamily="2" charset="2"/>
              <a:buChar char="ü"/>
            </a:pPr>
            <a:r>
              <a:rPr kumimoji="0" lang="zh-CN" altLang="en-US">
                <a:solidFill>
                  <a:srgbClr val="000000"/>
                </a:solidFill>
                <a:latin typeface="楷体_GB2312" pitchFamily="49" charset="-122"/>
                <a:sym typeface="楷体_GB2312" pitchFamily="49" charset="-122"/>
              </a:rPr>
              <a:t>发射线圈</a:t>
            </a:r>
            <a:r>
              <a:rPr kumimoji="0" lang="en-US" altLang="zh-CN">
                <a:solidFill>
                  <a:srgbClr val="000000"/>
                </a:solidFill>
                <a:sym typeface="Times New Roman" panose="02020603050405020304" pitchFamily="18" charset="0"/>
              </a:rPr>
              <a:t>ω1 </a:t>
            </a:r>
            <a:r>
              <a:rPr kumimoji="0" lang="zh-CN" altLang="en-US">
                <a:solidFill>
                  <a:srgbClr val="000000"/>
                </a:solidFill>
                <a:latin typeface="楷体_GB2312" pitchFamily="49" charset="-122"/>
                <a:sym typeface="楷体_GB2312" pitchFamily="49" charset="-122"/>
              </a:rPr>
              <a:t>和接收线圈</a:t>
            </a:r>
            <a:r>
              <a:rPr kumimoji="0" lang="en-US" altLang="zh-CN">
                <a:solidFill>
                  <a:srgbClr val="000000"/>
                </a:solidFill>
                <a:sym typeface="Times New Roman" panose="02020603050405020304" pitchFamily="18" charset="0"/>
              </a:rPr>
              <a:t>ω2</a:t>
            </a:r>
            <a:r>
              <a:rPr kumimoji="0" lang="zh-CN" altLang="en-US">
                <a:solidFill>
                  <a:srgbClr val="000000"/>
                </a:solidFill>
                <a:latin typeface="楷体_GB2312" pitchFamily="49" charset="-122"/>
                <a:sym typeface="楷体_GB2312" pitchFamily="49" charset="-122"/>
              </a:rPr>
              <a:t>分别放在被测材料</a:t>
            </a:r>
            <a:r>
              <a:rPr kumimoji="0" lang="en-US" altLang="zh-CN">
                <a:solidFill>
                  <a:srgbClr val="000000"/>
                </a:solidFill>
                <a:sym typeface="Times New Roman" panose="02020603050405020304" pitchFamily="18" charset="0"/>
              </a:rPr>
              <a:t>G</a:t>
            </a:r>
            <a:r>
              <a:rPr kumimoji="0" lang="zh-CN" altLang="en-US">
                <a:solidFill>
                  <a:srgbClr val="000000"/>
                </a:solidFill>
                <a:latin typeface="楷体_GB2312" pitchFamily="49" charset="-122"/>
                <a:sym typeface="楷体_GB2312" pitchFamily="49" charset="-122"/>
              </a:rPr>
              <a:t>的上下</a:t>
            </a:r>
          </a:p>
          <a:p>
            <a:pPr algn="l" eaLnBrk="1" hangingPunct="1">
              <a:lnSpc>
                <a:spcPct val="100000"/>
              </a:lnSpc>
              <a:spcBef>
                <a:spcPct val="0"/>
              </a:spcBef>
              <a:buClr>
                <a:srgbClr val="FF0000"/>
              </a:buClr>
              <a:buSzTx/>
              <a:buFont typeface="Wingdings" panose="05000000000000000000" pitchFamily="2" charset="2"/>
              <a:buChar char="ü"/>
            </a:pPr>
            <a:r>
              <a:rPr kumimoji="0" lang="zh-CN" altLang="en-US">
                <a:solidFill>
                  <a:srgbClr val="000000"/>
                </a:solidFill>
                <a:latin typeface="楷体_GB2312" pitchFamily="49" charset="-122"/>
                <a:sym typeface="楷体_GB2312" pitchFamily="49" charset="-122"/>
              </a:rPr>
              <a:t>低频</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音频范围</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电压</a:t>
            </a:r>
            <a:r>
              <a:rPr kumimoji="0" lang="en-US" altLang="zh-CN">
                <a:solidFill>
                  <a:srgbClr val="000000"/>
                </a:solidFill>
                <a:sym typeface="Times New Roman" panose="02020603050405020304" pitchFamily="18" charset="0"/>
              </a:rPr>
              <a:t>e1 </a:t>
            </a:r>
            <a:r>
              <a:rPr kumimoji="0" lang="zh-CN" altLang="en-US">
                <a:solidFill>
                  <a:srgbClr val="000000"/>
                </a:solidFill>
                <a:latin typeface="楷体_GB2312" pitchFamily="49" charset="-122"/>
                <a:sym typeface="楷体_GB2312" pitchFamily="49" charset="-122"/>
              </a:rPr>
              <a:t>加到线圈</a:t>
            </a:r>
            <a:r>
              <a:rPr kumimoji="0" lang="en-US" altLang="zh-CN">
                <a:solidFill>
                  <a:srgbClr val="000000"/>
                </a:solidFill>
                <a:sym typeface="Times New Roman" panose="02020603050405020304" pitchFamily="18" charset="0"/>
              </a:rPr>
              <a:t>ω1 </a:t>
            </a:r>
            <a:r>
              <a:rPr kumimoji="0" lang="zh-CN" altLang="en-US">
                <a:solidFill>
                  <a:srgbClr val="000000"/>
                </a:solidFill>
                <a:latin typeface="楷体_GB2312" pitchFamily="49" charset="-122"/>
                <a:sym typeface="楷体_GB2312" pitchFamily="49" charset="-122"/>
              </a:rPr>
              <a:t>的两端后</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在周围空间产生一交变磁场</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并在被测材料</a:t>
            </a:r>
            <a:r>
              <a:rPr kumimoji="0" lang="en-US" altLang="zh-CN">
                <a:solidFill>
                  <a:srgbClr val="000000"/>
                </a:solidFill>
                <a:sym typeface="Times New Roman" panose="02020603050405020304" pitchFamily="18" charset="0"/>
              </a:rPr>
              <a:t>G</a:t>
            </a:r>
            <a:r>
              <a:rPr kumimoji="0" lang="zh-CN" altLang="en-US">
                <a:solidFill>
                  <a:srgbClr val="000000"/>
                </a:solidFill>
                <a:latin typeface="楷体_GB2312" pitchFamily="49" charset="-122"/>
                <a:sym typeface="楷体_GB2312" pitchFamily="49" charset="-122"/>
              </a:rPr>
              <a:t>中产生涡流</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此涡流损耗了部分能量</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使贯穿</a:t>
            </a:r>
            <a:r>
              <a:rPr kumimoji="0" lang="en-US" altLang="zh-CN">
                <a:solidFill>
                  <a:srgbClr val="000000"/>
                </a:solidFill>
                <a:sym typeface="Times New Roman" panose="02020603050405020304" pitchFamily="18" charset="0"/>
              </a:rPr>
              <a:t>ω2</a:t>
            </a:r>
            <a:r>
              <a:rPr kumimoji="0" lang="zh-CN" altLang="en-US">
                <a:solidFill>
                  <a:srgbClr val="000000"/>
                </a:solidFill>
                <a:latin typeface="楷体_GB2312" pitchFamily="49" charset="-122"/>
                <a:sym typeface="楷体_GB2312" pitchFamily="49" charset="-122"/>
              </a:rPr>
              <a:t>的磁力线减少</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从而使</a:t>
            </a:r>
            <a:r>
              <a:rPr kumimoji="0" lang="en-US" altLang="zh-CN">
                <a:solidFill>
                  <a:srgbClr val="000000"/>
                </a:solidFill>
                <a:sym typeface="Times New Roman" panose="02020603050405020304" pitchFamily="18" charset="0"/>
              </a:rPr>
              <a:t>ω2</a:t>
            </a:r>
            <a:r>
              <a:rPr kumimoji="0" lang="zh-CN" altLang="en-US">
                <a:solidFill>
                  <a:srgbClr val="000000"/>
                </a:solidFill>
                <a:latin typeface="楷体_GB2312" pitchFamily="49" charset="-122"/>
                <a:sym typeface="楷体_GB2312" pitchFamily="49" charset="-122"/>
              </a:rPr>
              <a:t>产生的感应电势</a:t>
            </a:r>
            <a:r>
              <a:rPr kumimoji="0" lang="en-US" altLang="zh-CN">
                <a:solidFill>
                  <a:srgbClr val="000000"/>
                </a:solidFill>
                <a:sym typeface="Times New Roman" panose="02020603050405020304" pitchFamily="18" charset="0"/>
              </a:rPr>
              <a:t>e2 </a:t>
            </a:r>
            <a:r>
              <a:rPr kumimoji="0" lang="zh-CN" altLang="en-US">
                <a:solidFill>
                  <a:srgbClr val="000000"/>
                </a:solidFill>
                <a:latin typeface="楷体_GB2312" pitchFamily="49" charset="-122"/>
                <a:sym typeface="楷体_GB2312" pitchFamily="49" charset="-122"/>
              </a:rPr>
              <a:t>减小。</a:t>
            </a:r>
          </a:p>
          <a:p>
            <a:pPr algn="l" eaLnBrk="1" hangingPunct="1">
              <a:lnSpc>
                <a:spcPct val="100000"/>
              </a:lnSpc>
              <a:spcBef>
                <a:spcPct val="0"/>
              </a:spcBef>
              <a:buClr>
                <a:srgbClr val="FF0000"/>
              </a:buClr>
              <a:buSzTx/>
              <a:buFont typeface="Wingdings" panose="05000000000000000000" pitchFamily="2" charset="2"/>
              <a:buChar char="ü"/>
            </a:pPr>
            <a:r>
              <a:rPr kumimoji="0" lang="en-US" altLang="zh-CN">
                <a:solidFill>
                  <a:srgbClr val="000000"/>
                </a:solidFill>
                <a:sym typeface="Times New Roman" panose="02020603050405020304" pitchFamily="18" charset="0"/>
              </a:rPr>
              <a:t>e2 </a:t>
            </a:r>
            <a:r>
              <a:rPr kumimoji="0" lang="zh-CN" altLang="en-US">
                <a:solidFill>
                  <a:srgbClr val="000000"/>
                </a:solidFill>
                <a:latin typeface="楷体_GB2312" pitchFamily="49" charset="-122"/>
                <a:sym typeface="楷体_GB2312" pitchFamily="49" charset="-122"/>
              </a:rPr>
              <a:t>的大小与</a:t>
            </a:r>
            <a:r>
              <a:rPr kumimoji="0" lang="en-US" altLang="zh-CN">
                <a:solidFill>
                  <a:srgbClr val="000000"/>
                </a:solidFill>
                <a:latin typeface="楷体_GB2312" pitchFamily="49" charset="-122"/>
                <a:sym typeface="楷体_GB2312" pitchFamily="49" charset="-122"/>
              </a:rPr>
              <a:t>G</a:t>
            </a:r>
            <a:r>
              <a:rPr kumimoji="0" lang="zh-CN" altLang="en-US">
                <a:solidFill>
                  <a:srgbClr val="000000"/>
                </a:solidFill>
                <a:latin typeface="楷体_GB2312" pitchFamily="49" charset="-122"/>
                <a:sym typeface="楷体_GB2312" pitchFamily="49" charset="-122"/>
              </a:rPr>
              <a:t>的厚度及材料性质有关</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实验与理论证明</a:t>
            </a:r>
            <a:r>
              <a:rPr kumimoji="0" lang="en-US" altLang="zh-CN">
                <a:solidFill>
                  <a:srgbClr val="000000"/>
                </a:solidFill>
                <a:latin typeface="楷体_GB2312" pitchFamily="49" charset="-122"/>
                <a:sym typeface="楷体_GB2312" pitchFamily="49" charset="-122"/>
              </a:rPr>
              <a:t>,</a:t>
            </a:r>
            <a:r>
              <a:rPr kumimoji="0" lang="en-US" altLang="zh-CN">
                <a:solidFill>
                  <a:srgbClr val="000000"/>
                </a:solidFill>
                <a:sym typeface="Times New Roman" panose="02020603050405020304" pitchFamily="18" charset="0"/>
              </a:rPr>
              <a:t>e2 </a:t>
            </a:r>
            <a:r>
              <a:rPr kumimoji="0" lang="zh-CN" altLang="en-US">
                <a:solidFill>
                  <a:srgbClr val="000000"/>
                </a:solidFill>
                <a:latin typeface="楷体_GB2312" pitchFamily="49" charset="-122"/>
                <a:sym typeface="楷体_GB2312" pitchFamily="49" charset="-122"/>
              </a:rPr>
              <a:t>随材料厚度</a:t>
            </a:r>
            <a:r>
              <a:rPr kumimoji="0" lang="en-US" altLang="zh-CN">
                <a:solidFill>
                  <a:srgbClr val="000000"/>
                </a:solidFill>
                <a:latin typeface="楷体_GB2312" pitchFamily="49" charset="-122"/>
                <a:sym typeface="楷体_GB2312" pitchFamily="49" charset="-122"/>
              </a:rPr>
              <a:t>h</a:t>
            </a:r>
            <a:r>
              <a:rPr kumimoji="0" lang="zh-CN" altLang="en-US">
                <a:solidFill>
                  <a:srgbClr val="000000"/>
                </a:solidFill>
                <a:latin typeface="楷体_GB2312" pitchFamily="49" charset="-122"/>
                <a:sym typeface="楷体_GB2312" pitchFamily="49" charset="-122"/>
              </a:rPr>
              <a:t>增加按负指数规律减小。</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70661" name="Rectangle 4">
            <a:extLst>
              <a:ext uri="{FF2B5EF4-FFF2-40B4-BE49-F238E27FC236}">
                <a16:creationId xmlns:a16="http://schemas.microsoft.com/office/drawing/2014/main" id="{4EF6F6D9-CFDE-4E27-BFB9-D3EFC95A354E}"/>
              </a:ext>
            </a:extLst>
          </p:cNvPr>
          <p:cNvSpPr>
            <a:spLocks noChangeArrowheads="1"/>
          </p:cNvSpPr>
          <p:nvPr/>
        </p:nvSpPr>
        <p:spPr bwMode="auto">
          <a:xfrm>
            <a:off x="900113" y="1200150"/>
            <a:ext cx="1514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fontAlgn="auto">
              <a:lnSpc>
                <a:spcPct val="100000"/>
              </a:lnSpc>
              <a:spcBef>
                <a:spcPct val="50000"/>
              </a:spcBef>
              <a:spcAft>
                <a:spcPts val="0"/>
              </a:spcAft>
              <a:buSzTx/>
              <a:buFontTx/>
              <a:buNone/>
              <a:defRPr/>
            </a:pPr>
            <a:r>
              <a:rPr kumimoji="0" lang="zh-CN" altLang="en-US" sz="3200">
                <a:solidFill>
                  <a:srgbClr val="000000"/>
                </a:solidFill>
                <a:latin typeface="Calibri"/>
                <a:ea typeface="宋体"/>
              </a:rPr>
              <a:t>透射式</a:t>
            </a:r>
            <a:r>
              <a:rPr kumimoji="0" lang="en-US">
                <a:solidFill>
                  <a:srgbClr val="000000"/>
                </a:solidFill>
                <a:latin typeface="Calibri"/>
                <a:ea typeface="+mn-ea"/>
              </a:rPr>
              <a:t>:</a:t>
            </a:r>
            <a:endParaRPr kumimoji="0" lang="zh-CN" altLang="en-US" sz="1800">
              <a:solidFill>
                <a:prstClr val="black"/>
              </a:solidFill>
              <a:latin typeface="Calibri"/>
              <a:ea typeface="宋体"/>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灯片编号占位符 5">
            <a:extLst>
              <a:ext uri="{FF2B5EF4-FFF2-40B4-BE49-F238E27FC236}">
                <a16:creationId xmlns:a16="http://schemas.microsoft.com/office/drawing/2014/main" id="{9E949BDC-FCDD-4695-9C6F-AAEFB79BB3B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C56757D7-C82F-4336-8C82-952CC9401711}" type="slidenum">
              <a:rPr lang="zh-CN" altLang="en-US" sz="1200">
                <a:solidFill>
                  <a:srgbClr val="898989"/>
                </a:solidFill>
              </a:rPr>
              <a:pPr eaLnBrk="1" hangingPunct="1"/>
              <a:t>33</a:t>
            </a:fld>
            <a:endParaRPr lang="zh-CN" altLang="en-US" sz="1800">
              <a:solidFill>
                <a:srgbClr val="000000"/>
              </a:solidFill>
              <a:latin typeface="Arial" panose="020B0604020202020204" pitchFamily="34" charset="0"/>
            </a:endParaRPr>
          </a:p>
        </p:txBody>
      </p:sp>
      <p:sp>
        <p:nvSpPr>
          <p:cNvPr id="404483" name="矩形 4">
            <a:extLst>
              <a:ext uri="{FF2B5EF4-FFF2-40B4-BE49-F238E27FC236}">
                <a16:creationId xmlns:a16="http://schemas.microsoft.com/office/drawing/2014/main" id="{0079F03A-13C0-4B88-9169-196BBBC8B6C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endParaRPr kumimoji="0" lang="zh-CN" altLang="zh-CN" sz="180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71683" name="Text Box 12">
            <a:extLst>
              <a:ext uri="{FF2B5EF4-FFF2-40B4-BE49-F238E27FC236}">
                <a16:creationId xmlns:a16="http://schemas.microsoft.com/office/drawing/2014/main" id="{0CF043B6-FF9B-4A3E-9A49-B97B4A292B7A}"/>
              </a:ext>
            </a:extLst>
          </p:cNvPr>
          <p:cNvSpPr>
            <a:spLocks noChangeArrowheads="1"/>
          </p:cNvSpPr>
          <p:nvPr/>
        </p:nvSpPr>
        <p:spPr bwMode="auto">
          <a:xfrm>
            <a:off x="152400" y="1784350"/>
            <a:ext cx="3286125"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fontAlgn="auto">
              <a:lnSpc>
                <a:spcPct val="100000"/>
              </a:lnSpc>
              <a:spcBef>
                <a:spcPct val="50000"/>
              </a:spcBef>
              <a:spcAft>
                <a:spcPts val="0"/>
              </a:spcAft>
              <a:buSzTx/>
              <a:buFontTx/>
              <a:buNone/>
              <a:defRPr/>
            </a:pPr>
            <a:r>
              <a:rPr kumimoji="0" lang="zh-CN" altLang="en-US">
                <a:solidFill>
                  <a:prstClr val="black"/>
                </a:solidFill>
                <a:latin typeface="Calibri"/>
                <a:ea typeface="宋体"/>
                <a:sym typeface="Arial" pitchFamily="34" charset="0"/>
              </a:rPr>
              <a:t>透射式</a:t>
            </a:r>
            <a:r>
              <a:rPr kumimoji="0" lang="en-US">
                <a:solidFill>
                  <a:prstClr val="black"/>
                </a:solidFill>
                <a:latin typeface="Calibri"/>
                <a:ea typeface="+mn-ea"/>
                <a:sym typeface="Arial" pitchFamily="34" charset="0"/>
              </a:rPr>
              <a:t>:</a:t>
            </a:r>
            <a:endParaRPr kumimoji="0" lang="zh-CN" altLang="en-US">
              <a:solidFill>
                <a:prstClr val="black"/>
              </a:solidFill>
              <a:latin typeface="Calibri"/>
              <a:ea typeface="宋体"/>
              <a:sym typeface="Arial" pitchFamily="34" charset="0"/>
            </a:endParaRPr>
          </a:p>
          <a:p>
            <a:pPr algn="l" fontAlgn="auto">
              <a:lnSpc>
                <a:spcPct val="100000"/>
              </a:lnSpc>
              <a:spcBef>
                <a:spcPct val="50000"/>
              </a:spcBef>
              <a:spcAft>
                <a:spcPts val="0"/>
              </a:spcAft>
              <a:buSzTx/>
              <a:buFontTx/>
              <a:buNone/>
              <a:defRPr/>
            </a:pPr>
            <a:r>
              <a:rPr kumimoji="0" lang="zh-CN" altLang="en-US">
                <a:solidFill>
                  <a:prstClr val="black"/>
                </a:solidFill>
                <a:latin typeface="Calibri"/>
                <a:ea typeface="宋体"/>
                <a:sym typeface="Arial" pitchFamily="34" charset="0"/>
              </a:rPr>
              <a:t>实验和理论证明：</a:t>
            </a:r>
            <a:endParaRPr kumimoji="0" lang="zh-CN" altLang="en-US" sz="1800">
              <a:solidFill>
                <a:prstClr val="black"/>
              </a:solidFill>
              <a:latin typeface="Calibri"/>
              <a:ea typeface="宋体"/>
            </a:endParaRPr>
          </a:p>
        </p:txBody>
      </p:sp>
      <p:pic>
        <p:nvPicPr>
          <p:cNvPr id="404485" name="Object 13">
            <a:extLst>
              <a:ext uri="{FF2B5EF4-FFF2-40B4-BE49-F238E27FC236}">
                <a16:creationId xmlns:a16="http://schemas.microsoft.com/office/drawing/2014/main" id="{49DD9967-BFE6-4443-B117-92E0A386E1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324225"/>
            <a:ext cx="2001837"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4486" name="Object 14">
            <a:extLst>
              <a:ext uri="{FF2B5EF4-FFF2-40B4-BE49-F238E27FC236}">
                <a16:creationId xmlns:a16="http://schemas.microsoft.com/office/drawing/2014/main" id="{F371A87F-8279-48EA-ABE4-C262D8072A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4394200"/>
            <a:ext cx="1316037"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4487" name="Text Box 15">
            <a:extLst>
              <a:ext uri="{FF2B5EF4-FFF2-40B4-BE49-F238E27FC236}">
                <a16:creationId xmlns:a16="http://schemas.microsoft.com/office/drawing/2014/main" id="{C799CAD0-C10B-4BCE-BBB2-69E085386D4A}"/>
              </a:ext>
            </a:extLst>
          </p:cNvPr>
          <p:cNvSpPr>
            <a:spLocks noChangeArrowheads="1"/>
          </p:cNvSpPr>
          <p:nvPr/>
        </p:nvSpPr>
        <p:spPr bwMode="auto">
          <a:xfrm>
            <a:off x="107950" y="4529138"/>
            <a:ext cx="1755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a:solidFill>
                  <a:srgbClr val="000000"/>
                </a:solidFill>
                <a:latin typeface="Calibri" panose="020F0502020204030204" pitchFamily="34" charset="0"/>
                <a:ea typeface="宋体" panose="02010600030101010101" pitchFamily="2" charset="-122"/>
                <a:sym typeface="Arial" panose="020B0604020202020204" pitchFamily="34" charset="0"/>
              </a:rPr>
              <a:t>穿透深度：</a:t>
            </a:r>
            <a:endParaRPr kumimoji="0" lang="zh-CN" altLang="en-US" sz="1800">
              <a:solidFill>
                <a:srgbClr val="000000"/>
              </a:solidFill>
              <a:latin typeface="Calibri" panose="020F0502020204030204" pitchFamily="34" charset="0"/>
              <a:ea typeface="宋体" panose="02010600030101010101" pitchFamily="2" charset="-122"/>
            </a:endParaRPr>
          </a:p>
        </p:txBody>
      </p:sp>
      <p:pic>
        <p:nvPicPr>
          <p:cNvPr id="404488" name="Picture 16" descr="dh17">
            <a:extLst>
              <a:ext uri="{FF2B5EF4-FFF2-40B4-BE49-F238E27FC236}">
                <a16:creationId xmlns:a16="http://schemas.microsoft.com/office/drawing/2014/main" id="{E4AD41AA-7AAB-45AB-91E7-15546FF090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7625" y="1784350"/>
            <a:ext cx="5053013"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Text Box 2">
            <a:extLst>
              <a:ext uri="{FF2B5EF4-FFF2-40B4-BE49-F238E27FC236}">
                <a16:creationId xmlns:a16="http://schemas.microsoft.com/office/drawing/2014/main" id="{C750BA9E-6378-4089-9D72-C7008ADAC600}"/>
              </a:ext>
            </a:extLst>
          </p:cNvPr>
          <p:cNvSpPr txBox="1">
            <a:spLocks noChangeArrowheads="1"/>
          </p:cNvSpPr>
          <p:nvPr/>
        </p:nvSpPr>
        <p:spPr bwMode="auto">
          <a:xfrm>
            <a:off x="358775" y="358775"/>
            <a:ext cx="8534400" cy="544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342900" indent="-342900" algn="l" eaLnBrk="1" hangingPunct="1">
              <a:spcBef>
                <a:spcPct val="50000"/>
              </a:spcBef>
              <a:buSzTx/>
              <a:buFont typeface="Wingdings" pitchFamily="2" charset="2"/>
              <a:buChar char="u"/>
              <a:defRPr/>
            </a:pPr>
            <a:r>
              <a:rPr kumimoji="0" lang="zh-CN" altLang="en-US" b="1">
                <a:solidFill>
                  <a:srgbClr val="000000"/>
                </a:solidFill>
                <a:latin typeface="楷体_GB2312" pitchFamily="49" charset="-122"/>
                <a:ea typeface="楷体_GB2312" pitchFamily="49" charset="-122"/>
              </a:rPr>
              <a:t>典型的电容式传感器</a:t>
            </a:r>
          </a:p>
          <a:p>
            <a:pPr algn="l" eaLnBrk="1" hangingPunct="1">
              <a:spcBef>
                <a:spcPct val="50000"/>
              </a:spcBef>
              <a:buSzTx/>
              <a:buFontTx/>
              <a:buNone/>
              <a:defRPr/>
            </a:pPr>
            <a:r>
              <a:rPr kumimoji="0" lang="zh-CN" altLang="en-US">
                <a:solidFill>
                  <a:srgbClr val="000000"/>
                </a:solidFill>
                <a:latin typeface="楷体_GB2312" pitchFamily="49" charset="-122"/>
                <a:ea typeface="楷体_GB2312" pitchFamily="49" charset="-122"/>
              </a:rPr>
              <a:t>可将电容传感器分为三种类型：</a:t>
            </a:r>
          </a:p>
          <a:p>
            <a:pPr algn="l" eaLnBrk="1" hangingPunct="1">
              <a:spcBef>
                <a:spcPct val="50000"/>
              </a:spcBef>
              <a:buSzTx/>
              <a:buFontTx/>
              <a:buNone/>
              <a:defRPr/>
            </a:pPr>
            <a:r>
              <a:rPr kumimoji="0" lang="zh-CN" altLang="en-US">
                <a:solidFill>
                  <a:srgbClr val="000000"/>
                </a:solidFill>
                <a:latin typeface="楷体_GB2312" pitchFamily="49" charset="-122"/>
                <a:ea typeface="楷体_GB2312" pitchFamily="49" charset="-122"/>
              </a:rPr>
              <a:t>●变极距型  覆盖面积和介电常数不变，被测量为极距。用于测量机械位移。</a:t>
            </a:r>
          </a:p>
          <a:p>
            <a:pPr algn="l" eaLnBrk="1" hangingPunct="1">
              <a:spcBef>
                <a:spcPct val="50000"/>
              </a:spcBef>
              <a:buSzTx/>
              <a:buFontTx/>
              <a:buNone/>
              <a:defRPr/>
            </a:pPr>
            <a:r>
              <a:rPr kumimoji="0" lang="zh-CN" altLang="en-US">
                <a:solidFill>
                  <a:srgbClr val="000000"/>
                </a:solidFill>
                <a:latin typeface="楷体_GB2312" pitchFamily="49" charset="-122"/>
                <a:ea typeface="楷体_GB2312" pitchFamily="49" charset="-122"/>
              </a:rPr>
              <a:t>●变面积型  极距及介电常数不变，改变覆盖面积</a:t>
            </a:r>
            <a:r>
              <a:rPr kumimoji="0" lang="en-US" altLang="zh-CN">
                <a:solidFill>
                  <a:srgbClr val="000000"/>
                </a:solidFill>
                <a:latin typeface="楷体_GB2312" pitchFamily="49" charset="-122"/>
                <a:ea typeface="楷体_GB2312" pitchFamily="49" charset="-122"/>
              </a:rPr>
              <a:t>(</a:t>
            </a:r>
            <a:r>
              <a:rPr kumimoji="0" lang="zh-CN" altLang="en-US">
                <a:solidFill>
                  <a:srgbClr val="000000"/>
                </a:solidFill>
                <a:latin typeface="楷体_GB2312" pitchFamily="49" charset="-122"/>
                <a:ea typeface="楷体_GB2312" pitchFamily="49" charset="-122"/>
              </a:rPr>
              <a:t>覆盖长度或宽度），用于测量位移。</a:t>
            </a:r>
          </a:p>
          <a:p>
            <a:pPr algn="l" eaLnBrk="1" hangingPunct="1">
              <a:spcBef>
                <a:spcPct val="50000"/>
              </a:spcBef>
              <a:buSzTx/>
              <a:buFontTx/>
              <a:buNone/>
              <a:defRPr/>
            </a:pPr>
            <a:r>
              <a:rPr kumimoji="0" lang="zh-CN" altLang="en-US">
                <a:solidFill>
                  <a:srgbClr val="000000"/>
                </a:solidFill>
                <a:latin typeface="楷体_GB2312" pitchFamily="49" charset="-122"/>
                <a:ea typeface="楷体_GB2312" pitchFamily="49" charset="-122"/>
              </a:rPr>
              <a:t>●变介电常数型 ， 覆盖面积及极距均不变，被测量为 </a:t>
            </a:r>
            <a:r>
              <a:rPr kumimoji="0" lang="el-GR" altLang="zh-CN">
                <a:solidFill>
                  <a:srgbClr val="000000"/>
                </a:solidFill>
                <a:latin typeface="楷体_GB2312" pitchFamily="49" charset="-122"/>
                <a:ea typeface="楷体_GB2312" pitchFamily="49" charset="-122"/>
              </a:rPr>
              <a:t>ε</a:t>
            </a:r>
            <a:r>
              <a:rPr kumimoji="0" lang="en-US" altLang="zh-CN">
                <a:solidFill>
                  <a:srgbClr val="000000"/>
                </a:solidFill>
                <a:latin typeface="楷体_GB2312" pitchFamily="49" charset="-122"/>
                <a:ea typeface="楷体_GB2312" pitchFamily="49" charset="-122"/>
              </a:rPr>
              <a:t> </a:t>
            </a:r>
            <a:r>
              <a:rPr kumimoji="0" lang="zh-CN" altLang="en-US">
                <a:solidFill>
                  <a:srgbClr val="000000"/>
                </a:solidFill>
                <a:latin typeface="楷体_GB2312" pitchFamily="49" charset="-122"/>
                <a:ea typeface="楷体_GB2312" pitchFamily="49" charset="-122"/>
              </a:rPr>
              <a:t>。</a:t>
            </a:r>
          </a:p>
          <a:p>
            <a:pPr algn="l" eaLnBrk="1" hangingPunct="1">
              <a:spcBef>
                <a:spcPct val="50000"/>
              </a:spcBef>
              <a:buSzTx/>
              <a:buFontTx/>
              <a:buNone/>
              <a:defRPr/>
            </a:pPr>
            <a:endParaRPr kumimoji="0" lang="en-US" altLang="zh-CN">
              <a:solidFill>
                <a:srgbClr val="000000"/>
              </a:solidFill>
              <a:latin typeface="楷体_GB2312" pitchFamily="49" charset="-122"/>
              <a:ea typeface="楷体_GB2312" pitchFamily="49" charset="-122"/>
            </a:endParaRPr>
          </a:p>
        </p:txBody>
      </p:sp>
      <p:sp>
        <p:nvSpPr>
          <p:cNvPr id="405507" name="Rectangle 3">
            <a:extLst>
              <a:ext uri="{FF2B5EF4-FFF2-40B4-BE49-F238E27FC236}">
                <a16:creationId xmlns:a16="http://schemas.microsoft.com/office/drawing/2014/main" id="{60C9FA81-ECB9-4843-BC96-094DC3C1F8D2}"/>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08" name="Rectangle 4">
            <a:extLst>
              <a:ext uri="{FF2B5EF4-FFF2-40B4-BE49-F238E27FC236}">
                <a16:creationId xmlns:a16="http://schemas.microsoft.com/office/drawing/2014/main" id="{4707F5D0-AB4B-4903-A76D-833C727EA348}"/>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09" name="Rectangle 5">
            <a:extLst>
              <a:ext uri="{FF2B5EF4-FFF2-40B4-BE49-F238E27FC236}">
                <a16:creationId xmlns:a16="http://schemas.microsoft.com/office/drawing/2014/main" id="{EB7E519C-3888-4D78-82FB-B54ED3833E4C}"/>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0" name="Rectangle 6">
            <a:extLst>
              <a:ext uri="{FF2B5EF4-FFF2-40B4-BE49-F238E27FC236}">
                <a16:creationId xmlns:a16="http://schemas.microsoft.com/office/drawing/2014/main" id="{B469174E-FBC1-40B6-858E-3037F5C913E3}"/>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1" name="Rectangle 7">
            <a:extLst>
              <a:ext uri="{FF2B5EF4-FFF2-40B4-BE49-F238E27FC236}">
                <a16:creationId xmlns:a16="http://schemas.microsoft.com/office/drawing/2014/main" id="{0DF6E665-4ED5-437C-848F-6AFD6FA9CB4D}"/>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2" name="Rectangle 8">
            <a:extLst>
              <a:ext uri="{FF2B5EF4-FFF2-40B4-BE49-F238E27FC236}">
                <a16:creationId xmlns:a16="http://schemas.microsoft.com/office/drawing/2014/main" id="{FD0C0872-190D-4474-8CA6-CB7FB84F0523}"/>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3" name="Rectangle 9">
            <a:extLst>
              <a:ext uri="{FF2B5EF4-FFF2-40B4-BE49-F238E27FC236}">
                <a16:creationId xmlns:a16="http://schemas.microsoft.com/office/drawing/2014/main" id="{446C901B-236B-48E8-BA11-62D83DEAC8EA}"/>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4" name="Rectangle 10">
            <a:extLst>
              <a:ext uri="{FF2B5EF4-FFF2-40B4-BE49-F238E27FC236}">
                <a16:creationId xmlns:a16="http://schemas.microsoft.com/office/drawing/2014/main" id="{4040F37D-14A5-4D0A-B939-D8DDFACA5850}"/>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5" name="Rectangle 11">
            <a:extLst>
              <a:ext uri="{FF2B5EF4-FFF2-40B4-BE49-F238E27FC236}">
                <a16:creationId xmlns:a16="http://schemas.microsoft.com/office/drawing/2014/main" id="{BA10E4B0-8E87-47D2-988E-9CB9211B70A5}"/>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6" name="Rectangle 12">
            <a:extLst>
              <a:ext uri="{FF2B5EF4-FFF2-40B4-BE49-F238E27FC236}">
                <a16:creationId xmlns:a16="http://schemas.microsoft.com/office/drawing/2014/main" id="{77B39C53-78FC-4FE8-859F-89BD376CDE19}"/>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7" name="Rectangle 13">
            <a:extLst>
              <a:ext uri="{FF2B5EF4-FFF2-40B4-BE49-F238E27FC236}">
                <a16:creationId xmlns:a16="http://schemas.microsoft.com/office/drawing/2014/main" id="{D21E1E0E-9FA9-4BEE-9E27-22B0EAB1356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8" name="Rectangle 14">
            <a:extLst>
              <a:ext uri="{FF2B5EF4-FFF2-40B4-BE49-F238E27FC236}">
                <a16:creationId xmlns:a16="http://schemas.microsoft.com/office/drawing/2014/main" id="{16B82912-751B-41C0-A453-781E383D34A6}"/>
              </a:ext>
            </a:extLst>
          </p:cNvPr>
          <p:cNvSpPr>
            <a:spLocks noChangeArrowheads="1"/>
          </p:cNvSpPr>
          <p:nvPr/>
        </p:nvSpPr>
        <p:spPr bwMode="auto">
          <a:xfrm>
            <a:off x="0" y="2757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9" name="Rectangle 15">
            <a:extLst>
              <a:ext uri="{FF2B5EF4-FFF2-40B4-BE49-F238E27FC236}">
                <a16:creationId xmlns:a16="http://schemas.microsoft.com/office/drawing/2014/main" id="{C3DC21A0-BC14-41E2-B845-75130EE3C19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graphicFrame>
        <p:nvGraphicFramePr>
          <p:cNvPr id="405520" name="Object 16">
            <a:extLst>
              <a:ext uri="{FF2B5EF4-FFF2-40B4-BE49-F238E27FC236}">
                <a16:creationId xmlns:a16="http://schemas.microsoft.com/office/drawing/2014/main" id="{CCA3F8B7-871C-44F2-A803-B2A448F2344B}"/>
              </a:ext>
            </a:extLst>
          </p:cNvPr>
          <p:cNvGraphicFramePr>
            <a:graphicFrameLocks noGrp="1" noChangeAspect="1"/>
          </p:cNvGraphicFramePr>
          <p:nvPr>
            <p:ph/>
          </p:nvPr>
        </p:nvGraphicFramePr>
        <p:xfrm>
          <a:off x="5219700" y="476250"/>
          <a:ext cx="1728788" cy="1531938"/>
        </p:xfrm>
        <a:graphic>
          <a:graphicData uri="http://schemas.openxmlformats.org/presentationml/2006/ole">
            <mc:AlternateContent xmlns:mc="http://schemas.openxmlformats.org/markup-compatibility/2006">
              <mc:Choice xmlns:v="urn:schemas-microsoft-com:vml" Requires="v">
                <p:oleObj spid="_x0000_s405530" name="Equation" r:id="rId3" imgW="444307" imgH="393529" progId="Equation.3">
                  <p:embed/>
                </p:oleObj>
              </mc:Choice>
              <mc:Fallback>
                <p:oleObj name="Equation" r:id="rId3" imgW="444307" imgH="393529"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476250"/>
                        <a:ext cx="1728788" cy="153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5330">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5330">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533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灯片编号占位符 1">
            <a:extLst>
              <a:ext uri="{FF2B5EF4-FFF2-40B4-BE49-F238E27FC236}">
                <a16:creationId xmlns:a16="http://schemas.microsoft.com/office/drawing/2014/main" id="{CE901D1C-2895-4EAB-80E2-6CF003D8D34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E9BEAF51-AD40-4B7C-A1A1-9380894785B4}" type="slidenum">
              <a:rPr lang="en-US" altLang="zh-CN" sz="1400">
                <a:solidFill>
                  <a:srgbClr val="000000"/>
                </a:solidFill>
                <a:latin typeface="Comic Sans MS" panose="030F0702030302020204" pitchFamily="66" charset="0"/>
                <a:ea typeface="宋体" panose="02010600030101010101" pitchFamily="2" charset="-122"/>
              </a:rPr>
              <a:pPr eaLnBrk="1" hangingPunct="1"/>
              <a:t>35</a:t>
            </a:fld>
            <a:endParaRPr lang="en-US" altLang="zh-CN" sz="1400">
              <a:solidFill>
                <a:srgbClr val="000000"/>
              </a:solidFill>
              <a:latin typeface="Comic Sans MS" panose="030F0702030302020204" pitchFamily="66" charset="0"/>
              <a:ea typeface="宋体" panose="02010600030101010101" pitchFamily="2" charset="-122"/>
            </a:endParaRPr>
          </a:p>
        </p:txBody>
      </p:sp>
      <p:sp>
        <p:nvSpPr>
          <p:cNvPr id="13" name="矩形 12">
            <a:extLst>
              <a:ext uri="{FF2B5EF4-FFF2-40B4-BE49-F238E27FC236}">
                <a16:creationId xmlns:a16="http://schemas.microsoft.com/office/drawing/2014/main" id="{3E8E46D3-E605-49D9-BD53-F98269615108}"/>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06532" name="Text Box 2">
            <a:extLst>
              <a:ext uri="{FF2B5EF4-FFF2-40B4-BE49-F238E27FC236}">
                <a16:creationId xmlns:a16="http://schemas.microsoft.com/office/drawing/2014/main" id="{C1E2F066-347B-4B80-9E57-5F6DEE9841A0}"/>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zh-CN" altLang="en-US" sz="2800" b="1">
                <a:solidFill>
                  <a:srgbClr val="C00000"/>
                </a:solidFill>
                <a:latin typeface="微软雅黑" panose="020B0503020204020204" pitchFamily="34" charset="-122"/>
                <a:ea typeface="微软雅黑" panose="020B0503020204020204" pitchFamily="34" charset="-122"/>
              </a:rPr>
              <a:t>实例：球、平面型差动电容压力传感器</a:t>
            </a:r>
          </a:p>
        </p:txBody>
      </p:sp>
      <p:grpSp>
        <p:nvGrpSpPr>
          <p:cNvPr id="406533" name="Group 57">
            <a:extLst>
              <a:ext uri="{FF2B5EF4-FFF2-40B4-BE49-F238E27FC236}">
                <a16:creationId xmlns:a16="http://schemas.microsoft.com/office/drawing/2014/main" id="{3FE9A70A-2024-47CA-ACBD-BA5279186C76}"/>
              </a:ext>
            </a:extLst>
          </p:cNvPr>
          <p:cNvGrpSpPr>
            <a:grpSpLocks/>
          </p:cNvGrpSpPr>
          <p:nvPr/>
        </p:nvGrpSpPr>
        <p:grpSpPr bwMode="auto">
          <a:xfrm>
            <a:off x="1331913" y="4591050"/>
            <a:ext cx="2600325" cy="1655763"/>
            <a:chOff x="4404" y="2746"/>
            <a:chExt cx="1174" cy="582"/>
          </a:xfrm>
        </p:grpSpPr>
        <p:grpSp>
          <p:nvGrpSpPr>
            <p:cNvPr id="406569" name="Group 58">
              <a:extLst>
                <a:ext uri="{FF2B5EF4-FFF2-40B4-BE49-F238E27FC236}">
                  <a16:creationId xmlns:a16="http://schemas.microsoft.com/office/drawing/2014/main" id="{08065231-3B61-47A0-AB9E-B4E58A0FFD60}"/>
                </a:ext>
              </a:extLst>
            </p:cNvPr>
            <p:cNvGrpSpPr>
              <a:grpSpLocks/>
            </p:cNvGrpSpPr>
            <p:nvPr/>
          </p:nvGrpSpPr>
          <p:grpSpPr bwMode="auto">
            <a:xfrm>
              <a:off x="4709" y="2889"/>
              <a:ext cx="126" cy="46"/>
              <a:chOff x="7171" y="2751"/>
              <a:chExt cx="315" cy="116"/>
            </a:xfrm>
          </p:grpSpPr>
          <p:sp>
            <p:nvSpPr>
              <p:cNvPr id="406596" name="Line 59">
                <a:extLst>
                  <a:ext uri="{FF2B5EF4-FFF2-40B4-BE49-F238E27FC236}">
                    <a16:creationId xmlns:a16="http://schemas.microsoft.com/office/drawing/2014/main" id="{1C724B03-8D64-4832-94E7-DE9740CA5CAB}"/>
                  </a:ext>
                </a:extLst>
              </p:cNvPr>
              <p:cNvSpPr>
                <a:spLocks noChangeShapeType="1"/>
              </p:cNvSpPr>
              <p:nvPr/>
            </p:nvSpPr>
            <p:spPr bwMode="auto">
              <a:xfrm>
                <a:off x="7171"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97" name="Line 60">
                <a:extLst>
                  <a:ext uri="{FF2B5EF4-FFF2-40B4-BE49-F238E27FC236}">
                    <a16:creationId xmlns:a16="http://schemas.microsoft.com/office/drawing/2014/main" id="{B77A914D-5C11-410D-9B6C-BF86BEED941C}"/>
                  </a:ext>
                </a:extLst>
              </p:cNvPr>
              <p:cNvSpPr>
                <a:spLocks noChangeShapeType="1"/>
              </p:cNvSpPr>
              <p:nvPr/>
            </p:nvSpPr>
            <p:spPr bwMode="auto">
              <a:xfrm>
                <a:off x="7171"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grpSp>
          <p:nvGrpSpPr>
            <p:cNvPr id="406570" name="Group 61">
              <a:extLst>
                <a:ext uri="{FF2B5EF4-FFF2-40B4-BE49-F238E27FC236}">
                  <a16:creationId xmlns:a16="http://schemas.microsoft.com/office/drawing/2014/main" id="{35C854C5-C1D4-42A1-AE9F-D31075ECE568}"/>
                </a:ext>
              </a:extLst>
            </p:cNvPr>
            <p:cNvGrpSpPr>
              <a:grpSpLocks/>
            </p:cNvGrpSpPr>
            <p:nvPr/>
          </p:nvGrpSpPr>
          <p:grpSpPr bwMode="auto">
            <a:xfrm>
              <a:off x="4707" y="3140"/>
              <a:ext cx="126" cy="46"/>
              <a:chOff x="7224" y="2751"/>
              <a:chExt cx="315" cy="116"/>
            </a:xfrm>
          </p:grpSpPr>
          <p:sp>
            <p:nvSpPr>
              <p:cNvPr id="406594" name="Line 62">
                <a:extLst>
                  <a:ext uri="{FF2B5EF4-FFF2-40B4-BE49-F238E27FC236}">
                    <a16:creationId xmlns:a16="http://schemas.microsoft.com/office/drawing/2014/main" id="{8460CD42-460C-4244-8659-A5234FB8FB62}"/>
                  </a:ext>
                </a:extLst>
              </p:cNvPr>
              <p:cNvSpPr>
                <a:spLocks noChangeShapeType="1"/>
              </p:cNvSpPr>
              <p:nvPr/>
            </p:nvSpPr>
            <p:spPr bwMode="auto">
              <a:xfrm>
                <a:off x="7224"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95" name="Line 63">
                <a:extLst>
                  <a:ext uri="{FF2B5EF4-FFF2-40B4-BE49-F238E27FC236}">
                    <a16:creationId xmlns:a16="http://schemas.microsoft.com/office/drawing/2014/main" id="{8ADA64A7-13CD-4B5E-A760-06A6F474EEC7}"/>
                  </a:ext>
                </a:extLst>
              </p:cNvPr>
              <p:cNvSpPr>
                <a:spLocks noChangeShapeType="1"/>
              </p:cNvSpPr>
              <p:nvPr/>
            </p:nvSpPr>
            <p:spPr bwMode="auto">
              <a:xfrm>
                <a:off x="7224"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sp>
          <p:nvSpPr>
            <p:cNvPr id="406571" name="Line 64">
              <a:extLst>
                <a:ext uri="{FF2B5EF4-FFF2-40B4-BE49-F238E27FC236}">
                  <a16:creationId xmlns:a16="http://schemas.microsoft.com/office/drawing/2014/main" id="{09FBF5CF-2BBD-4D67-BE61-A5F555499449}"/>
                </a:ext>
              </a:extLst>
            </p:cNvPr>
            <p:cNvSpPr>
              <a:spLocks noChangeShapeType="1"/>
            </p:cNvSpPr>
            <p:nvPr/>
          </p:nvSpPr>
          <p:spPr bwMode="auto">
            <a:xfrm>
              <a:off x="4771" y="2935"/>
              <a:ext cx="0" cy="20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72" name="Freeform 65">
              <a:extLst>
                <a:ext uri="{FF2B5EF4-FFF2-40B4-BE49-F238E27FC236}">
                  <a16:creationId xmlns:a16="http://schemas.microsoft.com/office/drawing/2014/main" id="{E9FDC1EE-2BF8-42EC-A0B8-6866C0BCC6CC}"/>
                </a:ext>
              </a:extLst>
            </p:cNvPr>
            <p:cNvSpPr>
              <a:spLocks/>
            </p:cNvSpPr>
            <p:nvPr/>
          </p:nvSpPr>
          <p:spPr bwMode="auto">
            <a:xfrm>
              <a:off x="4479" y="2764"/>
              <a:ext cx="293" cy="125"/>
            </a:xfrm>
            <a:custGeom>
              <a:avLst/>
              <a:gdLst>
                <a:gd name="T0" fmla="*/ 1 w 735"/>
                <a:gd name="T1" fmla="*/ 0 h 312"/>
                <a:gd name="T2" fmla="*/ 1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312"/>
                  </a:moveTo>
                  <a:lnTo>
                    <a:pt x="735" y="0"/>
                  </a:lnTo>
                  <a:lnTo>
                    <a:pt x="0" y="0"/>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73" name="Oval 66">
              <a:extLst>
                <a:ext uri="{FF2B5EF4-FFF2-40B4-BE49-F238E27FC236}">
                  <a16:creationId xmlns:a16="http://schemas.microsoft.com/office/drawing/2014/main" id="{31194494-2678-493C-9D93-61E4FA660D6C}"/>
                </a:ext>
              </a:extLst>
            </p:cNvPr>
            <p:cNvSpPr>
              <a:spLocks noChangeAspect="1" noChangeArrowheads="1"/>
            </p:cNvSpPr>
            <p:nvPr/>
          </p:nvSpPr>
          <p:spPr bwMode="auto">
            <a:xfrm>
              <a:off x="4444" y="2748"/>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grpSp>
          <p:nvGrpSpPr>
            <p:cNvPr id="406574" name="Group 67">
              <a:extLst>
                <a:ext uri="{FF2B5EF4-FFF2-40B4-BE49-F238E27FC236}">
                  <a16:creationId xmlns:a16="http://schemas.microsoft.com/office/drawing/2014/main" id="{8E7965F4-B703-49DC-A1A1-94D74ABD379D}"/>
                </a:ext>
              </a:extLst>
            </p:cNvPr>
            <p:cNvGrpSpPr>
              <a:grpSpLocks/>
            </p:cNvGrpSpPr>
            <p:nvPr/>
          </p:nvGrpSpPr>
          <p:grpSpPr bwMode="auto">
            <a:xfrm>
              <a:off x="4441" y="3187"/>
              <a:ext cx="330" cy="141"/>
              <a:chOff x="4441" y="3187"/>
              <a:chExt cx="330" cy="141"/>
            </a:xfrm>
          </p:grpSpPr>
          <p:sp>
            <p:nvSpPr>
              <p:cNvPr id="406592" name="Freeform 68">
                <a:extLst>
                  <a:ext uri="{FF2B5EF4-FFF2-40B4-BE49-F238E27FC236}">
                    <a16:creationId xmlns:a16="http://schemas.microsoft.com/office/drawing/2014/main" id="{4F6BA3F8-8673-4D6C-9AE2-6C3739757CB0}"/>
                  </a:ext>
                </a:extLst>
              </p:cNvPr>
              <p:cNvSpPr>
                <a:spLocks/>
              </p:cNvSpPr>
              <p:nvPr/>
            </p:nvSpPr>
            <p:spPr bwMode="auto">
              <a:xfrm>
                <a:off x="4478" y="3187"/>
                <a:ext cx="293" cy="125"/>
              </a:xfrm>
              <a:custGeom>
                <a:avLst/>
                <a:gdLst>
                  <a:gd name="T0" fmla="*/ 1 w 735"/>
                  <a:gd name="T1" fmla="*/ 0 h 312"/>
                  <a:gd name="T2" fmla="*/ 1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0"/>
                    </a:moveTo>
                    <a:lnTo>
                      <a:pt x="735" y="312"/>
                    </a:lnTo>
                    <a:lnTo>
                      <a:pt x="0" y="312"/>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93" name="Oval 69">
                <a:extLst>
                  <a:ext uri="{FF2B5EF4-FFF2-40B4-BE49-F238E27FC236}">
                    <a16:creationId xmlns:a16="http://schemas.microsoft.com/office/drawing/2014/main" id="{71AB6138-3E5B-476F-975C-41E0A01074ED}"/>
                  </a:ext>
                </a:extLst>
              </p:cNvPr>
              <p:cNvSpPr>
                <a:spLocks noChangeAspect="1" noChangeArrowheads="1"/>
              </p:cNvSpPr>
              <p:nvPr/>
            </p:nvSpPr>
            <p:spPr bwMode="auto">
              <a:xfrm>
                <a:off x="4441" y="3296"/>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grpSp>
        <p:grpSp>
          <p:nvGrpSpPr>
            <p:cNvPr id="406575" name="Group 70">
              <a:extLst>
                <a:ext uri="{FF2B5EF4-FFF2-40B4-BE49-F238E27FC236}">
                  <a16:creationId xmlns:a16="http://schemas.microsoft.com/office/drawing/2014/main" id="{4BBDA43E-D3C4-422C-B0F1-62040A52BDEE}"/>
                </a:ext>
              </a:extLst>
            </p:cNvPr>
            <p:cNvGrpSpPr>
              <a:grpSpLocks/>
            </p:cNvGrpSpPr>
            <p:nvPr/>
          </p:nvGrpSpPr>
          <p:grpSpPr bwMode="auto">
            <a:xfrm flipH="1">
              <a:off x="5159" y="2887"/>
              <a:ext cx="126" cy="46"/>
              <a:chOff x="7171" y="2751"/>
              <a:chExt cx="315" cy="116"/>
            </a:xfrm>
          </p:grpSpPr>
          <p:sp>
            <p:nvSpPr>
              <p:cNvPr id="406590" name="Line 71">
                <a:extLst>
                  <a:ext uri="{FF2B5EF4-FFF2-40B4-BE49-F238E27FC236}">
                    <a16:creationId xmlns:a16="http://schemas.microsoft.com/office/drawing/2014/main" id="{4EAB133E-CA03-42E0-A6B5-90A354BB3F5B}"/>
                  </a:ext>
                </a:extLst>
              </p:cNvPr>
              <p:cNvSpPr>
                <a:spLocks noChangeShapeType="1"/>
              </p:cNvSpPr>
              <p:nvPr/>
            </p:nvSpPr>
            <p:spPr bwMode="auto">
              <a:xfrm>
                <a:off x="7171"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91" name="Line 72">
                <a:extLst>
                  <a:ext uri="{FF2B5EF4-FFF2-40B4-BE49-F238E27FC236}">
                    <a16:creationId xmlns:a16="http://schemas.microsoft.com/office/drawing/2014/main" id="{B8EB5006-ED78-4057-8EF4-C4718DB2FD61}"/>
                  </a:ext>
                </a:extLst>
              </p:cNvPr>
              <p:cNvSpPr>
                <a:spLocks noChangeShapeType="1"/>
              </p:cNvSpPr>
              <p:nvPr/>
            </p:nvSpPr>
            <p:spPr bwMode="auto">
              <a:xfrm>
                <a:off x="7171"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grpSp>
          <p:nvGrpSpPr>
            <p:cNvPr id="406576" name="Group 73">
              <a:extLst>
                <a:ext uri="{FF2B5EF4-FFF2-40B4-BE49-F238E27FC236}">
                  <a16:creationId xmlns:a16="http://schemas.microsoft.com/office/drawing/2014/main" id="{0B05AAE6-4D89-4201-A69F-66C31B4B7CE5}"/>
                </a:ext>
              </a:extLst>
            </p:cNvPr>
            <p:cNvGrpSpPr>
              <a:grpSpLocks/>
            </p:cNvGrpSpPr>
            <p:nvPr/>
          </p:nvGrpSpPr>
          <p:grpSpPr bwMode="auto">
            <a:xfrm flipH="1">
              <a:off x="5161" y="3138"/>
              <a:ext cx="126" cy="46"/>
              <a:chOff x="7224" y="2751"/>
              <a:chExt cx="315" cy="116"/>
            </a:xfrm>
          </p:grpSpPr>
          <p:sp>
            <p:nvSpPr>
              <p:cNvPr id="406588" name="Line 74">
                <a:extLst>
                  <a:ext uri="{FF2B5EF4-FFF2-40B4-BE49-F238E27FC236}">
                    <a16:creationId xmlns:a16="http://schemas.microsoft.com/office/drawing/2014/main" id="{72F27CD7-7DE0-4C58-B44B-7A29F502B188}"/>
                  </a:ext>
                </a:extLst>
              </p:cNvPr>
              <p:cNvSpPr>
                <a:spLocks noChangeShapeType="1"/>
              </p:cNvSpPr>
              <p:nvPr/>
            </p:nvSpPr>
            <p:spPr bwMode="auto">
              <a:xfrm>
                <a:off x="7224"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89" name="Line 75">
                <a:extLst>
                  <a:ext uri="{FF2B5EF4-FFF2-40B4-BE49-F238E27FC236}">
                    <a16:creationId xmlns:a16="http://schemas.microsoft.com/office/drawing/2014/main" id="{7A3C936A-DE22-41DF-80B0-28C2531E15C3}"/>
                  </a:ext>
                </a:extLst>
              </p:cNvPr>
              <p:cNvSpPr>
                <a:spLocks noChangeShapeType="1"/>
              </p:cNvSpPr>
              <p:nvPr/>
            </p:nvSpPr>
            <p:spPr bwMode="auto">
              <a:xfrm>
                <a:off x="7224"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sp>
          <p:nvSpPr>
            <p:cNvPr id="406577" name="Line 76">
              <a:extLst>
                <a:ext uri="{FF2B5EF4-FFF2-40B4-BE49-F238E27FC236}">
                  <a16:creationId xmlns:a16="http://schemas.microsoft.com/office/drawing/2014/main" id="{1767EDC5-9659-49FB-84F9-2DA27089E1D8}"/>
                </a:ext>
              </a:extLst>
            </p:cNvPr>
            <p:cNvSpPr>
              <a:spLocks noChangeShapeType="1"/>
            </p:cNvSpPr>
            <p:nvPr/>
          </p:nvSpPr>
          <p:spPr bwMode="auto">
            <a:xfrm flipH="1">
              <a:off x="5223" y="2933"/>
              <a:ext cx="0" cy="20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78" name="Freeform 77">
              <a:extLst>
                <a:ext uri="{FF2B5EF4-FFF2-40B4-BE49-F238E27FC236}">
                  <a16:creationId xmlns:a16="http://schemas.microsoft.com/office/drawing/2014/main" id="{B86411B0-379E-4350-B20D-9C83C98490B7}"/>
                </a:ext>
              </a:extLst>
            </p:cNvPr>
            <p:cNvSpPr>
              <a:spLocks/>
            </p:cNvSpPr>
            <p:nvPr/>
          </p:nvSpPr>
          <p:spPr bwMode="auto">
            <a:xfrm flipH="1">
              <a:off x="5222" y="2762"/>
              <a:ext cx="293" cy="125"/>
            </a:xfrm>
            <a:custGeom>
              <a:avLst/>
              <a:gdLst>
                <a:gd name="T0" fmla="*/ 1 w 735"/>
                <a:gd name="T1" fmla="*/ 0 h 312"/>
                <a:gd name="T2" fmla="*/ 1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312"/>
                  </a:moveTo>
                  <a:lnTo>
                    <a:pt x="735" y="0"/>
                  </a:lnTo>
                  <a:lnTo>
                    <a:pt x="0" y="0"/>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79" name="Freeform 78">
              <a:extLst>
                <a:ext uri="{FF2B5EF4-FFF2-40B4-BE49-F238E27FC236}">
                  <a16:creationId xmlns:a16="http://schemas.microsoft.com/office/drawing/2014/main" id="{CC569C8D-D2AF-422E-9102-8DA8AD677B88}"/>
                </a:ext>
              </a:extLst>
            </p:cNvPr>
            <p:cNvSpPr>
              <a:spLocks/>
            </p:cNvSpPr>
            <p:nvPr/>
          </p:nvSpPr>
          <p:spPr bwMode="auto">
            <a:xfrm flipH="1">
              <a:off x="5223" y="3185"/>
              <a:ext cx="293" cy="125"/>
            </a:xfrm>
            <a:custGeom>
              <a:avLst/>
              <a:gdLst>
                <a:gd name="T0" fmla="*/ 1 w 735"/>
                <a:gd name="T1" fmla="*/ 0 h 312"/>
                <a:gd name="T2" fmla="*/ 1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0"/>
                  </a:moveTo>
                  <a:lnTo>
                    <a:pt x="735" y="312"/>
                  </a:lnTo>
                  <a:lnTo>
                    <a:pt x="0" y="312"/>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80" name="Oval 79">
              <a:extLst>
                <a:ext uri="{FF2B5EF4-FFF2-40B4-BE49-F238E27FC236}">
                  <a16:creationId xmlns:a16="http://schemas.microsoft.com/office/drawing/2014/main" id="{0C2F170C-1313-4FCD-AAE8-94E9C36771BA}"/>
                </a:ext>
              </a:extLst>
            </p:cNvPr>
            <p:cNvSpPr>
              <a:spLocks noChangeAspect="1" noChangeArrowheads="1"/>
            </p:cNvSpPr>
            <p:nvPr/>
          </p:nvSpPr>
          <p:spPr bwMode="auto">
            <a:xfrm flipH="1">
              <a:off x="5518" y="2746"/>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81" name="Oval 80">
              <a:extLst>
                <a:ext uri="{FF2B5EF4-FFF2-40B4-BE49-F238E27FC236}">
                  <a16:creationId xmlns:a16="http://schemas.microsoft.com/office/drawing/2014/main" id="{96EB0812-5487-4161-B35C-C14CD48307B9}"/>
                </a:ext>
              </a:extLst>
            </p:cNvPr>
            <p:cNvSpPr>
              <a:spLocks noChangeAspect="1" noChangeArrowheads="1"/>
            </p:cNvSpPr>
            <p:nvPr/>
          </p:nvSpPr>
          <p:spPr bwMode="auto">
            <a:xfrm flipH="1">
              <a:off x="5521" y="3294"/>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82" name="Text Box 81">
              <a:extLst>
                <a:ext uri="{FF2B5EF4-FFF2-40B4-BE49-F238E27FC236}">
                  <a16:creationId xmlns:a16="http://schemas.microsoft.com/office/drawing/2014/main" id="{F787DE0E-DAC3-416A-9529-AB8604F63064}"/>
                </a:ext>
              </a:extLst>
            </p:cNvPr>
            <p:cNvSpPr txBox="1">
              <a:spLocks noChangeArrowheads="1"/>
            </p:cNvSpPr>
            <p:nvPr/>
          </p:nvSpPr>
          <p:spPr bwMode="auto">
            <a:xfrm>
              <a:off x="4863" y="3108"/>
              <a:ext cx="131"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A</a:t>
              </a:r>
            </a:p>
          </p:txBody>
        </p:sp>
        <p:sp>
          <p:nvSpPr>
            <p:cNvPr id="406583" name="Text Box 82">
              <a:extLst>
                <a:ext uri="{FF2B5EF4-FFF2-40B4-BE49-F238E27FC236}">
                  <a16:creationId xmlns:a16="http://schemas.microsoft.com/office/drawing/2014/main" id="{9338D33D-9849-4370-9FA6-8D3530D50B17}"/>
                </a:ext>
              </a:extLst>
            </p:cNvPr>
            <p:cNvSpPr txBox="1">
              <a:spLocks noChangeArrowheads="1"/>
            </p:cNvSpPr>
            <p:nvPr/>
          </p:nvSpPr>
          <p:spPr bwMode="auto">
            <a:xfrm>
              <a:off x="4850" y="2855"/>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L</a:t>
              </a:r>
            </a:p>
          </p:txBody>
        </p:sp>
        <p:sp>
          <p:nvSpPr>
            <p:cNvPr id="406584" name="Text Box 83">
              <a:extLst>
                <a:ext uri="{FF2B5EF4-FFF2-40B4-BE49-F238E27FC236}">
                  <a16:creationId xmlns:a16="http://schemas.microsoft.com/office/drawing/2014/main" id="{2B7D933E-B144-459A-8664-11BDE6FEE851}"/>
                </a:ext>
              </a:extLst>
            </p:cNvPr>
            <p:cNvSpPr txBox="1">
              <a:spLocks noChangeArrowheads="1"/>
            </p:cNvSpPr>
            <p:nvPr/>
          </p:nvSpPr>
          <p:spPr bwMode="auto">
            <a:xfrm>
              <a:off x="5446" y="2967"/>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H</a:t>
              </a:r>
            </a:p>
          </p:txBody>
        </p:sp>
        <p:sp>
          <p:nvSpPr>
            <p:cNvPr id="406585" name="Text Box 84">
              <a:extLst>
                <a:ext uri="{FF2B5EF4-FFF2-40B4-BE49-F238E27FC236}">
                  <a16:creationId xmlns:a16="http://schemas.microsoft.com/office/drawing/2014/main" id="{960B9344-6B59-434A-9673-05ABBA90AEAD}"/>
                </a:ext>
              </a:extLst>
            </p:cNvPr>
            <p:cNvSpPr txBox="1">
              <a:spLocks noChangeArrowheads="1"/>
            </p:cNvSpPr>
            <p:nvPr/>
          </p:nvSpPr>
          <p:spPr bwMode="auto">
            <a:xfrm>
              <a:off x="4404" y="2964"/>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0</a:t>
              </a:r>
            </a:p>
          </p:txBody>
        </p:sp>
        <p:sp>
          <p:nvSpPr>
            <p:cNvPr id="406586" name="Text Box 85">
              <a:extLst>
                <a:ext uri="{FF2B5EF4-FFF2-40B4-BE49-F238E27FC236}">
                  <a16:creationId xmlns:a16="http://schemas.microsoft.com/office/drawing/2014/main" id="{AA3D119D-1E41-49FD-9CED-F1CC84B506FD}"/>
                </a:ext>
              </a:extLst>
            </p:cNvPr>
            <p:cNvSpPr txBox="1">
              <a:spLocks noChangeArrowheads="1"/>
            </p:cNvSpPr>
            <p:nvPr/>
          </p:nvSpPr>
          <p:spPr bwMode="auto">
            <a:xfrm>
              <a:off x="5033" y="3108"/>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0</a:t>
              </a:r>
            </a:p>
          </p:txBody>
        </p:sp>
        <p:sp>
          <p:nvSpPr>
            <p:cNvPr id="406587" name="Text Box 86">
              <a:extLst>
                <a:ext uri="{FF2B5EF4-FFF2-40B4-BE49-F238E27FC236}">
                  <a16:creationId xmlns:a16="http://schemas.microsoft.com/office/drawing/2014/main" id="{88567E9F-158B-40AB-96AA-89AC09AA7A7F}"/>
                </a:ext>
              </a:extLst>
            </p:cNvPr>
            <p:cNvSpPr txBox="1">
              <a:spLocks noChangeArrowheads="1"/>
            </p:cNvSpPr>
            <p:nvPr/>
          </p:nvSpPr>
          <p:spPr bwMode="auto">
            <a:xfrm>
              <a:off x="5023" y="2852"/>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A</a:t>
              </a:r>
            </a:p>
          </p:txBody>
        </p:sp>
      </p:grpSp>
      <p:sp>
        <p:nvSpPr>
          <p:cNvPr id="406534" name="Text Box 87">
            <a:extLst>
              <a:ext uri="{FF2B5EF4-FFF2-40B4-BE49-F238E27FC236}">
                <a16:creationId xmlns:a16="http://schemas.microsoft.com/office/drawing/2014/main" id="{05EDCDF9-EFD1-4AE0-95BE-4BC7E5FC88FC}"/>
              </a:ext>
            </a:extLst>
          </p:cNvPr>
          <p:cNvSpPr txBox="1">
            <a:spLocks noChangeArrowheads="1"/>
          </p:cNvSpPr>
          <p:nvPr/>
        </p:nvSpPr>
        <p:spPr bwMode="auto">
          <a:xfrm>
            <a:off x="136525" y="4953000"/>
            <a:ext cx="1150938"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lang="zh-CN" altLang="en-US" sz="2000" b="1">
                <a:solidFill>
                  <a:srgbClr val="000000"/>
                </a:solidFill>
                <a:latin typeface="楷体_GB2312" pitchFamily="49" charset="-122"/>
              </a:rPr>
              <a:t>等效电路</a:t>
            </a:r>
            <a:endParaRPr lang="zh-CN" altLang="en-US" sz="2200" b="1">
              <a:solidFill>
                <a:srgbClr val="000000"/>
              </a:solidFill>
              <a:latin typeface="楷体_GB2312" pitchFamily="49" charset="-122"/>
            </a:endParaRPr>
          </a:p>
        </p:txBody>
      </p:sp>
      <p:grpSp>
        <p:nvGrpSpPr>
          <p:cNvPr id="406535" name="Group 88">
            <a:extLst>
              <a:ext uri="{FF2B5EF4-FFF2-40B4-BE49-F238E27FC236}">
                <a16:creationId xmlns:a16="http://schemas.microsoft.com/office/drawing/2014/main" id="{D255916F-351F-428C-920C-360CE02E7B37}"/>
              </a:ext>
            </a:extLst>
          </p:cNvPr>
          <p:cNvGrpSpPr>
            <a:grpSpLocks/>
          </p:cNvGrpSpPr>
          <p:nvPr/>
        </p:nvGrpSpPr>
        <p:grpSpPr bwMode="auto">
          <a:xfrm>
            <a:off x="250825" y="981075"/>
            <a:ext cx="3960813" cy="3455988"/>
            <a:chOff x="2312" y="2064"/>
            <a:chExt cx="1933" cy="1156"/>
          </a:xfrm>
        </p:grpSpPr>
        <p:sp>
          <p:nvSpPr>
            <p:cNvPr id="406539" name="Rectangle 89" descr="大纸屑">
              <a:extLst>
                <a:ext uri="{FF2B5EF4-FFF2-40B4-BE49-F238E27FC236}">
                  <a16:creationId xmlns:a16="http://schemas.microsoft.com/office/drawing/2014/main" id="{DC448AD9-4325-4E93-BC54-BAAF9295FCB8}"/>
                </a:ext>
              </a:extLst>
            </p:cNvPr>
            <p:cNvSpPr>
              <a:spLocks noChangeArrowheads="1"/>
            </p:cNvSpPr>
            <p:nvPr/>
          </p:nvSpPr>
          <p:spPr bwMode="auto">
            <a:xfrm>
              <a:off x="2607" y="2252"/>
              <a:ext cx="1428" cy="750"/>
            </a:xfrm>
            <a:prstGeom prst="rect">
              <a:avLst/>
            </a:prstGeom>
            <a:pattFill prst="lgConfetti">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40" name="Freeform 90">
              <a:extLst>
                <a:ext uri="{FF2B5EF4-FFF2-40B4-BE49-F238E27FC236}">
                  <a16:creationId xmlns:a16="http://schemas.microsoft.com/office/drawing/2014/main" id="{E9F7C9E5-A0D4-470E-B7A8-30279663B091}"/>
                </a:ext>
              </a:extLst>
            </p:cNvPr>
            <p:cNvSpPr>
              <a:spLocks/>
            </p:cNvSpPr>
            <p:nvPr/>
          </p:nvSpPr>
          <p:spPr bwMode="auto">
            <a:xfrm>
              <a:off x="2727" y="2417"/>
              <a:ext cx="1152" cy="424"/>
            </a:xfrm>
            <a:custGeom>
              <a:avLst/>
              <a:gdLst>
                <a:gd name="T0" fmla="*/ 0 w 2880"/>
                <a:gd name="T1" fmla="*/ 1 h 1057"/>
                <a:gd name="T2" fmla="*/ 1 w 2880"/>
                <a:gd name="T3" fmla="*/ 0 h 1057"/>
                <a:gd name="T4" fmla="*/ 2 w 2880"/>
                <a:gd name="T5" fmla="*/ 0 h 1057"/>
                <a:gd name="T6" fmla="*/ 4 w 2880"/>
                <a:gd name="T7" fmla="*/ 0 h 1057"/>
                <a:gd name="T8" fmla="*/ 5 w 2880"/>
                <a:gd name="T9" fmla="*/ 1 h 1057"/>
                <a:gd name="T10" fmla="*/ 4 w 2880"/>
                <a:gd name="T11" fmla="*/ 2 h 1057"/>
                <a:gd name="T12" fmla="*/ 2 w 2880"/>
                <a:gd name="T13" fmla="*/ 2 h 1057"/>
                <a:gd name="T14" fmla="*/ 1 w 2880"/>
                <a:gd name="T15" fmla="*/ 2 h 1057"/>
                <a:gd name="T16" fmla="*/ 0 w 2880"/>
                <a:gd name="T17" fmla="*/ 1 h 1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880" h="1057">
                  <a:moveTo>
                    <a:pt x="0" y="521"/>
                  </a:moveTo>
                  <a:cubicBezTo>
                    <a:pt x="45" y="472"/>
                    <a:pt x="447" y="222"/>
                    <a:pt x="690" y="135"/>
                  </a:cubicBezTo>
                  <a:cubicBezTo>
                    <a:pt x="933" y="48"/>
                    <a:pt x="1204" y="0"/>
                    <a:pt x="1459" y="0"/>
                  </a:cubicBezTo>
                  <a:cubicBezTo>
                    <a:pt x="1714" y="0"/>
                    <a:pt x="1983" y="48"/>
                    <a:pt x="2220" y="135"/>
                  </a:cubicBezTo>
                  <a:cubicBezTo>
                    <a:pt x="2457" y="222"/>
                    <a:pt x="2830" y="458"/>
                    <a:pt x="2880" y="525"/>
                  </a:cubicBezTo>
                  <a:cubicBezTo>
                    <a:pt x="2818" y="581"/>
                    <a:pt x="2494" y="812"/>
                    <a:pt x="2258" y="900"/>
                  </a:cubicBezTo>
                  <a:cubicBezTo>
                    <a:pt x="2022" y="988"/>
                    <a:pt x="1725" y="1049"/>
                    <a:pt x="1466" y="1053"/>
                  </a:cubicBezTo>
                  <a:cubicBezTo>
                    <a:pt x="1207" y="1057"/>
                    <a:pt x="949" y="1011"/>
                    <a:pt x="705" y="922"/>
                  </a:cubicBezTo>
                  <a:cubicBezTo>
                    <a:pt x="461" y="833"/>
                    <a:pt x="41" y="566"/>
                    <a:pt x="0" y="521"/>
                  </a:cubicBezTo>
                  <a:close/>
                </a:path>
              </a:pathLst>
            </a:custGeom>
            <a:solidFill>
              <a:srgbClr val="FFFFFF"/>
            </a:solidFill>
            <a:ln w="19050" cmpd="sng">
              <a:solidFill>
                <a:srgbClr val="000000"/>
              </a:solidFill>
              <a:round/>
              <a:headEnd/>
              <a:tailEnd/>
            </a:ln>
          </p:spPr>
          <p:txBody>
            <a:bodyPr/>
            <a:lstStyle/>
            <a:p>
              <a:endParaRPr lang="zh-CN" altLang="en-US"/>
            </a:p>
          </p:txBody>
        </p:sp>
        <p:sp>
          <p:nvSpPr>
            <p:cNvPr id="406541" name="Line 91">
              <a:extLst>
                <a:ext uri="{FF2B5EF4-FFF2-40B4-BE49-F238E27FC236}">
                  <a16:creationId xmlns:a16="http://schemas.microsoft.com/office/drawing/2014/main" id="{B990C6CB-F448-40D5-933A-D36F808DFF6C}"/>
                </a:ext>
              </a:extLst>
            </p:cNvPr>
            <p:cNvSpPr>
              <a:spLocks noChangeShapeType="1"/>
            </p:cNvSpPr>
            <p:nvPr/>
          </p:nvSpPr>
          <p:spPr bwMode="auto">
            <a:xfrm>
              <a:off x="2397" y="2627"/>
              <a:ext cx="18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6542" name="Line 92">
              <a:extLst>
                <a:ext uri="{FF2B5EF4-FFF2-40B4-BE49-F238E27FC236}">
                  <a16:creationId xmlns:a16="http://schemas.microsoft.com/office/drawing/2014/main" id="{FD897266-5F48-4476-836A-948BB6BAF96B}"/>
                </a:ext>
              </a:extLst>
            </p:cNvPr>
            <p:cNvSpPr>
              <a:spLocks noChangeShapeType="1"/>
            </p:cNvSpPr>
            <p:nvPr/>
          </p:nvSpPr>
          <p:spPr bwMode="auto">
            <a:xfrm>
              <a:off x="2733" y="2627"/>
              <a:ext cx="1134"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6543" name="Freeform 93">
              <a:extLst>
                <a:ext uri="{FF2B5EF4-FFF2-40B4-BE49-F238E27FC236}">
                  <a16:creationId xmlns:a16="http://schemas.microsoft.com/office/drawing/2014/main" id="{31486475-CD84-4088-8383-95E9F730CC12}"/>
                </a:ext>
              </a:extLst>
            </p:cNvPr>
            <p:cNvSpPr>
              <a:spLocks/>
            </p:cNvSpPr>
            <p:nvPr/>
          </p:nvSpPr>
          <p:spPr bwMode="auto">
            <a:xfrm>
              <a:off x="2729" y="2527"/>
              <a:ext cx="1149" cy="98"/>
            </a:xfrm>
            <a:custGeom>
              <a:avLst/>
              <a:gdLst>
                <a:gd name="T0" fmla="*/ 0 w 2871"/>
                <a:gd name="T1" fmla="*/ 0 h 243"/>
                <a:gd name="T2" fmla="*/ 2 w 2871"/>
                <a:gd name="T3" fmla="*/ 0 h 243"/>
                <a:gd name="T4" fmla="*/ 5 w 2871"/>
                <a:gd name="T5" fmla="*/ 0 h 243"/>
                <a:gd name="T6" fmla="*/ 0 60000 65536"/>
                <a:gd name="T7" fmla="*/ 0 60000 65536"/>
                <a:gd name="T8" fmla="*/ 0 60000 65536"/>
              </a:gdLst>
              <a:ahLst/>
              <a:cxnLst>
                <a:cxn ang="T6">
                  <a:pos x="T0" y="T1"/>
                </a:cxn>
                <a:cxn ang="T7">
                  <a:pos x="T2" y="T3"/>
                </a:cxn>
                <a:cxn ang="T8">
                  <a:pos x="T4" y="T5"/>
                </a:cxn>
              </a:cxnLst>
              <a:rect l="0" t="0" r="r" b="b"/>
              <a:pathLst>
                <a:path w="2871" h="243">
                  <a:moveTo>
                    <a:pt x="0" y="243"/>
                  </a:moveTo>
                  <a:cubicBezTo>
                    <a:pt x="244" y="202"/>
                    <a:pt x="988" y="0"/>
                    <a:pt x="1466" y="0"/>
                  </a:cubicBezTo>
                  <a:cubicBezTo>
                    <a:pt x="1944" y="0"/>
                    <a:pt x="2578" y="192"/>
                    <a:pt x="2871" y="243"/>
                  </a:cubicBez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544" name="Rectangle 94">
              <a:extLst>
                <a:ext uri="{FF2B5EF4-FFF2-40B4-BE49-F238E27FC236}">
                  <a16:creationId xmlns:a16="http://schemas.microsoft.com/office/drawing/2014/main" id="{1C5AC1CE-1620-42AD-87D2-D6CACF88502D}"/>
                </a:ext>
              </a:extLst>
            </p:cNvPr>
            <p:cNvSpPr>
              <a:spLocks noChangeArrowheads="1"/>
            </p:cNvSpPr>
            <p:nvPr/>
          </p:nvSpPr>
          <p:spPr bwMode="auto">
            <a:xfrm>
              <a:off x="3277" y="2836"/>
              <a:ext cx="84" cy="166"/>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45" name="Rectangle 95">
              <a:extLst>
                <a:ext uri="{FF2B5EF4-FFF2-40B4-BE49-F238E27FC236}">
                  <a16:creationId xmlns:a16="http://schemas.microsoft.com/office/drawing/2014/main" id="{56CC956F-4368-438A-BCE0-3062094C68D3}"/>
                </a:ext>
              </a:extLst>
            </p:cNvPr>
            <p:cNvSpPr>
              <a:spLocks noChangeArrowheads="1"/>
            </p:cNvSpPr>
            <p:nvPr/>
          </p:nvSpPr>
          <p:spPr bwMode="auto">
            <a:xfrm>
              <a:off x="3273" y="2252"/>
              <a:ext cx="84" cy="166"/>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46" name="Rectangle 96">
              <a:extLst>
                <a:ext uri="{FF2B5EF4-FFF2-40B4-BE49-F238E27FC236}">
                  <a16:creationId xmlns:a16="http://schemas.microsoft.com/office/drawing/2014/main" id="{6FE0E5B3-83BA-4994-8C2F-B8F4DD074D68}"/>
                </a:ext>
              </a:extLst>
            </p:cNvPr>
            <p:cNvSpPr>
              <a:spLocks noChangeArrowheads="1"/>
            </p:cNvSpPr>
            <p:nvPr/>
          </p:nvSpPr>
          <p:spPr bwMode="auto">
            <a:xfrm>
              <a:off x="3281" y="2824"/>
              <a:ext cx="77" cy="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47" name="Rectangle 97">
              <a:extLst>
                <a:ext uri="{FF2B5EF4-FFF2-40B4-BE49-F238E27FC236}">
                  <a16:creationId xmlns:a16="http://schemas.microsoft.com/office/drawing/2014/main" id="{B63FBB1E-84B9-45FE-86EC-656CF0D5AA26}"/>
                </a:ext>
              </a:extLst>
            </p:cNvPr>
            <p:cNvSpPr>
              <a:spLocks noChangeArrowheads="1"/>
            </p:cNvSpPr>
            <p:nvPr/>
          </p:nvSpPr>
          <p:spPr bwMode="auto">
            <a:xfrm>
              <a:off x="3276" y="2413"/>
              <a:ext cx="77" cy="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48" name="Line 98">
              <a:extLst>
                <a:ext uri="{FF2B5EF4-FFF2-40B4-BE49-F238E27FC236}">
                  <a16:creationId xmlns:a16="http://schemas.microsoft.com/office/drawing/2014/main" id="{8E4DFC98-499F-4C7E-A067-01ED8955EC1A}"/>
                </a:ext>
              </a:extLst>
            </p:cNvPr>
            <p:cNvSpPr>
              <a:spLocks noChangeShapeType="1"/>
            </p:cNvSpPr>
            <p:nvPr/>
          </p:nvSpPr>
          <p:spPr bwMode="auto">
            <a:xfrm>
              <a:off x="3363" y="2417"/>
              <a:ext cx="88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6549" name="Line 99">
              <a:extLst>
                <a:ext uri="{FF2B5EF4-FFF2-40B4-BE49-F238E27FC236}">
                  <a16:creationId xmlns:a16="http://schemas.microsoft.com/office/drawing/2014/main" id="{1CEE03DA-38B3-413F-84F4-A282F84F9EEF}"/>
                </a:ext>
              </a:extLst>
            </p:cNvPr>
            <p:cNvSpPr>
              <a:spLocks noChangeShapeType="1"/>
            </p:cNvSpPr>
            <p:nvPr/>
          </p:nvSpPr>
          <p:spPr bwMode="auto">
            <a:xfrm flipH="1" flipV="1">
              <a:off x="2397" y="2525"/>
              <a:ext cx="8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6550" name="Text Box 100">
              <a:extLst>
                <a:ext uri="{FF2B5EF4-FFF2-40B4-BE49-F238E27FC236}">
                  <a16:creationId xmlns:a16="http://schemas.microsoft.com/office/drawing/2014/main" id="{17284B78-5E50-4C45-AD2C-5A4728D88410}"/>
                </a:ext>
              </a:extLst>
            </p:cNvPr>
            <p:cNvSpPr txBox="1">
              <a:spLocks noChangeArrowheads="1"/>
            </p:cNvSpPr>
            <p:nvPr/>
          </p:nvSpPr>
          <p:spPr bwMode="auto">
            <a:xfrm>
              <a:off x="2312" y="2455"/>
              <a:ext cx="2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h</a:t>
              </a:r>
              <a:r>
                <a:rPr lang="en-US" altLang="zh-CN" sz="1400" b="1" baseline="-25000">
                  <a:solidFill>
                    <a:srgbClr val="000000"/>
                  </a:solidFill>
                  <a:ea typeface="宋体" panose="02010600030101010101" pitchFamily="2" charset="-122"/>
                </a:rPr>
                <a:t>max</a:t>
              </a:r>
              <a:endParaRPr lang="en-US" altLang="zh-CN" sz="1200" baseline="-25000">
                <a:solidFill>
                  <a:srgbClr val="000000"/>
                </a:solidFill>
                <a:ea typeface="宋体" panose="02010600030101010101" pitchFamily="2" charset="-122"/>
              </a:endParaRPr>
            </a:p>
          </p:txBody>
        </p:sp>
        <p:sp>
          <p:nvSpPr>
            <p:cNvPr id="406551" name="Text Box 101">
              <a:extLst>
                <a:ext uri="{FF2B5EF4-FFF2-40B4-BE49-F238E27FC236}">
                  <a16:creationId xmlns:a16="http://schemas.microsoft.com/office/drawing/2014/main" id="{D64913C9-B7E7-4EEF-94D8-4C6900765DEC}"/>
                </a:ext>
              </a:extLst>
            </p:cNvPr>
            <p:cNvSpPr txBox="1">
              <a:spLocks noChangeArrowheads="1"/>
            </p:cNvSpPr>
            <p:nvPr/>
          </p:nvSpPr>
          <p:spPr bwMode="auto">
            <a:xfrm>
              <a:off x="4087" y="2454"/>
              <a:ext cx="131"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d</a:t>
              </a:r>
              <a:r>
                <a:rPr lang="en-US" altLang="zh-CN" sz="1400" b="1" baseline="-25000">
                  <a:solidFill>
                    <a:srgbClr val="000000"/>
                  </a:solidFill>
                  <a:ea typeface="宋体" panose="02010600030101010101" pitchFamily="2" charset="-122"/>
                </a:rPr>
                <a:t>0</a:t>
              </a:r>
              <a:endParaRPr lang="en-US" altLang="zh-CN" sz="1200" baseline="-25000">
                <a:solidFill>
                  <a:srgbClr val="000000"/>
                </a:solidFill>
                <a:ea typeface="宋体" panose="02010600030101010101" pitchFamily="2" charset="-122"/>
              </a:endParaRPr>
            </a:p>
          </p:txBody>
        </p:sp>
        <p:sp>
          <p:nvSpPr>
            <p:cNvPr id="406552" name="Text Box 102">
              <a:extLst>
                <a:ext uri="{FF2B5EF4-FFF2-40B4-BE49-F238E27FC236}">
                  <a16:creationId xmlns:a16="http://schemas.microsoft.com/office/drawing/2014/main" id="{B359CC4F-4463-440D-84D5-A1B75E9CCC3C}"/>
                </a:ext>
              </a:extLst>
            </p:cNvPr>
            <p:cNvSpPr txBox="1">
              <a:spLocks noChangeArrowheads="1"/>
            </p:cNvSpPr>
            <p:nvPr/>
          </p:nvSpPr>
          <p:spPr bwMode="auto">
            <a:xfrm>
              <a:off x="2694" y="2064"/>
              <a:ext cx="13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A</a:t>
              </a:r>
              <a:endParaRPr lang="en-US" altLang="zh-CN" sz="1400" baseline="-25000">
                <a:solidFill>
                  <a:srgbClr val="000000"/>
                </a:solidFill>
                <a:ea typeface="宋体" panose="02010600030101010101" pitchFamily="2" charset="-122"/>
              </a:endParaRPr>
            </a:p>
          </p:txBody>
        </p:sp>
        <p:sp>
          <p:nvSpPr>
            <p:cNvPr id="406553" name="Text Box 103">
              <a:extLst>
                <a:ext uri="{FF2B5EF4-FFF2-40B4-BE49-F238E27FC236}">
                  <a16:creationId xmlns:a16="http://schemas.microsoft.com/office/drawing/2014/main" id="{8810B09E-28BF-49DF-A3F2-1879F64B14E3}"/>
                </a:ext>
              </a:extLst>
            </p:cNvPr>
            <p:cNvSpPr txBox="1">
              <a:spLocks noChangeArrowheads="1"/>
            </p:cNvSpPr>
            <p:nvPr/>
          </p:nvSpPr>
          <p:spPr bwMode="auto">
            <a:xfrm>
              <a:off x="3741" y="2075"/>
              <a:ext cx="1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L</a:t>
              </a:r>
            </a:p>
          </p:txBody>
        </p:sp>
        <p:sp>
          <p:nvSpPr>
            <p:cNvPr id="406554" name="Text Box 104">
              <a:extLst>
                <a:ext uri="{FF2B5EF4-FFF2-40B4-BE49-F238E27FC236}">
                  <a16:creationId xmlns:a16="http://schemas.microsoft.com/office/drawing/2014/main" id="{1CA02335-8B26-4965-9E10-D0C6892BCCE4}"/>
                </a:ext>
              </a:extLst>
            </p:cNvPr>
            <p:cNvSpPr txBox="1">
              <a:spLocks noChangeArrowheads="1"/>
            </p:cNvSpPr>
            <p:nvPr/>
          </p:nvSpPr>
          <p:spPr bwMode="auto">
            <a:xfrm>
              <a:off x="3741" y="3064"/>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H</a:t>
              </a:r>
            </a:p>
          </p:txBody>
        </p:sp>
        <p:sp>
          <p:nvSpPr>
            <p:cNvPr id="406555" name="Text Box 105">
              <a:extLst>
                <a:ext uri="{FF2B5EF4-FFF2-40B4-BE49-F238E27FC236}">
                  <a16:creationId xmlns:a16="http://schemas.microsoft.com/office/drawing/2014/main" id="{FC99534D-0B68-47B9-AB26-A882321CBA1E}"/>
                </a:ext>
              </a:extLst>
            </p:cNvPr>
            <p:cNvSpPr txBox="1">
              <a:spLocks noChangeArrowheads="1"/>
            </p:cNvSpPr>
            <p:nvPr/>
          </p:nvSpPr>
          <p:spPr bwMode="auto">
            <a:xfrm>
              <a:off x="2789" y="3064"/>
              <a:ext cx="139"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0</a:t>
              </a:r>
            </a:p>
          </p:txBody>
        </p:sp>
        <p:sp>
          <p:nvSpPr>
            <p:cNvPr id="406556" name="Freeform 106">
              <a:extLst>
                <a:ext uri="{FF2B5EF4-FFF2-40B4-BE49-F238E27FC236}">
                  <a16:creationId xmlns:a16="http://schemas.microsoft.com/office/drawing/2014/main" id="{EB82E311-8214-4724-9DB7-3953248A179B}"/>
                </a:ext>
              </a:extLst>
            </p:cNvPr>
            <p:cNvSpPr>
              <a:spLocks/>
            </p:cNvSpPr>
            <p:nvPr/>
          </p:nvSpPr>
          <p:spPr bwMode="auto">
            <a:xfrm>
              <a:off x="2733" y="2190"/>
              <a:ext cx="294" cy="437"/>
            </a:xfrm>
            <a:custGeom>
              <a:avLst/>
              <a:gdLst>
                <a:gd name="T0" fmla="*/ 1 w 735"/>
                <a:gd name="T1" fmla="*/ 2 h 1092"/>
                <a:gd name="T2" fmla="*/ 0 w 735"/>
                <a:gd name="T3" fmla="*/ 0 h 1092"/>
                <a:gd name="T4" fmla="*/ 1 w 735"/>
                <a:gd name="T5" fmla="*/ 2 h 1092"/>
                <a:gd name="T6" fmla="*/ 0 60000 65536"/>
                <a:gd name="T7" fmla="*/ 0 60000 65536"/>
                <a:gd name="T8" fmla="*/ 0 60000 65536"/>
              </a:gdLst>
              <a:ahLst/>
              <a:cxnLst>
                <a:cxn ang="T6">
                  <a:pos x="T0" y="T1"/>
                </a:cxn>
                <a:cxn ang="T7">
                  <a:pos x="T2" y="T3"/>
                </a:cxn>
                <a:cxn ang="T8">
                  <a:pos x="T4" y="T5"/>
                </a:cxn>
              </a:cxnLst>
              <a:rect l="0" t="0" r="r" b="b"/>
              <a:pathLst>
                <a:path w="735" h="1092">
                  <a:moveTo>
                    <a:pt x="525" y="1092"/>
                  </a:moveTo>
                  <a:lnTo>
                    <a:pt x="0" y="0"/>
                  </a:lnTo>
                  <a:lnTo>
                    <a:pt x="735" y="936"/>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557" name="Freeform 107">
              <a:extLst>
                <a:ext uri="{FF2B5EF4-FFF2-40B4-BE49-F238E27FC236}">
                  <a16:creationId xmlns:a16="http://schemas.microsoft.com/office/drawing/2014/main" id="{245A079F-34F6-4F3B-B832-89D47EBFFE6C}"/>
                </a:ext>
              </a:extLst>
            </p:cNvPr>
            <p:cNvSpPr>
              <a:spLocks/>
            </p:cNvSpPr>
            <p:nvPr/>
          </p:nvSpPr>
          <p:spPr bwMode="auto">
            <a:xfrm>
              <a:off x="3569" y="2190"/>
              <a:ext cx="214" cy="375"/>
            </a:xfrm>
            <a:custGeom>
              <a:avLst/>
              <a:gdLst>
                <a:gd name="T0" fmla="*/ 0 w 534"/>
                <a:gd name="T1" fmla="*/ 2 h 936"/>
                <a:gd name="T2" fmla="*/ 1 w 534"/>
                <a:gd name="T3" fmla="*/ 0 h 936"/>
                <a:gd name="T4" fmla="*/ 0 w 534"/>
                <a:gd name="T5" fmla="*/ 1 h 936"/>
                <a:gd name="T6" fmla="*/ 0 60000 65536"/>
                <a:gd name="T7" fmla="*/ 0 60000 65536"/>
                <a:gd name="T8" fmla="*/ 0 60000 65536"/>
              </a:gdLst>
              <a:ahLst/>
              <a:cxnLst>
                <a:cxn ang="T6">
                  <a:pos x="T0" y="T1"/>
                </a:cxn>
                <a:cxn ang="T7">
                  <a:pos x="T2" y="T3"/>
                </a:cxn>
                <a:cxn ang="T8">
                  <a:pos x="T4" y="T5"/>
                </a:cxn>
              </a:cxnLst>
              <a:rect l="0" t="0" r="r" b="b"/>
              <a:pathLst>
                <a:path w="534" h="936">
                  <a:moveTo>
                    <a:pt x="114" y="936"/>
                  </a:moveTo>
                  <a:lnTo>
                    <a:pt x="534" y="0"/>
                  </a:lnTo>
                  <a:lnTo>
                    <a:pt x="0" y="671"/>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558" name="Freeform 108">
              <a:extLst>
                <a:ext uri="{FF2B5EF4-FFF2-40B4-BE49-F238E27FC236}">
                  <a16:creationId xmlns:a16="http://schemas.microsoft.com/office/drawing/2014/main" id="{7FB07A1D-95E8-40F2-A28E-FF93769E28B5}"/>
                </a:ext>
              </a:extLst>
            </p:cNvPr>
            <p:cNvSpPr>
              <a:spLocks/>
            </p:cNvSpPr>
            <p:nvPr/>
          </p:nvSpPr>
          <p:spPr bwMode="auto">
            <a:xfrm>
              <a:off x="3521" y="2561"/>
              <a:ext cx="262" cy="503"/>
            </a:xfrm>
            <a:custGeom>
              <a:avLst/>
              <a:gdLst>
                <a:gd name="T0" fmla="*/ 0 w 654"/>
                <a:gd name="T1" fmla="*/ 0 h 1258"/>
                <a:gd name="T2" fmla="*/ 1 w 654"/>
                <a:gd name="T3" fmla="*/ 2 h 1258"/>
                <a:gd name="T4" fmla="*/ 0 w 654"/>
                <a:gd name="T5" fmla="*/ 1 h 1258"/>
                <a:gd name="T6" fmla="*/ 0 60000 65536"/>
                <a:gd name="T7" fmla="*/ 0 60000 65536"/>
                <a:gd name="T8" fmla="*/ 0 60000 65536"/>
              </a:gdLst>
              <a:ahLst/>
              <a:cxnLst>
                <a:cxn ang="T6">
                  <a:pos x="T0" y="T1"/>
                </a:cxn>
                <a:cxn ang="T7">
                  <a:pos x="T2" y="T3"/>
                </a:cxn>
                <a:cxn ang="T8">
                  <a:pos x="T4" y="T5"/>
                </a:cxn>
              </a:cxnLst>
              <a:rect l="0" t="0" r="r" b="b"/>
              <a:pathLst>
                <a:path w="654" h="1258">
                  <a:moveTo>
                    <a:pt x="128" y="0"/>
                  </a:moveTo>
                  <a:lnTo>
                    <a:pt x="654" y="1258"/>
                  </a:lnTo>
                  <a:lnTo>
                    <a:pt x="0" y="607"/>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559" name="Freeform 109">
              <a:extLst>
                <a:ext uri="{FF2B5EF4-FFF2-40B4-BE49-F238E27FC236}">
                  <a16:creationId xmlns:a16="http://schemas.microsoft.com/office/drawing/2014/main" id="{3D00A7CF-930D-42AB-9912-9EE15BD3EAA4}"/>
                </a:ext>
              </a:extLst>
            </p:cNvPr>
            <p:cNvSpPr>
              <a:spLocks/>
            </p:cNvSpPr>
            <p:nvPr/>
          </p:nvSpPr>
          <p:spPr bwMode="auto">
            <a:xfrm>
              <a:off x="2859" y="2627"/>
              <a:ext cx="210" cy="437"/>
            </a:xfrm>
            <a:custGeom>
              <a:avLst/>
              <a:gdLst>
                <a:gd name="T0" fmla="*/ 0 w 525"/>
                <a:gd name="T1" fmla="*/ 0 h 1092"/>
                <a:gd name="T2" fmla="*/ 0 w 525"/>
                <a:gd name="T3" fmla="*/ 2 h 1092"/>
                <a:gd name="T4" fmla="*/ 1 w 525"/>
                <a:gd name="T5" fmla="*/ 1 h 1092"/>
                <a:gd name="T6" fmla="*/ 0 60000 65536"/>
                <a:gd name="T7" fmla="*/ 0 60000 65536"/>
                <a:gd name="T8" fmla="*/ 0 60000 65536"/>
              </a:gdLst>
              <a:ahLst/>
              <a:cxnLst>
                <a:cxn ang="T6">
                  <a:pos x="T0" y="T1"/>
                </a:cxn>
                <a:cxn ang="T7">
                  <a:pos x="T2" y="T3"/>
                </a:cxn>
                <a:cxn ang="T8">
                  <a:pos x="T4" y="T5"/>
                </a:cxn>
              </a:cxnLst>
              <a:rect l="0" t="0" r="r" b="b"/>
              <a:pathLst>
                <a:path w="525" h="1092">
                  <a:moveTo>
                    <a:pt x="315" y="0"/>
                  </a:moveTo>
                  <a:lnTo>
                    <a:pt x="0" y="1092"/>
                  </a:lnTo>
                  <a:lnTo>
                    <a:pt x="525" y="468"/>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560" name="Text Box 110">
              <a:extLst>
                <a:ext uri="{FF2B5EF4-FFF2-40B4-BE49-F238E27FC236}">
                  <a16:creationId xmlns:a16="http://schemas.microsoft.com/office/drawing/2014/main" id="{4B3BA95B-6181-46B4-BE9E-3C6248156B1E}"/>
                </a:ext>
              </a:extLst>
            </p:cNvPr>
            <p:cNvSpPr txBox="1">
              <a:spLocks noChangeArrowheads="1"/>
            </p:cNvSpPr>
            <p:nvPr/>
          </p:nvSpPr>
          <p:spPr bwMode="auto">
            <a:xfrm>
              <a:off x="3274" y="3064"/>
              <a:ext cx="1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P</a:t>
              </a:r>
              <a:r>
                <a:rPr lang="en-US" altLang="zh-CN" sz="1400" b="1" baseline="-25000">
                  <a:solidFill>
                    <a:srgbClr val="000000"/>
                  </a:solidFill>
                  <a:ea typeface="宋体" panose="02010600030101010101" pitchFamily="2" charset="-122"/>
                </a:rPr>
                <a:t>H</a:t>
              </a:r>
            </a:p>
          </p:txBody>
        </p:sp>
        <p:sp>
          <p:nvSpPr>
            <p:cNvPr id="406561" name="Text Box 111">
              <a:extLst>
                <a:ext uri="{FF2B5EF4-FFF2-40B4-BE49-F238E27FC236}">
                  <a16:creationId xmlns:a16="http://schemas.microsoft.com/office/drawing/2014/main" id="{50244BC5-A54F-46E0-890D-01BD2B856666}"/>
                </a:ext>
              </a:extLst>
            </p:cNvPr>
            <p:cNvSpPr txBox="1">
              <a:spLocks noChangeArrowheads="1"/>
            </p:cNvSpPr>
            <p:nvPr/>
          </p:nvSpPr>
          <p:spPr bwMode="auto">
            <a:xfrm>
              <a:off x="3253" y="2065"/>
              <a:ext cx="1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P</a:t>
              </a:r>
              <a:r>
                <a:rPr lang="en-US" altLang="zh-CN" sz="1400" b="1" baseline="-25000">
                  <a:solidFill>
                    <a:srgbClr val="000000"/>
                  </a:solidFill>
                  <a:ea typeface="宋体" panose="02010600030101010101" pitchFamily="2" charset="-122"/>
                </a:rPr>
                <a:t>L</a:t>
              </a:r>
              <a:endParaRPr lang="en-US" altLang="zh-CN" sz="1200" baseline="-25000">
                <a:solidFill>
                  <a:srgbClr val="000000"/>
                </a:solidFill>
                <a:ea typeface="宋体" panose="02010600030101010101" pitchFamily="2" charset="-122"/>
              </a:endParaRPr>
            </a:p>
          </p:txBody>
        </p:sp>
        <p:sp>
          <p:nvSpPr>
            <p:cNvPr id="406562" name="Line 112">
              <a:extLst>
                <a:ext uri="{FF2B5EF4-FFF2-40B4-BE49-F238E27FC236}">
                  <a16:creationId xmlns:a16="http://schemas.microsoft.com/office/drawing/2014/main" id="{376A8349-DEF9-4890-8285-D2DF5EF41042}"/>
                </a:ext>
              </a:extLst>
            </p:cNvPr>
            <p:cNvSpPr>
              <a:spLocks noChangeShapeType="1"/>
            </p:cNvSpPr>
            <p:nvPr/>
          </p:nvSpPr>
          <p:spPr bwMode="auto">
            <a:xfrm flipV="1">
              <a:off x="3321" y="2689"/>
              <a:ext cx="0" cy="37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6563" name="Freeform 113">
              <a:extLst>
                <a:ext uri="{FF2B5EF4-FFF2-40B4-BE49-F238E27FC236}">
                  <a16:creationId xmlns:a16="http://schemas.microsoft.com/office/drawing/2014/main" id="{BC2E5871-EB95-48F2-8E82-B01776250DF7}"/>
                </a:ext>
              </a:extLst>
            </p:cNvPr>
            <p:cNvSpPr>
              <a:spLocks/>
            </p:cNvSpPr>
            <p:nvPr/>
          </p:nvSpPr>
          <p:spPr bwMode="auto">
            <a:xfrm>
              <a:off x="3317" y="2190"/>
              <a:ext cx="1" cy="299"/>
            </a:xfrm>
            <a:custGeom>
              <a:avLst/>
              <a:gdLst>
                <a:gd name="T0" fmla="*/ 1 w 1"/>
                <a:gd name="T1" fmla="*/ 0 h 746"/>
                <a:gd name="T2" fmla="*/ 0 w 1"/>
                <a:gd name="T3" fmla="*/ 1 h 746"/>
                <a:gd name="T4" fmla="*/ 0 60000 65536"/>
                <a:gd name="T5" fmla="*/ 0 60000 65536"/>
              </a:gdLst>
              <a:ahLst/>
              <a:cxnLst>
                <a:cxn ang="T4">
                  <a:pos x="T0" y="T1"/>
                </a:cxn>
                <a:cxn ang="T5">
                  <a:pos x="T2" y="T3"/>
                </a:cxn>
              </a:cxnLst>
              <a:rect l="0" t="0" r="r" b="b"/>
              <a:pathLst>
                <a:path w="1" h="746">
                  <a:moveTo>
                    <a:pt x="1" y="0"/>
                  </a:moveTo>
                  <a:lnTo>
                    <a:pt x="0" y="746"/>
                  </a:lnTo>
                </a:path>
              </a:pathLst>
            </a:custGeom>
            <a:noFill/>
            <a:ln w="1270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564" name="Line 114">
              <a:extLst>
                <a:ext uri="{FF2B5EF4-FFF2-40B4-BE49-F238E27FC236}">
                  <a16:creationId xmlns:a16="http://schemas.microsoft.com/office/drawing/2014/main" id="{4F72BC48-2975-4487-BC32-E18E95C0E93F}"/>
                </a:ext>
              </a:extLst>
            </p:cNvPr>
            <p:cNvSpPr>
              <a:spLocks noChangeShapeType="1"/>
            </p:cNvSpPr>
            <p:nvPr/>
          </p:nvSpPr>
          <p:spPr bwMode="auto">
            <a:xfrm>
              <a:off x="2459" y="2393"/>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06565" name="Line 115">
              <a:extLst>
                <a:ext uri="{FF2B5EF4-FFF2-40B4-BE49-F238E27FC236}">
                  <a16:creationId xmlns:a16="http://schemas.microsoft.com/office/drawing/2014/main" id="{FBD9C497-1611-45AA-AA0F-F2708DF2E526}"/>
                </a:ext>
              </a:extLst>
            </p:cNvPr>
            <p:cNvSpPr>
              <a:spLocks noChangeShapeType="1"/>
            </p:cNvSpPr>
            <p:nvPr/>
          </p:nvSpPr>
          <p:spPr bwMode="auto">
            <a:xfrm flipV="1">
              <a:off x="2462" y="2627"/>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06566" name="Line 116">
              <a:extLst>
                <a:ext uri="{FF2B5EF4-FFF2-40B4-BE49-F238E27FC236}">
                  <a16:creationId xmlns:a16="http://schemas.microsoft.com/office/drawing/2014/main" id="{1C5DDE69-0ED0-4638-A1B2-F9CF419B9EA2}"/>
                </a:ext>
              </a:extLst>
            </p:cNvPr>
            <p:cNvSpPr>
              <a:spLocks noChangeShapeType="1"/>
            </p:cNvSpPr>
            <p:nvPr/>
          </p:nvSpPr>
          <p:spPr bwMode="auto">
            <a:xfrm>
              <a:off x="4151" y="2284"/>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06567" name="Line 117">
              <a:extLst>
                <a:ext uri="{FF2B5EF4-FFF2-40B4-BE49-F238E27FC236}">
                  <a16:creationId xmlns:a16="http://schemas.microsoft.com/office/drawing/2014/main" id="{189E0DCB-4C4E-4883-8C87-628D64F8C0B1}"/>
                </a:ext>
              </a:extLst>
            </p:cNvPr>
            <p:cNvSpPr>
              <a:spLocks noChangeShapeType="1"/>
            </p:cNvSpPr>
            <p:nvPr/>
          </p:nvSpPr>
          <p:spPr bwMode="auto">
            <a:xfrm flipV="1">
              <a:off x="4155" y="2627"/>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06568" name="Freeform 118">
              <a:extLst>
                <a:ext uri="{FF2B5EF4-FFF2-40B4-BE49-F238E27FC236}">
                  <a16:creationId xmlns:a16="http://schemas.microsoft.com/office/drawing/2014/main" id="{EB81BB48-1395-4227-98B7-EE426C06363E}"/>
                </a:ext>
              </a:extLst>
            </p:cNvPr>
            <p:cNvSpPr>
              <a:spLocks/>
            </p:cNvSpPr>
            <p:nvPr/>
          </p:nvSpPr>
          <p:spPr bwMode="auto">
            <a:xfrm flipV="1">
              <a:off x="2712" y="2635"/>
              <a:ext cx="1149" cy="98"/>
            </a:xfrm>
            <a:custGeom>
              <a:avLst/>
              <a:gdLst>
                <a:gd name="T0" fmla="*/ 0 w 2871"/>
                <a:gd name="T1" fmla="*/ 0 h 243"/>
                <a:gd name="T2" fmla="*/ 2 w 2871"/>
                <a:gd name="T3" fmla="*/ 0 h 243"/>
                <a:gd name="T4" fmla="*/ 5 w 2871"/>
                <a:gd name="T5" fmla="*/ 0 h 243"/>
                <a:gd name="T6" fmla="*/ 0 60000 65536"/>
                <a:gd name="T7" fmla="*/ 0 60000 65536"/>
                <a:gd name="T8" fmla="*/ 0 60000 65536"/>
              </a:gdLst>
              <a:ahLst/>
              <a:cxnLst>
                <a:cxn ang="T6">
                  <a:pos x="T0" y="T1"/>
                </a:cxn>
                <a:cxn ang="T7">
                  <a:pos x="T2" y="T3"/>
                </a:cxn>
                <a:cxn ang="T8">
                  <a:pos x="T4" y="T5"/>
                </a:cxn>
              </a:cxnLst>
              <a:rect l="0" t="0" r="r" b="b"/>
              <a:pathLst>
                <a:path w="2871" h="243">
                  <a:moveTo>
                    <a:pt x="0" y="243"/>
                  </a:moveTo>
                  <a:cubicBezTo>
                    <a:pt x="244" y="202"/>
                    <a:pt x="988" y="0"/>
                    <a:pt x="1466" y="0"/>
                  </a:cubicBezTo>
                  <a:cubicBezTo>
                    <a:pt x="1944" y="0"/>
                    <a:pt x="2578" y="192"/>
                    <a:pt x="2871" y="243"/>
                  </a:cubicBezTo>
                </a:path>
              </a:pathLst>
            </a:custGeom>
            <a:noFill/>
            <a:ln w="9525" cap="flat" cmpd="sng">
              <a:solidFill>
                <a:srgbClr val="33CCCC"/>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406536" name="Object 120">
            <a:extLst>
              <a:ext uri="{FF2B5EF4-FFF2-40B4-BE49-F238E27FC236}">
                <a16:creationId xmlns:a16="http://schemas.microsoft.com/office/drawing/2014/main" id="{5A186EEE-3A4B-40F9-9A7A-04A058CA8A69}"/>
              </a:ext>
            </a:extLst>
          </p:cNvPr>
          <p:cNvGraphicFramePr>
            <a:graphicFrameLocks noChangeAspect="1"/>
          </p:cNvGraphicFramePr>
          <p:nvPr/>
        </p:nvGraphicFramePr>
        <p:xfrm>
          <a:off x="4486275" y="3851275"/>
          <a:ext cx="4278313" cy="2649538"/>
        </p:xfrm>
        <a:graphic>
          <a:graphicData uri="http://schemas.openxmlformats.org/presentationml/2006/ole">
            <mc:AlternateContent xmlns:mc="http://schemas.openxmlformats.org/markup-compatibility/2006">
              <mc:Choice xmlns:v="urn:schemas-microsoft-com:vml" Requires="v">
                <p:oleObj spid="_x0000_s406607" name="Equation" r:id="rId3" imgW="2184400" imgH="1358900" progId="Equation.DSMT4">
                  <p:embed/>
                </p:oleObj>
              </mc:Choice>
              <mc:Fallback>
                <p:oleObj name="Equation" r:id="rId3" imgW="2184400" imgH="1358900" progId="Equation.DSMT4">
                  <p:embed/>
                  <p:pic>
                    <p:nvPicPr>
                      <p:cNvPr id="0" name="Object 1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6275" y="3851275"/>
                        <a:ext cx="4278313" cy="264953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6537" name="Rectangle 122">
            <a:extLst>
              <a:ext uri="{FF2B5EF4-FFF2-40B4-BE49-F238E27FC236}">
                <a16:creationId xmlns:a16="http://schemas.microsoft.com/office/drawing/2014/main" id="{B1953470-D332-4AFF-8691-F43F30A2BA0F}"/>
              </a:ext>
            </a:extLst>
          </p:cNvPr>
          <p:cNvSpPr>
            <a:spLocks noChangeArrowheads="1"/>
          </p:cNvSpPr>
          <p:nvPr/>
        </p:nvSpPr>
        <p:spPr bwMode="auto">
          <a:xfrm>
            <a:off x="4356100" y="981075"/>
            <a:ext cx="4608513"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b="1">
                <a:solidFill>
                  <a:srgbClr val="000000"/>
                </a:solidFill>
                <a:latin typeface="微软雅黑" panose="020B0503020204020204" pitchFamily="34" charset="-122"/>
                <a:ea typeface="微软雅黑" panose="020B0503020204020204" pitchFamily="34" charset="-122"/>
              </a:rPr>
              <a:t> ●</a:t>
            </a:r>
            <a:r>
              <a:rPr lang="en-US" altLang="zh-CN" sz="2000" b="1" i="1">
                <a:solidFill>
                  <a:srgbClr val="000000"/>
                </a:solidFill>
                <a:latin typeface="微软雅黑" panose="020B0503020204020204" pitchFamily="34" charset="-122"/>
                <a:ea typeface="微软雅黑" panose="020B0503020204020204" pitchFamily="34" charset="-122"/>
              </a:rPr>
              <a:t>P</a:t>
            </a:r>
            <a:r>
              <a:rPr lang="en-US" altLang="zh-CN" sz="2000" b="1" baseline="-25000">
                <a:solidFill>
                  <a:srgbClr val="000000"/>
                </a:solidFill>
                <a:latin typeface="微软雅黑" panose="020B0503020204020204" pitchFamily="34" charset="-122"/>
                <a:ea typeface="微软雅黑" panose="020B0503020204020204" pitchFamily="34" charset="-122"/>
              </a:rPr>
              <a:t>H</a:t>
            </a:r>
            <a:r>
              <a:rPr lang="en-US" altLang="zh-CN" sz="2000" b="1">
                <a:solidFill>
                  <a:srgbClr val="000000"/>
                </a:solidFill>
                <a:latin typeface="微软雅黑" panose="020B0503020204020204" pitchFamily="34" charset="-122"/>
                <a:ea typeface="微软雅黑" panose="020B0503020204020204" pitchFamily="34" charset="-122"/>
              </a:rPr>
              <a:t>=</a:t>
            </a:r>
            <a:r>
              <a:rPr lang="en-US" altLang="zh-CN" sz="2000" b="1" i="1">
                <a:solidFill>
                  <a:srgbClr val="000000"/>
                </a:solidFill>
                <a:latin typeface="微软雅黑" panose="020B0503020204020204" pitchFamily="34" charset="-122"/>
                <a:ea typeface="微软雅黑" panose="020B0503020204020204" pitchFamily="34" charset="-122"/>
              </a:rPr>
              <a:t>P</a:t>
            </a:r>
            <a:r>
              <a:rPr lang="en-US" altLang="zh-CN" sz="2000" b="1" baseline="-25000">
                <a:solidFill>
                  <a:srgbClr val="000000"/>
                </a:solidFill>
                <a:latin typeface="微软雅黑" panose="020B0503020204020204" pitchFamily="34" charset="-122"/>
                <a:ea typeface="微软雅黑" panose="020B0503020204020204" pitchFamily="34" charset="-122"/>
              </a:rPr>
              <a:t>L</a:t>
            </a:r>
            <a:r>
              <a:rPr lang="zh-CN" altLang="en-US" sz="2000" b="1">
                <a:solidFill>
                  <a:srgbClr val="000000"/>
                </a:solidFill>
                <a:latin typeface="微软雅黑" panose="020B0503020204020204" pitchFamily="34" charset="-122"/>
                <a:ea typeface="微软雅黑" panose="020B0503020204020204" pitchFamily="34" charset="-122"/>
              </a:rPr>
              <a:t>时中心膜片处于平直状态，膜片两侧电容均为</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0</a:t>
            </a:r>
            <a:r>
              <a:rPr lang="zh-CN" altLang="en-US" sz="2000" b="1">
                <a:solidFill>
                  <a:srgbClr val="000000"/>
                </a:solidFill>
                <a:latin typeface="微软雅黑" panose="020B0503020204020204" pitchFamily="34" charset="-122"/>
                <a:ea typeface="微软雅黑" panose="020B0503020204020204" pitchFamily="34" charset="-122"/>
              </a:rPr>
              <a:t>；</a:t>
            </a:r>
          </a:p>
          <a:p>
            <a:pPr algn="just" eaLnBrk="1" hangingPunct="1">
              <a:lnSpc>
                <a:spcPct val="120000"/>
              </a:lnSpc>
              <a:spcBef>
                <a:spcPct val="0"/>
              </a:spcBef>
              <a:buSzTx/>
              <a:buFontTx/>
              <a:buNone/>
            </a:pPr>
            <a:r>
              <a:rPr lang="zh-CN" altLang="en-US" sz="2000" b="1">
                <a:solidFill>
                  <a:srgbClr val="000000"/>
                </a:solidFill>
                <a:latin typeface="微软雅黑" panose="020B0503020204020204" pitchFamily="34" charset="-122"/>
                <a:ea typeface="微软雅黑" panose="020B0503020204020204" pitchFamily="34" charset="-122"/>
              </a:rPr>
              <a:t>● </a:t>
            </a:r>
            <a:r>
              <a:rPr lang="en-US" altLang="zh-CN" sz="2000" b="1" i="1">
                <a:solidFill>
                  <a:srgbClr val="000000"/>
                </a:solidFill>
                <a:latin typeface="微软雅黑" panose="020B0503020204020204" pitchFamily="34" charset="-122"/>
                <a:ea typeface="微软雅黑" panose="020B0503020204020204" pitchFamily="34" charset="-122"/>
              </a:rPr>
              <a:t>P</a:t>
            </a:r>
            <a:r>
              <a:rPr lang="en-US" altLang="zh-CN" sz="2000" b="1" baseline="-25000">
                <a:solidFill>
                  <a:srgbClr val="000000"/>
                </a:solidFill>
                <a:latin typeface="微软雅黑" panose="020B0503020204020204" pitchFamily="34" charset="-122"/>
                <a:ea typeface="微软雅黑" panose="020B0503020204020204" pitchFamily="34" charset="-122"/>
              </a:rPr>
              <a:t>H</a:t>
            </a:r>
            <a:r>
              <a:rPr lang="en-US" altLang="zh-CN" sz="2000" b="1">
                <a:solidFill>
                  <a:srgbClr val="000000"/>
                </a:solidFill>
                <a:latin typeface="微软雅黑" panose="020B0503020204020204" pitchFamily="34" charset="-122"/>
                <a:ea typeface="微软雅黑" panose="020B0503020204020204" pitchFamily="34" charset="-122"/>
              </a:rPr>
              <a:t>&gt;</a:t>
            </a:r>
            <a:r>
              <a:rPr lang="en-US" altLang="zh-CN" sz="2000" b="1" i="1">
                <a:solidFill>
                  <a:srgbClr val="000000"/>
                </a:solidFill>
                <a:latin typeface="微软雅黑" panose="020B0503020204020204" pitchFamily="34" charset="-122"/>
                <a:ea typeface="微软雅黑" panose="020B0503020204020204" pitchFamily="34" charset="-122"/>
              </a:rPr>
              <a:t>P</a:t>
            </a:r>
            <a:r>
              <a:rPr lang="en-US" altLang="zh-CN" sz="2000" b="1" baseline="-25000">
                <a:solidFill>
                  <a:srgbClr val="000000"/>
                </a:solidFill>
                <a:latin typeface="微软雅黑" panose="020B0503020204020204" pitchFamily="34" charset="-122"/>
                <a:ea typeface="微软雅黑" panose="020B0503020204020204" pitchFamily="34" charset="-122"/>
              </a:rPr>
              <a:t>L</a:t>
            </a:r>
            <a:r>
              <a:rPr lang="zh-CN" altLang="en-US" sz="2000" b="1">
                <a:solidFill>
                  <a:srgbClr val="000000"/>
                </a:solidFill>
                <a:latin typeface="微软雅黑" panose="020B0503020204020204" pitchFamily="34" charset="-122"/>
                <a:ea typeface="微软雅黑" panose="020B0503020204020204" pitchFamily="34" charset="-122"/>
              </a:rPr>
              <a:t>时，中心膜片上凸，上部电容为</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L</a:t>
            </a:r>
            <a:r>
              <a:rPr lang="zh-CN" altLang="en-US" sz="2000" b="1">
                <a:solidFill>
                  <a:srgbClr val="000000"/>
                </a:solidFill>
                <a:latin typeface="微软雅黑" panose="020B0503020204020204" pitchFamily="34" charset="-122"/>
                <a:ea typeface="微软雅黑" panose="020B0503020204020204" pitchFamily="34" charset="-122"/>
              </a:rPr>
              <a:t>，下部电容为</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H</a:t>
            </a:r>
            <a:r>
              <a:rPr lang="zh-CN" altLang="en-US" sz="2000" b="1">
                <a:solidFill>
                  <a:srgbClr val="000000"/>
                </a:solidFill>
                <a:latin typeface="微软雅黑" panose="020B0503020204020204" pitchFamily="34" charset="-122"/>
                <a:ea typeface="微软雅黑" panose="020B0503020204020204" pitchFamily="34" charset="-122"/>
              </a:rPr>
              <a:t>。</a:t>
            </a:r>
          </a:p>
          <a:p>
            <a:pPr algn="just" eaLnBrk="1" hangingPunct="1">
              <a:lnSpc>
                <a:spcPct val="120000"/>
              </a:lnSpc>
              <a:spcBef>
                <a:spcPct val="0"/>
              </a:spcBef>
              <a:buSzTx/>
              <a:buFontTx/>
              <a:buNone/>
            </a:pPr>
            <a:r>
              <a:rPr lang="zh-CN" altLang="en-US" sz="2000" b="1">
                <a:solidFill>
                  <a:srgbClr val="000000"/>
                </a:solidFill>
                <a:latin typeface="微软雅黑" panose="020B0503020204020204" pitchFamily="34" charset="-122"/>
                <a:ea typeface="微软雅黑" panose="020B0503020204020204" pitchFamily="34" charset="-122"/>
              </a:rPr>
              <a:t>● </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H</a:t>
            </a:r>
            <a:r>
              <a:rPr lang="en-US" altLang="zh-CN" sz="2000" b="1">
                <a:solidFill>
                  <a:srgbClr val="000000"/>
                </a:solidFill>
                <a:latin typeface="微软雅黑" panose="020B0503020204020204" pitchFamily="34" charset="-122"/>
                <a:ea typeface="微软雅黑" panose="020B0503020204020204" pitchFamily="34" charset="-122"/>
              </a:rPr>
              <a:t> </a:t>
            </a:r>
            <a:r>
              <a:rPr lang="zh-CN" altLang="en-US" sz="2000" b="1">
                <a:solidFill>
                  <a:srgbClr val="000000"/>
                </a:solidFill>
                <a:latin typeface="微软雅黑" panose="020B0503020204020204" pitchFamily="34" charset="-122"/>
                <a:ea typeface="微软雅黑" panose="020B0503020204020204" pitchFamily="34" charset="-122"/>
              </a:rPr>
              <a:t>相当于当前膜片位置与平直位置间的电容</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A</a:t>
            </a:r>
            <a:r>
              <a:rPr lang="zh-CN" altLang="en-US" sz="2000" b="1">
                <a:solidFill>
                  <a:srgbClr val="000000"/>
                </a:solidFill>
                <a:latin typeface="微软雅黑" panose="020B0503020204020204" pitchFamily="34" charset="-122"/>
                <a:ea typeface="微软雅黑" panose="020B0503020204020204" pitchFamily="34" charset="-122"/>
              </a:rPr>
              <a:t>和</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0</a:t>
            </a:r>
            <a:r>
              <a:rPr lang="zh-CN" altLang="en-US" sz="2000" b="1">
                <a:solidFill>
                  <a:srgbClr val="000000"/>
                </a:solidFill>
                <a:latin typeface="微软雅黑" panose="020B0503020204020204" pitchFamily="34" charset="-122"/>
                <a:ea typeface="微软雅黑" panose="020B0503020204020204" pitchFamily="34" charset="-122"/>
              </a:rPr>
              <a:t>的串联；而</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0</a:t>
            </a:r>
            <a:r>
              <a:rPr lang="zh-CN" altLang="en-US" sz="2000" b="1">
                <a:solidFill>
                  <a:srgbClr val="000000"/>
                </a:solidFill>
                <a:latin typeface="微软雅黑" panose="020B0503020204020204" pitchFamily="34" charset="-122"/>
                <a:ea typeface="微软雅黑" panose="020B0503020204020204" pitchFamily="34" charset="-122"/>
              </a:rPr>
              <a:t>又可以看成是膜片上部电容</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L</a:t>
            </a:r>
            <a:r>
              <a:rPr lang="zh-CN" altLang="en-US" sz="2000" b="1">
                <a:solidFill>
                  <a:srgbClr val="000000"/>
                </a:solidFill>
                <a:latin typeface="微软雅黑" panose="020B0503020204020204" pitchFamily="34" charset="-122"/>
                <a:ea typeface="微软雅黑" panose="020B0503020204020204" pitchFamily="34" charset="-122"/>
              </a:rPr>
              <a:t>与的</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A</a:t>
            </a:r>
            <a:r>
              <a:rPr lang="zh-CN" altLang="en-US" sz="2000" b="1">
                <a:solidFill>
                  <a:srgbClr val="000000"/>
                </a:solidFill>
                <a:latin typeface="微软雅黑" panose="020B0503020204020204" pitchFamily="34" charset="-122"/>
                <a:ea typeface="微软雅黑" panose="020B0503020204020204" pitchFamily="34" charset="-122"/>
              </a:rPr>
              <a:t>串联。</a:t>
            </a:r>
          </a:p>
        </p:txBody>
      </p:sp>
      <p:sp>
        <p:nvSpPr>
          <p:cNvPr id="406538" name="Line 126">
            <a:extLst>
              <a:ext uri="{FF2B5EF4-FFF2-40B4-BE49-F238E27FC236}">
                <a16:creationId xmlns:a16="http://schemas.microsoft.com/office/drawing/2014/main" id="{4B1156A7-E423-486A-880B-CDABB3B8AA1B}"/>
              </a:ext>
            </a:extLst>
          </p:cNvPr>
          <p:cNvSpPr>
            <a:spLocks noChangeShapeType="1"/>
          </p:cNvSpPr>
          <p:nvPr/>
        </p:nvSpPr>
        <p:spPr bwMode="auto">
          <a:xfrm>
            <a:off x="681038" y="4024313"/>
            <a:ext cx="0" cy="719137"/>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灯片编号占位符 2">
            <a:extLst>
              <a:ext uri="{FF2B5EF4-FFF2-40B4-BE49-F238E27FC236}">
                <a16:creationId xmlns:a16="http://schemas.microsoft.com/office/drawing/2014/main" id="{215CC2BF-BAC4-45E1-B5B0-5B3F7475346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2D570F29-C978-4F69-8E39-D6E2ECC60B67}" type="slidenum">
              <a:rPr lang="en-US" altLang="zh-CN" sz="1400">
                <a:solidFill>
                  <a:srgbClr val="000000"/>
                </a:solidFill>
                <a:latin typeface="Comic Sans MS" panose="030F0702030302020204" pitchFamily="66" charset="0"/>
                <a:ea typeface="宋体" panose="02010600030101010101" pitchFamily="2" charset="-122"/>
              </a:rPr>
              <a:pPr eaLnBrk="1" hangingPunct="1"/>
              <a:t>36</a:t>
            </a:fld>
            <a:endParaRPr lang="en-US" altLang="zh-CN" sz="1400">
              <a:solidFill>
                <a:srgbClr val="000000"/>
              </a:solidFill>
              <a:latin typeface="Comic Sans MS" panose="030F0702030302020204" pitchFamily="66" charset="0"/>
              <a:ea typeface="宋体" panose="02010600030101010101" pitchFamily="2" charset="-122"/>
            </a:endParaRPr>
          </a:p>
        </p:txBody>
      </p:sp>
      <p:sp>
        <p:nvSpPr>
          <p:cNvPr id="6" name="矩形 5">
            <a:extLst>
              <a:ext uri="{FF2B5EF4-FFF2-40B4-BE49-F238E27FC236}">
                <a16:creationId xmlns:a16="http://schemas.microsoft.com/office/drawing/2014/main" id="{70C82086-577A-4903-BB88-87E8EDDD45BA}"/>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07556" name="Text Box 2">
            <a:extLst>
              <a:ext uri="{FF2B5EF4-FFF2-40B4-BE49-F238E27FC236}">
                <a16:creationId xmlns:a16="http://schemas.microsoft.com/office/drawing/2014/main" id="{CA54FE30-F895-4FA2-820B-7E3252F14A5C}"/>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2 </a:t>
            </a:r>
            <a:r>
              <a:rPr lang="zh-CN" altLang="en-US" sz="2800" b="1">
                <a:solidFill>
                  <a:srgbClr val="C00000"/>
                </a:solidFill>
                <a:latin typeface="微软雅黑" panose="020B0503020204020204" pitchFamily="34" charset="-122"/>
                <a:ea typeface="微软雅黑" panose="020B0503020204020204" pitchFamily="34" charset="-122"/>
              </a:rPr>
              <a:t>杂散电容的影响及其解决思路</a:t>
            </a:r>
          </a:p>
        </p:txBody>
      </p:sp>
      <p:sp>
        <p:nvSpPr>
          <p:cNvPr id="407557" name="Text Box 2">
            <a:extLst>
              <a:ext uri="{FF2B5EF4-FFF2-40B4-BE49-F238E27FC236}">
                <a16:creationId xmlns:a16="http://schemas.microsoft.com/office/drawing/2014/main" id="{7A3E0734-7E24-41B3-BC1D-9164ABB93F7A}"/>
              </a:ext>
            </a:extLst>
          </p:cNvPr>
          <p:cNvSpPr txBox="1">
            <a:spLocks noChangeArrowheads="1"/>
          </p:cNvSpPr>
          <p:nvPr/>
        </p:nvSpPr>
        <p:spPr bwMode="auto">
          <a:xfrm>
            <a:off x="454025" y="966788"/>
            <a:ext cx="81692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●电极引线之间以及导线的杂散电容，其数值约</a:t>
            </a:r>
            <a:r>
              <a:rPr kumimoji="0" lang="en-US" altLang="zh-CN" b="1">
                <a:solidFill>
                  <a:srgbClr val="000000"/>
                </a:solidFill>
                <a:latin typeface="微软雅黑" panose="020B0503020204020204" pitchFamily="34" charset="-122"/>
                <a:ea typeface="微软雅黑" panose="020B0503020204020204" pitchFamily="34" charset="-122"/>
              </a:rPr>
              <a:t>100pF/m</a:t>
            </a:r>
            <a:r>
              <a:rPr kumimoji="0" lang="zh-CN" altLang="en-US"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●用于选择不同测量电极的电子开关其输入电容值约</a:t>
            </a:r>
            <a:r>
              <a:rPr kumimoji="0" lang="en-US" altLang="zh-CN" b="1">
                <a:solidFill>
                  <a:srgbClr val="000000"/>
                </a:solidFill>
                <a:latin typeface="微软雅黑" panose="020B0503020204020204" pitchFamily="34" charset="-122"/>
                <a:ea typeface="微软雅黑" panose="020B0503020204020204" pitchFamily="34" charset="-122"/>
              </a:rPr>
              <a:t>8pF</a:t>
            </a:r>
            <a:r>
              <a:rPr kumimoji="0" lang="zh-CN" altLang="en-US"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●在普通线路板上两段间隔</a:t>
            </a:r>
            <a:r>
              <a:rPr kumimoji="0" lang="en-US" altLang="zh-CN" b="1">
                <a:solidFill>
                  <a:srgbClr val="000000"/>
                </a:solidFill>
                <a:latin typeface="微软雅黑" panose="020B0503020204020204" pitchFamily="34" charset="-122"/>
                <a:ea typeface="微软雅黑" panose="020B0503020204020204" pitchFamily="34" charset="-122"/>
              </a:rPr>
              <a:t>1mm</a:t>
            </a:r>
            <a:r>
              <a:rPr kumimoji="0" lang="zh-CN" altLang="en-US" b="1">
                <a:solidFill>
                  <a:srgbClr val="000000"/>
                </a:solidFill>
                <a:latin typeface="微软雅黑" panose="020B0503020204020204" pitchFamily="34" charset="-122"/>
                <a:ea typeface="微软雅黑" panose="020B0503020204020204" pitchFamily="34" charset="-122"/>
              </a:rPr>
              <a:t>长</a:t>
            </a:r>
            <a:r>
              <a:rPr kumimoji="0" lang="en-US" altLang="zh-CN" b="1">
                <a:solidFill>
                  <a:srgbClr val="000000"/>
                </a:solidFill>
                <a:latin typeface="微软雅黑" panose="020B0503020204020204" pitchFamily="34" charset="-122"/>
                <a:ea typeface="微软雅黑" panose="020B0503020204020204" pitchFamily="34" charset="-122"/>
              </a:rPr>
              <a:t>1cm</a:t>
            </a:r>
            <a:r>
              <a:rPr kumimoji="0" lang="zh-CN" altLang="en-US" b="1">
                <a:solidFill>
                  <a:srgbClr val="000000"/>
                </a:solidFill>
                <a:latin typeface="微软雅黑" panose="020B0503020204020204" pitchFamily="34" charset="-122"/>
                <a:ea typeface="微软雅黑" panose="020B0503020204020204" pitchFamily="34" charset="-122"/>
              </a:rPr>
              <a:t>的导线之间的分布电容约</a:t>
            </a:r>
            <a:r>
              <a:rPr kumimoji="0" lang="en-US" altLang="zh-CN" b="1">
                <a:solidFill>
                  <a:srgbClr val="000000"/>
                </a:solidFill>
                <a:latin typeface="微软雅黑" panose="020B0503020204020204" pitchFamily="34" charset="-122"/>
                <a:ea typeface="微软雅黑" panose="020B0503020204020204" pitchFamily="34" charset="-122"/>
              </a:rPr>
              <a:t>1pF</a:t>
            </a:r>
            <a:r>
              <a:rPr kumimoji="0" lang="zh-CN" altLang="en-US" b="1">
                <a:solidFill>
                  <a:srgbClr val="000000"/>
                </a:solidFill>
                <a:latin typeface="微软雅黑" panose="020B0503020204020204" pitchFamily="34" charset="-122"/>
                <a:ea typeface="微软雅黑" panose="020B0503020204020204" pitchFamily="34" charset="-122"/>
              </a:rPr>
              <a:t>。</a:t>
            </a:r>
          </a:p>
          <a:p>
            <a:pPr algn="l" eaLnBrk="1" hangingPunct="1">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●测量电容最多数十</a:t>
            </a:r>
            <a:r>
              <a:rPr kumimoji="0" lang="en-US" altLang="zh-CN" b="1">
                <a:solidFill>
                  <a:srgbClr val="000000"/>
                </a:solidFill>
                <a:latin typeface="微软雅黑" panose="020B0503020204020204" pitchFamily="34" charset="-122"/>
                <a:ea typeface="微软雅黑" panose="020B0503020204020204" pitchFamily="34" charset="-122"/>
              </a:rPr>
              <a:t>pF</a:t>
            </a:r>
            <a:r>
              <a:rPr kumimoji="0" lang="zh-CN" altLang="en-US" b="1">
                <a:solidFill>
                  <a:srgbClr val="000000"/>
                </a:solidFill>
                <a:latin typeface="微软雅黑" panose="020B0503020204020204" pitchFamily="34" charset="-122"/>
                <a:ea typeface="微软雅黑" panose="020B0503020204020204" pitchFamily="34" charset="-122"/>
              </a:rPr>
              <a:t>，远小于影响电容测量的杂散电容值，抗杂散电容的能力是小电容电路必须具备的重要性能。</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灯片编号占位符 2">
            <a:extLst>
              <a:ext uri="{FF2B5EF4-FFF2-40B4-BE49-F238E27FC236}">
                <a16:creationId xmlns:a16="http://schemas.microsoft.com/office/drawing/2014/main" id="{E3D83296-F475-442D-B089-A65DA0F1722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9B8669DE-A732-4157-A8FB-72CADFE7A8C0}" type="slidenum">
              <a:rPr lang="en-US" altLang="zh-CN" sz="1400">
                <a:solidFill>
                  <a:srgbClr val="000000"/>
                </a:solidFill>
                <a:latin typeface="Comic Sans MS" panose="030F0702030302020204" pitchFamily="66" charset="0"/>
                <a:ea typeface="宋体" panose="02010600030101010101" pitchFamily="2" charset="-122"/>
              </a:rPr>
              <a:pPr eaLnBrk="1" hangingPunct="1"/>
              <a:t>37</a:t>
            </a:fld>
            <a:endParaRPr lang="en-US" altLang="zh-CN" sz="1400">
              <a:solidFill>
                <a:srgbClr val="000000"/>
              </a:solidFill>
              <a:latin typeface="Comic Sans MS" panose="030F0702030302020204" pitchFamily="66" charset="0"/>
              <a:ea typeface="宋体" panose="02010600030101010101" pitchFamily="2" charset="-122"/>
            </a:endParaRPr>
          </a:p>
        </p:txBody>
      </p:sp>
      <p:sp>
        <p:nvSpPr>
          <p:cNvPr id="6" name="矩形 5">
            <a:extLst>
              <a:ext uri="{FF2B5EF4-FFF2-40B4-BE49-F238E27FC236}">
                <a16:creationId xmlns:a16="http://schemas.microsoft.com/office/drawing/2014/main" id="{678C58BF-6ED5-48C1-9EE1-D63B839D670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09604" name="Text Box 2">
            <a:extLst>
              <a:ext uri="{FF2B5EF4-FFF2-40B4-BE49-F238E27FC236}">
                <a16:creationId xmlns:a16="http://schemas.microsoft.com/office/drawing/2014/main" id="{0E71132E-6464-4185-8C8B-FD964A5669E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2 </a:t>
            </a:r>
            <a:r>
              <a:rPr lang="zh-CN" altLang="en-US" sz="2800" b="1">
                <a:solidFill>
                  <a:srgbClr val="C00000"/>
                </a:solidFill>
                <a:latin typeface="微软雅黑" panose="020B0503020204020204" pitchFamily="34" charset="-122"/>
                <a:ea typeface="微软雅黑" panose="020B0503020204020204" pitchFamily="34" charset="-122"/>
              </a:rPr>
              <a:t>杂散电容的影响及其解决思路：驱动电缆</a:t>
            </a:r>
          </a:p>
        </p:txBody>
      </p:sp>
      <p:pic>
        <p:nvPicPr>
          <p:cNvPr id="409605" name="Picture 15">
            <a:extLst>
              <a:ext uri="{FF2B5EF4-FFF2-40B4-BE49-F238E27FC236}">
                <a16:creationId xmlns:a16="http://schemas.microsoft.com/office/drawing/2014/main" id="{E853FCB4-9F8A-4E7D-A522-78ED66E6F5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909638"/>
            <a:ext cx="914400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06" name="矩形 1">
            <a:extLst>
              <a:ext uri="{FF2B5EF4-FFF2-40B4-BE49-F238E27FC236}">
                <a16:creationId xmlns:a16="http://schemas.microsoft.com/office/drawing/2014/main" id="{C3159EED-64A8-48D3-83D0-412D24217DDD}"/>
              </a:ext>
            </a:extLst>
          </p:cNvPr>
          <p:cNvSpPr>
            <a:spLocks noChangeArrowheads="1"/>
          </p:cNvSpPr>
          <p:nvPr/>
        </p:nvSpPr>
        <p:spPr bwMode="auto">
          <a:xfrm>
            <a:off x="138113" y="4225925"/>
            <a:ext cx="868203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a:t>
            </a:r>
            <a:r>
              <a:rPr kumimoji="0" lang="zh-CN" altLang="zh-CN" b="1">
                <a:solidFill>
                  <a:srgbClr val="000000"/>
                </a:solidFill>
                <a:latin typeface="微软雅黑" panose="020B0503020204020204" pitchFamily="34" charset="-122"/>
                <a:ea typeface="微软雅黑" panose="020B0503020204020204" pitchFamily="34" charset="-122"/>
              </a:rPr>
              <a:t>信号线和内层屏蔽之间存在杂散电容</a:t>
            </a:r>
            <a:r>
              <a:rPr kumimoji="0" lang="zh-CN" altLang="en-US" b="1">
                <a:solidFill>
                  <a:srgbClr val="000000"/>
                </a:solidFill>
                <a:latin typeface="微软雅黑" panose="020B0503020204020204" pitchFamily="34" charset="-122"/>
                <a:ea typeface="微软雅黑" panose="020B0503020204020204" pitchFamily="34" charset="-122"/>
              </a:rPr>
              <a:t>。</a:t>
            </a:r>
            <a:endParaRPr kumimoji="0" lang="en-US" altLang="zh-CN" b="1">
              <a:solidFill>
                <a:srgbClr val="000000"/>
              </a:solidFill>
              <a:latin typeface="微软雅黑" panose="020B0503020204020204" pitchFamily="34" charset="-122"/>
              <a:ea typeface="微软雅黑" panose="020B0503020204020204" pitchFamily="34" charset="-122"/>
            </a:endParaRPr>
          </a:p>
          <a:p>
            <a:pPr algn="l">
              <a:lnSpc>
                <a:spcPct val="100000"/>
              </a:lnSpc>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a:t>
            </a:r>
            <a:r>
              <a:rPr kumimoji="0" lang="zh-CN" altLang="zh-CN" b="1">
                <a:solidFill>
                  <a:srgbClr val="000000"/>
                </a:solidFill>
                <a:latin typeface="微软雅黑" panose="020B0503020204020204" pitchFamily="34" charset="-122"/>
                <a:ea typeface="微软雅黑" panose="020B0503020204020204" pitchFamily="34" charset="-122"/>
              </a:rPr>
              <a:t>使得内屏蔽层与芯线等电位，但又是通过单位增益的运算放大器相连接的而互不影响的。</a:t>
            </a:r>
            <a:endParaRPr kumimoji="0" lang="en-US" altLang="zh-CN" b="1">
              <a:solidFill>
                <a:srgbClr val="000000"/>
              </a:solidFill>
              <a:latin typeface="微软雅黑" panose="020B0503020204020204" pitchFamily="34" charset="-122"/>
              <a:ea typeface="微软雅黑" panose="020B0503020204020204" pitchFamily="34" charset="-122"/>
            </a:endParaRPr>
          </a:p>
          <a:p>
            <a:pPr algn="l">
              <a:lnSpc>
                <a:spcPct val="100000"/>
              </a:lnSpc>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a:t>
            </a:r>
            <a:r>
              <a:rPr kumimoji="0" lang="zh-CN" altLang="zh-CN" b="1">
                <a:solidFill>
                  <a:srgbClr val="000000"/>
                </a:solidFill>
                <a:latin typeface="微软雅黑" panose="020B0503020204020204" pitchFamily="34" charset="-122"/>
                <a:ea typeface="微软雅黑" panose="020B0503020204020204" pitchFamily="34" charset="-122"/>
              </a:rPr>
              <a:t>因此芯线和内层屏蔽层之间的杂散电容由于两端电位相等，表现为即</a:t>
            </a:r>
            <a:r>
              <a:rPr kumimoji="0" lang="zh-CN" altLang="zh-CN" b="1">
                <a:solidFill>
                  <a:srgbClr val="FF0000"/>
                </a:solidFill>
                <a:latin typeface="微软雅黑" panose="020B0503020204020204" pitchFamily="34" charset="-122"/>
                <a:ea typeface="微软雅黑" panose="020B0503020204020204" pitchFamily="34" charset="-122"/>
              </a:rPr>
              <a:t>不吸收电荷也不释放电荷</a:t>
            </a:r>
            <a:r>
              <a:rPr kumimoji="0" lang="zh-CN" altLang="zh-CN" b="1">
                <a:solidFill>
                  <a:srgbClr val="000000"/>
                </a:solidFill>
                <a:latin typeface="微软雅黑" panose="020B0503020204020204" pitchFamily="34" charset="-122"/>
                <a:ea typeface="微软雅黑" panose="020B0503020204020204" pitchFamily="34" charset="-122"/>
              </a:rPr>
              <a:t>，对电容传感器</a:t>
            </a:r>
            <a:r>
              <a:rPr kumimoji="0" lang="en-US" altLang="zh-CN" b="1">
                <a:solidFill>
                  <a:srgbClr val="000000"/>
                </a:solidFill>
                <a:latin typeface="微软雅黑" panose="020B0503020204020204" pitchFamily="34" charset="-122"/>
                <a:ea typeface="微软雅黑" panose="020B0503020204020204" pitchFamily="34" charset="-122"/>
              </a:rPr>
              <a:t>CX</a:t>
            </a:r>
            <a:r>
              <a:rPr kumimoji="0" lang="zh-CN" altLang="zh-CN" b="1">
                <a:solidFill>
                  <a:srgbClr val="000000"/>
                </a:solidFill>
                <a:latin typeface="微软雅黑" panose="020B0503020204020204" pitchFamily="34" charset="-122"/>
                <a:ea typeface="微软雅黑" panose="020B0503020204020204" pitchFamily="34" charset="-122"/>
              </a:rPr>
              <a:t>没有影响。</a:t>
            </a:r>
            <a:endParaRPr kumimoji="0" lang="zh-CN" altLang="en-US" b="1">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灯片编号占位符 2">
            <a:extLst>
              <a:ext uri="{FF2B5EF4-FFF2-40B4-BE49-F238E27FC236}">
                <a16:creationId xmlns:a16="http://schemas.microsoft.com/office/drawing/2014/main" id="{D722834E-9804-47E0-B3E0-6B3A644BD71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86994CE2-B06A-4164-94E3-6AA10C6B7400}" type="slidenum">
              <a:rPr lang="en-US" altLang="zh-CN" sz="1400">
                <a:solidFill>
                  <a:srgbClr val="000000"/>
                </a:solidFill>
                <a:latin typeface="Comic Sans MS" panose="030F0702030302020204" pitchFamily="66" charset="0"/>
                <a:ea typeface="宋体" panose="02010600030101010101" pitchFamily="2" charset="-122"/>
              </a:rPr>
              <a:pPr eaLnBrk="1" hangingPunct="1"/>
              <a:t>38</a:t>
            </a:fld>
            <a:endParaRPr lang="en-US" altLang="zh-CN" sz="1400">
              <a:solidFill>
                <a:srgbClr val="000000"/>
              </a:solidFill>
              <a:latin typeface="Comic Sans MS" panose="030F0702030302020204" pitchFamily="66" charset="0"/>
              <a:ea typeface="宋体" panose="02010600030101010101" pitchFamily="2" charset="-122"/>
            </a:endParaRPr>
          </a:p>
        </p:txBody>
      </p:sp>
      <p:sp>
        <p:nvSpPr>
          <p:cNvPr id="6" name="矩形 5">
            <a:extLst>
              <a:ext uri="{FF2B5EF4-FFF2-40B4-BE49-F238E27FC236}">
                <a16:creationId xmlns:a16="http://schemas.microsoft.com/office/drawing/2014/main" id="{2FDEC1E5-DA13-4BB4-BE5D-38FEEA06D175}"/>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10628" name="Text Box 2">
            <a:extLst>
              <a:ext uri="{FF2B5EF4-FFF2-40B4-BE49-F238E27FC236}">
                <a16:creationId xmlns:a16="http://schemas.microsoft.com/office/drawing/2014/main" id="{D3D8CC6E-43FF-4319-9ED2-119A5C1ABE47}"/>
              </a:ext>
            </a:extLst>
          </p:cNvPr>
          <p:cNvSpPr txBox="1">
            <a:spLocks noChangeArrowheads="1"/>
          </p:cNvSpPr>
          <p:nvPr/>
        </p:nvSpPr>
        <p:spPr bwMode="auto">
          <a:xfrm>
            <a:off x="155575" y="115888"/>
            <a:ext cx="8809038"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2 </a:t>
            </a:r>
            <a:r>
              <a:rPr lang="zh-CN" altLang="en-US" sz="2800" b="1">
                <a:solidFill>
                  <a:srgbClr val="C00000"/>
                </a:solidFill>
                <a:latin typeface="微软雅黑" panose="020B0503020204020204" pitchFamily="34" charset="-122"/>
                <a:ea typeface="微软雅黑" panose="020B0503020204020204" pitchFamily="34" charset="-122"/>
              </a:rPr>
              <a:t>杂散电容的影响及其解决思路：改进的驱动电缆技术</a:t>
            </a:r>
          </a:p>
        </p:txBody>
      </p:sp>
      <p:pic>
        <p:nvPicPr>
          <p:cNvPr id="410629" name="Picture 3" descr="2006_9_25_13_41_45_2">
            <a:extLst>
              <a:ext uri="{FF2B5EF4-FFF2-40B4-BE49-F238E27FC236}">
                <a16:creationId xmlns:a16="http://schemas.microsoft.com/office/drawing/2014/main" id="{B421B939-64FE-4BBA-9364-7F3AC5F17E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313" y="1268413"/>
            <a:ext cx="7194550"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3">
            <a:extLst>
              <a:ext uri="{FF2B5EF4-FFF2-40B4-BE49-F238E27FC236}">
                <a16:creationId xmlns:a16="http://schemas.microsoft.com/office/drawing/2014/main" id="{BBEF2DA0-2DE2-40C3-833D-862F55F8F85B}"/>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75" name="Rectangle 4">
            <a:extLst>
              <a:ext uri="{FF2B5EF4-FFF2-40B4-BE49-F238E27FC236}">
                <a16:creationId xmlns:a16="http://schemas.microsoft.com/office/drawing/2014/main" id="{FBF54FA8-34FD-48BF-ACE8-BEAC67986442}"/>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76" name="Rectangle 5">
            <a:extLst>
              <a:ext uri="{FF2B5EF4-FFF2-40B4-BE49-F238E27FC236}">
                <a16:creationId xmlns:a16="http://schemas.microsoft.com/office/drawing/2014/main" id="{8BF84D96-45BF-4025-BDBF-0F0FE10FF7F6}"/>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77" name="Rectangle 6">
            <a:extLst>
              <a:ext uri="{FF2B5EF4-FFF2-40B4-BE49-F238E27FC236}">
                <a16:creationId xmlns:a16="http://schemas.microsoft.com/office/drawing/2014/main" id="{E224C716-370F-4316-9BA7-FCF2BDA1085A}"/>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78" name="Rectangle 7">
            <a:extLst>
              <a:ext uri="{FF2B5EF4-FFF2-40B4-BE49-F238E27FC236}">
                <a16:creationId xmlns:a16="http://schemas.microsoft.com/office/drawing/2014/main" id="{AD168D52-414F-435C-9DFD-A743C7C76413}"/>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79" name="Rectangle 8">
            <a:extLst>
              <a:ext uri="{FF2B5EF4-FFF2-40B4-BE49-F238E27FC236}">
                <a16:creationId xmlns:a16="http://schemas.microsoft.com/office/drawing/2014/main" id="{8007A57F-86D0-4520-998B-3EFF1941BEF0}"/>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80" name="Rectangle 9">
            <a:extLst>
              <a:ext uri="{FF2B5EF4-FFF2-40B4-BE49-F238E27FC236}">
                <a16:creationId xmlns:a16="http://schemas.microsoft.com/office/drawing/2014/main" id="{30B92E77-A709-4986-975C-D2E0B62D9420}"/>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81" name="Rectangle 10">
            <a:extLst>
              <a:ext uri="{FF2B5EF4-FFF2-40B4-BE49-F238E27FC236}">
                <a16:creationId xmlns:a16="http://schemas.microsoft.com/office/drawing/2014/main" id="{8C1C7916-30CF-46B8-9068-CFF6F590CC93}"/>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82" name="Rectangle 11">
            <a:extLst>
              <a:ext uri="{FF2B5EF4-FFF2-40B4-BE49-F238E27FC236}">
                <a16:creationId xmlns:a16="http://schemas.microsoft.com/office/drawing/2014/main" id="{F93AF557-78D7-4CB9-96D5-E717DB24DC8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83" name="Rectangle 12">
            <a:extLst>
              <a:ext uri="{FF2B5EF4-FFF2-40B4-BE49-F238E27FC236}">
                <a16:creationId xmlns:a16="http://schemas.microsoft.com/office/drawing/2014/main" id="{B8B28497-0DF4-410F-8769-616B12B8762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5" name="矩形 14">
            <a:extLst>
              <a:ext uri="{FF2B5EF4-FFF2-40B4-BE49-F238E27FC236}">
                <a16:creationId xmlns:a16="http://schemas.microsoft.com/office/drawing/2014/main" id="{76DB09F7-01D8-4B10-AAD2-DBBE00C3AC7A}"/>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12685" name="Text Box 2">
            <a:extLst>
              <a:ext uri="{FF2B5EF4-FFF2-40B4-BE49-F238E27FC236}">
                <a16:creationId xmlns:a16="http://schemas.microsoft.com/office/drawing/2014/main" id="{AE9A2483-0F68-4CB9-AE78-863E3BCFB33F}"/>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3.1  </a:t>
            </a:r>
            <a:r>
              <a:rPr lang="zh-CN" altLang="en-US" sz="2800" b="1">
                <a:solidFill>
                  <a:srgbClr val="C00000"/>
                </a:solidFill>
                <a:latin typeface="微软雅黑" panose="020B0503020204020204" pitchFamily="34" charset="-122"/>
                <a:ea typeface="微软雅黑" panose="020B0503020204020204" pitchFamily="34" charset="-122"/>
              </a:rPr>
              <a:t>二极管双</a:t>
            </a:r>
            <a:r>
              <a:rPr lang="en-US" altLang="zh-CN" sz="2800" b="1">
                <a:solidFill>
                  <a:srgbClr val="C00000"/>
                </a:solidFill>
                <a:latin typeface="微软雅黑" panose="020B0503020204020204" pitchFamily="34" charset="-122"/>
                <a:ea typeface="微软雅黑" panose="020B0503020204020204" pitchFamily="34" charset="-122"/>
              </a:rPr>
              <a:t>T</a:t>
            </a:r>
            <a:r>
              <a:rPr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12686" name="Text Box 2">
            <a:extLst>
              <a:ext uri="{FF2B5EF4-FFF2-40B4-BE49-F238E27FC236}">
                <a16:creationId xmlns:a16="http://schemas.microsoft.com/office/drawing/2014/main" id="{2E91E1A1-B0E3-47B8-8ABA-C3F811B88758}"/>
              </a:ext>
            </a:extLst>
          </p:cNvPr>
          <p:cNvSpPr txBox="1">
            <a:spLocks noChangeArrowheads="1"/>
          </p:cNvSpPr>
          <p:nvPr/>
        </p:nvSpPr>
        <p:spPr bwMode="auto">
          <a:xfrm>
            <a:off x="395288" y="1125538"/>
            <a:ext cx="8353425" cy="424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●美国麻省理工学院教授</a:t>
            </a:r>
            <a:r>
              <a:rPr kumimoji="0" lang="en-US" altLang="zh-CN" sz="2000" b="1">
                <a:solidFill>
                  <a:srgbClr val="000000"/>
                </a:solidFill>
                <a:latin typeface="微软雅黑" panose="020B0503020204020204" pitchFamily="34" charset="-122"/>
                <a:ea typeface="微软雅黑" panose="020B0503020204020204" pitchFamily="34" charset="-122"/>
              </a:rPr>
              <a:t>K.S.LION</a:t>
            </a:r>
            <a:r>
              <a:rPr kumimoji="0" lang="zh-CN" altLang="en-US" sz="2000" b="1">
                <a:solidFill>
                  <a:srgbClr val="000000"/>
                </a:solidFill>
                <a:latin typeface="微软雅黑" panose="020B0503020204020204" pitchFamily="34" charset="-122"/>
                <a:ea typeface="微软雅黑" panose="020B0503020204020204" pitchFamily="34" charset="-122"/>
              </a:rPr>
              <a:t>发明非线性双</a:t>
            </a:r>
            <a:r>
              <a:rPr kumimoji="0" lang="en-US" altLang="zh-CN" sz="2000" b="1">
                <a:solidFill>
                  <a:srgbClr val="000000"/>
                </a:solidFill>
                <a:latin typeface="微软雅黑" panose="020B0503020204020204" pitchFamily="34" charset="-122"/>
                <a:ea typeface="微软雅黑" panose="020B0503020204020204" pitchFamily="34" charset="-122"/>
              </a:rPr>
              <a:t>T</a:t>
            </a:r>
            <a:r>
              <a:rPr kumimoji="0" lang="zh-CN" altLang="en-US" sz="2000" b="1">
                <a:solidFill>
                  <a:srgbClr val="000000"/>
                </a:solidFill>
                <a:latin typeface="微软雅黑" panose="020B0503020204020204" pitchFamily="34" charset="-122"/>
                <a:ea typeface="微软雅黑" panose="020B0503020204020204" pitchFamily="34" charset="-122"/>
              </a:rPr>
              <a:t>网络。</a:t>
            </a:r>
          </a:p>
          <a:p>
            <a:pPr algn="l" eaLnBrk="1" hangingPunct="1">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●该线路非常简单，不需要附加相敏解调器，就能获得高电平的直流输出，而且灵敏度较高。</a:t>
            </a:r>
            <a:endParaRPr kumimoji="0" lang="en-US" altLang="zh-CN" sz="2000" b="1">
              <a:solidFill>
                <a:srgbClr val="000000"/>
              </a:solidFill>
              <a:latin typeface="微软雅黑" panose="020B0503020204020204" pitchFamily="34" charset="-122"/>
              <a:ea typeface="微软雅黑" panose="020B0503020204020204" pitchFamily="34" charset="-122"/>
            </a:endParaRPr>
          </a:p>
          <a:p>
            <a:pPr algn="l" eaLnBrk="1" hangingPunct="1">
              <a:spcBef>
                <a:spcPct val="0"/>
              </a:spcBef>
              <a:buSzTx/>
              <a:buFontTx/>
              <a:buNone/>
            </a:pPr>
            <a:endParaRPr kumimoji="0" lang="en-US" altLang="zh-CN" sz="2000" b="1">
              <a:solidFill>
                <a:srgbClr val="000000"/>
              </a:solidFill>
              <a:latin typeface="微软雅黑" panose="020B0503020204020204" pitchFamily="34" charset="-122"/>
              <a:ea typeface="微软雅黑" panose="020B0503020204020204" pitchFamily="34" charset="-122"/>
            </a:endParaRPr>
          </a:p>
          <a:p>
            <a:pPr algn="l" eaLnBrk="1" hangingPunct="1">
              <a:spcBef>
                <a:spcPct val="0"/>
              </a:spcBef>
              <a:buSzTx/>
              <a:buFontTx/>
              <a:buNone/>
            </a:pPr>
            <a:endParaRPr kumimoji="0" lang="en-US" altLang="zh-CN" sz="2000" b="1">
              <a:solidFill>
                <a:srgbClr val="000000"/>
              </a:solidFill>
              <a:latin typeface="微软雅黑" panose="020B0503020204020204" pitchFamily="34" charset="-122"/>
              <a:ea typeface="微软雅黑" panose="020B0503020204020204" pitchFamily="34" charset="-122"/>
            </a:endParaRPr>
          </a:p>
          <a:p>
            <a:pPr algn="l" eaLnBrk="1" hangingPunct="1">
              <a:spcBef>
                <a:spcPct val="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eaLnBrk="1" hangingPunct="1">
              <a:spcBef>
                <a:spcPct val="0"/>
              </a:spcBef>
              <a:buSzTx/>
              <a:buFontTx/>
              <a:buNone/>
            </a:pPr>
            <a:endParaRPr kumimoji="0" lang="en-US" altLang="zh-CN" sz="2000" b="1">
              <a:solidFill>
                <a:srgbClr val="000000"/>
              </a:solidFill>
              <a:latin typeface="微软雅黑" panose="020B0503020204020204" pitchFamily="34" charset="-122"/>
              <a:ea typeface="微软雅黑" panose="020B0503020204020204" pitchFamily="34" charset="-122"/>
            </a:endParaRPr>
          </a:p>
        </p:txBody>
      </p:sp>
      <p:pic>
        <p:nvPicPr>
          <p:cNvPr id="412687" name="Picture 14">
            <a:extLst>
              <a:ext uri="{FF2B5EF4-FFF2-40B4-BE49-F238E27FC236}">
                <a16:creationId xmlns:a16="http://schemas.microsoft.com/office/drawing/2014/main" id="{E6819417-48A7-4420-840C-BF70F3AEE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1863" y="2273300"/>
            <a:ext cx="4203700" cy="287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688" name="矩形 1">
            <a:extLst>
              <a:ext uri="{FF2B5EF4-FFF2-40B4-BE49-F238E27FC236}">
                <a16:creationId xmlns:a16="http://schemas.microsoft.com/office/drawing/2014/main" id="{6193C965-9C39-4010-AED5-3F6C35BB864B}"/>
              </a:ext>
            </a:extLst>
          </p:cNvPr>
          <p:cNvSpPr>
            <a:spLocks noChangeArrowheads="1"/>
          </p:cNvSpPr>
          <p:nvPr/>
        </p:nvSpPr>
        <p:spPr bwMode="auto">
          <a:xfrm>
            <a:off x="395288" y="2555875"/>
            <a:ext cx="3960812"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●可以将两个二极管以及二个电阻都放在探头内，同时大大缩短电容引线，减小分布电容的影响。</a:t>
            </a:r>
            <a:endParaRPr kumimoji="0" lang="en-US" altLang="zh-CN"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●电源的频率与幅值的稳定性直接影响精度。</a:t>
            </a:r>
          </a:p>
        </p:txBody>
      </p:sp>
      <p:sp>
        <p:nvSpPr>
          <p:cNvPr id="412689" name="矩形 2">
            <a:extLst>
              <a:ext uri="{FF2B5EF4-FFF2-40B4-BE49-F238E27FC236}">
                <a16:creationId xmlns:a16="http://schemas.microsoft.com/office/drawing/2014/main" id="{55146283-EE1C-459B-96AC-C376FA078E4B}"/>
              </a:ext>
            </a:extLst>
          </p:cNvPr>
          <p:cNvSpPr>
            <a:spLocks noChangeArrowheads="1"/>
          </p:cNvSpPr>
          <p:nvPr/>
        </p:nvSpPr>
        <p:spPr bwMode="auto">
          <a:xfrm>
            <a:off x="5148263" y="5002213"/>
            <a:ext cx="45720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r>
              <a:rPr kumimoji="0" lang="en-US" altLang="zh-CN" sz="1800" b="1">
                <a:solidFill>
                  <a:srgbClr val="000000"/>
                </a:solidFill>
                <a:latin typeface="微软雅黑" panose="020B0503020204020204" pitchFamily="34" charset="-122"/>
                <a:ea typeface="微软雅黑" panose="020B0503020204020204" pitchFamily="34" charset="-122"/>
              </a:rPr>
              <a:t>U</a:t>
            </a:r>
            <a:r>
              <a:rPr kumimoji="0" lang="en-US" altLang="zh-CN" sz="1800" b="1" baseline="-25000">
                <a:solidFill>
                  <a:srgbClr val="000000"/>
                </a:solidFill>
                <a:latin typeface="微软雅黑" panose="020B0503020204020204" pitchFamily="34" charset="-122"/>
                <a:ea typeface="微软雅黑" panose="020B0503020204020204" pitchFamily="34" charset="-122"/>
              </a:rPr>
              <a:t>E</a:t>
            </a:r>
            <a:r>
              <a:rPr kumimoji="0" lang="zh-CN" altLang="en-US" sz="1800" b="1">
                <a:solidFill>
                  <a:srgbClr val="000000"/>
                </a:solidFill>
                <a:latin typeface="微软雅黑" panose="020B0503020204020204" pitchFamily="34" charset="-122"/>
                <a:ea typeface="微软雅黑" panose="020B0503020204020204" pitchFamily="34" charset="-122"/>
              </a:rPr>
              <a:t>为电压信号，可为正弦波或方波；</a:t>
            </a:r>
          </a:p>
          <a:p>
            <a:pPr algn="l">
              <a:spcBef>
                <a:spcPct val="0"/>
              </a:spcBef>
              <a:buSzTx/>
              <a:buFontTx/>
              <a:buNone/>
            </a:pPr>
            <a:r>
              <a:rPr kumimoji="0" lang="zh-CN" altLang="en-US" sz="1800" b="1">
                <a:solidFill>
                  <a:srgbClr val="000000"/>
                </a:solidFill>
                <a:latin typeface="微软雅黑" panose="020B0503020204020204" pitchFamily="34" charset="-122"/>
                <a:ea typeface="微软雅黑" panose="020B0503020204020204" pitchFamily="34" charset="-122"/>
              </a:rPr>
              <a:t> </a:t>
            </a:r>
            <a:r>
              <a:rPr kumimoji="0" lang="en-US" altLang="zh-CN" sz="1800" b="1">
                <a:solidFill>
                  <a:srgbClr val="000000"/>
                </a:solidFill>
                <a:latin typeface="微软雅黑" panose="020B0503020204020204" pitchFamily="34" charset="-122"/>
                <a:ea typeface="微软雅黑" panose="020B0503020204020204" pitchFamily="34" charset="-122"/>
              </a:rPr>
              <a:t>C</a:t>
            </a:r>
            <a:r>
              <a:rPr kumimoji="0" lang="en-US" altLang="zh-CN" sz="1800" b="1" baseline="-25000">
                <a:solidFill>
                  <a:srgbClr val="000000"/>
                </a:solidFill>
                <a:latin typeface="微软雅黑" panose="020B0503020204020204" pitchFamily="34" charset="-122"/>
                <a:ea typeface="微软雅黑" panose="020B0503020204020204" pitchFamily="34" charset="-122"/>
              </a:rPr>
              <a:t>1</a:t>
            </a:r>
            <a:r>
              <a:rPr kumimoji="0" lang="zh-CN" altLang="en-US" sz="1800" b="1">
                <a:solidFill>
                  <a:srgbClr val="000000"/>
                </a:solidFill>
                <a:latin typeface="微软雅黑" panose="020B0503020204020204" pitchFamily="34" charset="-122"/>
                <a:ea typeface="微软雅黑" panose="020B0503020204020204" pitchFamily="34" charset="-122"/>
              </a:rPr>
              <a:t>、</a:t>
            </a:r>
            <a:r>
              <a:rPr kumimoji="0" lang="en-US" altLang="zh-CN" sz="1800" b="1">
                <a:solidFill>
                  <a:srgbClr val="000000"/>
                </a:solidFill>
                <a:latin typeface="微软雅黑" panose="020B0503020204020204" pitchFamily="34" charset="-122"/>
                <a:ea typeface="微软雅黑" panose="020B0503020204020204" pitchFamily="34" charset="-122"/>
              </a:rPr>
              <a:t>C</a:t>
            </a:r>
            <a:r>
              <a:rPr kumimoji="0" lang="en-US" altLang="zh-CN" sz="1800" b="1" baseline="-25000">
                <a:solidFill>
                  <a:srgbClr val="000000"/>
                </a:solidFill>
                <a:latin typeface="微软雅黑" panose="020B0503020204020204" pitchFamily="34" charset="-122"/>
                <a:ea typeface="微软雅黑" panose="020B0503020204020204" pitchFamily="34" charset="-122"/>
              </a:rPr>
              <a:t>2</a:t>
            </a:r>
            <a:r>
              <a:rPr kumimoji="0" lang="zh-CN" altLang="en-US" sz="1800" b="1">
                <a:solidFill>
                  <a:srgbClr val="000000"/>
                </a:solidFill>
                <a:latin typeface="微软雅黑" panose="020B0503020204020204" pitchFamily="34" charset="-122"/>
                <a:ea typeface="微软雅黑" panose="020B0503020204020204" pitchFamily="34" charset="-122"/>
              </a:rPr>
              <a:t>为差动电容传感器的电容，</a:t>
            </a:r>
          </a:p>
          <a:p>
            <a:pPr algn="l">
              <a:spcBef>
                <a:spcPct val="0"/>
              </a:spcBef>
              <a:buSzTx/>
              <a:buFontTx/>
              <a:buNone/>
            </a:pPr>
            <a:r>
              <a:rPr kumimoji="0" lang="zh-CN" altLang="en-US" sz="1800" b="1">
                <a:solidFill>
                  <a:srgbClr val="000000"/>
                </a:solidFill>
                <a:latin typeface="微软雅黑" panose="020B0503020204020204" pitchFamily="34" charset="-122"/>
                <a:ea typeface="微软雅黑" panose="020B0503020204020204" pitchFamily="34" charset="-122"/>
              </a:rPr>
              <a:t>或者一个为固定电容，另一个为</a:t>
            </a:r>
          </a:p>
          <a:p>
            <a:pPr algn="l">
              <a:spcBef>
                <a:spcPct val="0"/>
              </a:spcBef>
              <a:buSzTx/>
              <a:buFontTx/>
              <a:buNone/>
            </a:pPr>
            <a:r>
              <a:rPr kumimoji="0" lang="zh-CN" altLang="en-US" sz="1800" b="1">
                <a:solidFill>
                  <a:srgbClr val="000000"/>
                </a:solidFill>
                <a:latin typeface="微软雅黑" panose="020B0503020204020204" pitchFamily="34" charset="-122"/>
                <a:ea typeface="微软雅黑" panose="020B0503020204020204" pitchFamily="34" charset="-122"/>
              </a:rPr>
              <a:t>电容传感器的电容，</a:t>
            </a:r>
            <a:r>
              <a:rPr kumimoji="0" lang="en-US" altLang="zh-CN" sz="1800" b="1">
                <a:solidFill>
                  <a:srgbClr val="000000"/>
                </a:solidFill>
                <a:latin typeface="微软雅黑" panose="020B0503020204020204" pitchFamily="34" charset="-122"/>
                <a:ea typeface="微软雅黑" panose="020B0503020204020204" pitchFamily="34" charset="-122"/>
              </a:rPr>
              <a:t>RL</a:t>
            </a:r>
            <a:r>
              <a:rPr kumimoji="0" lang="zh-CN" altLang="en-US" sz="1800" b="1">
                <a:solidFill>
                  <a:srgbClr val="000000"/>
                </a:solidFill>
                <a:latin typeface="微软雅黑" panose="020B0503020204020204" pitchFamily="34" charset="-122"/>
                <a:ea typeface="微软雅黑" panose="020B0503020204020204" pitchFamily="34" charset="-122"/>
              </a:rPr>
              <a:t>为负载电阻。</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Text Box 2">
            <a:extLst>
              <a:ext uri="{FF2B5EF4-FFF2-40B4-BE49-F238E27FC236}">
                <a16:creationId xmlns:a16="http://schemas.microsoft.com/office/drawing/2014/main" id="{0D2287AC-A349-423B-82E7-D7965082C674}"/>
              </a:ext>
            </a:extLst>
          </p:cNvPr>
          <p:cNvSpPr txBox="1">
            <a:spLocks noChangeArrowheads="1"/>
          </p:cNvSpPr>
          <p:nvPr/>
        </p:nvSpPr>
        <p:spPr bwMode="auto">
          <a:xfrm>
            <a:off x="323850" y="773113"/>
            <a:ext cx="8353425" cy="604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①</a:t>
            </a:r>
            <a:r>
              <a:rPr kumimoji="0" lang="en-US" altLang="zh-CN" sz="2000" b="1">
                <a:solidFill>
                  <a:srgbClr val="000000"/>
                </a:solidFill>
                <a:latin typeface="微软雅黑" panose="020B0503020204020204" pitchFamily="34" charset="-122"/>
                <a:ea typeface="微软雅黑" panose="020B0503020204020204" pitchFamily="34" charset="-122"/>
              </a:rPr>
              <a:t>t=0</a:t>
            </a:r>
            <a:r>
              <a:rPr kumimoji="0" lang="zh-CN" altLang="en-US" sz="2000" b="1">
                <a:solidFill>
                  <a:srgbClr val="000000"/>
                </a:solidFill>
                <a:latin typeface="微软雅黑" panose="020B0503020204020204" pitchFamily="34" charset="-122"/>
                <a:ea typeface="微软雅黑" panose="020B0503020204020204" pitchFamily="34" charset="-122"/>
              </a:rPr>
              <a:t>时刻</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电源处于正半周，此时</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导通，</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zh-CN" altLang="en-US" sz="2000" b="1">
                <a:solidFill>
                  <a:srgbClr val="000000"/>
                </a:solidFill>
                <a:latin typeface="微软雅黑" panose="020B0503020204020204" pitchFamily="34" charset="-122"/>
                <a:ea typeface="微软雅黑" panose="020B0503020204020204" pitchFamily="34" charset="-122"/>
              </a:rPr>
              <a:t>截止</a:t>
            </a:r>
            <a:r>
              <a:rPr kumimoji="0" lang="en-US" altLang="zh-CN" sz="2000"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立即充电至电源电压，</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②</a:t>
            </a:r>
            <a:r>
              <a:rPr kumimoji="0" lang="en-US" altLang="zh-CN" sz="2000" b="1">
                <a:solidFill>
                  <a:srgbClr val="000000"/>
                </a:solidFill>
                <a:latin typeface="微软雅黑" panose="020B0503020204020204" pitchFamily="34" charset="-122"/>
                <a:ea typeface="微软雅黑" panose="020B0503020204020204" pitchFamily="34" charset="-122"/>
              </a:rPr>
              <a:t>0&lt;t&lt;T/2</a:t>
            </a:r>
            <a:r>
              <a:rPr kumimoji="0" lang="zh-CN" altLang="en-US" sz="2000" b="1">
                <a:solidFill>
                  <a:srgbClr val="000000"/>
                </a:solidFill>
                <a:latin typeface="微软雅黑" panose="020B0503020204020204" pitchFamily="34" charset="-122"/>
                <a:ea typeface="微软雅黑" panose="020B0503020204020204" pitchFamily="34" charset="-122"/>
              </a:rPr>
              <a:t>，</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③</a:t>
            </a:r>
            <a:r>
              <a:rPr kumimoji="0" lang="en-US" altLang="zh-CN" sz="2000" b="1">
                <a:solidFill>
                  <a:srgbClr val="000000"/>
                </a:solidFill>
                <a:latin typeface="微软雅黑" panose="020B0503020204020204" pitchFamily="34" charset="-122"/>
                <a:ea typeface="微软雅黑" panose="020B0503020204020204" pitchFamily="34" charset="-122"/>
              </a:rPr>
              <a:t>t=T/2</a:t>
            </a:r>
            <a:r>
              <a:rPr kumimoji="0" lang="zh-CN" altLang="en-US" sz="2000" b="1">
                <a:solidFill>
                  <a:srgbClr val="000000"/>
                </a:solidFill>
                <a:latin typeface="微软雅黑" panose="020B0503020204020204" pitchFamily="34" charset="-122"/>
                <a:ea typeface="微软雅黑" panose="020B0503020204020204" pitchFamily="34" charset="-122"/>
              </a:rPr>
              <a:t>时刻</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电源转为负半周，此时</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zh-CN" altLang="en-US" sz="2000" b="1">
                <a:solidFill>
                  <a:srgbClr val="000000"/>
                </a:solidFill>
                <a:latin typeface="微软雅黑" panose="020B0503020204020204" pitchFamily="34" charset="-122"/>
                <a:ea typeface="微软雅黑" panose="020B0503020204020204" pitchFamily="34" charset="-122"/>
              </a:rPr>
              <a:t>导通，</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截止，</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由于</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立即截止，在这一时刻，可认为</a:t>
            </a:r>
          </a:p>
          <a:p>
            <a:pPr algn="l">
              <a:spcBef>
                <a:spcPct val="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来不及放电，</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同一时刻</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0</a:t>
            </a:r>
            <a:r>
              <a:rPr kumimoji="0" lang="zh-CN" altLang="en-US" sz="2000" b="1">
                <a:solidFill>
                  <a:srgbClr val="000000"/>
                </a:solidFill>
                <a:latin typeface="微软雅黑" panose="020B0503020204020204" pitchFamily="34" charset="-122"/>
                <a:ea typeface="微软雅黑" panose="020B0503020204020204" pitchFamily="34" charset="-122"/>
              </a:rPr>
              <a:t>立即充电至电源负电压，</a:t>
            </a:r>
          </a:p>
          <a:p>
            <a:pPr algn="l">
              <a:spcBef>
                <a:spcPct val="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B</a:t>
            </a:r>
            <a:r>
              <a:rPr kumimoji="0" lang="en-US" altLang="zh-CN" sz="2000" b="1">
                <a:solidFill>
                  <a:srgbClr val="000000"/>
                </a:solidFill>
                <a:latin typeface="微软雅黑" panose="020B0503020204020204" pitchFamily="34" charset="-122"/>
                <a:ea typeface="微软雅黑" panose="020B0503020204020204" pitchFamily="34" charset="-122"/>
              </a:rPr>
              <a:t>= -U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，则</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L</a:t>
            </a:r>
            <a:r>
              <a:rPr kumimoji="0" lang="en-US" altLang="zh-CN" sz="2000" b="1">
                <a:solidFill>
                  <a:srgbClr val="000000"/>
                </a:solidFill>
                <a:latin typeface="微软雅黑" panose="020B0503020204020204" pitchFamily="34" charset="-122"/>
                <a:ea typeface="微软雅黑" panose="020B0503020204020204" pitchFamily="34" charset="-122"/>
              </a:rPr>
              <a:t>=0</a:t>
            </a:r>
          </a:p>
          <a:p>
            <a:pPr algn="l">
              <a:spcBef>
                <a:spcPct val="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④T/2&lt;t&lt;T</a:t>
            </a:r>
          </a:p>
          <a:p>
            <a:pPr algn="l">
              <a:spcBef>
                <a:spcPct val="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放电，</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zh-CN" altLang="en-US" sz="2000" b="1">
                <a:solidFill>
                  <a:srgbClr val="000000"/>
                </a:solidFill>
                <a:latin typeface="微软雅黑" panose="020B0503020204020204" pitchFamily="34" charset="-122"/>
                <a:ea typeface="微软雅黑" panose="020B0503020204020204" pitchFamily="34" charset="-122"/>
              </a:rPr>
              <a:t>电压呈指数下降，而</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B</a:t>
            </a:r>
            <a:r>
              <a:rPr kumimoji="0" lang="zh-CN" altLang="en-US" sz="2000" b="1">
                <a:solidFill>
                  <a:srgbClr val="000000"/>
                </a:solidFill>
                <a:latin typeface="微软雅黑" panose="020B0503020204020204" pitchFamily="34" charset="-122"/>
                <a:ea typeface="微软雅黑" panose="020B0503020204020204" pitchFamily="34" charset="-122"/>
              </a:rPr>
              <a:t>电压不变，则</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L</a:t>
            </a:r>
            <a:r>
              <a:rPr kumimoji="0" lang="zh-CN" altLang="en-US" sz="2000" b="1">
                <a:solidFill>
                  <a:srgbClr val="000000"/>
                </a:solidFill>
                <a:latin typeface="微软雅黑" panose="020B0503020204020204" pitchFamily="34" charset="-122"/>
                <a:ea typeface="微软雅黑" panose="020B0503020204020204" pitchFamily="34" charset="-122"/>
              </a:rPr>
              <a:t>处电压是从零变负，流经</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en-US" altLang="zh-CN" sz="2000" b="1" baseline="-25000">
                <a:solidFill>
                  <a:srgbClr val="000000"/>
                </a:solidFill>
                <a:latin typeface="微软雅黑" panose="020B0503020204020204" pitchFamily="34" charset="-122"/>
                <a:ea typeface="微软雅黑" panose="020B0503020204020204" pitchFamily="34" charset="-122"/>
              </a:rPr>
              <a:t>L</a:t>
            </a:r>
            <a:r>
              <a:rPr kumimoji="0" lang="zh-CN" altLang="en-US" sz="2000" b="1">
                <a:solidFill>
                  <a:srgbClr val="000000"/>
                </a:solidFill>
                <a:latin typeface="微软雅黑" panose="020B0503020204020204" pitchFamily="34" charset="-122"/>
                <a:ea typeface="微软雅黑" panose="020B0503020204020204" pitchFamily="34" charset="-122"/>
              </a:rPr>
              <a:t>的电流</a:t>
            </a:r>
            <a:r>
              <a:rPr kumimoji="0" lang="en-US" altLang="zh-CN" sz="2000" b="1">
                <a:solidFill>
                  <a:srgbClr val="000000"/>
                </a:solidFill>
                <a:latin typeface="微软雅黑" panose="020B0503020204020204" pitchFamily="34" charset="-122"/>
                <a:ea typeface="微软雅黑" panose="020B0503020204020204" pitchFamily="34" charset="-122"/>
              </a:rPr>
              <a:t>i</a:t>
            </a:r>
            <a:r>
              <a:rPr kumimoji="0" lang="en-US" altLang="zh-CN" sz="2000" b="1" baseline="-25000">
                <a:solidFill>
                  <a:srgbClr val="000000"/>
                </a:solidFill>
                <a:latin typeface="微软雅黑" panose="020B0503020204020204" pitchFamily="34" charset="-122"/>
                <a:ea typeface="微软雅黑" panose="020B0503020204020204" pitchFamily="34" charset="-122"/>
              </a:rPr>
              <a:t>f1</a:t>
            </a:r>
            <a:r>
              <a:rPr kumimoji="0" lang="zh-CN" altLang="en-US" sz="2000" b="1">
                <a:solidFill>
                  <a:srgbClr val="000000"/>
                </a:solidFill>
                <a:latin typeface="微软雅黑" panose="020B0503020204020204" pitchFamily="34" charset="-122"/>
                <a:ea typeface="微软雅黑" panose="020B0503020204020204" pitchFamily="34" charset="-122"/>
              </a:rPr>
              <a:t>是从下指向</a:t>
            </a:r>
            <a:r>
              <a:rPr kumimoji="0" lang="en-US" altLang="zh-CN" sz="2000" b="1">
                <a:solidFill>
                  <a:srgbClr val="000000"/>
                </a:solidFill>
                <a:latin typeface="微软雅黑" panose="020B0503020204020204" pitchFamily="34" charset="-122"/>
                <a:ea typeface="微软雅黑" panose="020B0503020204020204" pitchFamily="34" charset="-122"/>
              </a:rPr>
              <a:t>L</a:t>
            </a:r>
            <a:r>
              <a:rPr kumimoji="0" lang="zh-CN" altLang="en-US" sz="2000" b="1">
                <a:solidFill>
                  <a:srgbClr val="000000"/>
                </a:solidFill>
                <a:latin typeface="微软雅黑" panose="020B0503020204020204" pitchFamily="34" charset="-122"/>
                <a:ea typeface="微软雅黑" panose="020B0503020204020204" pitchFamily="34" charset="-122"/>
              </a:rPr>
              <a:t>点，变化规律也是服从指数规律的。</a:t>
            </a:r>
          </a:p>
        </p:txBody>
      </p:sp>
      <p:sp>
        <p:nvSpPr>
          <p:cNvPr id="413699" name="Rectangle 3">
            <a:extLst>
              <a:ext uri="{FF2B5EF4-FFF2-40B4-BE49-F238E27FC236}">
                <a16:creationId xmlns:a16="http://schemas.microsoft.com/office/drawing/2014/main" id="{E80792F9-6380-497F-A87B-58681BFC8C26}"/>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0" name="Rectangle 4">
            <a:extLst>
              <a:ext uri="{FF2B5EF4-FFF2-40B4-BE49-F238E27FC236}">
                <a16:creationId xmlns:a16="http://schemas.microsoft.com/office/drawing/2014/main" id="{C8A026BF-697D-4512-923A-150396A934F0}"/>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1" name="Rectangle 5">
            <a:extLst>
              <a:ext uri="{FF2B5EF4-FFF2-40B4-BE49-F238E27FC236}">
                <a16:creationId xmlns:a16="http://schemas.microsoft.com/office/drawing/2014/main" id="{6A233D66-010A-4F1F-8393-10A02ECD413A}"/>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2" name="Rectangle 6">
            <a:extLst>
              <a:ext uri="{FF2B5EF4-FFF2-40B4-BE49-F238E27FC236}">
                <a16:creationId xmlns:a16="http://schemas.microsoft.com/office/drawing/2014/main" id="{88F2E305-0156-4199-B4E2-E002501F9634}"/>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3" name="Rectangle 7">
            <a:extLst>
              <a:ext uri="{FF2B5EF4-FFF2-40B4-BE49-F238E27FC236}">
                <a16:creationId xmlns:a16="http://schemas.microsoft.com/office/drawing/2014/main" id="{F40C2D17-03E5-4405-9176-A59336D6266E}"/>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4" name="Rectangle 8">
            <a:extLst>
              <a:ext uri="{FF2B5EF4-FFF2-40B4-BE49-F238E27FC236}">
                <a16:creationId xmlns:a16="http://schemas.microsoft.com/office/drawing/2014/main" id="{5AC5B8DC-81EF-434D-B44A-A327005218B0}"/>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5" name="Rectangle 9">
            <a:extLst>
              <a:ext uri="{FF2B5EF4-FFF2-40B4-BE49-F238E27FC236}">
                <a16:creationId xmlns:a16="http://schemas.microsoft.com/office/drawing/2014/main" id="{86782384-CB82-4840-B836-0531B1F7474B}"/>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6" name="Rectangle 10">
            <a:extLst>
              <a:ext uri="{FF2B5EF4-FFF2-40B4-BE49-F238E27FC236}">
                <a16:creationId xmlns:a16="http://schemas.microsoft.com/office/drawing/2014/main" id="{FF527291-F5FB-4739-9A3F-90B92D9479F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7" name="Rectangle 11">
            <a:extLst>
              <a:ext uri="{FF2B5EF4-FFF2-40B4-BE49-F238E27FC236}">
                <a16:creationId xmlns:a16="http://schemas.microsoft.com/office/drawing/2014/main" id="{6112E903-B36D-4BD4-8E25-BCC94FA1D8B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pic>
        <p:nvPicPr>
          <p:cNvPr id="413708" name="Picture 12">
            <a:extLst>
              <a:ext uri="{FF2B5EF4-FFF2-40B4-BE49-F238E27FC236}">
                <a16:creationId xmlns:a16="http://schemas.microsoft.com/office/drawing/2014/main" id="{8F2AE96C-CAFF-4934-9D39-477BAEE937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6225" y="795338"/>
            <a:ext cx="3854450" cy="263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3709" name="Picture 13">
            <a:extLst>
              <a:ext uri="{FF2B5EF4-FFF2-40B4-BE49-F238E27FC236}">
                <a16:creationId xmlns:a16="http://schemas.microsoft.com/office/drawing/2014/main" id="{4117375E-621E-46D0-91F9-B9BA724EF4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6225" y="3316288"/>
            <a:ext cx="3787775" cy="256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a:extLst>
              <a:ext uri="{FF2B5EF4-FFF2-40B4-BE49-F238E27FC236}">
                <a16:creationId xmlns:a16="http://schemas.microsoft.com/office/drawing/2014/main" id="{D40B2A52-AF06-42CA-B683-83842155588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13711" name="Text Box 2">
            <a:extLst>
              <a:ext uri="{FF2B5EF4-FFF2-40B4-BE49-F238E27FC236}">
                <a16:creationId xmlns:a16="http://schemas.microsoft.com/office/drawing/2014/main" id="{6E1C2E38-6921-4331-B5B9-F8D52B08F9F3}"/>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3.1  </a:t>
            </a:r>
            <a:r>
              <a:rPr lang="zh-CN" altLang="en-US" sz="2800" b="1">
                <a:solidFill>
                  <a:srgbClr val="C00000"/>
                </a:solidFill>
                <a:latin typeface="微软雅黑" panose="020B0503020204020204" pitchFamily="34" charset="-122"/>
                <a:ea typeface="微软雅黑" panose="020B0503020204020204" pitchFamily="34" charset="-122"/>
              </a:rPr>
              <a:t>二极管双</a:t>
            </a:r>
            <a:r>
              <a:rPr lang="en-US" altLang="zh-CN" sz="2800" b="1">
                <a:solidFill>
                  <a:srgbClr val="C00000"/>
                </a:solidFill>
                <a:latin typeface="微软雅黑" panose="020B0503020204020204" pitchFamily="34" charset="-122"/>
                <a:ea typeface="微软雅黑" panose="020B0503020204020204" pitchFamily="34" charset="-122"/>
              </a:rPr>
              <a:t>T</a:t>
            </a:r>
            <a:r>
              <a:rPr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3">
            <a:extLst>
              <a:ext uri="{FF2B5EF4-FFF2-40B4-BE49-F238E27FC236}">
                <a16:creationId xmlns:a16="http://schemas.microsoft.com/office/drawing/2014/main" id="{6B72C22F-F113-4A66-853E-318EB0843D1C}"/>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3" name="Rectangle 4">
            <a:extLst>
              <a:ext uri="{FF2B5EF4-FFF2-40B4-BE49-F238E27FC236}">
                <a16:creationId xmlns:a16="http://schemas.microsoft.com/office/drawing/2014/main" id="{08B6267C-5D20-4A0B-A3CA-F623DC91B0E3}"/>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4" name="Rectangle 5">
            <a:extLst>
              <a:ext uri="{FF2B5EF4-FFF2-40B4-BE49-F238E27FC236}">
                <a16:creationId xmlns:a16="http://schemas.microsoft.com/office/drawing/2014/main" id="{D674253E-DD9C-4A67-BCFF-BA9122A92497}"/>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5" name="Rectangle 6">
            <a:extLst>
              <a:ext uri="{FF2B5EF4-FFF2-40B4-BE49-F238E27FC236}">
                <a16:creationId xmlns:a16="http://schemas.microsoft.com/office/drawing/2014/main" id="{7FC36BFE-9DA7-43B4-ACE8-612C60C9BF0D}"/>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6" name="Rectangle 7">
            <a:extLst>
              <a:ext uri="{FF2B5EF4-FFF2-40B4-BE49-F238E27FC236}">
                <a16:creationId xmlns:a16="http://schemas.microsoft.com/office/drawing/2014/main" id="{89CE7022-AABF-41DF-AF30-C98091DC8089}"/>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7" name="Rectangle 8">
            <a:extLst>
              <a:ext uri="{FF2B5EF4-FFF2-40B4-BE49-F238E27FC236}">
                <a16:creationId xmlns:a16="http://schemas.microsoft.com/office/drawing/2014/main" id="{5F8D10B5-7BB0-4A92-A825-3E3F88580617}"/>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8" name="Rectangle 9">
            <a:extLst>
              <a:ext uri="{FF2B5EF4-FFF2-40B4-BE49-F238E27FC236}">
                <a16:creationId xmlns:a16="http://schemas.microsoft.com/office/drawing/2014/main" id="{5175F0B6-3870-43EA-9930-B45AE312EC3F}"/>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9" name="Rectangle 10">
            <a:extLst>
              <a:ext uri="{FF2B5EF4-FFF2-40B4-BE49-F238E27FC236}">
                <a16:creationId xmlns:a16="http://schemas.microsoft.com/office/drawing/2014/main" id="{CBDF0ECD-7EDB-487C-95EF-5921AAA25E0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30" name="Rectangle 11">
            <a:extLst>
              <a:ext uri="{FF2B5EF4-FFF2-40B4-BE49-F238E27FC236}">
                <a16:creationId xmlns:a16="http://schemas.microsoft.com/office/drawing/2014/main" id="{C9DC0DEC-940D-46AE-B2D9-0DC0F3C1FE0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4" name="矩形 13">
            <a:extLst>
              <a:ext uri="{FF2B5EF4-FFF2-40B4-BE49-F238E27FC236}">
                <a16:creationId xmlns:a16="http://schemas.microsoft.com/office/drawing/2014/main" id="{E6995C34-8F68-4E04-BF75-5D48485A40CE}"/>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14732" name="Text Box 2">
            <a:extLst>
              <a:ext uri="{FF2B5EF4-FFF2-40B4-BE49-F238E27FC236}">
                <a16:creationId xmlns:a16="http://schemas.microsoft.com/office/drawing/2014/main" id="{0901ED98-466A-42B4-856C-49BB83137ABF}"/>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3.1  </a:t>
            </a:r>
            <a:r>
              <a:rPr lang="zh-CN" altLang="en-US" sz="2800" b="1">
                <a:solidFill>
                  <a:srgbClr val="C00000"/>
                </a:solidFill>
                <a:latin typeface="微软雅黑" panose="020B0503020204020204" pitchFamily="34" charset="-122"/>
                <a:ea typeface="微软雅黑" panose="020B0503020204020204" pitchFamily="34" charset="-122"/>
              </a:rPr>
              <a:t>二极管双</a:t>
            </a:r>
            <a:r>
              <a:rPr lang="en-US" altLang="zh-CN" sz="2800" b="1">
                <a:solidFill>
                  <a:srgbClr val="C00000"/>
                </a:solidFill>
                <a:latin typeface="微软雅黑" panose="020B0503020204020204" pitchFamily="34" charset="-122"/>
                <a:ea typeface="微软雅黑" panose="020B0503020204020204" pitchFamily="34" charset="-122"/>
              </a:rPr>
              <a:t>T</a:t>
            </a:r>
            <a:r>
              <a:rPr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14733" name="Text Box 2">
            <a:extLst>
              <a:ext uri="{FF2B5EF4-FFF2-40B4-BE49-F238E27FC236}">
                <a16:creationId xmlns:a16="http://schemas.microsoft.com/office/drawing/2014/main" id="{30F504D1-C512-4701-ACD2-DC6799652E97}"/>
              </a:ext>
            </a:extLst>
          </p:cNvPr>
          <p:cNvSpPr txBox="1">
            <a:spLocks noChangeArrowheads="1"/>
          </p:cNvSpPr>
          <p:nvPr/>
        </p:nvSpPr>
        <p:spPr bwMode="auto">
          <a:xfrm>
            <a:off x="139700" y="1325563"/>
            <a:ext cx="8353425" cy="435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⑤</a:t>
            </a:r>
            <a:r>
              <a:rPr kumimoji="0" lang="en-US" altLang="zh-CN" sz="2000" b="1">
                <a:solidFill>
                  <a:srgbClr val="000000"/>
                </a:solidFill>
                <a:latin typeface="微软雅黑" panose="020B0503020204020204" pitchFamily="34" charset="-122"/>
                <a:ea typeface="微软雅黑" panose="020B0503020204020204" pitchFamily="34" charset="-122"/>
              </a:rPr>
              <a:t>t=T</a:t>
            </a:r>
            <a:r>
              <a:rPr kumimoji="0" lang="zh-CN" altLang="en-US" sz="2000" b="1">
                <a:solidFill>
                  <a:srgbClr val="000000"/>
                </a:solidFill>
                <a:latin typeface="微软雅黑" panose="020B0503020204020204" pitchFamily="34" charset="-122"/>
                <a:ea typeface="微软雅黑" panose="020B0503020204020204" pitchFamily="34" charset="-122"/>
              </a:rPr>
              <a:t>时刻</a:t>
            </a:r>
          </a:p>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电源转为正半周，此时</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导通，</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zh-CN" altLang="en-US" sz="2000" b="1">
                <a:solidFill>
                  <a:srgbClr val="000000"/>
                </a:solidFill>
                <a:latin typeface="微软雅黑" panose="020B0503020204020204" pitchFamily="34" charset="-122"/>
                <a:ea typeface="微软雅黑" panose="020B0503020204020204" pitchFamily="34" charset="-122"/>
              </a:rPr>
              <a:t>截止，</a:t>
            </a: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由于</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zh-CN" altLang="en-US" sz="2000" b="1">
                <a:solidFill>
                  <a:srgbClr val="000000"/>
                </a:solidFill>
                <a:latin typeface="微软雅黑" panose="020B0503020204020204" pitchFamily="34" charset="-122"/>
                <a:ea typeface="微软雅黑" panose="020B0503020204020204" pitchFamily="34" charset="-122"/>
              </a:rPr>
              <a:t>立即截止，在这一时刻，认为</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0</a:t>
            </a: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来不及放电，</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B</a:t>
            </a:r>
            <a:r>
              <a:rPr kumimoji="0" lang="en-US" altLang="zh-CN" sz="2000" b="1">
                <a:solidFill>
                  <a:srgbClr val="000000"/>
                </a:solidFill>
                <a:latin typeface="微软雅黑" panose="020B0503020204020204" pitchFamily="34" charset="-122"/>
                <a:ea typeface="微软雅黑" panose="020B0503020204020204" pitchFamily="34" charset="-122"/>
              </a:rPr>
              <a:t>= -U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，同一时刻</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立即</a:t>
            </a: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充电至电源正电压，</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，则</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L</a:t>
            </a:r>
            <a:r>
              <a:rPr kumimoji="0" lang="en-US" altLang="zh-CN" sz="2000" b="1">
                <a:solidFill>
                  <a:srgbClr val="000000"/>
                </a:solidFill>
                <a:latin typeface="微软雅黑" panose="020B0503020204020204" pitchFamily="34" charset="-122"/>
                <a:ea typeface="微软雅黑" panose="020B0503020204020204" pitchFamily="34" charset="-122"/>
              </a:rPr>
              <a:t>=0</a:t>
            </a:r>
          </a:p>
          <a:p>
            <a:pPr algn="l">
              <a:spcBef>
                <a:spcPct val="2500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⑥T&lt;t&lt;3T/2</a:t>
            </a:r>
            <a:r>
              <a:rPr kumimoji="0" lang="zh-CN" altLang="en-US" sz="2000" b="1">
                <a:solidFill>
                  <a:srgbClr val="000000"/>
                </a:solidFill>
                <a:latin typeface="微软雅黑" panose="020B0503020204020204" pitchFamily="34" charset="-122"/>
                <a:ea typeface="微软雅黑" panose="020B0503020204020204" pitchFamily="34" charset="-122"/>
              </a:rPr>
              <a:t>，</a:t>
            </a:r>
          </a:p>
          <a:p>
            <a:pPr algn="l">
              <a:spcBef>
                <a:spcPct val="2500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0</a:t>
            </a:r>
            <a:r>
              <a:rPr kumimoji="0" lang="zh-CN" altLang="en-US" sz="2000" b="1">
                <a:solidFill>
                  <a:srgbClr val="000000"/>
                </a:solidFill>
                <a:latin typeface="微软雅黑" panose="020B0503020204020204" pitchFamily="34" charset="-122"/>
                <a:ea typeface="微软雅黑" panose="020B0503020204020204" pitchFamily="34" charset="-122"/>
              </a:rPr>
              <a:t>放电，</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B</a:t>
            </a:r>
            <a:r>
              <a:rPr kumimoji="0" lang="zh-CN" altLang="en-US" sz="2000" b="1">
                <a:solidFill>
                  <a:srgbClr val="000000"/>
                </a:solidFill>
                <a:latin typeface="微软雅黑" panose="020B0503020204020204" pitchFamily="34" charset="-122"/>
                <a:ea typeface="微软雅黑" panose="020B0503020204020204" pitchFamily="34" charset="-122"/>
              </a:rPr>
              <a:t>电压呈指数下降，而</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zh-CN" altLang="en-US" sz="2000" b="1">
                <a:solidFill>
                  <a:srgbClr val="000000"/>
                </a:solidFill>
                <a:latin typeface="微软雅黑" panose="020B0503020204020204" pitchFamily="34" charset="-122"/>
                <a:ea typeface="微软雅黑" panose="020B0503020204020204" pitchFamily="34" charset="-122"/>
              </a:rPr>
              <a:t>电压不变，则</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L</a:t>
            </a:r>
            <a:r>
              <a:rPr kumimoji="0" lang="zh-CN" altLang="en-US" sz="2000" b="1">
                <a:solidFill>
                  <a:srgbClr val="000000"/>
                </a:solidFill>
                <a:latin typeface="微软雅黑" panose="020B0503020204020204" pitchFamily="34" charset="-122"/>
                <a:ea typeface="微软雅黑" panose="020B0503020204020204" pitchFamily="34" charset="-122"/>
              </a:rPr>
              <a:t>处电压是从零变正的，流经</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en-US" altLang="zh-CN" sz="2000" b="1" baseline="-25000">
                <a:solidFill>
                  <a:srgbClr val="000000"/>
                </a:solidFill>
                <a:latin typeface="微软雅黑" panose="020B0503020204020204" pitchFamily="34" charset="-122"/>
                <a:ea typeface="微软雅黑" panose="020B0503020204020204" pitchFamily="34" charset="-122"/>
              </a:rPr>
              <a:t>L</a:t>
            </a:r>
            <a:r>
              <a:rPr kumimoji="0" lang="zh-CN" altLang="en-US" sz="2000" b="1">
                <a:solidFill>
                  <a:srgbClr val="000000"/>
                </a:solidFill>
                <a:latin typeface="微软雅黑" panose="020B0503020204020204" pitchFamily="34" charset="-122"/>
                <a:ea typeface="微软雅黑" panose="020B0503020204020204" pitchFamily="34" charset="-122"/>
              </a:rPr>
              <a:t>的电流</a:t>
            </a:r>
            <a:r>
              <a:rPr kumimoji="0" lang="en-US" altLang="zh-CN" sz="2000" b="1" baseline="-25000">
                <a:solidFill>
                  <a:srgbClr val="000000"/>
                </a:solidFill>
                <a:latin typeface="微软雅黑" panose="020B0503020204020204" pitchFamily="34" charset="-122"/>
                <a:ea typeface="微软雅黑" panose="020B0503020204020204" pitchFamily="34" charset="-122"/>
              </a:rPr>
              <a:t>if2</a:t>
            </a:r>
            <a:r>
              <a:rPr kumimoji="0" lang="zh-CN" altLang="en-US" sz="2000" b="1">
                <a:solidFill>
                  <a:srgbClr val="000000"/>
                </a:solidFill>
                <a:latin typeface="微软雅黑" panose="020B0503020204020204" pitchFamily="34" charset="-122"/>
                <a:ea typeface="微软雅黑" panose="020B0503020204020204" pitchFamily="34" charset="-122"/>
              </a:rPr>
              <a:t>是从</a:t>
            </a:r>
            <a:r>
              <a:rPr kumimoji="0" lang="en-US" altLang="zh-CN" sz="2000" b="1">
                <a:solidFill>
                  <a:srgbClr val="000000"/>
                </a:solidFill>
                <a:latin typeface="微软雅黑" panose="020B0503020204020204" pitchFamily="34" charset="-122"/>
                <a:ea typeface="微软雅黑" panose="020B0503020204020204" pitchFamily="34" charset="-122"/>
              </a:rPr>
              <a:t>L</a:t>
            </a:r>
            <a:r>
              <a:rPr kumimoji="0" lang="zh-CN" altLang="en-US" sz="2000" b="1">
                <a:solidFill>
                  <a:srgbClr val="000000"/>
                </a:solidFill>
                <a:latin typeface="微软雅黑" panose="020B0503020204020204" pitchFamily="34" charset="-122"/>
                <a:ea typeface="微软雅黑" panose="020B0503020204020204" pitchFamily="34" charset="-122"/>
              </a:rPr>
              <a:t>点指向下的，变化规律也是服从指数规律的。</a:t>
            </a:r>
          </a:p>
        </p:txBody>
      </p:sp>
      <p:pic>
        <p:nvPicPr>
          <p:cNvPr id="414734" name="Picture 10">
            <a:extLst>
              <a:ext uri="{FF2B5EF4-FFF2-40B4-BE49-F238E27FC236}">
                <a16:creationId xmlns:a16="http://schemas.microsoft.com/office/drawing/2014/main" id="{5C02A005-BE08-425C-A4CB-0AA30C314D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6350" y="1163638"/>
            <a:ext cx="4033838"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3">
            <a:extLst>
              <a:ext uri="{FF2B5EF4-FFF2-40B4-BE49-F238E27FC236}">
                <a16:creationId xmlns:a16="http://schemas.microsoft.com/office/drawing/2014/main" id="{97889F76-8A70-4777-B4C0-BAD2632DD3CB}"/>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47" name="Rectangle 4">
            <a:extLst>
              <a:ext uri="{FF2B5EF4-FFF2-40B4-BE49-F238E27FC236}">
                <a16:creationId xmlns:a16="http://schemas.microsoft.com/office/drawing/2014/main" id="{010D444B-E54C-4C50-B288-EDE7D48D74D8}"/>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48" name="Rectangle 5">
            <a:extLst>
              <a:ext uri="{FF2B5EF4-FFF2-40B4-BE49-F238E27FC236}">
                <a16:creationId xmlns:a16="http://schemas.microsoft.com/office/drawing/2014/main" id="{2D6706BC-BFF2-4449-90B1-73FBD2654140}"/>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49" name="Rectangle 6">
            <a:extLst>
              <a:ext uri="{FF2B5EF4-FFF2-40B4-BE49-F238E27FC236}">
                <a16:creationId xmlns:a16="http://schemas.microsoft.com/office/drawing/2014/main" id="{312F9080-40D8-4D94-82B8-A3BB58A86223}"/>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50" name="Rectangle 7">
            <a:extLst>
              <a:ext uri="{FF2B5EF4-FFF2-40B4-BE49-F238E27FC236}">
                <a16:creationId xmlns:a16="http://schemas.microsoft.com/office/drawing/2014/main" id="{E6BA2386-9700-4ED6-AF9A-23024AA4F859}"/>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51" name="Rectangle 8">
            <a:extLst>
              <a:ext uri="{FF2B5EF4-FFF2-40B4-BE49-F238E27FC236}">
                <a16:creationId xmlns:a16="http://schemas.microsoft.com/office/drawing/2014/main" id="{A4C1874C-0CCA-47C7-9B7A-17BC93DB6CA7}"/>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52" name="Rectangle 9">
            <a:extLst>
              <a:ext uri="{FF2B5EF4-FFF2-40B4-BE49-F238E27FC236}">
                <a16:creationId xmlns:a16="http://schemas.microsoft.com/office/drawing/2014/main" id="{F0A803FA-1214-48F3-A20E-DE0AC701A1A4}"/>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53" name="Rectangle 10">
            <a:extLst>
              <a:ext uri="{FF2B5EF4-FFF2-40B4-BE49-F238E27FC236}">
                <a16:creationId xmlns:a16="http://schemas.microsoft.com/office/drawing/2014/main" id="{14034A32-C87B-4B4B-9179-8CB23D79EE1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54" name="Rectangle 11">
            <a:extLst>
              <a:ext uri="{FF2B5EF4-FFF2-40B4-BE49-F238E27FC236}">
                <a16:creationId xmlns:a16="http://schemas.microsoft.com/office/drawing/2014/main" id="{6F98EB33-A78F-4C1C-8B06-1D1093D6A9E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4" name="矩形 13">
            <a:extLst>
              <a:ext uri="{FF2B5EF4-FFF2-40B4-BE49-F238E27FC236}">
                <a16:creationId xmlns:a16="http://schemas.microsoft.com/office/drawing/2014/main" id="{64F5460B-2CEA-40D9-ADE3-447505C553F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15756" name="Text Box 2">
            <a:extLst>
              <a:ext uri="{FF2B5EF4-FFF2-40B4-BE49-F238E27FC236}">
                <a16:creationId xmlns:a16="http://schemas.microsoft.com/office/drawing/2014/main" id="{E3D41641-6ADE-4FE3-99AA-BE8911C6907C}"/>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3.1  </a:t>
            </a:r>
            <a:r>
              <a:rPr lang="zh-CN" altLang="en-US" sz="2800" b="1">
                <a:solidFill>
                  <a:srgbClr val="C00000"/>
                </a:solidFill>
                <a:latin typeface="微软雅黑" panose="020B0503020204020204" pitchFamily="34" charset="-122"/>
                <a:ea typeface="微软雅黑" panose="020B0503020204020204" pitchFamily="34" charset="-122"/>
              </a:rPr>
              <a:t>二极管双</a:t>
            </a:r>
            <a:r>
              <a:rPr lang="en-US" altLang="zh-CN" sz="2800" b="1">
                <a:solidFill>
                  <a:srgbClr val="C00000"/>
                </a:solidFill>
                <a:latin typeface="微软雅黑" panose="020B0503020204020204" pitchFamily="34" charset="-122"/>
                <a:ea typeface="微软雅黑" panose="020B0503020204020204" pitchFamily="34" charset="-122"/>
              </a:rPr>
              <a:t>T</a:t>
            </a:r>
            <a:r>
              <a:rPr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15757" name="Text Box 2">
            <a:extLst>
              <a:ext uri="{FF2B5EF4-FFF2-40B4-BE49-F238E27FC236}">
                <a16:creationId xmlns:a16="http://schemas.microsoft.com/office/drawing/2014/main" id="{26F981C4-8439-47F8-B807-E172D79BD258}"/>
              </a:ext>
            </a:extLst>
          </p:cNvPr>
          <p:cNvSpPr txBox="1">
            <a:spLocks noChangeArrowheads="1"/>
          </p:cNvSpPr>
          <p:nvPr/>
        </p:nvSpPr>
        <p:spPr bwMode="auto">
          <a:xfrm>
            <a:off x="323850" y="1193800"/>
            <a:ext cx="8353425"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在</a:t>
            </a:r>
            <a:r>
              <a:rPr kumimoji="0" lang="en-US" altLang="zh-CN" sz="2000" b="1">
                <a:solidFill>
                  <a:srgbClr val="000000"/>
                </a:solidFill>
                <a:latin typeface="微软雅黑" panose="020B0503020204020204" pitchFamily="34" charset="-122"/>
                <a:ea typeface="微软雅黑" panose="020B0503020204020204" pitchFamily="34" charset="-122"/>
              </a:rPr>
              <a:t>T/2&lt;t&lt;3T/2</a:t>
            </a:r>
            <a:r>
              <a:rPr kumimoji="0" lang="zh-CN" altLang="en-US" sz="2000" b="1">
                <a:solidFill>
                  <a:srgbClr val="000000"/>
                </a:solidFill>
                <a:latin typeface="微软雅黑" panose="020B0503020204020204" pitchFamily="34" charset="-122"/>
                <a:ea typeface="微软雅黑" panose="020B0503020204020204" pitchFamily="34" charset="-122"/>
              </a:rPr>
              <a:t>这一周期时间内：</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●当传感器不工作时</a:t>
            </a:r>
            <a:r>
              <a:rPr kumimoji="0" lang="en-US" altLang="zh-CN" sz="2000" b="1">
                <a:solidFill>
                  <a:srgbClr val="000000"/>
                </a:solidFill>
                <a:latin typeface="微软雅黑" panose="020B0503020204020204" pitchFamily="34" charset="-122"/>
                <a:ea typeface="微软雅黑" panose="020B0503020204020204" pitchFamily="34" charset="-122"/>
              </a:rPr>
              <a:t>C1=C0</a:t>
            </a:r>
            <a:r>
              <a:rPr kumimoji="0" lang="zh-CN" altLang="en-US" sz="2000" b="1">
                <a:solidFill>
                  <a:srgbClr val="000000"/>
                </a:solidFill>
                <a:latin typeface="微软雅黑" panose="020B0503020204020204" pitchFamily="34" charset="-122"/>
                <a:ea typeface="微软雅黑" panose="020B0503020204020204" pitchFamily="34" charset="-122"/>
              </a:rPr>
              <a:t>，那么在电源正负半周流经</a:t>
            </a:r>
            <a:r>
              <a:rPr kumimoji="0" lang="en-US" altLang="zh-CN" sz="2000" b="1">
                <a:solidFill>
                  <a:srgbClr val="000000"/>
                </a:solidFill>
                <a:latin typeface="微软雅黑" panose="020B0503020204020204" pitchFamily="34" charset="-122"/>
                <a:ea typeface="微软雅黑" panose="020B0503020204020204" pitchFamily="34" charset="-122"/>
              </a:rPr>
              <a:t>RL</a:t>
            </a:r>
            <a:r>
              <a:rPr kumimoji="0" lang="zh-CN" altLang="en-US" sz="2000" b="1">
                <a:solidFill>
                  <a:srgbClr val="000000"/>
                </a:solidFill>
                <a:latin typeface="微软雅黑" panose="020B0503020204020204" pitchFamily="34" charset="-122"/>
                <a:ea typeface="微软雅黑" panose="020B0503020204020204" pitchFamily="34" charset="-122"/>
              </a:rPr>
              <a:t>电阻的电流是波形相同的，而方向相反的，所以流经</a:t>
            </a:r>
            <a:r>
              <a:rPr kumimoji="0" lang="en-US" altLang="zh-CN" sz="2000" b="1">
                <a:solidFill>
                  <a:srgbClr val="000000"/>
                </a:solidFill>
                <a:latin typeface="微软雅黑" panose="020B0503020204020204" pitchFamily="34" charset="-122"/>
                <a:ea typeface="微软雅黑" panose="020B0503020204020204" pitchFamily="34" charset="-122"/>
              </a:rPr>
              <a:t>RL</a:t>
            </a:r>
            <a:r>
              <a:rPr kumimoji="0" lang="zh-CN" altLang="en-US" sz="2000" b="1">
                <a:solidFill>
                  <a:srgbClr val="000000"/>
                </a:solidFill>
                <a:latin typeface="微软雅黑" panose="020B0503020204020204" pitchFamily="34" charset="-122"/>
                <a:ea typeface="微软雅黑" panose="020B0503020204020204" pitchFamily="34" charset="-122"/>
              </a:rPr>
              <a:t>上的电流平均值为零。</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●当传感器工作时，</a:t>
            </a:r>
            <a:r>
              <a:rPr kumimoji="0" lang="en-US" altLang="zh-CN" sz="2000" b="1">
                <a:solidFill>
                  <a:srgbClr val="000000"/>
                </a:solidFill>
                <a:latin typeface="微软雅黑" panose="020B0503020204020204" pitchFamily="34" charset="-122"/>
                <a:ea typeface="微软雅黑" panose="020B0503020204020204" pitchFamily="34" charset="-122"/>
              </a:rPr>
              <a:t>C1≠C0</a:t>
            </a:r>
            <a:r>
              <a:rPr kumimoji="0" lang="zh-CN" altLang="en-US" sz="2000" b="1">
                <a:solidFill>
                  <a:srgbClr val="000000"/>
                </a:solidFill>
                <a:latin typeface="微软雅黑" panose="020B0503020204020204" pitchFamily="34" charset="-122"/>
                <a:ea typeface="微软雅黑" panose="020B0503020204020204" pitchFamily="34" charset="-122"/>
              </a:rPr>
              <a:t>，流经</a:t>
            </a:r>
            <a:r>
              <a:rPr kumimoji="0" lang="en-US" altLang="zh-CN" sz="2000" b="1">
                <a:solidFill>
                  <a:srgbClr val="000000"/>
                </a:solidFill>
                <a:latin typeface="微软雅黑" panose="020B0503020204020204" pitchFamily="34" charset="-122"/>
                <a:ea typeface="微软雅黑" panose="020B0503020204020204" pitchFamily="34" charset="-122"/>
              </a:rPr>
              <a:t>RL</a:t>
            </a:r>
            <a:r>
              <a:rPr kumimoji="0" lang="zh-CN" altLang="en-US" sz="2000" b="1">
                <a:solidFill>
                  <a:srgbClr val="000000"/>
                </a:solidFill>
                <a:latin typeface="微软雅黑" panose="020B0503020204020204" pitchFamily="34" charset="-122"/>
                <a:ea typeface="微软雅黑" panose="020B0503020204020204" pitchFamily="34" charset="-122"/>
              </a:rPr>
              <a:t>上的电流平均值不为零。</a:t>
            </a:r>
          </a:p>
        </p:txBody>
      </p:sp>
      <p:pic>
        <p:nvPicPr>
          <p:cNvPr id="415758" name="Picture 10">
            <a:extLst>
              <a:ext uri="{FF2B5EF4-FFF2-40B4-BE49-F238E27FC236}">
                <a16:creationId xmlns:a16="http://schemas.microsoft.com/office/drawing/2014/main" id="{358BE669-CF4E-4A3C-814B-F7EA53FC17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3233738"/>
            <a:ext cx="414020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5759" name="Picture 12">
            <a:extLst>
              <a:ext uri="{FF2B5EF4-FFF2-40B4-BE49-F238E27FC236}">
                <a16:creationId xmlns:a16="http://schemas.microsoft.com/office/drawing/2014/main" id="{F815B922-8FBB-4EC3-A659-BD2A5460D2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3468688"/>
            <a:ext cx="295275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Text Box 2">
            <a:extLst>
              <a:ext uri="{FF2B5EF4-FFF2-40B4-BE49-F238E27FC236}">
                <a16:creationId xmlns:a16="http://schemas.microsoft.com/office/drawing/2014/main" id="{91AD6F19-B63B-4F38-A6E0-A5C0876395E1}"/>
              </a:ext>
            </a:extLst>
          </p:cNvPr>
          <p:cNvSpPr txBox="1">
            <a:spLocks noChangeArrowheads="1"/>
          </p:cNvSpPr>
          <p:nvPr/>
        </p:nvSpPr>
        <p:spPr bwMode="auto">
          <a:xfrm>
            <a:off x="358775" y="358775"/>
            <a:ext cx="8353425"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二极管双</a:t>
            </a:r>
            <a:r>
              <a:rPr kumimoji="0" lang="en-US" altLang="zh-CN" sz="2000" b="1">
                <a:solidFill>
                  <a:srgbClr val="000000"/>
                </a:solidFill>
                <a:latin typeface="微软雅黑" panose="020B0503020204020204" pitchFamily="34" charset="-122"/>
                <a:ea typeface="微软雅黑" panose="020B0503020204020204" pitchFamily="34" charset="-122"/>
              </a:rPr>
              <a:t>T</a:t>
            </a:r>
            <a:r>
              <a:rPr kumimoji="0" lang="zh-CN" altLang="en-US" sz="2000" b="1">
                <a:solidFill>
                  <a:srgbClr val="000000"/>
                </a:solidFill>
                <a:latin typeface="微软雅黑" panose="020B0503020204020204" pitchFamily="34" charset="-122"/>
                <a:ea typeface="微软雅黑" panose="020B0503020204020204" pitchFamily="34" charset="-122"/>
              </a:rPr>
              <a:t>桥路数值计算：</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a:t>
            </a:r>
            <a:r>
              <a:rPr kumimoji="0" lang="en-US" altLang="zh-CN" sz="2000" b="1">
                <a:solidFill>
                  <a:srgbClr val="000000"/>
                </a:solidFill>
                <a:latin typeface="微软雅黑" panose="020B0503020204020204" pitchFamily="34" charset="-122"/>
                <a:ea typeface="微软雅黑" panose="020B0503020204020204" pitchFamily="34" charset="-122"/>
              </a:rPr>
              <a:t>T/2&lt;t&lt;T</a:t>
            </a:r>
            <a:r>
              <a:rPr kumimoji="0" lang="zh-CN" altLang="en-US" sz="2000" b="1">
                <a:solidFill>
                  <a:srgbClr val="000000"/>
                </a:solidFill>
                <a:latin typeface="微软雅黑" panose="020B0503020204020204" pitchFamily="34" charset="-122"/>
                <a:ea typeface="微软雅黑" panose="020B0503020204020204" pitchFamily="34" charset="-122"/>
              </a:rPr>
              <a:t>，电源处于负半周（</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zh-CN" altLang="en-US" sz="2000"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此时</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zh-CN" altLang="en-US" sz="2000" b="1">
                <a:solidFill>
                  <a:srgbClr val="000000"/>
                </a:solidFill>
                <a:latin typeface="微软雅黑" panose="020B0503020204020204" pitchFamily="34" charset="-122"/>
                <a:ea typeface="微软雅黑" panose="020B0503020204020204" pitchFamily="34" charset="-122"/>
              </a:rPr>
              <a:t>导通，</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截止，</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放电，</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zh-CN" altLang="en-US" sz="2000" b="1">
                <a:solidFill>
                  <a:srgbClr val="000000"/>
                </a:solidFill>
                <a:latin typeface="微软雅黑" panose="020B0503020204020204" pitchFamily="34" charset="-122"/>
                <a:ea typeface="微软雅黑" panose="020B0503020204020204" pitchFamily="34" charset="-122"/>
              </a:rPr>
              <a:t>电压从</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呈指数下降，而</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B</a:t>
            </a:r>
            <a:r>
              <a:rPr kumimoji="0" lang="en-US" altLang="zh-CN" sz="2000" b="1">
                <a:solidFill>
                  <a:srgbClr val="000000"/>
                </a:solidFill>
                <a:latin typeface="微软雅黑" panose="020B0503020204020204" pitchFamily="34" charset="-122"/>
                <a:ea typeface="微软雅黑" panose="020B0503020204020204" pitchFamily="34" charset="-122"/>
              </a:rPr>
              <a:t>= -U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p>
        </p:txBody>
      </p:sp>
      <p:sp>
        <p:nvSpPr>
          <p:cNvPr id="416771" name="Rectangle 3">
            <a:extLst>
              <a:ext uri="{FF2B5EF4-FFF2-40B4-BE49-F238E27FC236}">
                <a16:creationId xmlns:a16="http://schemas.microsoft.com/office/drawing/2014/main" id="{51AA247C-E8AA-49D6-B722-D4C4ED1CD72F}"/>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6772" name="Rectangle 4">
            <a:extLst>
              <a:ext uri="{FF2B5EF4-FFF2-40B4-BE49-F238E27FC236}">
                <a16:creationId xmlns:a16="http://schemas.microsoft.com/office/drawing/2014/main" id="{266971F9-F17C-4D58-B76A-CEE8BAF209E7}"/>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6773" name="Rectangle 5">
            <a:extLst>
              <a:ext uri="{FF2B5EF4-FFF2-40B4-BE49-F238E27FC236}">
                <a16:creationId xmlns:a16="http://schemas.microsoft.com/office/drawing/2014/main" id="{BD5AE896-8407-4E65-9F5D-D2A08ED9C3F4}"/>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6774" name="Rectangle 6">
            <a:extLst>
              <a:ext uri="{FF2B5EF4-FFF2-40B4-BE49-F238E27FC236}">
                <a16:creationId xmlns:a16="http://schemas.microsoft.com/office/drawing/2014/main" id="{5428A12B-0BE9-4866-81D8-AA6A866B200E}"/>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6775" name="Rectangle 7">
            <a:extLst>
              <a:ext uri="{FF2B5EF4-FFF2-40B4-BE49-F238E27FC236}">
                <a16:creationId xmlns:a16="http://schemas.microsoft.com/office/drawing/2014/main" id="{7EC65514-E718-420B-9D3D-366C5D5AAF5D}"/>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6776" name="Rectangle 8">
            <a:extLst>
              <a:ext uri="{FF2B5EF4-FFF2-40B4-BE49-F238E27FC236}">
                <a16:creationId xmlns:a16="http://schemas.microsoft.com/office/drawing/2014/main" id="{0EE429FF-39C2-45F8-966F-D9381450BB7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6777" name="Rectangle 9">
            <a:extLst>
              <a:ext uri="{FF2B5EF4-FFF2-40B4-BE49-F238E27FC236}">
                <a16:creationId xmlns:a16="http://schemas.microsoft.com/office/drawing/2014/main" id="{69987E8D-EABE-4B59-B7B5-45754C6B245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pic>
        <p:nvPicPr>
          <p:cNvPr id="218122" name="Picture 10">
            <a:extLst>
              <a:ext uri="{FF2B5EF4-FFF2-40B4-BE49-F238E27FC236}">
                <a16:creationId xmlns:a16="http://schemas.microsoft.com/office/drawing/2014/main" id="{06CC6082-3449-4353-A127-F8C5E50B6D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1882775"/>
            <a:ext cx="3095625"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6779" name="Picture 11">
            <a:extLst>
              <a:ext uri="{FF2B5EF4-FFF2-40B4-BE49-F238E27FC236}">
                <a16:creationId xmlns:a16="http://schemas.microsoft.com/office/drawing/2014/main" id="{A73197DE-F98D-418E-8A6C-4C4009DD4E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92300"/>
            <a:ext cx="3059113"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5" name="Picture 13">
            <a:extLst>
              <a:ext uri="{FF2B5EF4-FFF2-40B4-BE49-F238E27FC236}">
                <a16:creationId xmlns:a16="http://schemas.microsoft.com/office/drawing/2014/main" id="{EF15FC01-B2BB-49AA-B95F-75EB8A946E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325" y="3933825"/>
            <a:ext cx="2987675"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6" name="Picture 14">
            <a:extLst>
              <a:ext uri="{FF2B5EF4-FFF2-40B4-BE49-F238E27FC236}">
                <a16:creationId xmlns:a16="http://schemas.microsoft.com/office/drawing/2014/main" id="{BA3DFF81-3129-4F22-83DA-204F237234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6325" y="1865313"/>
            <a:ext cx="2987675" cy="209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7" name="Picture 15">
            <a:extLst>
              <a:ext uri="{FF2B5EF4-FFF2-40B4-BE49-F238E27FC236}">
                <a16:creationId xmlns:a16="http://schemas.microsoft.com/office/drawing/2014/main" id="{67CB4A8A-B887-4340-BA7F-38024035BD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3933825"/>
            <a:ext cx="2916238"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8" name="Picture 16">
            <a:extLst>
              <a:ext uri="{FF2B5EF4-FFF2-40B4-BE49-F238E27FC236}">
                <a16:creationId xmlns:a16="http://schemas.microsoft.com/office/drawing/2014/main" id="{3B28C08E-3C44-497B-A472-E7D998DD60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6238" y="3933825"/>
            <a:ext cx="3248025"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81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81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181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812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18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Text Box 2">
            <a:extLst>
              <a:ext uri="{FF2B5EF4-FFF2-40B4-BE49-F238E27FC236}">
                <a16:creationId xmlns:a16="http://schemas.microsoft.com/office/drawing/2014/main" id="{4BE413A1-7A26-4DB5-B75C-4BA92B9A671C}"/>
              </a:ext>
            </a:extLst>
          </p:cNvPr>
          <p:cNvSpPr txBox="1">
            <a:spLocks noChangeArrowheads="1"/>
          </p:cNvSpPr>
          <p:nvPr/>
        </p:nvSpPr>
        <p:spPr bwMode="auto">
          <a:xfrm>
            <a:off x="395288" y="188913"/>
            <a:ext cx="8353425"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 T/2&lt;t&lt;T</a:t>
            </a:r>
            <a:r>
              <a:rPr kumimoji="0" lang="zh-CN" altLang="en-US" sz="2000" b="1">
                <a:solidFill>
                  <a:srgbClr val="000000"/>
                </a:solidFill>
                <a:latin typeface="微软雅黑" panose="020B0503020204020204" pitchFamily="34" charset="-122"/>
                <a:ea typeface="微软雅黑" panose="020B0503020204020204" pitchFamily="34" charset="-122"/>
              </a:rPr>
              <a:t>，电源处于负半周（</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zh-CN" altLang="en-US" sz="2000" b="1">
                <a:solidFill>
                  <a:srgbClr val="000000"/>
                </a:solidFill>
                <a:latin typeface="微软雅黑" panose="020B0503020204020204" pitchFamily="34" charset="-122"/>
                <a:ea typeface="微软雅黑" panose="020B0503020204020204" pitchFamily="34" charset="-122"/>
              </a:rPr>
              <a:t>）</a:t>
            </a:r>
          </a:p>
        </p:txBody>
      </p:sp>
      <p:sp>
        <p:nvSpPr>
          <p:cNvPr id="417795" name="Rectangle 4">
            <a:extLst>
              <a:ext uri="{FF2B5EF4-FFF2-40B4-BE49-F238E27FC236}">
                <a16:creationId xmlns:a16="http://schemas.microsoft.com/office/drawing/2014/main" id="{3B208FDA-E624-4B83-B5D4-588942C63E79}"/>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7796" name="Rectangle 5">
            <a:extLst>
              <a:ext uri="{FF2B5EF4-FFF2-40B4-BE49-F238E27FC236}">
                <a16:creationId xmlns:a16="http://schemas.microsoft.com/office/drawing/2014/main" id="{56FA4FD0-C053-4686-BAD1-AE9F5EC723D2}"/>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7797" name="Rectangle 6">
            <a:extLst>
              <a:ext uri="{FF2B5EF4-FFF2-40B4-BE49-F238E27FC236}">
                <a16:creationId xmlns:a16="http://schemas.microsoft.com/office/drawing/2014/main" id="{EFEF6E79-DF79-4145-9BD9-C4FA880ACF41}"/>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7798" name="Rectangle 8">
            <a:extLst>
              <a:ext uri="{FF2B5EF4-FFF2-40B4-BE49-F238E27FC236}">
                <a16:creationId xmlns:a16="http://schemas.microsoft.com/office/drawing/2014/main" id="{06121DB8-5437-4718-B3CB-435F2F668AD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7799" name="Rectangle 9">
            <a:extLst>
              <a:ext uri="{FF2B5EF4-FFF2-40B4-BE49-F238E27FC236}">
                <a16:creationId xmlns:a16="http://schemas.microsoft.com/office/drawing/2014/main" id="{CC2D2062-4591-4D72-8071-B00328712B5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pic>
        <p:nvPicPr>
          <p:cNvPr id="417800" name="Picture 10">
            <a:extLst>
              <a:ext uri="{FF2B5EF4-FFF2-40B4-BE49-F238E27FC236}">
                <a16:creationId xmlns:a16="http://schemas.microsoft.com/office/drawing/2014/main" id="{C7F2C24A-78F4-4FE4-8596-CB6B22D76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1052513"/>
            <a:ext cx="3781425"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17801" name="Object 11">
            <a:extLst>
              <a:ext uri="{FF2B5EF4-FFF2-40B4-BE49-F238E27FC236}">
                <a16:creationId xmlns:a16="http://schemas.microsoft.com/office/drawing/2014/main" id="{0F627814-1057-48BC-823C-06048E57AA92}"/>
              </a:ext>
            </a:extLst>
          </p:cNvPr>
          <p:cNvGraphicFramePr>
            <a:graphicFrameLocks noGrp="1" noChangeAspect="1"/>
          </p:cNvGraphicFramePr>
          <p:nvPr>
            <p:ph sz="half" idx="1"/>
          </p:nvPr>
        </p:nvGraphicFramePr>
        <p:xfrm>
          <a:off x="611188" y="620713"/>
          <a:ext cx="5975350" cy="4619625"/>
        </p:xfrm>
        <a:graphic>
          <a:graphicData uri="http://schemas.openxmlformats.org/presentationml/2006/ole">
            <mc:AlternateContent xmlns:mc="http://schemas.openxmlformats.org/markup-compatibility/2006">
              <mc:Choice xmlns:v="urn:schemas-microsoft-com:vml" Requires="v">
                <p:oleObj spid="_x0000_s417821" name="Equation" r:id="rId4" imgW="4203700" imgH="3251200" progId="Equation.DSMT4">
                  <p:embed/>
                </p:oleObj>
              </mc:Choice>
              <mc:Fallback>
                <p:oleObj name="Equation" r:id="rId4" imgW="4203700" imgH="3251200"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620713"/>
                        <a:ext cx="5975350"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7802" name="Object 15">
            <a:extLst>
              <a:ext uri="{FF2B5EF4-FFF2-40B4-BE49-F238E27FC236}">
                <a16:creationId xmlns:a16="http://schemas.microsoft.com/office/drawing/2014/main" id="{D339FC9F-04AC-453B-B9F5-C73ACE13767A}"/>
              </a:ext>
            </a:extLst>
          </p:cNvPr>
          <p:cNvGraphicFramePr>
            <a:graphicFrameLocks noGrp="1" noChangeAspect="1"/>
          </p:cNvGraphicFramePr>
          <p:nvPr>
            <p:ph sz="half" idx="2"/>
          </p:nvPr>
        </p:nvGraphicFramePr>
        <p:xfrm>
          <a:off x="684213" y="5300663"/>
          <a:ext cx="5832475" cy="1495425"/>
        </p:xfrm>
        <a:graphic>
          <a:graphicData uri="http://schemas.openxmlformats.org/presentationml/2006/ole">
            <mc:AlternateContent xmlns:mc="http://schemas.openxmlformats.org/markup-compatibility/2006">
              <mc:Choice xmlns:v="urn:schemas-microsoft-com:vml" Requires="v">
                <p:oleObj spid="_x0000_s417822" name="Equation" r:id="rId6" imgW="3467100" imgH="889000" progId="Equation.DSMT4">
                  <p:embed/>
                </p:oleObj>
              </mc:Choice>
              <mc:Fallback>
                <p:oleObj name="Equation" r:id="rId6" imgW="3467100" imgH="889000"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5300663"/>
                        <a:ext cx="5832475"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Text Box 2">
            <a:extLst>
              <a:ext uri="{FF2B5EF4-FFF2-40B4-BE49-F238E27FC236}">
                <a16:creationId xmlns:a16="http://schemas.microsoft.com/office/drawing/2014/main" id="{2D9A2A6B-0FCB-4E74-9517-BE843CE346B2}"/>
              </a:ext>
            </a:extLst>
          </p:cNvPr>
          <p:cNvSpPr txBox="1">
            <a:spLocks noChangeArrowheads="1"/>
          </p:cNvSpPr>
          <p:nvPr/>
        </p:nvSpPr>
        <p:spPr bwMode="auto">
          <a:xfrm>
            <a:off x="358775" y="115888"/>
            <a:ext cx="8353425" cy="214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二极管双</a:t>
            </a:r>
            <a:r>
              <a:rPr kumimoji="0" lang="en-US" altLang="zh-CN" sz="2000" b="1">
                <a:solidFill>
                  <a:srgbClr val="000000"/>
                </a:solidFill>
                <a:latin typeface="微软雅黑" panose="020B0503020204020204" pitchFamily="34" charset="-122"/>
                <a:ea typeface="微软雅黑" panose="020B0503020204020204" pitchFamily="34" charset="-122"/>
              </a:rPr>
              <a:t>T</a:t>
            </a:r>
            <a:r>
              <a:rPr kumimoji="0" lang="zh-CN" altLang="en-US" sz="2000" b="1">
                <a:solidFill>
                  <a:srgbClr val="000000"/>
                </a:solidFill>
                <a:latin typeface="微软雅黑" panose="020B0503020204020204" pitchFamily="34" charset="-122"/>
                <a:ea typeface="微软雅黑" panose="020B0503020204020204" pitchFamily="34" charset="-122"/>
              </a:rPr>
              <a:t>桥路电路原理小结：</a:t>
            </a:r>
          </a:p>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①二极管控制放电回路的路由，使之在正负半周分别流经电容</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0</a:t>
            </a:r>
            <a:r>
              <a:rPr kumimoji="0" lang="zh-CN" altLang="en-US" sz="2000" b="1">
                <a:solidFill>
                  <a:srgbClr val="000000"/>
                </a:solidFill>
                <a:latin typeface="微软雅黑" panose="020B0503020204020204" pitchFamily="34" charset="-122"/>
                <a:ea typeface="微软雅黑" panose="020B0503020204020204" pitchFamily="34" charset="-122"/>
              </a:rPr>
              <a:t>和</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a:t>
            </a:r>
          </a:p>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②电容值不同，放电时间常数不同，放电电流不同；</a:t>
            </a:r>
          </a:p>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③负载电阻两端的电压平均值和一个周期内电容放电时间常数有关。</a:t>
            </a:r>
          </a:p>
        </p:txBody>
      </p:sp>
      <p:sp>
        <p:nvSpPr>
          <p:cNvPr id="418819" name="Rectangle 3">
            <a:extLst>
              <a:ext uri="{FF2B5EF4-FFF2-40B4-BE49-F238E27FC236}">
                <a16:creationId xmlns:a16="http://schemas.microsoft.com/office/drawing/2014/main" id="{D64F3928-214C-4BAC-A41E-4054B070052E}"/>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8820" name="Rectangle 4">
            <a:extLst>
              <a:ext uri="{FF2B5EF4-FFF2-40B4-BE49-F238E27FC236}">
                <a16:creationId xmlns:a16="http://schemas.microsoft.com/office/drawing/2014/main" id="{DC0F817A-1F0D-4FF7-A654-130CAD85ABE7}"/>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8821" name="Rectangle 5">
            <a:extLst>
              <a:ext uri="{FF2B5EF4-FFF2-40B4-BE49-F238E27FC236}">
                <a16:creationId xmlns:a16="http://schemas.microsoft.com/office/drawing/2014/main" id="{8B1152BD-0E3F-4864-BB22-613937B1C385}"/>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8822" name="Rectangle 6">
            <a:extLst>
              <a:ext uri="{FF2B5EF4-FFF2-40B4-BE49-F238E27FC236}">
                <a16:creationId xmlns:a16="http://schemas.microsoft.com/office/drawing/2014/main" id="{04BD5584-CD3E-4AF2-9AA6-1772759BD6F0}"/>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8823" name="Rectangle 7">
            <a:extLst>
              <a:ext uri="{FF2B5EF4-FFF2-40B4-BE49-F238E27FC236}">
                <a16:creationId xmlns:a16="http://schemas.microsoft.com/office/drawing/2014/main" id="{B83324A7-A321-4E4A-94EA-E7FEFA201B27}"/>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8824" name="Rectangle 8">
            <a:extLst>
              <a:ext uri="{FF2B5EF4-FFF2-40B4-BE49-F238E27FC236}">
                <a16:creationId xmlns:a16="http://schemas.microsoft.com/office/drawing/2014/main" id="{E0302862-14A6-4152-84ED-BD9A137A83A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8825" name="Rectangle 9">
            <a:extLst>
              <a:ext uri="{FF2B5EF4-FFF2-40B4-BE49-F238E27FC236}">
                <a16:creationId xmlns:a16="http://schemas.microsoft.com/office/drawing/2014/main" id="{EDBD766E-0F2C-47A9-8E1E-9B909DC7600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pic>
        <p:nvPicPr>
          <p:cNvPr id="418826" name="Picture 10">
            <a:extLst>
              <a:ext uri="{FF2B5EF4-FFF2-40B4-BE49-F238E27FC236}">
                <a16:creationId xmlns:a16="http://schemas.microsoft.com/office/drawing/2014/main" id="{D347E6CF-B8E6-4B57-8520-3C47A6D8EB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8788" y="2349500"/>
            <a:ext cx="3851275"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8827" name="Rectangle 14">
            <a:extLst>
              <a:ext uri="{FF2B5EF4-FFF2-40B4-BE49-F238E27FC236}">
                <a16:creationId xmlns:a16="http://schemas.microsoft.com/office/drawing/2014/main" id="{095F7489-258A-4C70-B40D-F3FAEDE5C01D}"/>
              </a:ext>
            </a:extLst>
          </p:cNvPr>
          <p:cNvSpPr>
            <a:spLocks noChangeArrowheads="1"/>
          </p:cNvSpPr>
          <p:nvPr/>
        </p:nvSpPr>
        <p:spPr bwMode="auto">
          <a:xfrm>
            <a:off x="4427538" y="2349500"/>
            <a:ext cx="2449512" cy="273526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pic>
        <p:nvPicPr>
          <p:cNvPr id="418828" name="Picture 16">
            <a:extLst>
              <a:ext uri="{FF2B5EF4-FFF2-40B4-BE49-F238E27FC236}">
                <a16:creationId xmlns:a16="http://schemas.microsoft.com/office/drawing/2014/main" id="{5C082971-9F3D-4392-9F39-737B7F31F6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0588" y="5013325"/>
            <a:ext cx="332422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3">
            <a:extLst>
              <a:ext uri="{FF2B5EF4-FFF2-40B4-BE49-F238E27FC236}">
                <a16:creationId xmlns:a16="http://schemas.microsoft.com/office/drawing/2014/main" id="{E33D8B1B-4419-46B3-94BC-B49671E8036A}"/>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9843" name="Rectangle 6">
            <a:extLst>
              <a:ext uri="{FF2B5EF4-FFF2-40B4-BE49-F238E27FC236}">
                <a16:creationId xmlns:a16="http://schemas.microsoft.com/office/drawing/2014/main" id="{497D13F4-BAA6-444A-9D88-16B4CC684FBC}"/>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9844" name="Rectangle 7">
            <a:extLst>
              <a:ext uri="{FF2B5EF4-FFF2-40B4-BE49-F238E27FC236}">
                <a16:creationId xmlns:a16="http://schemas.microsoft.com/office/drawing/2014/main" id="{AA1E9074-0714-4110-B1E7-33E7A77D890A}"/>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9845" name="Rectangle 8">
            <a:extLst>
              <a:ext uri="{FF2B5EF4-FFF2-40B4-BE49-F238E27FC236}">
                <a16:creationId xmlns:a16="http://schemas.microsoft.com/office/drawing/2014/main" id="{0BE41849-A94A-4ABB-AB3C-FB84BF19F7BE}"/>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9846" name="Rectangle 9">
            <a:extLst>
              <a:ext uri="{FF2B5EF4-FFF2-40B4-BE49-F238E27FC236}">
                <a16:creationId xmlns:a16="http://schemas.microsoft.com/office/drawing/2014/main" id="{3B95B725-593B-406C-B44C-61509417C7D6}"/>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9847" name="Rectangle 10">
            <a:extLst>
              <a:ext uri="{FF2B5EF4-FFF2-40B4-BE49-F238E27FC236}">
                <a16:creationId xmlns:a16="http://schemas.microsoft.com/office/drawing/2014/main" id="{48CE8319-F2BC-4DD4-BEE4-667E3358D16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9848" name="Rectangle 11">
            <a:extLst>
              <a:ext uri="{FF2B5EF4-FFF2-40B4-BE49-F238E27FC236}">
                <a16:creationId xmlns:a16="http://schemas.microsoft.com/office/drawing/2014/main" id="{9A1D0905-FB06-417A-9231-CC1F7A8FB26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4" name="矩形 13">
            <a:extLst>
              <a:ext uri="{FF2B5EF4-FFF2-40B4-BE49-F238E27FC236}">
                <a16:creationId xmlns:a16="http://schemas.microsoft.com/office/drawing/2014/main" id="{8A8EEEA8-9B11-4493-93E9-A6875C6107A3}"/>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19850" name="Text Box 2">
            <a:extLst>
              <a:ext uri="{FF2B5EF4-FFF2-40B4-BE49-F238E27FC236}">
                <a16:creationId xmlns:a16="http://schemas.microsoft.com/office/drawing/2014/main" id="{8E6E78A0-7A29-483C-9FDF-384ED4C613EC}"/>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zh-CN" altLang="en-US" sz="2800" b="1">
                <a:solidFill>
                  <a:srgbClr val="C00000"/>
                </a:solidFill>
                <a:latin typeface="微软雅黑" panose="020B0503020204020204" pitchFamily="34" charset="-122"/>
                <a:ea typeface="微软雅黑" panose="020B0503020204020204" pitchFamily="34" charset="-122"/>
              </a:rPr>
              <a:t>恒电荷激励</a:t>
            </a:r>
          </a:p>
        </p:txBody>
      </p:sp>
      <p:sp>
        <p:nvSpPr>
          <p:cNvPr id="419851" name="Text Box 2">
            <a:extLst>
              <a:ext uri="{FF2B5EF4-FFF2-40B4-BE49-F238E27FC236}">
                <a16:creationId xmlns:a16="http://schemas.microsoft.com/office/drawing/2014/main" id="{041F6241-2FC9-47D1-B301-70FD84E943A0}"/>
              </a:ext>
            </a:extLst>
          </p:cNvPr>
          <p:cNvSpPr txBox="1">
            <a:spLocks noChangeArrowheads="1"/>
          </p:cNvSpPr>
          <p:nvPr/>
        </p:nvSpPr>
        <p:spPr bwMode="auto">
          <a:xfrm>
            <a:off x="501650" y="1149350"/>
            <a:ext cx="8353425" cy="480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定义：激励源保证极板上的电荷恒定，与电容的大小无关。</a:t>
            </a:r>
          </a:p>
          <a:p>
            <a:pPr algn="l">
              <a:spcBef>
                <a:spcPct val="0"/>
              </a:spcBef>
              <a:buSzTx/>
              <a:buFontTx/>
              <a:buNone/>
            </a:pPr>
            <a:endParaRPr kumimoji="0" lang="zh-CN" altLang="en-US" b="1">
              <a:solidFill>
                <a:srgbClr val="000000"/>
              </a:solidFill>
              <a:latin typeface="微软雅黑" panose="020B0503020204020204" pitchFamily="34" charset="-122"/>
              <a:ea typeface="微软雅黑" panose="020B0503020204020204" pitchFamily="34" charset="-122"/>
            </a:endParaRPr>
          </a:p>
          <a:p>
            <a:pPr algn="l">
              <a:spcBef>
                <a:spcPct val="0"/>
              </a:spcBef>
              <a:buSzTx/>
              <a:buFontTx/>
              <a:buNone/>
            </a:pPr>
            <a:endParaRPr kumimoji="0" lang="zh-CN" altLang="en-US" b="1">
              <a:solidFill>
                <a:srgbClr val="000000"/>
              </a:solidFill>
              <a:latin typeface="微软雅黑" panose="020B0503020204020204" pitchFamily="34" charset="-122"/>
              <a:ea typeface="微软雅黑" panose="020B0503020204020204" pitchFamily="34" charset="-122"/>
            </a:endParaRPr>
          </a:p>
          <a:p>
            <a:pPr algn="l" eaLnBrk="1" hangingPunct="1">
              <a:spcBef>
                <a:spcPct val="5000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a:t>
            </a:r>
            <a:r>
              <a:rPr kumimoji="0" lang="en-US" altLang="zh-CN" b="1">
                <a:solidFill>
                  <a:srgbClr val="000000"/>
                </a:solidFill>
                <a:latin typeface="微软雅黑" panose="020B0503020204020204" pitchFamily="34" charset="-122"/>
                <a:ea typeface="微软雅黑" panose="020B0503020204020204" pitchFamily="34" charset="-122"/>
              </a:rPr>
              <a:t>U</a:t>
            </a:r>
            <a:r>
              <a:rPr kumimoji="0" lang="en-US" altLang="zh-CN" b="1" baseline="-25000">
                <a:solidFill>
                  <a:srgbClr val="000000"/>
                </a:solidFill>
                <a:latin typeface="微软雅黑" panose="020B0503020204020204" pitchFamily="34" charset="-122"/>
                <a:ea typeface="微软雅黑" panose="020B0503020204020204" pitchFamily="34" charset="-122"/>
              </a:rPr>
              <a:t>c</a:t>
            </a:r>
            <a:r>
              <a:rPr kumimoji="0" lang="zh-CN" altLang="en-US" b="1">
                <a:solidFill>
                  <a:srgbClr val="000000"/>
                </a:solidFill>
                <a:latin typeface="微软雅黑" panose="020B0503020204020204" pitchFamily="34" charset="-122"/>
                <a:ea typeface="微软雅黑" panose="020B0503020204020204" pitchFamily="34" charset="-122"/>
              </a:rPr>
              <a:t>与</a:t>
            </a:r>
            <a:r>
              <a:rPr kumimoji="0" lang="en-US" altLang="zh-CN" b="1">
                <a:solidFill>
                  <a:srgbClr val="000000"/>
                </a:solidFill>
                <a:latin typeface="微软雅黑" panose="020B0503020204020204" pitchFamily="34" charset="-122"/>
                <a:ea typeface="微软雅黑" panose="020B0503020204020204" pitchFamily="34" charset="-122"/>
              </a:rPr>
              <a:t>d</a:t>
            </a:r>
            <a:r>
              <a:rPr kumimoji="0" lang="zh-CN" altLang="en-US" b="1">
                <a:solidFill>
                  <a:srgbClr val="000000"/>
                </a:solidFill>
                <a:latin typeface="微软雅黑" panose="020B0503020204020204" pitchFamily="34" charset="-122"/>
                <a:ea typeface="微软雅黑" panose="020B0503020204020204" pitchFamily="34" charset="-122"/>
              </a:rPr>
              <a:t>有单值线形关系，而与</a:t>
            </a:r>
            <a:r>
              <a:rPr kumimoji="0" lang="el-GR" altLang="zh-CN" b="1">
                <a:solidFill>
                  <a:srgbClr val="000000"/>
                </a:solidFill>
                <a:latin typeface="微软雅黑" panose="020B0503020204020204" pitchFamily="34" charset="-122"/>
                <a:ea typeface="微软雅黑" panose="020B0503020204020204" pitchFamily="34" charset="-122"/>
              </a:rPr>
              <a:t>ε</a:t>
            </a:r>
            <a:r>
              <a:rPr kumimoji="0" lang="zh-CN" altLang="en-US" b="1">
                <a:solidFill>
                  <a:srgbClr val="000000"/>
                </a:solidFill>
                <a:latin typeface="微软雅黑" panose="020B0503020204020204" pitchFamily="34" charset="-122"/>
                <a:ea typeface="微软雅黑" panose="020B0503020204020204" pitchFamily="34" charset="-122"/>
              </a:rPr>
              <a:t>与</a:t>
            </a:r>
            <a:r>
              <a:rPr kumimoji="0" lang="en-US" altLang="zh-CN" b="1">
                <a:solidFill>
                  <a:srgbClr val="000000"/>
                </a:solidFill>
                <a:latin typeface="微软雅黑" panose="020B0503020204020204" pitchFamily="34" charset="-122"/>
                <a:ea typeface="微软雅黑" panose="020B0503020204020204" pitchFamily="34" charset="-122"/>
              </a:rPr>
              <a:t>A</a:t>
            </a:r>
            <a:r>
              <a:rPr kumimoji="0" lang="zh-CN" altLang="en-US" b="1">
                <a:solidFill>
                  <a:srgbClr val="000000"/>
                </a:solidFill>
                <a:latin typeface="微软雅黑" panose="020B0503020204020204" pitchFamily="34" charset="-122"/>
                <a:ea typeface="微软雅黑" panose="020B0503020204020204" pitchFamily="34" charset="-122"/>
              </a:rPr>
              <a:t>则是单值非线性关系。</a:t>
            </a:r>
          </a:p>
          <a:p>
            <a:pPr algn="l" eaLnBrk="1" hangingPunct="1">
              <a:spcBef>
                <a:spcPct val="5000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结论：恒电荷激励适用于变极距型电容传感器。</a:t>
            </a:r>
          </a:p>
          <a:p>
            <a:pPr algn="l">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●恒电荷激励 →实用困难→ 常用恒电流激励。</a:t>
            </a:r>
          </a:p>
          <a:p>
            <a:pPr algn="l">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●恒电荷或恒电流激励，测量电路的输入阻抗应为无穷大，否则形成的并联分路成为电荷泄露回路。</a:t>
            </a:r>
          </a:p>
        </p:txBody>
      </p:sp>
      <p:graphicFrame>
        <p:nvGraphicFramePr>
          <p:cNvPr id="419852" name="Object 13">
            <a:extLst>
              <a:ext uri="{FF2B5EF4-FFF2-40B4-BE49-F238E27FC236}">
                <a16:creationId xmlns:a16="http://schemas.microsoft.com/office/drawing/2014/main" id="{3864D880-AF4C-4106-920B-EC20595DEA9C}"/>
              </a:ext>
            </a:extLst>
          </p:cNvPr>
          <p:cNvGraphicFramePr>
            <a:graphicFrameLocks noChangeAspect="1"/>
          </p:cNvGraphicFramePr>
          <p:nvPr/>
        </p:nvGraphicFramePr>
        <p:xfrm>
          <a:off x="2627313" y="1844675"/>
          <a:ext cx="3101975" cy="1122363"/>
        </p:xfrm>
        <a:graphic>
          <a:graphicData uri="http://schemas.openxmlformats.org/presentationml/2006/ole">
            <mc:AlternateContent xmlns:mc="http://schemas.openxmlformats.org/markup-compatibility/2006">
              <mc:Choice xmlns:v="urn:schemas-microsoft-com:vml" Requires="v">
                <p:oleObj spid="_x0000_s419862" name="公式" r:id="rId3" imgW="1193800" imgH="431800" progId="Equation.3">
                  <p:embed/>
                </p:oleObj>
              </mc:Choice>
              <mc:Fallback>
                <p:oleObj name="公式" r:id="rId3" imgW="1193800" imgH="4318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1844675"/>
                        <a:ext cx="3101975" cy="11223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3">
            <a:extLst>
              <a:ext uri="{FF2B5EF4-FFF2-40B4-BE49-F238E27FC236}">
                <a16:creationId xmlns:a16="http://schemas.microsoft.com/office/drawing/2014/main" id="{144AA2C5-EDF1-42AD-B48F-6A2576946429}"/>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0867" name="Rectangle 6">
            <a:extLst>
              <a:ext uri="{FF2B5EF4-FFF2-40B4-BE49-F238E27FC236}">
                <a16:creationId xmlns:a16="http://schemas.microsoft.com/office/drawing/2014/main" id="{3E2FF50B-01A2-420C-9BC0-07B2D8555DC2}"/>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0868" name="Rectangle 7">
            <a:extLst>
              <a:ext uri="{FF2B5EF4-FFF2-40B4-BE49-F238E27FC236}">
                <a16:creationId xmlns:a16="http://schemas.microsoft.com/office/drawing/2014/main" id="{CD1C0BA4-341C-49EA-8303-7DEE6243FEEF}"/>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0869" name="Rectangle 8">
            <a:extLst>
              <a:ext uri="{FF2B5EF4-FFF2-40B4-BE49-F238E27FC236}">
                <a16:creationId xmlns:a16="http://schemas.microsoft.com/office/drawing/2014/main" id="{64D96B76-2BC1-46C2-982E-3FD6B0848272}"/>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0870" name="Rectangle 9">
            <a:extLst>
              <a:ext uri="{FF2B5EF4-FFF2-40B4-BE49-F238E27FC236}">
                <a16:creationId xmlns:a16="http://schemas.microsoft.com/office/drawing/2014/main" id="{CB050793-15AF-4E18-AA39-5098CF3712FA}"/>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0871" name="Rectangle 10">
            <a:extLst>
              <a:ext uri="{FF2B5EF4-FFF2-40B4-BE49-F238E27FC236}">
                <a16:creationId xmlns:a16="http://schemas.microsoft.com/office/drawing/2014/main" id="{63245B82-D1ED-421C-9397-C6DA4B7E34C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0872" name="Rectangle 11">
            <a:extLst>
              <a:ext uri="{FF2B5EF4-FFF2-40B4-BE49-F238E27FC236}">
                <a16:creationId xmlns:a16="http://schemas.microsoft.com/office/drawing/2014/main" id="{8FDB309B-AE3D-4F48-B77F-2763C04EF91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4" name="矩形 13">
            <a:extLst>
              <a:ext uri="{FF2B5EF4-FFF2-40B4-BE49-F238E27FC236}">
                <a16:creationId xmlns:a16="http://schemas.microsoft.com/office/drawing/2014/main" id="{8DD3EFDF-FF35-402C-B433-4CE310282329}"/>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20874" name="Text Box 2">
            <a:extLst>
              <a:ext uri="{FF2B5EF4-FFF2-40B4-BE49-F238E27FC236}">
                <a16:creationId xmlns:a16="http://schemas.microsoft.com/office/drawing/2014/main" id="{775D2443-1357-4650-905D-D20B24A60EA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zh-CN" altLang="en-US" sz="2800" b="1">
                <a:solidFill>
                  <a:srgbClr val="C00000"/>
                </a:solidFill>
                <a:latin typeface="微软雅黑" panose="020B0503020204020204" pitchFamily="34" charset="-122"/>
                <a:ea typeface="微软雅黑" panose="020B0503020204020204" pitchFamily="34" charset="-122"/>
              </a:rPr>
              <a:t>恒压激励</a:t>
            </a:r>
          </a:p>
        </p:txBody>
      </p:sp>
      <p:sp>
        <p:nvSpPr>
          <p:cNvPr id="420875" name="Text Box 2">
            <a:extLst>
              <a:ext uri="{FF2B5EF4-FFF2-40B4-BE49-F238E27FC236}">
                <a16:creationId xmlns:a16="http://schemas.microsoft.com/office/drawing/2014/main" id="{39EDE762-9889-4557-BDC7-79BB2A3EAE46}"/>
              </a:ext>
            </a:extLst>
          </p:cNvPr>
          <p:cNvSpPr txBox="1">
            <a:spLocks noChangeArrowheads="1"/>
          </p:cNvSpPr>
          <p:nvPr/>
        </p:nvSpPr>
        <p:spPr bwMode="auto">
          <a:xfrm>
            <a:off x="358775" y="1223963"/>
            <a:ext cx="8353425" cy="4437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定义：保持电容器上的交流电压有效值恒定不变。</a:t>
            </a:r>
          </a:p>
          <a:p>
            <a:pPr algn="l" eaLnBrk="1" hangingPunct="1">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此时输出变量为电流</a:t>
            </a:r>
            <a:r>
              <a:rPr kumimoji="0" lang="en-US" altLang="zh-CN" b="1">
                <a:solidFill>
                  <a:srgbClr val="000000"/>
                </a:solidFill>
                <a:latin typeface="微软雅黑" panose="020B0503020204020204" pitchFamily="34" charset="-122"/>
                <a:ea typeface="微软雅黑" panose="020B0503020204020204" pitchFamily="34" charset="-122"/>
              </a:rPr>
              <a:t>I</a:t>
            </a:r>
            <a:r>
              <a:rPr kumimoji="0" lang="en-US" altLang="zh-CN" b="1" baseline="-25000">
                <a:solidFill>
                  <a:srgbClr val="000000"/>
                </a:solidFill>
                <a:latin typeface="微软雅黑" panose="020B0503020204020204" pitchFamily="34" charset="-122"/>
                <a:ea typeface="微软雅黑" panose="020B0503020204020204" pitchFamily="34" charset="-122"/>
              </a:rPr>
              <a:t>c</a:t>
            </a:r>
            <a:r>
              <a:rPr kumimoji="0" lang="zh-CN" altLang="en-US" b="1">
                <a:solidFill>
                  <a:srgbClr val="000000"/>
                </a:solidFill>
                <a:latin typeface="微软雅黑" panose="020B0503020204020204" pitchFamily="34" charset="-122"/>
                <a:ea typeface="微软雅黑" panose="020B0503020204020204" pitchFamily="34" charset="-122"/>
              </a:rPr>
              <a:t>，其大小将随电容</a:t>
            </a:r>
            <a:r>
              <a:rPr kumimoji="0" lang="en-US" altLang="zh-CN" b="1">
                <a:solidFill>
                  <a:srgbClr val="000000"/>
                </a:solidFill>
                <a:latin typeface="微软雅黑" panose="020B0503020204020204" pitchFamily="34" charset="-122"/>
                <a:ea typeface="微软雅黑" panose="020B0503020204020204" pitchFamily="34" charset="-122"/>
              </a:rPr>
              <a:t>C</a:t>
            </a:r>
            <a:r>
              <a:rPr kumimoji="0" lang="en-US" altLang="zh-CN" b="1" baseline="-25000">
                <a:solidFill>
                  <a:srgbClr val="000000"/>
                </a:solidFill>
                <a:latin typeface="微软雅黑" panose="020B0503020204020204" pitchFamily="34" charset="-122"/>
                <a:ea typeface="微软雅黑" panose="020B0503020204020204" pitchFamily="34" charset="-122"/>
              </a:rPr>
              <a:t>x</a:t>
            </a:r>
            <a:r>
              <a:rPr kumimoji="0" lang="zh-CN" altLang="en-US" b="1">
                <a:solidFill>
                  <a:srgbClr val="000000"/>
                </a:solidFill>
                <a:latin typeface="微软雅黑" panose="020B0503020204020204" pitchFamily="34" charset="-122"/>
                <a:ea typeface="微软雅黑" panose="020B0503020204020204" pitchFamily="34" charset="-122"/>
              </a:rPr>
              <a:t>的变化而变化。</a:t>
            </a:r>
          </a:p>
          <a:p>
            <a:pPr algn="l" eaLnBrk="1" hangingPunct="1">
              <a:spcBef>
                <a:spcPct val="0"/>
              </a:spcBef>
              <a:buSzTx/>
              <a:buFontTx/>
              <a:buNone/>
            </a:pPr>
            <a:endParaRPr kumimoji="0" lang="zh-CN" altLang="en-US" b="1">
              <a:solidFill>
                <a:srgbClr val="000000"/>
              </a:solidFill>
              <a:latin typeface="微软雅黑" panose="020B0503020204020204" pitchFamily="34" charset="-122"/>
              <a:ea typeface="微软雅黑" panose="020B0503020204020204" pitchFamily="34" charset="-122"/>
            </a:endParaRPr>
          </a:p>
          <a:p>
            <a:pPr algn="l" eaLnBrk="1" hangingPunct="1">
              <a:spcBef>
                <a:spcPct val="0"/>
              </a:spcBef>
              <a:buSzTx/>
              <a:buFontTx/>
              <a:buNone/>
            </a:pPr>
            <a:endParaRPr kumimoji="0" lang="zh-CN" altLang="en-US" b="1">
              <a:solidFill>
                <a:srgbClr val="000000"/>
              </a:solidFill>
              <a:latin typeface="微软雅黑" panose="020B0503020204020204" pitchFamily="34" charset="-122"/>
              <a:ea typeface="微软雅黑" panose="020B0503020204020204" pitchFamily="34" charset="-122"/>
            </a:endParaRPr>
          </a:p>
          <a:p>
            <a:pPr algn="l" eaLnBrk="1" hangingPunct="1">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●恒电压激励适用于变面积型和变介电常数型电容传感器。对于变极距型传感器，采用恒电压激励时存在理论非线性。</a:t>
            </a:r>
          </a:p>
          <a:p>
            <a:pPr algn="l" eaLnBrk="1" hangingPunct="1">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●恒电压激励，测量电路的输入阻抗应为零，否则形成的串联阻抗会分压。</a:t>
            </a:r>
          </a:p>
        </p:txBody>
      </p:sp>
      <p:graphicFrame>
        <p:nvGraphicFramePr>
          <p:cNvPr id="420876" name="Object 13">
            <a:extLst>
              <a:ext uri="{FF2B5EF4-FFF2-40B4-BE49-F238E27FC236}">
                <a16:creationId xmlns:a16="http://schemas.microsoft.com/office/drawing/2014/main" id="{0DE82F65-F995-44B6-A8F6-95C0289F9878}"/>
              </a:ext>
            </a:extLst>
          </p:cNvPr>
          <p:cNvGraphicFramePr>
            <a:graphicFrameLocks noChangeAspect="1"/>
          </p:cNvGraphicFramePr>
          <p:nvPr/>
        </p:nvGraphicFramePr>
        <p:xfrm>
          <a:off x="1833563" y="2284413"/>
          <a:ext cx="4895850" cy="1157287"/>
        </p:xfrm>
        <a:graphic>
          <a:graphicData uri="http://schemas.openxmlformats.org/presentationml/2006/ole">
            <mc:AlternateContent xmlns:mc="http://schemas.openxmlformats.org/markup-compatibility/2006">
              <mc:Choice xmlns:v="urn:schemas-microsoft-com:vml" Requires="v">
                <p:oleObj spid="_x0000_s420886" name="公式" r:id="rId3" imgW="1663700" imgH="393700" progId="Equation.3">
                  <p:embed/>
                </p:oleObj>
              </mc:Choice>
              <mc:Fallback>
                <p:oleObj name="公式" r:id="rId3" imgW="1663700" imgH="3937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3563" y="2284413"/>
                        <a:ext cx="4895850" cy="115728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3">
            <a:extLst>
              <a:ext uri="{FF2B5EF4-FFF2-40B4-BE49-F238E27FC236}">
                <a16:creationId xmlns:a16="http://schemas.microsoft.com/office/drawing/2014/main" id="{06443018-8D6A-4A42-B74C-5599BA7B2817}"/>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891" name="Rectangle 6">
            <a:extLst>
              <a:ext uri="{FF2B5EF4-FFF2-40B4-BE49-F238E27FC236}">
                <a16:creationId xmlns:a16="http://schemas.microsoft.com/office/drawing/2014/main" id="{04387753-0448-4508-991C-9A586B0E9035}"/>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892" name="Rectangle 7">
            <a:extLst>
              <a:ext uri="{FF2B5EF4-FFF2-40B4-BE49-F238E27FC236}">
                <a16:creationId xmlns:a16="http://schemas.microsoft.com/office/drawing/2014/main" id="{2BA1FD8C-D570-45D7-9395-CFC7EDF628CF}"/>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893" name="Rectangle 8">
            <a:extLst>
              <a:ext uri="{FF2B5EF4-FFF2-40B4-BE49-F238E27FC236}">
                <a16:creationId xmlns:a16="http://schemas.microsoft.com/office/drawing/2014/main" id="{B8DDD613-1E21-429A-BC20-7B7F2F339E84}"/>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894" name="Rectangle 9">
            <a:extLst>
              <a:ext uri="{FF2B5EF4-FFF2-40B4-BE49-F238E27FC236}">
                <a16:creationId xmlns:a16="http://schemas.microsoft.com/office/drawing/2014/main" id="{8DC3FCC3-E526-4EC4-9B18-B5A152C21CCF}"/>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895" name="Rectangle 10">
            <a:extLst>
              <a:ext uri="{FF2B5EF4-FFF2-40B4-BE49-F238E27FC236}">
                <a16:creationId xmlns:a16="http://schemas.microsoft.com/office/drawing/2014/main" id="{FB0EB6DC-7DEF-4EB5-A703-D848FD367CA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896" name="Rectangle 11">
            <a:extLst>
              <a:ext uri="{FF2B5EF4-FFF2-40B4-BE49-F238E27FC236}">
                <a16:creationId xmlns:a16="http://schemas.microsoft.com/office/drawing/2014/main" id="{19DDC6A2-17D3-4C8B-AD80-99E40D0BEA0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4" name="矩形 13">
            <a:extLst>
              <a:ext uri="{FF2B5EF4-FFF2-40B4-BE49-F238E27FC236}">
                <a16:creationId xmlns:a16="http://schemas.microsoft.com/office/drawing/2014/main" id="{B160D086-7929-4EED-BFB2-5905B01E5FD6}"/>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21898" name="Text Box 2">
            <a:extLst>
              <a:ext uri="{FF2B5EF4-FFF2-40B4-BE49-F238E27FC236}">
                <a16:creationId xmlns:a16="http://schemas.microsoft.com/office/drawing/2014/main" id="{CB9D48AF-8F76-48B7-AD3F-FA57E64DA4BA}"/>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3.1  </a:t>
            </a:r>
            <a:r>
              <a:rPr lang="zh-CN" altLang="en-US" sz="2800" b="1">
                <a:solidFill>
                  <a:srgbClr val="C00000"/>
                </a:solidFill>
                <a:latin typeface="微软雅黑" panose="020B0503020204020204" pitchFamily="34" charset="-122"/>
                <a:ea typeface="微软雅黑" panose="020B0503020204020204" pitchFamily="34" charset="-122"/>
              </a:rPr>
              <a:t>二极管双</a:t>
            </a:r>
            <a:r>
              <a:rPr lang="en-US" altLang="zh-CN" sz="2800" b="1">
                <a:solidFill>
                  <a:srgbClr val="C00000"/>
                </a:solidFill>
                <a:latin typeface="微软雅黑" panose="020B0503020204020204" pitchFamily="34" charset="-122"/>
                <a:ea typeface="微软雅黑" panose="020B0503020204020204" pitchFamily="34" charset="-122"/>
              </a:rPr>
              <a:t>T</a:t>
            </a:r>
            <a:r>
              <a:rPr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21899" name="Text Box 2">
            <a:extLst>
              <a:ext uri="{FF2B5EF4-FFF2-40B4-BE49-F238E27FC236}">
                <a16:creationId xmlns:a16="http://schemas.microsoft.com/office/drawing/2014/main" id="{5C4C5AF8-4FA3-47F5-B4E4-A3BF0ACDC721}"/>
              </a:ext>
            </a:extLst>
          </p:cNvPr>
          <p:cNvSpPr txBox="1">
            <a:spLocks noChangeArrowheads="1"/>
          </p:cNvSpPr>
          <p:nvPr/>
        </p:nvSpPr>
        <p:spPr bwMode="auto">
          <a:xfrm>
            <a:off x="358775" y="981075"/>
            <a:ext cx="8353425" cy="419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该电路所适用电容式传感器的类型：</a:t>
            </a: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①线路为电压激励，适用于具有线性特性的单端或差动电容。例如：变面积式电容传感器等。</a:t>
            </a:r>
          </a:p>
          <a:p>
            <a:pPr algn="l">
              <a:spcBef>
                <a:spcPct val="2500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②不适用于变极距式差动电容式传感器</a:t>
            </a:r>
          </a:p>
          <a:p>
            <a:pPr algn="l">
              <a:spcBef>
                <a:spcPct val="2500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③引入（</a:t>
            </a:r>
            <a:r>
              <a:rPr kumimoji="0" lang="en-US" altLang="zh-CN" sz="2000" b="1">
                <a:solidFill>
                  <a:srgbClr val="000000"/>
                </a:solidFill>
                <a:latin typeface="微软雅黑" panose="020B0503020204020204" pitchFamily="34" charset="-122"/>
                <a:ea typeface="微软雅黑" panose="020B0503020204020204" pitchFamily="34" charset="-122"/>
              </a:rPr>
              <a:t>1/C</a:t>
            </a:r>
            <a:r>
              <a:rPr kumimoji="0" lang="en-US" altLang="zh-CN" sz="2000" b="1" baseline="-25000">
                <a:solidFill>
                  <a:srgbClr val="000000"/>
                </a:solidFill>
                <a:latin typeface="微软雅黑" panose="020B0503020204020204" pitchFamily="34" charset="-122"/>
                <a:ea typeface="微软雅黑" panose="020B0503020204020204" pitchFamily="34" charset="-122"/>
              </a:rPr>
              <a:t>0</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）后，可用于变极距式差动电容式传感器</a:t>
            </a:r>
          </a:p>
        </p:txBody>
      </p:sp>
      <p:sp>
        <p:nvSpPr>
          <p:cNvPr id="421900" name="Rectangle 8">
            <a:extLst>
              <a:ext uri="{FF2B5EF4-FFF2-40B4-BE49-F238E27FC236}">
                <a16:creationId xmlns:a16="http://schemas.microsoft.com/office/drawing/2014/main" id="{B2E6DD8C-9AA2-47CD-984F-BAD51CC6E1F2}"/>
              </a:ext>
            </a:extLst>
          </p:cNvPr>
          <p:cNvSpPr>
            <a:spLocks noChangeArrowheads="1"/>
          </p:cNvSpPr>
          <p:nvPr/>
        </p:nvSpPr>
        <p:spPr bwMode="auto">
          <a:xfrm>
            <a:off x="0" y="1201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901" name="Rectangle 9">
            <a:extLst>
              <a:ext uri="{FF2B5EF4-FFF2-40B4-BE49-F238E27FC236}">
                <a16:creationId xmlns:a16="http://schemas.microsoft.com/office/drawing/2014/main" id="{0B02E0A2-155F-4D1E-8D24-61EAE948EEB8}"/>
              </a:ext>
            </a:extLst>
          </p:cNvPr>
          <p:cNvSpPr>
            <a:spLocks noChangeArrowheads="1"/>
          </p:cNvSpPr>
          <p:nvPr/>
        </p:nvSpPr>
        <p:spPr bwMode="auto">
          <a:xfrm>
            <a:off x="0" y="1201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graphicFrame>
        <p:nvGraphicFramePr>
          <p:cNvPr id="421902" name="Object 10">
            <a:extLst>
              <a:ext uri="{FF2B5EF4-FFF2-40B4-BE49-F238E27FC236}">
                <a16:creationId xmlns:a16="http://schemas.microsoft.com/office/drawing/2014/main" id="{8F6653F7-9BBD-4BD1-A20D-3BFB9CA4102D}"/>
              </a:ext>
            </a:extLst>
          </p:cNvPr>
          <p:cNvGraphicFramePr>
            <a:graphicFrameLocks noChangeAspect="1"/>
          </p:cNvGraphicFramePr>
          <p:nvPr/>
        </p:nvGraphicFramePr>
        <p:xfrm>
          <a:off x="2916238" y="2276475"/>
          <a:ext cx="3455987" cy="1357313"/>
        </p:xfrm>
        <a:graphic>
          <a:graphicData uri="http://schemas.openxmlformats.org/presentationml/2006/ole">
            <mc:AlternateContent xmlns:mc="http://schemas.openxmlformats.org/markup-compatibility/2006">
              <mc:Choice xmlns:v="urn:schemas-microsoft-com:vml" Requires="v">
                <p:oleObj spid="_x0000_s421933" name="公式" r:id="rId3" imgW="2070100" imgH="812800" progId="Equation.3">
                  <p:embed/>
                </p:oleObj>
              </mc:Choice>
              <mc:Fallback>
                <p:oleObj name="公式" r:id="rId3" imgW="2070100" imgH="8128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2276475"/>
                        <a:ext cx="3455987" cy="13573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1903" name="Object 16">
            <a:extLst>
              <a:ext uri="{FF2B5EF4-FFF2-40B4-BE49-F238E27FC236}">
                <a16:creationId xmlns:a16="http://schemas.microsoft.com/office/drawing/2014/main" id="{53AB26BD-E0FE-40AA-B821-AF3021767D33}"/>
              </a:ext>
            </a:extLst>
          </p:cNvPr>
          <p:cNvGraphicFramePr>
            <a:graphicFrameLocks noChangeAspect="1"/>
          </p:cNvGraphicFramePr>
          <p:nvPr/>
        </p:nvGraphicFramePr>
        <p:xfrm>
          <a:off x="5148263" y="3213100"/>
          <a:ext cx="3600450" cy="1536700"/>
        </p:xfrm>
        <a:graphic>
          <a:graphicData uri="http://schemas.openxmlformats.org/presentationml/2006/ole">
            <mc:AlternateContent xmlns:mc="http://schemas.openxmlformats.org/markup-compatibility/2006">
              <mc:Choice xmlns:v="urn:schemas-microsoft-com:vml" Requires="v">
                <p:oleObj spid="_x0000_s421934" name="公式" r:id="rId5" imgW="1905000" imgH="812800" progId="Equation.3">
                  <p:embed/>
                </p:oleObj>
              </mc:Choice>
              <mc:Fallback>
                <p:oleObj name="公式" r:id="rId5" imgW="1905000" imgH="812800"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3213100"/>
                        <a:ext cx="3600450" cy="15367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21904" name="Picture 15">
            <a:extLst>
              <a:ext uri="{FF2B5EF4-FFF2-40B4-BE49-F238E27FC236}">
                <a16:creationId xmlns:a16="http://schemas.microsoft.com/office/drawing/2014/main" id="{13CB6CC6-17BD-472E-9DAC-057490E082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0563" y="836613"/>
            <a:ext cx="332422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21905" name="Object 19">
            <a:extLst>
              <a:ext uri="{FF2B5EF4-FFF2-40B4-BE49-F238E27FC236}">
                <a16:creationId xmlns:a16="http://schemas.microsoft.com/office/drawing/2014/main" id="{FD944ECD-B40E-47E9-9FDE-86C9394A7E30}"/>
              </a:ext>
            </a:extLst>
          </p:cNvPr>
          <p:cNvGraphicFramePr>
            <a:graphicFrameLocks noChangeAspect="1"/>
          </p:cNvGraphicFramePr>
          <p:nvPr/>
        </p:nvGraphicFramePr>
        <p:xfrm>
          <a:off x="2627313" y="5229225"/>
          <a:ext cx="3960812" cy="1389063"/>
        </p:xfrm>
        <a:graphic>
          <a:graphicData uri="http://schemas.openxmlformats.org/presentationml/2006/ole">
            <mc:AlternateContent xmlns:mc="http://schemas.openxmlformats.org/markup-compatibility/2006">
              <mc:Choice xmlns:v="urn:schemas-microsoft-com:vml" Requires="v">
                <p:oleObj spid="_x0000_s421935" name="公式" r:id="rId8" imgW="2171700" imgH="762000" progId="Equation.3">
                  <p:embed/>
                </p:oleObj>
              </mc:Choice>
              <mc:Fallback>
                <p:oleObj name="公式" r:id="rId8" imgW="2171700" imgH="762000"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27313" y="5229225"/>
                        <a:ext cx="3960812" cy="13890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3">
            <a:extLst>
              <a:ext uri="{FF2B5EF4-FFF2-40B4-BE49-F238E27FC236}">
                <a16:creationId xmlns:a16="http://schemas.microsoft.com/office/drawing/2014/main" id="{E53F75CF-0348-4BB0-A87C-AC0B56E60EA9}"/>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15" name="Rectangle 6">
            <a:extLst>
              <a:ext uri="{FF2B5EF4-FFF2-40B4-BE49-F238E27FC236}">
                <a16:creationId xmlns:a16="http://schemas.microsoft.com/office/drawing/2014/main" id="{1D6110C3-1C6E-4A71-AF16-ADBF8338567A}"/>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16" name="Rectangle 7">
            <a:extLst>
              <a:ext uri="{FF2B5EF4-FFF2-40B4-BE49-F238E27FC236}">
                <a16:creationId xmlns:a16="http://schemas.microsoft.com/office/drawing/2014/main" id="{5C00E88F-1F6F-4903-BE71-37C75BD882B5}"/>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17" name="Rectangle 8">
            <a:extLst>
              <a:ext uri="{FF2B5EF4-FFF2-40B4-BE49-F238E27FC236}">
                <a16:creationId xmlns:a16="http://schemas.microsoft.com/office/drawing/2014/main" id="{32B762AB-9642-45B0-B9E2-5F50C1AAEDE9}"/>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18" name="Rectangle 9">
            <a:extLst>
              <a:ext uri="{FF2B5EF4-FFF2-40B4-BE49-F238E27FC236}">
                <a16:creationId xmlns:a16="http://schemas.microsoft.com/office/drawing/2014/main" id="{B4889303-73BB-4DE2-B9B8-625DA588D624}"/>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19" name="Rectangle 10">
            <a:extLst>
              <a:ext uri="{FF2B5EF4-FFF2-40B4-BE49-F238E27FC236}">
                <a16:creationId xmlns:a16="http://schemas.microsoft.com/office/drawing/2014/main" id="{46BEDC39-E96E-42F0-A199-C177EE4D7E9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20" name="Rectangle 11">
            <a:extLst>
              <a:ext uri="{FF2B5EF4-FFF2-40B4-BE49-F238E27FC236}">
                <a16:creationId xmlns:a16="http://schemas.microsoft.com/office/drawing/2014/main" id="{CDDEF739-20A6-4039-91A3-E28E80117C7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4" name="矩形 13">
            <a:extLst>
              <a:ext uri="{FF2B5EF4-FFF2-40B4-BE49-F238E27FC236}">
                <a16:creationId xmlns:a16="http://schemas.microsoft.com/office/drawing/2014/main" id="{8ED1E741-7E34-4DEA-9AA1-B37B24664C77}"/>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22922" name="Text Box 2">
            <a:extLst>
              <a:ext uri="{FF2B5EF4-FFF2-40B4-BE49-F238E27FC236}">
                <a16:creationId xmlns:a16="http://schemas.microsoft.com/office/drawing/2014/main" id="{C15AF6FE-2DFA-4483-8167-C01923F3D34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3.1  </a:t>
            </a:r>
            <a:r>
              <a:rPr lang="zh-CN" altLang="en-US" sz="2800" b="1">
                <a:solidFill>
                  <a:srgbClr val="C00000"/>
                </a:solidFill>
                <a:latin typeface="微软雅黑" panose="020B0503020204020204" pitchFamily="34" charset="-122"/>
                <a:ea typeface="微软雅黑" panose="020B0503020204020204" pitchFamily="34" charset="-122"/>
              </a:rPr>
              <a:t>二极管双</a:t>
            </a:r>
            <a:r>
              <a:rPr lang="en-US" altLang="zh-CN" sz="2800" b="1">
                <a:solidFill>
                  <a:srgbClr val="C00000"/>
                </a:solidFill>
                <a:latin typeface="微软雅黑" panose="020B0503020204020204" pitchFamily="34" charset="-122"/>
                <a:ea typeface="微软雅黑" panose="020B0503020204020204" pitchFamily="34" charset="-122"/>
              </a:rPr>
              <a:t>T</a:t>
            </a:r>
            <a:r>
              <a:rPr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22923" name="Text Box 2">
            <a:extLst>
              <a:ext uri="{FF2B5EF4-FFF2-40B4-BE49-F238E27FC236}">
                <a16:creationId xmlns:a16="http://schemas.microsoft.com/office/drawing/2014/main" id="{AE1D95B3-E13D-418E-83EC-26D6BD0B3225}"/>
              </a:ext>
            </a:extLst>
          </p:cNvPr>
          <p:cNvSpPr txBox="1">
            <a:spLocks noChangeArrowheads="1"/>
          </p:cNvSpPr>
          <p:nvPr/>
        </p:nvSpPr>
        <p:spPr bwMode="auto">
          <a:xfrm>
            <a:off x="358775" y="981075"/>
            <a:ext cx="8353425" cy="419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该电路所适用电容式传感器的类型：</a:t>
            </a: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①线路为电压激励，适用于具有线性特性的单端或差动电容。例如：变面积式电容传感器等。</a:t>
            </a:r>
          </a:p>
          <a:p>
            <a:pPr algn="l">
              <a:spcBef>
                <a:spcPct val="2500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②不适用于变极距式差动电容式传感器</a:t>
            </a:r>
          </a:p>
          <a:p>
            <a:pPr algn="l">
              <a:spcBef>
                <a:spcPct val="2500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③引入（</a:t>
            </a:r>
            <a:r>
              <a:rPr kumimoji="0" lang="en-US" altLang="zh-CN" sz="2000" b="1">
                <a:solidFill>
                  <a:srgbClr val="000000"/>
                </a:solidFill>
                <a:latin typeface="微软雅黑" panose="020B0503020204020204" pitchFamily="34" charset="-122"/>
                <a:ea typeface="微软雅黑" panose="020B0503020204020204" pitchFamily="34" charset="-122"/>
              </a:rPr>
              <a:t>1/C</a:t>
            </a:r>
            <a:r>
              <a:rPr kumimoji="0" lang="en-US" altLang="zh-CN" sz="2000" b="1" baseline="-25000">
                <a:solidFill>
                  <a:srgbClr val="000000"/>
                </a:solidFill>
                <a:latin typeface="微软雅黑" panose="020B0503020204020204" pitchFamily="34" charset="-122"/>
                <a:ea typeface="微软雅黑" panose="020B0503020204020204" pitchFamily="34" charset="-122"/>
              </a:rPr>
              <a:t>0</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）后，可用于变极距式差动电容式传感器</a:t>
            </a:r>
          </a:p>
        </p:txBody>
      </p:sp>
      <p:sp>
        <p:nvSpPr>
          <p:cNvPr id="422924" name="Rectangle 8">
            <a:extLst>
              <a:ext uri="{FF2B5EF4-FFF2-40B4-BE49-F238E27FC236}">
                <a16:creationId xmlns:a16="http://schemas.microsoft.com/office/drawing/2014/main" id="{EEFC1A93-6FDA-4923-AD1F-D0C4B80174AB}"/>
              </a:ext>
            </a:extLst>
          </p:cNvPr>
          <p:cNvSpPr>
            <a:spLocks noChangeArrowheads="1"/>
          </p:cNvSpPr>
          <p:nvPr/>
        </p:nvSpPr>
        <p:spPr bwMode="auto">
          <a:xfrm>
            <a:off x="0" y="1201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25" name="Rectangle 9">
            <a:extLst>
              <a:ext uri="{FF2B5EF4-FFF2-40B4-BE49-F238E27FC236}">
                <a16:creationId xmlns:a16="http://schemas.microsoft.com/office/drawing/2014/main" id="{88A69DE2-4628-41AE-B7A3-05D0786281E9}"/>
              </a:ext>
            </a:extLst>
          </p:cNvPr>
          <p:cNvSpPr>
            <a:spLocks noChangeArrowheads="1"/>
          </p:cNvSpPr>
          <p:nvPr/>
        </p:nvSpPr>
        <p:spPr bwMode="auto">
          <a:xfrm>
            <a:off x="0" y="1201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graphicFrame>
        <p:nvGraphicFramePr>
          <p:cNvPr id="422926" name="Object 10">
            <a:extLst>
              <a:ext uri="{FF2B5EF4-FFF2-40B4-BE49-F238E27FC236}">
                <a16:creationId xmlns:a16="http://schemas.microsoft.com/office/drawing/2014/main" id="{C1676261-B0DB-4C02-A317-72CE1E7710B8}"/>
              </a:ext>
            </a:extLst>
          </p:cNvPr>
          <p:cNvGraphicFramePr>
            <a:graphicFrameLocks noChangeAspect="1"/>
          </p:cNvGraphicFramePr>
          <p:nvPr/>
        </p:nvGraphicFramePr>
        <p:xfrm>
          <a:off x="2916238" y="2276475"/>
          <a:ext cx="3455987" cy="1357313"/>
        </p:xfrm>
        <a:graphic>
          <a:graphicData uri="http://schemas.openxmlformats.org/presentationml/2006/ole">
            <mc:AlternateContent xmlns:mc="http://schemas.openxmlformats.org/markup-compatibility/2006">
              <mc:Choice xmlns:v="urn:schemas-microsoft-com:vml" Requires="v">
                <p:oleObj spid="_x0000_s422957" name="公式" r:id="rId3" imgW="2070100" imgH="812800" progId="Equation.3">
                  <p:embed/>
                </p:oleObj>
              </mc:Choice>
              <mc:Fallback>
                <p:oleObj name="公式" r:id="rId3" imgW="2070100" imgH="8128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2276475"/>
                        <a:ext cx="3455987" cy="13573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2927" name="Object 16">
            <a:extLst>
              <a:ext uri="{FF2B5EF4-FFF2-40B4-BE49-F238E27FC236}">
                <a16:creationId xmlns:a16="http://schemas.microsoft.com/office/drawing/2014/main" id="{505DC45E-4C9C-4CD3-89EA-79F5478F0BC2}"/>
              </a:ext>
            </a:extLst>
          </p:cNvPr>
          <p:cNvGraphicFramePr>
            <a:graphicFrameLocks noChangeAspect="1"/>
          </p:cNvGraphicFramePr>
          <p:nvPr/>
        </p:nvGraphicFramePr>
        <p:xfrm>
          <a:off x="5148263" y="3213100"/>
          <a:ext cx="3600450" cy="1536700"/>
        </p:xfrm>
        <a:graphic>
          <a:graphicData uri="http://schemas.openxmlformats.org/presentationml/2006/ole">
            <mc:AlternateContent xmlns:mc="http://schemas.openxmlformats.org/markup-compatibility/2006">
              <mc:Choice xmlns:v="urn:schemas-microsoft-com:vml" Requires="v">
                <p:oleObj spid="_x0000_s422958" name="公式" r:id="rId5" imgW="1905000" imgH="812800" progId="Equation.3">
                  <p:embed/>
                </p:oleObj>
              </mc:Choice>
              <mc:Fallback>
                <p:oleObj name="公式" r:id="rId5" imgW="1905000" imgH="812800"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3213100"/>
                        <a:ext cx="3600450" cy="15367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22928" name="Picture 15">
            <a:extLst>
              <a:ext uri="{FF2B5EF4-FFF2-40B4-BE49-F238E27FC236}">
                <a16:creationId xmlns:a16="http://schemas.microsoft.com/office/drawing/2014/main" id="{598EF68A-1E42-48C2-9F0B-9F629347D48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0563" y="836613"/>
            <a:ext cx="332422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22929" name="Object 19">
            <a:extLst>
              <a:ext uri="{FF2B5EF4-FFF2-40B4-BE49-F238E27FC236}">
                <a16:creationId xmlns:a16="http://schemas.microsoft.com/office/drawing/2014/main" id="{F248DEF7-41CB-42C0-85AE-F21ED1EBF867}"/>
              </a:ext>
            </a:extLst>
          </p:cNvPr>
          <p:cNvGraphicFramePr>
            <a:graphicFrameLocks noChangeAspect="1"/>
          </p:cNvGraphicFramePr>
          <p:nvPr/>
        </p:nvGraphicFramePr>
        <p:xfrm>
          <a:off x="2627313" y="5229225"/>
          <a:ext cx="3960812" cy="1389063"/>
        </p:xfrm>
        <a:graphic>
          <a:graphicData uri="http://schemas.openxmlformats.org/presentationml/2006/ole">
            <mc:AlternateContent xmlns:mc="http://schemas.openxmlformats.org/markup-compatibility/2006">
              <mc:Choice xmlns:v="urn:schemas-microsoft-com:vml" Requires="v">
                <p:oleObj spid="_x0000_s422959" name="公式" r:id="rId8" imgW="2171700" imgH="762000" progId="Equation.3">
                  <p:embed/>
                </p:oleObj>
              </mc:Choice>
              <mc:Fallback>
                <p:oleObj name="公式" r:id="rId8" imgW="2171700" imgH="762000"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27313" y="5229225"/>
                        <a:ext cx="3960812" cy="13890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4">
            <a:extLst>
              <a:ext uri="{FF2B5EF4-FFF2-40B4-BE49-F238E27FC236}">
                <a16:creationId xmlns:a16="http://schemas.microsoft.com/office/drawing/2014/main" id="{63E9A9E2-854C-4266-8F3B-38401AB4C590}"/>
              </a:ext>
            </a:extLst>
          </p:cNvPr>
          <p:cNvSpPr>
            <a:spLocks noRot="1" noChangeArrowheads="1"/>
          </p:cNvSpPr>
          <p:nvPr/>
        </p:nvSpPr>
        <p:spPr bwMode="auto">
          <a:xfrm>
            <a:off x="323850" y="188913"/>
            <a:ext cx="7993063"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571500" indent="-5715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10000"/>
              </a:spcBef>
              <a:buSzTx/>
              <a:buFont typeface="Wingdings" panose="05000000000000000000" pitchFamily="2" charset="2"/>
              <a:buChar char="u"/>
            </a:pPr>
            <a:r>
              <a:rPr kumimoji="0" lang="zh-CN" altLang="en-US" sz="3600" b="1">
                <a:solidFill>
                  <a:srgbClr val="C00000"/>
                </a:solidFill>
                <a:latin typeface="黑体" panose="02010609060101010101" pitchFamily="49" charset="-122"/>
                <a:ea typeface="黑体" panose="02010609060101010101" pitchFamily="49" charset="-122"/>
              </a:rPr>
              <a:t>压电效应和压电材料及机电转换</a:t>
            </a:r>
            <a:endParaRPr lang="zh-CN" altLang="en-US" sz="3600">
              <a:solidFill>
                <a:srgbClr val="C00000"/>
              </a:solidFill>
              <a:latin typeface="黑体" panose="02010609060101010101" pitchFamily="49" charset="-122"/>
              <a:ea typeface="黑体" panose="02010609060101010101" pitchFamily="49" charset="-122"/>
            </a:endParaRPr>
          </a:p>
        </p:txBody>
      </p:sp>
      <p:sp>
        <p:nvSpPr>
          <p:cNvPr id="429059" name="Text Box 5">
            <a:extLst>
              <a:ext uri="{FF2B5EF4-FFF2-40B4-BE49-F238E27FC236}">
                <a16:creationId xmlns:a16="http://schemas.microsoft.com/office/drawing/2014/main" id="{409B63D7-FB28-4D55-8B58-284AD6B7783A}"/>
              </a:ext>
            </a:extLst>
          </p:cNvPr>
          <p:cNvSpPr txBox="1">
            <a:spLocks noChangeArrowheads="1"/>
          </p:cNvSpPr>
          <p:nvPr/>
        </p:nvSpPr>
        <p:spPr bwMode="auto">
          <a:xfrm>
            <a:off x="3500438" y="1928813"/>
            <a:ext cx="26431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 typeface="Wingdings" panose="05000000000000000000" pitchFamily="2" charset="2"/>
              <a:buChar char="u"/>
            </a:pPr>
            <a:r>
              <a:rPr kumimoji="0" lang="en-US" altLang="zh-CN">
                <a:solidFill>
                  <a:srgbClr val="FF0000"/>
                </a:solidFill>
                <a:latin typeface="楷体_GB2312" pitchFamily="49" charset="-122"/>
              </a:rPr>
              <a:t> </a:t>
            </a:r>
            <a:r>
              <a:rPr kumimoji="0" lang="zh-CN" altLang="en-US">
                <a:solidFill>
                  <a:srgbClr val="FF0000"/>
                </a:solidFill>
                <a:latin typeface="楷体_GB2312" pitchFamily="49" charset="-122"/>
              </a:rPr>
              <a:t>正压电效应</a:t>
            </a:r>
          </a:p>
        </p:txBody>
      </p:sp>
      <p:sp>
        <p:nvSpPr>
          <p:cNvPr id="429060" name="Text Box 6">
            <a:extLst>
              <a:ext uri="{FF2B5EF4-FFF2-40B4-BE49-F238E27FC236}">
                <a16:creationId xmlns:a16="http://schemas.microsoft.com/office/drawing/2014/main" id="{7C24215F-EA91-4FD3-AC0C-AC0F1F1FB409}"/>
              </a:ext>
            </a:extLst>
          </p:cNvPr>
          <p:cNvSpPr txBox="1">
            <a:spLocks noChangeArrowheads="1"/>
          </p:cNvSpPr>
          <p:nvPr/>
        </p:nvSpPr>
        <p:spPr bwMode="auto">
          <a:xfrm>
            <a:off x="1071563" y="2500313"/>
            <a:ext cx="734377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50000"/>
              </a:spcBef>
              <a:buSzTx/>
              <a:buFontTx/>
              <a:buNone/>
            </a:pPr>
            <a:r>
              <a:rPr lang="en-US" altLang="zh-CN">
                <a:solidFill>
                  <a:srgbClr val="000000"/>
                </a:solidFill>
                <a:latin typeface="楷体_GB2312" pitchFamily="49" charset="-122"/>
              </a:rPr>
              <a:t>   </a:t>
            </a:r>
            <a:r>
              <a:rPr lang="zh-CN" altLang="en-US">
                <a:solidFill>
                  <a:srgbClr val="000000"/>
                </a:solidFill>
                <a:latin typeface="楷体_GB2312" pitchFamily="49" charset="-122"/>
              </a:rPr>
              <a:t>某些电介质，当沿着</a:t>
            </a:r>
            <a:r>
              <a:rPr lang="zh-CN" altLang="en-US" u="sng">
                <a:solidFill>
                  <a:srgbClr val="FF00FF"/>
                </a:solidFill>
                <a:latin typeface="楷体_GB2312" pitchFamily="49" charset="-122"/>
              </a:rPr>
              <a:t>一定方向</a:t>
            </a:r>
            <a:r>
              <a:rPr lang="zh-CN" altLang="en-US">
                <a:solidFill>
                  <a:srgbClr val="000000"/>
                </a:solidFill>
                <a:latin typeface="楷体_GB2312" pitchFamily="49" charset="-122"/>
              </a:rPr>
              <a:t>对其施力而使它变形时，内部就产生极化现象，同时在它的一定表面上产生电荷，当外力去掉后，又重新恢复不带电状态的现象。当</a:t>
            </a:r>
            <a:r>
              <a:rPr lang="zh-CN" altLang="en-US" u="sng">
                <a:solidFill>
                  <a:srgbClr val="FF00FF"/>
                </a:solidFill>
                <a:latin typeface="楷体_GB2312" pitchFamily="49" charset="-122"/>
              </a:rPr>
              <a:t>作用力</a:t>
            </a:r>
            <a:r>
              <a:rPr lang="zh-CN" altLang="en-US">
                <a:solidFill>
                  <a:srgbClr val="000000"/>
                </a:solidFill>
                <a:latin typeface="楷体_GB2312" pitchFamily="49" charset="-122"/>
              </a:rPr>
              <a:t>方向改变时，</a:t>
            </a:r>
            <a:r>
              <a:rPr lang="zh-CN" altLang="en-US" u="sng">
                <a:solidFill>
                  <a:srgbClr val="FF00FF"/>
                </a:solidFill>
                <a:latin typeface="楷体_GB2312" pitchFamily="49" charset="-122"/>
              </a:rPr>
              <a:t>电荷极性</a:t>
            </a:r>
            <a:r>
              <a:rPr lang="zh-CN" altLang="en-US">
                <a:solidFill>
                  <a:srgbClr val="000000"/>
                </a:solidFill>
                <a:latin typeface="楷体_GB2312" pitchFamily="49" charset="-122"/>
              </a:rPr>
              <a:t>也随着改变。</a:t>
            </a:r>
            <a:endParaRPr kumimoji="0" lang="zh-CN" altLang="en-US">
              <a:solidFill>
                <a:srgbClr val="000000"/>
              </a:solidFill>
              <a:latin typeface="楷体_GB2312" pitchFamily="49" charset="-122"/>
            </a:endParaRPr>
          </a:p>
        </p:txBody>
      </p:sp>
      <p:grpSp>
        <p:nvGrpSpPr>
          <p:cNvPr id="429061" name="Group 7">
            <a:extLst>
              <a:ext uri="{FF2B5EF4-FFF2-40B4-BE49-F238E27FC236}">
                <a16:creationId xmlns:a16="http://schemas.microsoft.com/office/drawing/2014/main" id="{A8E0ADE3-2A92-4A67-9DD6-5F997721016D}"/>
              </a:ext>
            </a:extLst>
          </p:cNvPr>
          <p:cNvGrpSpPr>
            <a:grpSpLocks/>
          </p:cNvGrpSpPr>
          <p:nvPr/>
        </p:nvGrpSpPr>
        <p:grpSpPr bwMode="auto">
          <a:xfrm>
            <a:off x="5072063" y="4214813"/>
            <a:ext cx="2782887" cy="2090737"/>
            <a:chOff x="3755" y="890"/>
            <a:chExt cx="2555" cy="1877"/>
          </a:xfrm>
        </p:grpSpPr>
        <p:sp>
          <p:nvSpPr>
            <p:cNvPr id="429075" name="AutoShape 8">
              <a:extLst>
                <a:ext uri="{FF2B5EF4-FFF2-40B4-BE49-F238E27FC236}">
                  <a16:creationId xmlns:a16="http://schemas.microsoft.com/office/drawing/2014/main" id="{655A851C-71CC-4A12-9E45-3F633B771D58}"/>
                </a:ext>
              </a:extLst>
            </p:cNvPr>
            <p:cNvSpPr>
              <a:spLocks noChangeArrowheads="1"/>
            </p:cNvSpPr>
            <p:nvPr/>
          </p:nvSpPr>
          <p:spPr bwMode="auto">
            <a:xfrm>
              <a:off x="3908" y="1187"/>
              <a:ext cx="2402" cy="1040"/>
            </a:xfrm>
            <a:prstGeom prst="cube">
              <a:avLst>
                <a:gd name="adj" fmla="val 63079"/>
              </a:avLst>
            </a:prstGeom>
            <a:solidFill>
              <a:srgbClr val="CCFF33"/>
            </a:solidFill>
            <a:ln w="28575">
              <a:solidFill>
                <a:srgbClr val="00CC99"/>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612361" name="Rectangle 9">
              <a:extLst>
                <a:ext uri="{FF2B5EF4-FFF2-40B4-BE49-F238E27FC236}">
                  <a16:creationId xmlns:a16="http://schemas.microsoft.com/office/drawing/2014/main" id="{8269FFDE-9CE0-48AD-AD0E-972103253484}"/>
                </a:ext>
              </a:extLst>
            </p:cNvPr>
            <p:cNvSpPr>
              <a:spLocks noChangeArrowheads="1"/>
            </p:cNvSpPr>
            <p:nvPr/>
          </p:nvSpPr>
          <p:spPr bwMode="auto">
            <a:xfrm>
              <a:off x="5059" y="890"/>
              <a:ext cx="474" cy="346"/>
            </a:xfrm>
            <a:prstGeom prst="rect">
              <a:avLst/>
            </a:prstGeom>
            <a:noFill/>
            <a:ln w="9525">
              <a:noFill/>
              <a:miter lim="800000"/>
              <a:headEnd/>
              <a:tailEnd/>
            </a:ln>
            <a:effectLst/>
          </p:spPr>
          <p:txBody>
            <a:bodyPr lIns="0" tIns="0" rIns="0" bIns="0"/>
            <a:lstStyle/>
            <a:p>
              <a:pPr algn="just">
                <a:lnSpc>
                  <a:spcPct val="100000"/>
                </a:lnSpc>
                <a:spcBef>
                  <a:spcPct val="0"/>
                </a:spcBef>
                <a:buSzTx/>
                <a:buFontTx/>
                <a:buNone/>
                <a:defRPr/>
              </a:pPr>
              <a:r>
                <a:rPr lang="en-US" altLang="zh-CN" b="1" i="1" dirty="0">
                  <a:solidFill>
                    <a:srgbClr val="0000CC"/>
                  </a:solidFill>
                  <a:effectLst>
                    <a:outerShdw blurRad="38100" dist="38100" dir="2700000" algn="tl">
                      <a:srgbClr val="000000"/>
                    </a:outerShdw>
                  </a:effectLst>
                  <a:ea typeface="宋体" pitchFamily="2" charset="-122"/>
                </a:rPr>
                <a:t>F</a:t>
              </a:r>
              <a:endParaRPr lang="en-US" altLang="zh-CN" b="1" dirty="0">
                <a:solidFill>
                  <a:srgbClr val="0000CC"/>
                </a:solidFill>
                <a:effectLst>
                  <a:outerShdw blurRad="38100" dist="38100" dir="2700000" algn="tl">
                    <a:srgbClr val="000000"/>
                  </a:outerShdw>
                </a:effectLst>
                <a:ea typeface="华文中宋" pitchFamily="2" charset="-122"/>
              </a:endParaRPr>
            </a:p>
          </p:txBody>
        </p:sp>
        <p:sp>
          <p:nvSpPr>
            <p:cNvPr id="612362" name="Rectangle 10">
              <a:extLst>
                <a:ext uri="{FF2B5EF4-FFF2-40B4-BE49-F238E27FC236}">
                  <a16:creationId xmlns:a16="http://schemas.microsoft.com/office/drawing/2014/main" id="{6CD69F81-A2FC-4883-A8A8-962A1C44F78E}"/>
                </a:ext>
              </a:extLst>
            </p:cNvPr>
            <p:cNvSpPr>
              <a:spLocks noChangeArrowheads="1"/>
            </p:cNvSpPr>
            <p:nvPr/>
          </p:nvSpPr>
          <p:spPr bwMode="auto">
            <a:xfrm>
              <a:off x="3845" y="1836"/>
              <a:ext cx="1915" cy="503"/>
            </a:xfrm>
            <a:prstGeom prst="rect">
              <a:avLst/>
            </a:prstGeom>
            <a:noFill/>
            <a:ln w="9525">
              <a:noFill/>
              <a:miter lim="800000"/>
              <a:headEnd/>
              <a:tailEnd/>
            </a:ln>
            <a:effectLst/>
          </p:spPr>
          <p:txBody>
            <a:bodyPr lIns="0" tIns="0" rIns="0" bIns="0"/>
            <a:lstStyle/>
            <a:p>
              <a:pPr>
                <a:lnSpc>
                  <a:spcPct val="100000"/>
                </a:lnSpc>
                <a:spcBef>
                  <a:spcPct val="0"/>
                </a:spcBef>
                <a:buSzTx/>
                <a:buFontTx/>
                <a:buNone/>
                <a:defRPr/>
              </a:pPr>
              <a:r>
                <a:rPr lang="zh-CN" altLang="en-US" b="1">
                  <a:solidFill>
                    <a:srgbClr val="0000CC"/>
                  </a:solidFill>
                  <a:effectLst>
                    <a:outerShdw blurRad="38100" dist="38100" dir="2700000" algn="tl">
                      <a:srgbClr val="000000"/>
                    </a:outerShdw>
                  </a:effectLst>
                  <a:ea typeface="宋体" pitchFamily="2" charset="-122"/>
                </a:rPr>
                <a:t>－ － － － － －</a:t>
              </a:r>
              <a:endParaRPr lang="zh-CN" altLang="en-US" b="1">
                <a:solidFill>
                  <a:srgbClr val="0000CC"/>
                </a:solidFill>
                <a:effectLst>
                  <a:outerShdw blurRad="38100" dist="38100" dir="2700000" algn="tl">
                    <a:srgbClr val="000000"/>
                  </a:outerShdw>
                </a:effectLst>
                <a:ea typeface="华文中宋" pitchFamily="2" charset="-122"/>
              </a:endParaRPr>
            </a:p>
          </p:txBody>
        </p:sp>
        <p:sp>
          <p:nvSpPr>
            <p:cNvPr id="612363" name="Rectangle 11">
              <a:extLst>
                <a:ext uri="{FF2B5EF4-FFF2-40B4-BE49-F238E27FC236}">
                  <a16:creationId xmlns:a16="http://schemas.microsoft.com/office/drawing/2014/main" id="{DA591B19-D386-4CE8-8222-2457EE5E6765}"/>
                </a:ext>
              </a:extLst>
            </p:cNvPr>
            <p:cNvSpPr>
              <a:spLocks noChangeArrowheads="1"/>
            </p:cNvSpPr>
            <p:nvPr/>
          </p:nvSpPr>
          <p:spPr bwMode="auto">
            <a:xfrm>
              <a:off x="3755" y="1997"/>
              <a:ext cx="2099" cy="308"/>
            </a:xfrm>
            <a:prstGeom prst="rect">
              <a:avLst/>
            </a:prstGeom>
            <a:noFill/>
            <a:ln w="9525">
              <a:noFill/>
              <a:miter lim="800000"/>
              <a:headEnd/>
              <a:tailEnd/>
            </a:ln>
            <a:effectLst/>
          </p:spPr>
          <p:txBody>
            <a:bodyPr lIns="0" tIns="0" rIns="0" bIns="0"/>
            <a:lstStyle/>
            <a:p>
              <a:pPr>
                <a:lnSpc>
                  <a:spcPct val="100000"/>
                </a:lnSpc>
                <a:spcBef>
                  <a:spcPct val="0"/>
                </a:spcBef>
                <a:buSzTx/>
                <a:buFontTx/>
                <a:buNone/>
                <a:defRPr/>
              </a:pPr>
              <a:r>
                <a:rPr lang="zh-CN" altLang="en-US" b="1">
                  <a:solidFill>
                    <a:srgbClr val="0000CC"/>
                  </a:solidFill>
                  <a:effectLst>
                    <a:outerShdw blurRad="38100" dist="38100" dir="2700000" algn="tl">
                      <a:srgbClr val="000000"/>
                    </a:outerShdw>
                  </a:effectLst>
                  <a:ea typeface="宋体" pitchFamily="2" charset="-122"/>
                </a:rPr>
                <a:t>＋ ＋ ＋ ＋ ＋ ＋</a:t>
              </a:r>
              <a:endParaRPr lang="zh-CN" altLang="en-US" b="1">
                <a:solidFill>
                  <a:srgbClr val="0000CC"/>
                </a:solidFill>
                <a:effectLst>
                  <a:outerShdw blurRad="38100" dist="38100" dir="2700000" algn="tl">
                    <a:srgbClr val="000000"/>
                  </a:outerShdw>
                </a:effectLst>
                <a:ea typeface="华文中宋" pitchFamily="2" charset="-122"/>
              </a:endParaRPr>
            </a:p>
          </p:txBody>
        </p:sp>
        <p:sp>
          <p:nvSpPr>
            <p:cNvPr id="429079" name="Line 12">
              <a:extLst>
                <a:ext uri="{FF2B5EF4-FFF2-40B4-BE49-F238E27FC236}">
                  <a16:creationId xmlns:a16="http://schemas.microsoft.com/office/drawing/2014/main" id="{4714AE24-8BBB-4556-966F-69A76D64DF05}"/>
                </a:ext>
              </a:extLst>
            </p:cNvPr>
            <p:cNvSpPr>
              <a:spLocks noChangeShapeType="1"/>
            </p:cNvSpPr>
            <p:nvPr/>
          </p:nvSpPr>
          <p:spPr bwMode="auto">
            <a:xfrm flipV="1">
              <a:off x="4959" y="1013"/>
              <a:ext cx="0" cy="587"/>
            </a:xfrm>
            <a:prstGeom prst="line">
              <a:avLst/>
            </a:prstGeom>
            <a:noFill/>
            <a:ln w="38100">
              <a:solidFill>
                <a:srgbClr val="FF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29080" name="Line 13">
              <a:extLst>
                <a:ext uri="{FF2B5EF4-FFF2-40B4-BE49-F238E27FC236}">
                  <a16:creationId xmlns:a16="http://schemas.microsoft.com/office/drawing/2014/main" id="{7F4F1548-E3B3-454F-B4A8-3E836D642B62}"/>
                </a:ext>
              </a:extLst>
            </p:cNvPr>
            <p:cNvSpPr>
              <a:spLocks noChangeShapeType="1"/>
            </p:cNvSpPr>
            <p:nvPr/>
          </p:nvSpPr>
          <p:spPr bwMode="auto">
            <a:xfrm>
              <a:off x="4959" y="2228"/>
              <a:ext cx="0" cy="422"/>
            </a:xfrm>
            <a:prstGeom prst="line">
              <a:avLst/>
            </a:prstGeom>
            <a:noFill/>
            <a:ln w="38100">
              <a:solidFill>
                <a:srgbClr val="FF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12366" name="Rectangle 14">
              <a:extLst>
                <a:ext uri="{FF2B5EF4-FFF2-40B4-BE49-F238E27FC236}">
                  <a16:creationId xmlns:a16="http://schemas.microsoft.com/office/drawing/2014/main" id="{E2A8CAC1-86F4-4157-ACB3-85177382396D}"/>
                </a:ext>
              </a:extLst>
            </p:cNvPr>
            <p:cNvSpPr>
              <a:spLocks noChangeArrowheads="1"/>
            </p:cNvSpPr>
            <p:nvPr/>
          </p:nvSpPr>
          <p:spPr bwMode="auto">
            <a:xfrm>
              <a:off x="5041" y="2421"/>
              <a:ext cx="475" cy="346"/>
            </a:xfrm>
            <a:prstGeom prst="rect">
              <a:avLst/>
            </a:prstGeom>
            <a:noFill/>
            <a:ln w="9525">
              <a:noFill/>
              <a:miter lim="800000"/>
              <a:headEnd/>
              <a:tailEnd/>
            </a:ln>
            <a:effectLst/>
          </p:spPr>
          <p:txBody>
            <a:bodyPr lIns="0" tIns="0" rIns="0" bIns="0"/>
            <a:lstStyle/>
            <a:p>
              <a:pPr algn="just">
                <a:lnSpc>
                  <a:spcPct val="100000"/>
                </a:lnSpc>
                <a:spcBef>
                  <a:spcPct val="0"/>
                </a:spcBef>
                <a:buSzTx/>
                <a:buFontTx/>
                <a:buNone/>
                <a:defRPr/>
              </a:pPr>
              <a:r>
                <a:rPr lang="en-US" altLang="zh-CN" b="1" i="1" dirty="0">
                  <a:solidFill>
                    <a:srgbClr val="0000CC"/>
                  </a:solidFill>
                  <a:effectLst>
                    <a:outerShdw blurRad="38100" dist="38100" dir="2700000" algn="tl">
                      <a:srgbClr val="000000"/>
                    </a:outerShdw>
                  </a:effectLst>
                  <a:ea typeface="宋体" pitchFamily="2" charset="-122"/>
                </a:rPr>
                <a:t>F</a:t>
              </a:r>
              <a:endParaRPr lang="en-US" altLang="zh-CN" b="1" dirty="0">
                <a:solidFill>
                  <a:srgbClr val="0000CC"/>
                </a:solidFill>
                <a:effectLst>
                  <a:outerShdw blurRad="38100" dist="38100" dir="2700000" algn="tl">
                    <a:srgbClr val="000000"/>
                  </a:outerShdw>
                </a:effectLst>
                <a:ea typeface="华文中宋" pitchFamily="2" charset="-122"/>
              </a:endParaRPr>
            </a:p>
          </p:txBody>
        </p:sp>
      </p:grpSp>
      <p:grpSp>
        <p:nvGrpSpPr>
          <p:cNvPr id="429062" name="Group 15">
            <a:extLst>
              <a:ext uri="{FF2B5EF4-FFF2-40B4-BE49-F238E27FC236}">
                <a16:creationId xmlns:a16="http://schemas.microsoft.com/office/drawing/2014/main" id="{35D63EC6-AD33-4C34-A1BC-A783698C8A71}"/>
              </a:ext>
            </a:extLst>
          </p:cNvPr>
          <p:cNvGrpSpPr>
            <a:grpSpLocks/>
          </p:cNvGrpSpPr>
          <p:nvPr/>
        </p:nvGrpSpPr>
        <p:grpSpPr bwMode="auto">
          <a:xfrm>
            <a:off x="1428750" y="4214813"/>
            <a:ext cx="2959100" cy="1982787"/>
            <a:chOff x="42" y="890"/>
            <a:chExt cx="2598" cy="1881"/>
          </a:xfrm>
        </p:grpSpPr>
        <p:sp>
          <p:nvSpPr>
            <p:cNvPr id="429068" name="AutoShape 16">
              <a:extLst>
                <a:ext uri="{FF2B5EF4-FFF2-40B4-BE49-F238E27FC236}">
                  <a16:creationId xmlns:a16="http://schemas.microsoft.com/office/drawing/2014/main" id="{E4A743FD-7946-4DCD-AC8E-3C2EEDEAC855}"/>
                </a:ext>
              </a:extLst>
            </p:cNvPr>
            <p:cNvSpPr>
              <a:spLocks noChangeArrowheads="1"/>
            </p:cNvSpPr>
            <p:nvPr/>
          </p:nvSpPr>
          <p:spPr bwMode="auto">
            <a:xfrm>
              <a:off x="238" y="1191"/>
              <a:ext cx="2402" cy="1040"/>
            </a:xfrm>
            <a:prstGeom prst="cube">
              <a:avLst>
                <a:gd name="adj" fmla="val 67787"/>
              </a:avLst>
            </a:prstGeom>
            <a:solidFill>
              <a:srgbClr val="CCFF33"/>
            </a:solidFill>
            <a:ln w="28575">
              <a:solidFill>
                <a:srgbClr val="00CC99"/>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612369" name="Rectangle 17">
              <a:extLst>
                <a:ext uri="{FF2B5EF4-FFF2-40B4-BE49-F238E27FC236}">
                  <a16:creationId xmlns:a16="http://schemas.microsoft.com/office/drawing/2014/main" id="{76C875F2-8D80-438D-99C2-9CA5172C85A4}"/>
                </a:ext>
              </a:extLst>
            </p:cNvPr>
            <p:cNvSpPr>
              <a:spLocks noChangeArrowheads="1"/>
            </p:cNvSpPr>
            <p:nvPr/>
          </p:nvSpPr>
          <p:spPr bwMode="auto">
            <a:xfrm>
              <a:off x="1457" y="890"/>
              <a:ext cx="475" cy="346"/>
            </a:xfrm>
            <a:prstGeom prst="rect">
              <a:avLst/>
            </a:prstGeom>
            <a:noFill/>
            <a:ln w="9525">
              <a:noFill/>
              <a:miter lim="800000"/>
              <a:headEnd/>
              <a:tailEnd/>
            </a:ln>
            <a:effectLst/>
          </p:spPr>
          <p:txBody>
            <a:bodyPr lIns="0" tIns="0" rIns="0" bIns="0"/>
            <a:lstStyle/>
            <a:p>
              <a:pPr algn="just">
                <a:lnSpc>
                  <a:spcPct val="100000"/>
                </a:lnSpc>
                <a:spcBef>
                  <a:spcPct val="0"/>
                </a:spcBef>
                <a:buSzTx/>
                <a:buFontTx/>
                <a:buNone/>
                <a:defRPr/>
              </a:pPr>
              <a:r>
                <a:rPr lang="en-US" altLang="zh-CN" b="1" i="1" dirty="0">
                  <a:solidFill>
                    <a:srgbClr val="0000CC"/>
                  </a:solidFill>
                  <a:effectLst>
                    <a:outerShdw blurRad="38100" dist="38100" dir="2700000" algn="tl">
                      <a:srgbClr val="000000"/>
                    </a:outerShdw>
                  </a:effectLst>
                  <a:ea typeface="宋体" pitchFamily="2" charset="-122"/>
                </a:rPr>
                <a:t>F</a:t>
              </a:r>
              <a:endParaRPr lang="en-US" altLang="zh-CN" b="1" dirty="0">
                <a:solidFill>
                  <a:srgbClr val="0000CC"/>
                </a:solidFill>
                <a:effectLst>
                  <a:outerShdw blurRad="38100" dist="38100" dir="2700000" algn="tl">
                    <a:srgbClr val="000000"/>
                  </a:outerShdw>
                </a:effectLst>
                <a:ea typeface="华文中宋" pitchFamily="2" charset="-122"/>
              </a:endParaRPr>
            </a:p>
          </p:txBody>
        </p:sp>
        <p:sp>
          <p:nvSpPr>
            <p:cNvPr id="429070" name="Line 18">
              <a:extLst>
                <a:ext uri="{FF2B5EF4-FFF2-40B4-BE49-F238E27FC236}">
                  <a16:creationId xmlns:a16="http://schemas.microsoft.com/office/drawing/2014/main" id="{ED6E1F20-CCBC-415C-8242-AC6165A662DB}"/>
                </a:ext>
              </a:extLst>
            </p:cNvPr>
            <p:cNvSpPr>
              <a:spLocks noChangeShapeType="1"/>
            </p:cNvSpPr>
            <p:nvPr/>
          </p:nvSpPr>
          <p:spPr bwMode="auto">
            <a:xfrm>
              <a:off x="1356" y="1013"/>
              <a:ext cx="0" cy="587"/>
            </a:xfrm>
            <a:prstGeom prst="line">
              <a:avLst/>
            </a:prstGeom>
            <a:noFill/>
            <a:ln w="38100">
              <a:solidFill>
                <a:srgbClr val="FF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29071" name="Line 19">
              <a:extLst>
                <a:ext uri="{FF2B5EF4-FFF2-40B4-BE49-F238E27FC236}">
                  <a16:creationId xmlns:a16="http://schemas.microsoft.com/office/drawing/2014/main" id="{8421D90C-DDF5-49B7-9AD8-8AEDF5BF6A50}"/>
                </a:ext>
              </a:extLst>
            </p:cNvPr>
            <p:cNvSpPr>
              <a:spLocks noChangeShapeType="1"/>
            </p:cNvSpPr>
            <p:nvPr/>
          </p:nvSpPr>
          <p:spPr bwMode="auto">
            <a:xfrm flipV="1">
              <a:off x="1289" y="2238"/>
              <a:ext cx="0" cy="422"/>
            </a:xfrm>
            <a:prstGeom prst="line">
              <a:avLst/>
            </a:prstGeom>
            <a:noFill/>
            <a:ln w="38100">
              <a:solidFill>
                <a:srgbClr val="FF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12372" name="Rectangle 20">
              <a:extLst>
                <a:ext uri="{FF2B5EF4-FFF2-40B4-BE49-F238E27FC236}">
                  <a16:creationId xmlns:a16="http://schemas.microsoft.com/office/drawing/2014/main" id="{162EBB8F-08B8-405B-AD40-D4CE8E65F00E}"/>
                </a:ext>
              </a:extLst>
            </p:cNvPr>
            <p:cNvSpPr>
              <a:spLocks noChangeArrowheads="1"/>
            </p:cNvSpPr>
            <p:nvPr/>
          </p:nvSpPr>
          <p:spPr bwMode="auto">
            <a:xfrm>
              <a:off x="1372" y="2425"/>
              <a:ext cx="474" cy="346"/>
            </a:xfrm>
            <a:prstGeom prst="rect">
              <a:avLst/>
            </a:prstGeom>
            <a:noFill/>
            <a:ln w="9525">
              <a:noFill/>
              <a:miter lim="800000"/>
              <a:headEnd/>
              <a:tailEnd/>
            </a:ln>
            <a:effectLst/>
          </p:spPr>
          <p:txBody>
            <a:bodyPr lIns="0" tIns="0" rIns="0" bIns="0"/>
            <a:lstStyle/>
            <a:p>
              <a:pPr algn="just">
                <a:lnSpc>
                  <a:spcPct val="100000"/>
                </a:lnSpc>
                <a:spcBef>
                  <a:spcPct val="0"/>
                </a:spcBef>
                <a:buSzTx/>
                <a:buFontTx/>
                <a:buNone/>
                <a:defRPr/>
              </a:pPr>
              <a:r>
                <a:rPr lang="en-US" altLang="zh-CN" b="1" i="1" dirty="0">
                  <a:solidFill>
                    <a:srgbClr val="0000CC"/>
                  </a:solidFill>
                  <a:effectLst>
                    <a:outerShdw blurRad="38100" dist="38100" dir="2700000" algn="tl">
                      <a:srgbClr val="000000"/>
                    </a:outerShdw>
                  </a:effectLst>
                  <a:ea typeface="宋体" pitchFamily="2" charset="-122"/>
                </a:rPr>
                <a:t>F</a:t>
              </a:r>
              <a:endParaRPr lang="en-US" altLang="zh-CN" b="1" dirty="0">
                <a:solidFill>
                  <a:srgbClr val="0000CC"/>
                </a:solidFill>
                <a:effectLst>
                  <a:outerShdw blurRad="38100" dist="38100" dir="2700000" algn="tl">
                    <a:srgbClr val="000000"/>
                  </a:outerShdw>
                </a:effectLst>
                <a:ea typeface="华文中宋" pitchFamily="2" charset="-122"/>
              </a:endParaRPr>
            </a:p>
          </p:txBody>
        </p:sp>
        <p:sp>
          <p:nvSpPr>
            <p:cNvPr id="612373" name="Rectangle 21">
              <a:extLst>
                <a:ext uri="{FF2B5EF4-FFF2-40B4-BE49-F238E27FC236}">
                  <a16:creationId xmlns:a16="http://schemas.microsoft.com/office/drawing/2014/main" id="{299D0E51-68AF-4508-9693-1C6AE1C6AC20}"/>
                </a:ext>
              </a:extLst>
            </p:cNvPr>
            <p:cNvSpPr>
              <a:spLocks noChangeArrowheads="1"/>
            </p:cNvSpPr>
            <p:nvPr/>
          </p:nvSpPr>
          <p:spPr bwMode="auto">
            <a:xfrm>
              <a:off x="42" y="1895"/>
              <a:ext cx="2100" cy="310"/>
            </a:xfrm>
            <a:prstGeom prst="rect">
              <a:avLst/>
            </a:prstGeom>
            <a:noFill/>
            <a:ln w="9525">
              <a:noFill/>
              <a:miter lim="800000"/>
              <a:headEnd/>
              <a:tailEnd/>
            </a:ln>
            <a:effectLst/>
          </p:spPr>
          <p:txBody>
            <a:bodyPr lIns="0" tIns="0" rIns="0" bIns="0"/>
            <a:lstStyle/>
            <a:p>
              <a:pPr>
                <a:lnSpc>
                  <a:spcPct val="100000"/>
                </a:lnSpc>
                <a:spcBef>
                  <a:spcPct val="0"/>
                </a:spcBef>
                <a:buSzTx/>
                <a:buFontTx/>
                <a:buNone/>
                <a:defRPr/>
              </a:pPr>
              <a:r>
                <a:rPr lang="zh-CN" altLang="en-US" b="1">
                  <a:solidFill>
                    <a:srgbClr val="0000CC"/>
                  </a:solidFill>
                  <a:effectLst>
                    <a:outerShdw blurRad="38100" dist="38100" dir="2700000" algn="tl">
                      <a:srgbClr val="000000"/>
                    </a:outerShdw>
                  </a:effectLst>
                  <a:ea typeface="宋体" pitchFamily="2" charset="-122"/>
                </a:rPr>
                <a:t>＋ ＋ ＋ ＋ ＋ ＋</a:t>
              </a:r>
              <a:endParaRPr lang="zh-CN" altLang="en-US" b="1">
                <a:solidFill>
                  <a:srgbClr val="0000CC"/>
                </a:solidFill>
                <a:effectLst>
                  <a:outerShdw blurRad="38100" dist="38100" dir="2700000" algn="tl">
                    <a:srgbClr val="000000"/>
                  </a:outerShdw>
                </a:effectLst>
                <a:ea typeface="华文中宋" pitchFamily="2" charset="-122"/>
              </a:endParaRPr>
            </a:p>
          </p:txBody>
        </p:sp>
        <p:sp>
          <p:nvSpPr>
            <p:cNvPr id="612374" name="Rectangle 22">
              <a:extLst>
                <a:ext uri="{FF2B5EF4-FFF2-40B4-BE49-F238E27FC236}">
                  <a16:creationId xmlns:a16="http://schemas.microsoft.com/office/drawing/2014/main" id="{9390FA07-817A-4DE0-817D-96D952024E23}"/>
                </a:ext>
              </a:extLst>
            </p:cNvPr>
            <p:cNvSpPr>
              <a:spLocks noChangeArrowheads="1"/>
            </p:cNvSpPr>
            <p:nvPr/>
          </p:nvSpPr>
          <p:spPr bwMode="auto">
            <a:xfrm>
              <a:off x="113" y="2063"/>
              <a:ext cx="1859" cy="369"/>
            </a:xfrm>
            <a:prstGeom prst="rect">
              <a:avLst/>
            </a:prstGeom>
            <a:noFill/>
            <a:ln w="9525">
              <a:noFill/>
              <a:miter lim="800000"/>
              <a:headEnd/>
              <a:tailEnd/>
            </a:ln>
            <a:effectLst/>
          </p:spPr>
          <p:txBody>
            <a:bodyPr lIns="0" tIns="0" rIns="0" bIns="0"/>
            <a:lstStyle/>
            <a:p>
              <a:pPr>
                <a:lnSpc>
                  <a:spcPct val="100000"/>
                </a:lnSpc>
                <a:spcBef>
                  <a:spcPct val="0"/>
                </a:spcBef>
                <a:buSzTx/>
                <a:buFontTx/>
                <a:buNone/>
                <a:defRPr/>
              </a:pPr>
              <a:r>
                <a:rPr lang="zh-CN" altLang="en-US" b="1">
                  <a:solidFill>
                    <a:srgbClr val="0000CC"/>
                  </a:solidFill>
                  <a:effectLst>
                    <a:outerShdw blurRad="38100" dist="38100" dir="2700000" algn="tl">
                      <a:srgbClr val="000000"/>
                    </a:outerShdw>
                  </a:effectLst>
                  <a:ea typeface="宋体" pitchFamily="2" charset="-122"/>
                </a:rPr>
                <a:t>－ － － － － －</a:t>
              </a:r>
              <a:endParaRPr lang="zh-CN" altLang="en-US" b="1">
                <a:solidFill>
                  <a:srgbClr val="0000CC"/>
                </a:solidFill>
                <a:effectLst>
                  <a:outerShdw blurRad="38100" dist="38100" dir="2700000" algn="tl">
                    <a:srgbClr val="000000"/>
                  </a:outerShdw>
                </a:effectLst>
                <a:ea typeface="华文中宋" pitchFamily="2" charset="-122"/>
              </a:endParaRPr>
            </a:p>
          </p:txBody>
        </p:sp>
      </p:grpSp>
      <p:sp>
        <p:nvSpPr>
          <p:cNvPr id="429063" name="Text Box 24">
            <a:extLst>
              <a:ext uri="{FF2B5EF4-FFF2-40B4-BE49-F238E27FC236}">
                <a16:creationId xmlns:a16="http://schemas.microsoft.com/office/drawing/2014/main" id="{BF7DBFCA-7CA8-463A-BBEB-1910DD4BD70C}"/>
              </a:ext>
            </a:extLst>
          </p:cNvPr>
          <p:cNvSpPr txBox="1">
            <a:spLocks noChangeArrowheads="1"/>
          </p:cNvSpPr>
          <p:nvPr/>
        </p:nvSpPr>
        <p:spPr bwMode="auto">
          <a:xfrm>
            <a:off x="785813" y="1071563"/>
            <a:ext cx="26733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 typeface="Wingdings" panose="05000000000000000000" pitchFamily="2" charset="2"/>
              <a:buNone/>
            </a:pPr>
            <a:r>
              <a:rPr kumimoji="0" lang="en-US" altLang="zh-CN" b="1">
                <a:solidFill>
                  <a:srgbClr val="0070C0"/>
                </a:solidFill>
                <a:latin typeface="楷体_GB2312" pitchFamily="49" charset="-122"/>
              </a:rPr>
              <a:t>1.1 </a:t>
            </a:r>
            <a:r>
              <a:rPr kumimoji="0" lang="zh-CN" altLang="en-US" b="1">
                <a:solidFill>
                  <a:srgbClr val="0070C0"/>
                </a:solidFill>
                <a:latin typeface="楷体_GB2312" pitchFamily="49" charset="-122"/>
              </a:rPr>
              <a:t>压电效应</a:t>
            </a:r>
          </a:p>
        </p:txBody>
      </p:sp>
      <p:sp>
        <p:nvSpPr>
          <p:cNvPr id="27" name="矩形 26">
            <a:extLst>
              <a:ext uri="{FF2B5EF4-FFF2-40B4-BE49-F238E27FC236}">
                <a16:creationId xmlns:a16="http://schemas.microsoft.com/office/drawing/2014/main" id="{103962E2-40DE-4A30-B93A-C35E08AB9024}"/>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9" name="灯片编号占位符 5">
            <a:extLst>
              <a:ext uri="{FF2B5EF4-FFF2-40B4-BE49-F238E27FC236}">
                <a16:creationId xmlns:a16="http://schemas.microsoft.com/office/drawing/2014/main" id="{91013962-6E03-4E54-9F3D-5D9A30137CB3}"/>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840126FC-094E-4DC1-8DD0-52B81B6CE789}" type="slidenum">
              <a:rPr lang="en-US" altLang="zh-CN" sz="1400">
                <a:solidFill>
                  <a:srgbClr val="000000"/>
                </a:solidFill>
                <a:ea typeface="宋体" panose="02010600030101010101" pitchFamily="2" charset="-122"/>
              </a:rPr>
              <a:pPr eaLnBrk="1" hangingPunct="1"/>
              <a:t>50</a:t>
            </a:fld>
            <a:endParaRPr lang="en-US" altLang="zh-CN" sz="1400">
              <a:solidFill>
                <a:srgbClr val="000000"/>
              </a:solidFill>
              <a:ea typeface="宋体" panose="02010600030101010101" pitchFamily="2" charset="-122"/>
            </a:endParaRPr>
          </a:p>
        </p:txBody>
      </p:sp>
      <p:sp>
        <p:nvSpPr>
          <p:cNvPr id="429066" name="Text Box 23">
            <a:extLst>
              <a:ext uri="{FF2B5EF4-FFF2-40B4-BE49-F238E27FC236}">
                <a16:creationId xmlns:a16="http://schemas.microsoft.com/office/drawing/2014/main" id="{E615A085-2927-4962-B6DD-9F15FFB78931}"/>
              </a:ext>
            </a:extLst>
          </p:cNvPr>
          <p:cNvSpPr txBox="1">
            <a:spLocks noChangeArrowheads="1"/>
          </p:cNvSpPr>
          <p:nvPr/>
        </p:nvSpPr>
        <p:spPr bwMode="auto">
          <a:xfrm>
            <a:off x="1500188" y="6215063"/>
            <a:ext cx="6192837"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50000"/>
              </a:spcBef>
              <a:buSzTx/>
              <a:buFontTx/>
              <a:buNone/>
            </a:pPr>
            <a:r>
              <a:rPr kumimoji="0" lang="zh-CN" altLang="en-US" sz="2200">
                <a:solidFill>
                  <a:srgbClr val="000000"/>
                </a:solidFill>
                <a:latin typeface="楷体_GB2312" pitchFamily="49" charset="-122"/>
              </a:rPr>
              <a:t>（正）压电效应示意图</a:t>
            </a:r>
          </a:p>
        </p:txBody>
      </p:sp>
      <p:sp>
        <p:nvSpPr>
          <p:cNvPr id="429067" name="Text Box 24">
            <a:extLst>
              <a:ext uri="{FF2B5EF4-FFF2-40B4-BE49-F238E27FC236}">
                <a16:creationId xmlns:a16="http://schemas.microsoft.com/office/drawing/2014/main" id="{B547FE6D-56FE-4E03-B0D8-2E7F1BCD8F25}"/>
              </a:ext>
            </a:extLst>
          </p:cNvPr>
          <p:cNvSpPr txBox="1">
            <a:spLocks noChangeArrowheads="1"/>
          </p:cNvSpPr>
          <p:nvPr/>
        </p:nvSpPr>
        <p:spPr bwMode="auto">
          <a:xfrm>
            <a:off x="1071563" y="1643063"/>
            <a:ext cx="26733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 typeface="Wingdings" panose="05000000000000000000" pitchFamily="2" charset="2"/>
              <a:buNone/>
            </a:pPr>
            <a:r>
              <a:rPr kumimoji="0" lang="en-US" altLang="zh-CN" b="1">
                <a:solidFill>
                  <a:srgbClr val="000000"/>
                </a:solidFill>
                <a:latin typeface="楷体_GB2312" pitchFamily="49" charset="-122"/>
              </a:rPr>
              <a:t>1.1.1 </a:t>
            </a:r>
            <a:r>
              <a:rPr kumimoji="0" lang="zh-CN" altLang="en-US" b="1">
                <a:solidFill>
                  <a:srgbClr val="000000"/>
                </a:solidFill>
                <a:latin typeface="楷体_GB2312" pitchFamily="49" charset="-122"/>
              </a:rPr>
              <a:t>定义</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a:extLst>
              <a:ext uri="{FF2B5EF4-FFF2-40B4-BE49-F238E27FC236}">
                <a16:creationId xmlns:a16="http://schemas.microsoft.com/office/drawing/2014/main" id="{2F5E3ACE-76D3-47B0-846C-20FC6401EC86}"/>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083" name="Rectangle 3">
            <a:extLst>
              <a:ext uri="{FF2B5EF4-FFF2-40B4-BE49-F238E27FC236}">
                <a16:creationId xmlns:a16="http://schemas.microsoft.com/office/drawing/2014/main" id="{2DB2D2BB-3E0E-42ED-8575-A918F169B897}"/>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084" name="Rectangle 4">
            <a:extLst>
              <a:ext uri="{FF2B5EF4-FFF2-40B4-BE49-F238E27FC236}">
                <a16:creationId xmlns:a16="http://schemas.microsoft.com/office/drawing/2014/main" id="{7EE3C855-98E1-4AF6-81C2-379578D0BEF9}"/>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085" name="Rectangle 5">
            <a:extLst>
              <a:ext uri="{FF2B5EF4-FFF2-40B4-BE49-F238E27FC236}">
                <a16:creationId xmlns:a16="http://schemas.microsoft.com/office/drawing/2014/main" id="{081BF224-24DE-426D-A7F3-BC1B3D56D27E}"/>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086" name="Rectangle 6">
            <a:extLst>
              <a:ext uri="{FF2B5EF4-FFF2-40B4-BE49-F238E27FC236}">
                <a16:creationId xmlns:a16="http://schemas.microsoft.com/office/drawing/2014/main" id="{E014815B-0D73-436D-A0DB-DD482453794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087" name="Rectangle 7">
            <a:extLst>
              <a:ext uri="{FF2B5EF4-FFF2-40B4-BE49-F238E27FC236}">
                <a16:creationId xmlns:a16="http://schemas.microsoft.com/office/drawing/2014/main" id="{5F38FD43-72B1-4FD1-9F47-BC9DEA6D607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088" name="Text Box 8">
            <a:extLst>
              <a:ext uri="{FF2B5EF4-FFF2-40B4-BE49-F238E27FC236}">
                <a16:creationId xmlns:a16="http://schemas.microsoft.com/office/drawing/2014/main" id="{BED9A443-0D55-4FBB-9B59-B4CD53F433A0}"/>
              </a:ext>
            </a:extLst>
          </p:cNvPr>
          <p:cNvSpPr txBox="1">
            <a:spLocks noChangeArrowheads="1"/>
          </p:cNvSpPr>
          <p:nvPr/>
        </p:nvSpPr>
        <p:spPr bwMode="auto">
          <a:xfrm>
            <a:off x="357188" y="1785938"/>
            <a:ext cx="8280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lang="en-US" altLang="zh-CN">
                <a:solidFill>
                  <a:srgbClr val="000000"/>
                </a:solidFill>
                <a:latin typeface="楷体_GB2312" pitchFamily="49" charset="-122"/>
              </a:rPr>
              <a:t>    </a:t>
            </a:r>
            <a:r>
              <a:rPr lang="zh-CN" altLang="en-US">
                <a:solidFill>
                  <a:srgbClr val="000000"/>
                </a:solidFill>
                <a:latin typeface="楷体_GB2312" pitchFamily="49" charset="-122"/>
              </a:rPr>
              <a:t>当在电介质的极化方向施加电场，某些电介质在一定方向上将产生机械变形或机械应力，当外电场撤去后，变形或应力也随之消失，这种物理现象称为逆压电效应。</a:t>
            </a:r>
          </a:p>
        </p:txBody>
      </p:sp>
      <p:grpSp>
        <p:nvGrpSpPr>
          <p:cNvPr id="430089" name="Group 9">
            <a:extLst>
              <a:ext uri="{FF2B5EF4-FFF2-40B4-BE49-F238E27FC236}">
                <a16:creationId xmlns:a16="http://schemas.microsoft.com/office/drawing/2014/main" id="{850B7D30-8A32-4EC4-8D0B-B3A358EE5EDC}"/>
              </a:ext>
            </a:extLst>
          </p:cNvPr>
          <p:cNvGrpSpPr>
            <a:grpSpLocks/>
          </p:cNvGrpSpPr>
          <p:nvPr/>
        </p:nvGrpSpPr>
        <p:grpSpPr bwMode="auto">
          <a:xfrm>
            <a:off x="1357313" y="3071813"/>
            <a:ext cx="7072312" cy="3235325"/>
            <a:chOff x="1248" y="2472"/>
            <a:chExt cx="3504" cy="1320"/>
          </a:xfrm>
        </p:grpSpPr>
        <p:sp>
          <p:nvSpPr>
            <p:cNvPr id="430095" name="Rectangle 10">
              <a:extLst>
                <a:ext uri="{FF2B5EF4-FFF2-40B4-BE49-F238E27FC236}">
                  <a16:creationId xmlns:a16="http://schemas.microsoft.com/office/drawing/2014/main" id="{13F84AD6-7028-48CF-8086-48B8551906C6}"/>
                </a:ext>
              </a:extLst>
            </p:cNvPr>
            <p:cNvSpPr>
              <a:spLocks noChangeArrowheads="1"/>
            </p:cNvSpPr>
            <p:nvPr/>
          </p:nvSpPr>
          <p:spPr bwMode="auto">
            <a:xfrm>
              <a:off x="1248" y="2472"/>
              <a:ext cx="3504" cy="132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pSp>
          <p:nvGrpSpPr>
            <p:cNvPr id="430096" name="Group 11">
              <a:extLst>
                <a:ext uri="{FF2B5EF4-FFF2-40B4-BE49-F238E27FC236}">
                  <a16:creationId xmlns:a16="http://schemas.microsoft.com/office/drawing/2014/main" id="{8A185352-2EAF-42A6-9D39-6D5CF76A7716}"/>
                </a:ext>
              </a:extLst>
            </p:cNvPr>
            <p:cNvGrpSpPr>
              <a:grpSpLocks/>
            </p:cNvGrpSpPr>
            <p:nvPr/>
          </p:nvGrpSpPr>
          <p:grpSpPr bwMode="auto">
            <a:xfrm>
              <a:off x="1440" y="2688"/>
              <a:ext cx="3201" cy="1061"/>
              <a:chOff x="1440" y="2688"/>
              <a:chExt cx="3201" cy="1061"/>
            </a:xfrm>
          </p:grpSpPr>
          <p:grpSp>
            <p:nvGrpSpPr>
              <p:cNvPr id="430097" name="Group 12">
                <a:extLst>
                  <a:ext uri="{FF2B5EF4-FFF2-40B4-BE49-F238E27FC236}">
                    <a16:creationId xmlns:a16="http://schemas.microsoft.com/office/drawing/2014/main" id="{B0DEF773-9960-4B6B-9772-EC22F74DF160}"/>
                  </a:ext>
                </a:extLst>
              </p:cNvPr>
              <p:cNvGrpSpPr>
                <a:grpSpLocks/>
              </p:cNvGrpSpPr>
              <p:nvPr/>
            </p:nvGrpSpPr>
            <p:grpSpPr bwMode="auto">
              <a:xfrm>
                <a:off x="1440" y="2688"/>
                <a:ext cx="1168" cy="1005"/>
                <a:chOff x="1440" y="2688"/>
                <a:chExt cx="1168" cy="1005"/>
              </a:xfrm>
            </p:grpSpPr>
            <p:sp>
              <p:nvSpPr>
                <p:cNvPr id="430113" name="Freeform 13">
                  <a:extLst>
                    <a:ext uri="{FF2B5EF4-FFF2-40B4-BE49-F238E27FC236}">
                      <a16:creationId xmlns:a16="http://schemas.microsoft.com/office/drawing/2014/main" id="{4FCC94DC-620F-49E5-9BBF-9344C464D617}"/>
                    </a:ext>
                  </a:extLst>
                </p:cNvPr>
                <p:cNvSpPr>
                  <a:spLocks/>
                </p:cNvSpPr>
                <p:nvPr/>
              </p:nvSpPr>
              <p:spPr bwMode="auto">
                <a:xfrm>
                  <a:off x="2364" y="3167"/>
                  <a:ext cx="230" cy="40"/>
                </a:xfrm>
                <a:custGeom>
                  <a:avLst/>
                  <a:gdLst>
                    <a:gd name="T0" fmla="*/ 0 w 576"/>
                    <a:gd name="T1" fmla="*/ 0 h 100"/>
                    <a:gd name="T2" fmla="*/ 0 w 576"/>
                    <a:gd name="T3" fmla="*/ 0 h 100"/>
                    <a:gd name="T4" fmla="*/ 0 w 576"/>
                    <a:gd name="T5" fmla="*/ 0 h 100"/>
                    <a:gd name="T6" fmla="*/ 0 60000 65536"/>
                    <a:gd name="T7" fmla="*/ 0 60000 65536"/>
                    <a:gd name="T8" fmla="*/ 0 60000 65536"/>
                    <a:gd name="T9" fmla="*/ 0 w 576"/>
                    <a:gd name="T10" fmla="*/ 0 h 100"/>
                    <a:gd name="T11" fmla="*/ 576 w 576"/>
                    <a:gd name="T12" fmla="*/ 100 h 100"/>
                  </a:gdLst>
                  <a:ahLst/>
                  <a:cxnLst>
                    <a:cxn ang="T6">
                      <a:pos x="T0" y="T1"/>
                    </a:cxn>
                    <a:cxn ang="T7">
                      <a:pos x="T2" y="T3"/>
                    </a:cxn>
                    <a:cxn ang="T8">
                      <a:pos x="T4" y="T5"/>
                    </a:cxn>
                  </a:cxnLst>
                  <a:rect l="T9" t="T10" r="T11" b="T12"/>
                  <a:pathLst>
                    <a:path w="576" h="100">
                      <a:moveTo>
                        <a:pt x="0" y="99"/>
                      </a:moveTo>
                      <a:cubicBezTo>
                        <a:pt x="57" y="96"/>
                        <a:pt x="248" y="100"/>
                        <a:pt x="344" y="83"/>
                      </a:cubicBezTo>
                      <a:cubicBezTo>
                        <a:pt x="440" y="66"/>
                        <a:pt x="528" y="17"/>
                        <a:pt x="576" y="0"/>
                      </a:cubicBez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p>
                  <a:endParaRPr lang="zh-CN" altLang="en-US"/>
                </a:p>
              </p:txBody>
            </p:sp>
            <p:sp>
              <p:nvSpPr>
                <p:cNvPr id="430114" name="AutoShape 14">
                  <a:extLst>
                    <a:ext uri="{FF2B5EF4-FFF2-40B4-BE49-F238E27FC236}">
                      <a16:creationId xmlns:a16="http://schemas.microsoft.com/office/drawing/2014/main" id="{B97AEDB5-8E57-46A1-8F35-CEFB2DEE4A5E}"/>
                    </a:ext>
                  </a:extLst>
                </p:cNvPr>
                <p:cNvSpPr>
                  <a:spLocks noChangeArrowheads="1"/>
                </p:cNvSpPr>
                <p:nvPr/>
              </p:nvSpPr>
              <p:spPr bwMode="auto">
                <a:xfrm>
                  <a:off x="1524" y="2938"/>
                  <a:ext cx="966" cy="374"/>
                </a:xfrm>
                <a:prstGeom prst="cube">
                  <a:avLst>
                    <a:gd name="adj" fmla="val 57694"/>
                  </a:avLst>
                </a:prstGeom>
                <a:solidFill>
                  <a:srgbClr val="FFFFFF"/>
                </a:solidFill>
                <a:ln w="9525">
                  <a:solidFill>
                    <a:srgbClr val="000000"/>
                  </a:solidFill>
                  <a:miter lim="800000"/>
                  <a:headEnd/>
                  <a:tailEnd/>
                </a:ln>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15" name="Line 15">
                  <a:extLst>
                    <a:ext uri="{FF2B5EF4-FFF2-40B4-BE49-F238E27FC236}">
                      <a16:creationId xmlns:a16="http://schemas.microsoft.com/office/drawing/2014/main" id="{C3C8F4E2-AFFA-4D05-A66A-D67DBABEDFB5}"/>
                    </a:ext>
                  </a:extLst>
                </p:cNvPr>
                <p:cNvSpPr>
                  <a:spLocks noChangeShapeType="1"/>
                </p:cNvSpPr>
                <p:nvPr/>
              </p:nvSpPr>
              <p:spPr bwMode="auto">
                <a:xfrm flipV="1">
                  <a:off x="1944" y="3312"/>
                  <a:ext cx="0" cy="249"/>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16" name="Line 16">
                  <a:extLst>
                    <a:ext uri="{FF2B5EF4-FFF2-40B4-BE49-F238E27FC236}">
                      <a16:creationId xmlns:a16="http://schemas.microsoft.com/office/drawing/2014/main" id="{F79274C9-49C6-4FC7-9255-A1F7B9A60504}"/>
                    </a:ext>
                  </a:extLst>
                </p:cNvPr>
                <p:cNvSpPr>
                  <a:spLocks noChangeShapeType="1"/>
                </p:cNvSpPr>
                <p:nvPr/>
              </p:nvSpPr>
              <p:spPr bwMode="auto">
                <a:xfrm>
                  <a:off x="1944" y="2813"/>
                  <a:ext cx="0" cy="249"/>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17" name="Text Box 17">
                  <a:extLst>
                    <a:ext uri="{FF2B5EF4-FFF2-40B4-BE49-F238E27FC236}">
                      <a16:creationId xmlns:a16="http://schemas.microsoft.com/office/drawing/2014/main" id="{59BC82E9-6203-4F62-AF43-6F40D8BF0B66}"/>
                    </a:ext>
                  </a:extLst>
                </p:cNvPr>
                <p:cNvSpPr txBox="1">
                  <a:spLocks noChangeArrowheads="1"/>
                </p:cNvSpPr>
                <p:nvPr/>
              </p:nvSpPr>
              <p:spPr bwMode="auto">
                <a:xfrm>
                  <a:off x="1870" y="2688"/>
                  <a:ext cx="12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200" b="1" i="1">
                      <a:solidFill>
                        <a:srgbClr val="000000"/>
                      </a:solidFill>
                      <a:latin typeface="宋体" panose="02010600030101010101" pitchFamily="2" charset="-122"/>
                      <a:ea typeface="宋体" panose="02010600030101010101" pitchFamily="2" charset="-122"/>
                    </a:rPr>
                    <a:t>F</a:t>
                  </a:r>
                </a:p>
              </p:txBody>
            </p:sp>
            <p:sp>
              <p:nvSpPr>
                <p:cNvPr id="430118" name="Text Box 18">
                  <a:extLst>
                    <a:ext uri="{FF2B5EF4-FFF2-40B4-BE49-F238E27FC236}">
                      <a16:creationId xmlns:a16="http://schemas.microsoft.com/office/drawing/2014/main" id="{539A47A0-0CCA-46C7-B824-613DF61F14DB}"/>
                    </a:ext>
                  </a:extLst>
                </p:cNvPr>
                <p:cNvSpPr txBox="1">
                  <a:spLocks noChangeArrowheads="1"/>
                </p:cNvSpPr>
                <p:nvPr/>
              </p:nvSpPr>
              <p:spPr bwMode="auto">
                <a:xfrm>
                  <a:off x="1883" y="3561"/>
                  <a:ext cx="12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200" b="1" i="1">
                      <a:solidFill>
                        <a:srgbClr val="000000"/>
                      </a:solidFill>
                      <a:latin typeface="宋体" panose="02010600030101010101" pitchFamily="2" charset="-122"/>
                      <a:ea typeface="宋体" panose="02010600030101010101" pitchFamily="2" charset="-122"/>
                    </a:rPr>
                    <a:t>F</a:t>
                  </a:r>
                </a:p>
              </p:txBody>
            </p:sp>
            <p:sp>
              <p:nvSpPr>
                <p:cNvPr id="430119" name="Text Box 19">
                  <a:extLst>
                    <a:ext uri="{FF2B5EF4-FFF2-40B4-BE49-F238E27FC236}">
                      <a16:creationId xmlns:a16="http://schemas.microsoft.com/office/drawing/2014/main" id="{7A5175BA-9BA4-421C-AC4C-7FE8A2CAB45F}"/>
                    </a:ext>
                  </a:extLst>
                </p:cNvPr>
                <p:cNvSpPr txBox="1">
                  <a:spLocks noChangeArrowheads="1"/>
                </p:cNvSpPr>
                <p:nvPr/>
              </p:nvSpPr>
              <p:spPr bwMode="auto">
                <a:xfrm>
                  <a:off x="1440" y="2750"/>
                  <a:ext cx="336"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0"/>
                    </a:spcBef>
                    <a:buSzTx/>
                    <a:buFontTx/>
                    <a:buNone/>
                  </a:pPr>
                  <a:r>
                    <a:rPr lang="zh-CN" altLang="en-US" sz="1200" b="1">
                      <a:solidFill>
                        <a:srgbClr val="000000"/>
                      </a:solidFill>
                      <a:ea typeface="宋体" panose="02010600030101010101" pitchFamily="2" charset="-122"/>
                    </a:rPr>
                    <a:t>极化面</a:t>
                  </a:r>
                </a:p>
              </p:txBody>
            </p:sp>
            <p:sp>
              <p:nvSpPr>
                <p:cNvPr id="430120" name="Line 20">
                  <a:extLst>
                    <a:ext uri="{FF2B5EF4-FFF2-40B4-BE49-F238E27FC236}">
                      <a16:creationId xmlns:a16="http://schemas.microsoft.com/office/drawing/2014/main" id="{6A4062D8-B635-4845-B196-B42B74DFD72C}"/>
                    </a:ext>
                  </a:extLst>
                </p:cNvPr>
                <p:cNvSpPr>
                  <a:spLocks noChangeShapeType="1"/>
                </p:cNvSpPr>
                <p:nvPr/>
              </p:nvSpPr>
              <p:spPr bwMode="auto">
                <a:xfrm>
                  <a:off x="1566" y="2875"/>
                  <a:ext cx="168" cy="1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21" name="AutoShape 21">
                  <a:extLst>
                    <a:ext uri="{FF2B5EF4-FFF2-40B4-BE49-F238E27FC236}">
                      <a16:creationId xmlns:a16="http://schemas.microsoft.com/office/drawing/2014/main" id="{DA9257EC-775B-4046-8DAA-8C8CC5FB136B}"/>
                    </a:ext>
                  </a:extLst>
                </p:cNvPr>
                <p:cNvSpPr>
                  <a:spLocks noChangeAspect="1" noChangeArrowheads="1"/>
                </p:cNvSpPr>
                <p:nvPr/>
              </p:nvSpPr>
              <p:spPr bwMode="auto">
                <a:xfrm>
                  <a:off x="1542"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2" name="AutoShape 22">
                  <a:extLst>
                    <a:ext uri="{FF2B5EF4-FFF2-40B4-BE49-F238E27FC236}">
                      <a16:creationId xmlns:a16="http://schemas.microsoft.com/office/drawing/2014/main" id="{2A43B458-F63B-4213-BE09-74A67D6BFEE4}"/>
                    </a:ext>
                  </a:extLst>
                </p:cNvPr>
                <p:cNvSpPr>
                  <a:spLocks noChangeAspect="1" noChangeArrowheads="1"/>
                </p:cNvSpPr>
                <p:nvPr/>
              </p:nvSpPr>
              <p:spPr bwMode="auto">
                <a:xfrm>
                  <a:off x="1626"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3" name="AutoShape 23">
                  <a:extLst>
                    <a:ext uri="{FF2B5EF4-FFF2-40B4-BE49-F238E27FC236}">
                      <a16:creationId xmlns:a16="http://schemas.microsoft.com/office/drawing/2014/main" id="{BE7CD86A-36A0-4A7D-B3A7-14FD52F0FCBD}"/>
                    </a:ext>
                  </a:extLst>
                </p:cNvPr>
                <p:cNvSpPr>
                  <a:spLocks noChangeAspect="1" noChangeArrowheads="1"/>
                </p:cNvSpPr>
                <p:nvPr/>
              </p:nvSpPr>
              <p:spPr bwMode="auto">
                <a:xfrm>
                  <a:off x="1710"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4" name="AutoShape 24">
                  <a:extLst>
                    <a:ext uri="{FF2B5EF4-FFF2-40B4-BE49-F238E27FC236}">
                      <a16:creationId xmlns:a16="http://schemas.microsoft.com/office/drawing/2014/main" id="{83D2EA4A-5F48-4387-ADCA-0F4D7A9AA341}"/>
                    </a:ext>
                  </a:extLst>
                </p:cNvPr>
                <p:cNvSpPr>
                  <a:spLocks noChangeAspect="1" noChangeArrowheads="1"/>
                </p:cNvSpPr>
                <p:nvPr/>
              </p:nvSpPr>
              <p:spPr bwMode="auto">
                <a:xfrm>
                  <a:off x="1794"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5" name="AutoShape 25">
                  <a:extLst>
                    <a:ext uri="{FF2B5EF4-FFF2-40B4-BE49-F238E27FC236}">
                      <a16:creationId xmlns:a16="http://schemas.microsoft.com/office/drawing/2014/main" id="{93BD117F-AF0B-46CF-9435-FDC91D4BAA8D}"/>
                    </a:ext>
                  </a:extLst>
                </p:cNvPr>
                <p:cNvSpPr>
                  <a:spLocks noChangeAspect="1" noChangeArrowheads="1"/>
                </p:cNvSpPr>
                <p:nvPr/>
              </p:nvSpPr>
              <p:spPr bwMode="auto">
                <a:xfrm>
                  <a:off x="1878"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6" name="AutoShape 26">
                  <a:extLst>
                    <a:ext uri="{FF2B5EF4-FFF2-40B4-BE49-F238E27FC236}">
                      <a16:creationId xmlns:a16="http://schemas.microsoft.com/office/drawing/2014/main" id="{9472752E-F5BC-47EB-ADC4-B920089202DF}"/>
                    </a:ext>
                  </a:extLst>
                </p:cNvPr>
                <p:cNvSpPr>
                  <a:spLocks noChangeAspect="1" noChangeArrowheads="1"/>
                </p:cNvSpPr>
                <p:nvPr/>
              </p:nvSpPr>
              <p:spPr bwMode="auto">
                <a:xfrm>
                  <a:off x="1962"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7" name="AutoShape 27">
                  <a:extLst>
                    <a:ext uri="{FF2B5EF4-FFF2-40B4-BE49-F238E27FC236}">
                      <a16:creationId xmlns:a16="http://schemas.microsoft.com/office/drawing/2014/main" id="{82DAD4DD-97A7-4F64-AC70-08DEAACB9EFF}"/>
                    </a:ext>
                  </a:extLst>
                </p:cNvPr>
                <p:cNvSpPr>
                  <a:spLocks noChangeAspect="1" noChangeArrowheads="1"/>
                </p:cNvSpPr>
                <p:nvPr/>
              </p:nvSpPr>
              <p:spPr bwMode="auto">
                <a:xfrm>
                  <a:off x="2046"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8" name="AutoShape 28">
                  <a:extLst>
                    <a:ext uri="{FF2B5EF4-FFF2-40B4-BE49-F238E27FC236}">
                      <a16:creationId xmlns:a16="http://schemas.microsoft.com/office/drawing/2014/main" id="{CDD51EC9-D5DC-4079-8857-48BCA74CE864}"/>
                    </a:ext>
                  </a:extLst>
                </p:cNvPr>
                <p:cNvSpPr>
                  <a:spLocks noChangeAspect="1" noChangeArrowheads="1"/>
                </p:cNvSpPr>
                <p:nvPr/>
              </p:nvSpPr>
              <p:spPr bwMode="auto">
                <a:xfrm>
                  <a:off x="2130"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9" name="AutoShape 29">
                  <a:extLst>
                    <a:ext uri="{FF2B5EF4-FFF2-40B4-BE49-F238E27FC236}">
                      <a16:creationId xmlns:a16="http://schemas.microsoft.com/office/drawing/2014/main" id="{62494985-678B-4EB9-95A4-5EC79B459BB4}"/>
                    </a:ext>
                  </a:extLst>
                </p:cNvPr>
                <p:cNvSpPr>
                  <a:spLocks noChangeAspect="1" noChangeArrowheads="1"/>
                </p:cNvSpPr>
                <p:nvPr/>
              </p:nvSpPr>
              <p:spPr bwMode="auto">
                <a:xfrm>
                  <a:off x="2214"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30" name="Line 30">
                  <a:extLst>
                    <a:ext uri="{FF2B5EF4-FFF2-40B4-BE49-F238E27FC236}">
                      <a16:creationId xmlns:a16="http://schemas.microsoft.com/office/drawing/2014/main" id="{EE931BFF-A8B3-49AA-9EBC-6251997783AE}"/>
                    </a:ext>
                  </a:extLst>
                </p:cNvPr>
                <p:cNvSpPr>
                  <a:spLocks noChangeShapeType="1"/>
                </p:cNvSpPr>
                <p:nvPr/>
              </p:nvSpPr>
              <p:spPr bwMode="auto">
                <a:xfrm>
                  <a:off x="1540"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1" name="Line 31">
                  <a:extLst>
                    <a:ext uri="{FF2B5EF4-FFF2-40B4-BE49-F238E27FC236}">
                      <a16:creationId xmlns:a16="http://schemas.microsoft.com/office/drawing/2014/main" id="{F4421E25-73FD-432D-AB8E-76690B5230BE}"/>
                    </a:ext>
                  </a:extLst>
                </p:cNvPr>
                <p:cNvSpPr>
                  <a:spLocks noChangeShapeType="1"/>
                </p:cNvSpPr>
                <p:nvPr/>
              </p:nvSpPr>
              <p:spPr bwMode="auto">
                <a:xfrm>
                  <a:off x="1624"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2" name="Line 32">
                  <a:extLst>
                    <a:ext uri="{FF2B5EF4-FFF2-40B4-BE49-F238E27FC236}">
                      <a16:creationId xmlns:a16="http://schemas.microsoft.com/office/drawing/2014/main" id="{8E228D5F-7451-44AD-B998-FDAC54170F9D}"/>
                    </a:ext>
                  </a:extLst>
                </p:cNvPr>
                <p:cNvSpPr>
                  <a:spLocks noChangeShapeType="1"/>
                </p:cNvSpPr>
                <p:nvPr/>
              </p:nvSpPr>
              <p:spPr bwMode="auto">
                <a:xfrm>
                  <a:off x="1708"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3" name="Line 33">
                  <a:extLst>
                    <a:ext uri="{FF2B5EF4-FFF2-40B4-BE49-F238E27FC236}">
                      <a16:creationId xmlns:a16="http://schemas.microsoft.com/office/drawing/2014/main" id="{530F31E9-E6D1-4143-98E8-EAE26A7025B9}"/>
                    </a:ext>
                  </a:extLst>
                </p:cNvPr>
                <p:cNvSpPr>
                  <a:spLocks noChangeShapeType="1"/>
                </p:cNvSpPr>
                <p:nvPr/>
              </p:nvSpPr>
              <p:spPr bwMode="auto">
                <a:xfrm>
                  <a:off x="1792"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4" name="Line 34">
                  <a:extLst>
                    <a:ext uri="{FF2B5EF4-FFF2-40B4-BE49-F238E27FC236}">
                      <a16:creationId xmlns:a16="http://schemas.microsoft.com/office/drawing/2014/main" id="{01BF6BD9-12F9-4EA0-9DC5-C5077F51F1EA}"/>
                    </a:ext>
                  </a:extLst>
                </p:cNvPr>
                <p:cNvSpPr>
                  <a:spLocks noChangeShapeType="1"/>
                </p:cNvSpPr>
                <p:nvPr/>
              </p:nvSpPr>
              <p:spPr bwMode="auto">
                <a:xfrm>
                  <a:off x="1876"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5" name="Line 35">
                  <a:extLst>
                    <a:ext uri="{FF2B5EF4-FFF2-40B4-BE49-F238E27FC236}">
                      <a16:creationId xmlns:a16="http://schemas.microsoft.com/office/drawing/2014/main" id="{C2AF5998-9EF0-4673-B9AD-2713F06D0820}"/>
                    </a:ext>
                  </a:extLst>
                </p:cNvPr>
                <p:cNvSpPr>
                  <a:spLocks noChangeShapeType="1"/>
                </p:cNvSpPr>
                <p:nvPr/>
              </p:nvSpPr>
              <p:spPr bwMode="auto">
                <a:xfrm>
                  <a:off x="1960"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6" name="Line 36">
                  <a:extLst>
                    <a:ext uri="{FF2B5EF4-FFF2-40B4-BE49-F238E27FC236}">
                      <a16:creationId xmlns:a16="http://schemas.microsoft.com/office/drawing/2014/main" id="{56761D71-C837-4B41-B73F-EDFB6AD5CF56}"/>
                    </a:ext>
                  </a:extLst>
                </p:cNvPr>
                <p:cNvSpPr>
                  <a:spLocks noChangeShapeType="1"/>
                </p:cNvSpPr>
                <p:nvPr/>
              </p:nvSpPr>
              <p:spPr bwMode="auto">
                <a:xfrm>
                  <a:off x="2044"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7" name="Line 37">
                  <a:extLst>
                    <a:ext uri="{FF2B5EF4-FFF2-40B4-BE49-F238E27FC236}">
                      <a16:creationId xmlns:a16="http://schemas.microsoft.com/office/drawing/2014/main" id="{6E3B0600-271D-449D-8331-38FB703617CA}"/>
                    </a:ext>
                  </a:extLst>
                </p:cNvPr>
                <p:cNvSpPr>
                  <a:spLocks noChangeShapeType="1"/>
                </p:cNvSpPr>
                <p:nvPr/>
              </p:nvSpPr>
              <p:spPr bwMode="auto">
                <a:xfrm>
                  <a:off x="2128"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8" name="Line 38">
                  <a:extLst>
                    <a:ext uri="{FF2B5EF4-FFF2-40B4-BE49-F238E27FC236}">
                      <a16:creationId xmlns:a16="http://schemas.microsoft.com/office/drawing/2014/main" id="{08F7F200-2470-4205-AC8C-6FA10AFC97E3}"/>
                    </a:ext>
                  </a:extLst>
                </p:cNvPr>
                <p:cNvSpPr>
                  <a:spLocks noChangeShapeType="1"/>
                </p:cNvSpPr>
                <p:nvPr/>
              </p:nvSpPr>
              <p:spPr bwMode="auto">
                <a:xfrm>
                  <a:off x="2212"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9" name="Text Box 39">
                  <a:extLst>
                    <a:ext uri="{FF2B5EF4-FFF2-40B4-BE49-F238E27FC236}">
                      <a16:creationId xmlns:a16="http://schemas.microsoft.com/office/drawing/2014/main" id="{115B6E7A-04D5-4E7C-8E15-920C9BAA64B0}"/>
                    </a:ext>
                  </a:extLst>
                </p:cNvPr>
                <p:cNvSpPr txBox="1">
                  <a:spLocks noChangeArrowheads="1"/>
                </p:cNvSpPr>
                <p:nvPr/>
              </p:nvSpPr>
              <p:spPr bwMode="auto">
                <a:xfrm>
                  <a:off x="2154" y="2938"/>
                  <a:ext cx="126"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200" b="1" i="1">
                      <a:solidFill>
                        <a:srgbClr val="000000"/>
                      </a:solidFill>
                      <a:latin typeface="宋体" panose="02010600030101010101" pitchFamily="2" charset="-122"/>
                      <a:ea typeface="宋体" panose="02010600030101010101" pitchFamily="2" charset="-122"/>
                    </a:rPr>
                    <a:t>Q</a:t>
                  </a:r>
                </a:p>
              </p:txBody>
            </p:sp>
            <p:sp>
              <p:nvSpPr>
                <p:cNvPr id="430140" name="Freeform 40">
                  <a:extLst>
                    <a:ext uri="{FF2B5EF4-FFF2-40B4-BE49-F238E27FC236}">
                      <a16:creationId xmlns:a16="http://schemas.microsoft.com/office/drawing/2014/main" id="{69547823-0C95-4417-8663-DD24488BB3F4}"/>
                    </a:ext>
                  </a:extLst>
                </p:cNvPr>
                <p:cNvSpPr>
                  <a:spLocks/>
                </p:cNvSpPr>
                <p:nvPr/>
              </p:nvSpPr>
              <p:spPr bwMode="auto">
                <a:xfrm>
                  <a:off x="2322" y="2978"/>
                  <a:ext cx="282" cy="84"/>
                </a:xfrm>
                <a:custGeom>
                  <a:avLst/>
                  <a:gdLst>
                    <a:gd name="T0" fmla="*/ 0 w 704"/>
                    <a:gd name="T1" fmla="*/ 0 h 212"/>
                    <a:gd name="T2" fmla="*/ 0 w 704"/>
                    <a:gd name="T3" fmla="*/ 0 h 212"/>
                    <a:gd name="T4" fmla="*/ 0 w 704"/>
                    <a:gd name="T5" fmla="*/ 0 h 212"/>
                    <a:gd name="T6" fmla="*/ 0 60000 65536"/>
                    <a:gd name="T7" fmla="*/ 0 60000 65536"/>
                    <a:gd name="T8" fmla="*/ 0 60000 65536"/>
                    <a:gd name="T9" fmla="*/ 0 w 704"/>
                    <a:gd name="T10" fmla="*/ 0 h 212"/>
                    <a:gd name="T11" fmla="*/ 704 w 704"/>
                    <a:gd name="T12" fmla="*/ 212 h 212"/>
                  </a:gdLst>
                  <a:ahLst/>
                  <a:cxnLst>
                    <a:cxn ang="T6">
                      <a:pos x="T0" y="T1"/>
                    </a:cxn>
                    <a:cxn ang="T7">
                      <a:pos x="T2" y="T3"/>
                    </a:cxn>
                    <a:cxn ang="T8">
                      <a:pos x="T4" y="T5"/>
                    </a:cxn>
                  </a:cxnLst>
                  <a:rect l="T9" t="T10" r="T11" b="T12"/>
                  <a:pathLst>
                    <a:path w="704" h="212">
                      <a:moveTo>
                        <a:pt x="0" y="212"/>
                      </a:moveTo>
                      <a:cubicBezTo>
                        <a:pt x="42" y="181"/>
                        <a:pt x="137" y="46"/>
                        <a:pt x="254" y="23"/>
                      </a:cubicBezTo>
                      <a:cubicBezTo>
                        <a:pt x="371" y="0"/>
                        <a:pt x="610" y="65"/>
                        <a:pt x="704" y="76"/>
                      </a:cubicBez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p>
                  <a:endParaRPr lang="zh-CN" altLang="en-US"/>
                </a:p>
              </p:txBody>
            </p:sp>
            <p:sp>
              <p:nvSpPr>
                <p:cNvPr id="430141" name="Oval 41">
                  <a:extLst>
                    <a:ext uri="{FF2B5EF4-FFF2-40B4-BE49-F238E27FC236}">
                      <a16:creationId xmlns:a16="http://schemas.microsoft.com/office/drawing/2014/main" id="{80542A94-4CD5-4C1F-A41E-C056B42A164E}"/>
                    </a:ext>
                  </a:extLst>
                </p:cNvPr>
                <p:cNvSpPr>
                  <a:spLocks noChangeAspect="1" noChangeArrowheads="1"/>
                </p:cNvSpPr>
                <p:nvPr/>
              </p:nvSpPr>
              <p:spPr bwMode="auto">
                <a:xfrm>
                  <a:off x="2574" y="2987"/>
                  <a:ext cx="32" cy="32"/>
                </a:xfrm>
                <a:prstGeom prst="ellipse">
                  <a:avLst/>
                </a:prstGeom>
                <a:solidFill>
                  <a:srgbClr val="FFFFFF"/>
                </a:solidFill>
                <a:ln w="9525">
                  <a:solidFill>
                    <a:srgbClr val="000000"/>
                  </a:solidFill>
                  <a:round/>
                  <a:headEnd/>
                  <a:tailEnd/>
                </a:ln>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42" name="Oval 42">
                  <a:extLst>
                    <a:ext uri="{FF2B5EF4-FFF2-40B4-BE49-F238E27FC236}">
                      <a16:creationId xmlns:a16="http://schemas.microsoft.com/office/drawing/2014/main" id="{C02377F1-9464-4657-B9A6-9B57C579E1FE}"/>
                    </a:ext>
                  </a:extLst>
                </p:cNvPr>
                <p:cNvSpPr>
                  <a:spLocks noChangeAspect="1" noChangeArrowheads="1"/>
                </p:cNvSpPr>
                <p:nvPr/>
              </p:nvSpPr>
              <p:spPr bwMode="auto">
                <a:xfrm>
                  <a:off x="2574" y="3156"/>
                  <a:ext cx="32" cy="31"/>
                </a:xfrm>
                <a:prstGeom prst="ellipse">
                  <a:avLst/>
                </a:prstGeom>
                <a:solidFill>
                  <a:srgbClr val="FFFFFF"/>
                </a:solidFill>
                <a:ln w="9525">
                  <a:solidFill>
                    <a:srgbClr val="000000"/>
                  </a:solidFill>
                  <a:round/>
                  <a:headEnd/>
                  <a:tailEnd/>
                </a:ln>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43" name="AutoShape 43">
                  <a:extLst>
                    <a:ext uri="{FF2B5EF4-FFF2-40B4-BE49-F238E27FC236}">
                      <a16:creationId xmlns:a16="http://schemas.microsoft.com/office/drawing/2014/main" id="{E8E52749-EAE1-46C2-B588-90F043A1896C}"/>
                    </a:ext>
                  </a:extLst>
                </p:cNvPr>
                <p:cNvSpPr>
                  <a:spLocks noChangeAspect="1" noChangeArrowheads="1"/>
                </p:cNvSpPr>
                <p:nvPr/>
              </p:nvSpPr>
              <p:spPr bwMode="auto">
                <a:xfrm>
                  <a:off x="2574" y="293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pSp>
          <p:grpSp>
            <p:nvGrpSpPr>
              <p:cNvPr id="430098" name="Group 44">
                <a:extLst>
                  <a:ext uri="{FF2B5EF4-FFF2-40B4-BE49-F238E27FC236}">
                    <a16:creationId xmlns:a16="http://schemas.microsoft.com/office/drawing/2014/main" id="{151122E6-9293-4E1E-A30B-DD101A9EEAE5}"/>
                  </a:ext>
                </a:extLst>
              </p:cNvPr>
              <p:cNvGrpSpPr>
                <a:grpSpLocks/>
              </p:cNvGrpSpPr>
              <p:nvPr/>
            </p:nvGrpSpPr>
            <p:grpSpPr bwMode="auto">
              <a:xfrm>
                <a:off x="3088" y="2856"/>
                <a:ext cx="1553" cy="650"/>
                <a:chOff x="3088" y="2856"/>
                <a:chExt cx="1553" cy="650"/>
              </a:xfrm>
            </p:grpSpPr>
            <p:sp>
              <p:nvSpPr>
                <p:cNvPr id="430100" name="Rectangle 45">
                  <a:extLst>
                    <a:ext uri="{FF2B5EF4-FFF2-40B4-BE49-F238E27FC236}">
                      <a16:creationId xmlns:a16="http://schemas.microsoft.com/office/drawing/2014/main" id="{37BBA3D8-DABB-4325-8139-86BE23A0BC1A}"/>
                    </a:ext>
                  </a:extLst>
                </p:cNvPr>
                <p:cNvSpPr>
                  <a:spLocks noChangeArrowheads="1"/>
                </p:cNvSpPr>
                <p:nvPr/>
              </p:nvSpPr>
              <p:spPr bwMode="auto">
                <a:xfrm>
                  <a:off x="3666" y="3062"/>
                  <a:ext cx="464" cy="25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900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zh-CN" altLang="en-US" sz="1200" b="1">
                      <a:solidFill>
                        <a:srgbClr val="000000"/>
                      </a:solidFill>
                      <a:ea typeface="宋体" panose="02010600030101010101" pitchFamily="2" charset="-122"/>
                    </a:rPr>
                    <a:t>压电介质</a:t>
                  </a:r>
                </a:p>
              </p:txBody>
            </p:sp>
            <p:sp>
              <p:nvSpPr>
                <p:cNvPr id="430101" name="Line 46">
                  <a:extLst>
                    <a:ext uri="{FF2B5EF4-FFF2-40B4-BE49-F238E27FC236}">
                      <a16:creationId xmlns:a16="http://schemas.microsoft.com/office/drawing/2014/main" id="{E1010913-F20A-46ED-AC19-9B8FAE37CAB1}"/>
                    </a:ext>
                  </a:extLst>
                </p:cNvPr>
                <p:cNvSpPr>
                  <a:spLocks noChangeShapeType="1"/>
                </p:cNvSpPr>
                <p:nvPr/>
              </p:nvSpPr>
              <p:spPr bwMode="auto">
                <a:xfrm flipH="1">
                  <a:off x="3456" y="3125"/>
                  <a:ext cx="21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02" name="Text Box 47">
                  <a:extLst>
                    <a:ext uri="{FF2B5EF4-FFF2-40B4-BE49-F238E27FC236}">
                      <a16:creationId xmlns:a16="http://schemas.microsoft.com/office/drawing/2014/main" id="{E2E2CBBF-380D-4D00-A0A8-6146984A6637}"/>
                    </a:ext>
                  </a:extLst>
                </p:cNvPr>
                <p:cNvSpPr txBox="1">
                  <a:spLocks noChangeArrowheads="1"/>
                </p:cNvSpPr>
                <p:nvPr/>
              </p:nvSpPr>
              <p:spPr bwMode="auto">
                <a:xfrm>
                  <a:off x="3088" y="3112"/>
                  <a:ext cx="31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0"/>
                    </a:spcBef>
                    <a:buSzTx/>
                    <a:buFontTx/>
                    <a:buNone/>
                  </a:pPr>
                  <a:r>
                    <a:rPr lang="zh-CN" altLang="en-US" sz="1200" b="1">
                      <a:solidFill>
                        <a:srgbClr val="000000"/>
                      </a:solidFill>
                      <a:ea typeface="宋体" panose="02010600030101010101" pitchFamily="2" charset="-122"/>
                    </a:rPr>
                    <a:t>机械能</a:t>
                  </a:r>
                </a:p>
              </p:txBody>
            </p:sp>
            <p:sp>
              <p:nvSpPr>
                <p:cNvPr id="430103" name="Text Box 48">
                  <a:extLst>
                    <a:ext uri="{FF2B5EF4-FFF2-40B4-BE49-F238E27FC236}">
                      <a16:creationId xmlns:a16="http://schemas.microsoft.com/office/drawing/2014/main" id="{62980D6F-144D-460F-9D77-F262ED2927A6}"/>
                    </a:ext>
                  </a:extLst>
                </p:cNvPr>
                <p:cNvSpPr txBox="1">
                  <a:spLocks noChangeArrowheads="1"/>
                </p:cNvSpPr>
                <p:nvPr/>
              </p:nvSpPr>
              <p:spPr bwMode="auto">
                <a:xfrm>
                  <a:off x="3330" y="3096"/>
                  <a:ext cx="126"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0"/>
                    </a:spcBef>
                    <a:buSzTx/>
                    <a:buFontTx/>
                    <a:buNone/>
                  </a:pPr>
                  <a:r>
                    <a:rPr lang="zh-CN" altLang="en-US" sz="1800" b="1">
                      <a:solidFill>
                        <a:srgbClr val="000000"/>
                      </a:solidFill>
                      <a:latin typeface="宋体" panose="02010600030101010101" pitchFamily="2" charset="-122"/>
                      <a:ea typeface="宋体" panose="02010600030101010101" pitchFamily="2" charset="-122"/>
                    </a:rPr>
                    <a:t>｛</a:t>
                  </a:r>
                  <a:endParaRPr lang="zh-CN" altLang="en-US" sz="1800">
                    <a:solidFill>
                      <a:srgbClr val="000000"/>
                    </a:solidFill>
                    <a:ea typeface="宋体" panose="02010600030101010101" pitchFamily="2" charset="-122"/>
                  </a:endParaRPr>
                </a:p>
              </p:txBody>
            </p:sp>
            <p:sp>
              <p:nvSpPr>
                <p:cNvPr id="430104" name="Text Box 49">
                  <a:extLst>
                    <a:ext uri="{FF2B5EF4-FFF2-40B4-BE49-F238E27FC236}">
                      <a16:creationId xmlns:a16="http://schemas.microsoft.com/office/drawing/2014/main" id="{B86E2101-7205-4BB8-9EBF-59A7CDD03B31}"/>
                    </a:ext>
                  </a:extLst>
                </p:cNvPr>
                <p:cNvSpPr txBox="1">
                  <a:spLocks noChangeArrowheads="1"/>
                </p:cNvSpPr>
                <p:nvPr/>
              </p:nvSpPr>
              <p:spPr bwMode="auto">
                <a:xfrm>
                  <a:off x="4389" y="3112"/>
                  <a:ext cx="252"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0"/>
                    </a:spcBef>
                    <a:buSzTx/>
                    <a:buFontTx/>
                    <a:buNone/>
                  </a:pPr>
                  <a:r>
                    <a:rPr lang="zh-CN" altLang="en-US" sz="1200" b="1">
                      <a:solidFill>
                        <a:srgbClr val="000000"/>
                      </a:solidFill>
                      <a:ea typeface="宋体" panose="02010600030101010101" pitchFamily="2" charset="-122"/>
                    </a:rPr>
                    <a:t>电能</a:t>
                  </a:r>
                </a:p>
              </p:txBody>
            </p:sp>
            <p:sp>
              <p:nvSpPr>
                <p:cNvPr id="430105" name="Line 50">
                  <a:extLst>
                    <a:ext uri="{FF2B5EF4-FFF2-40B4-BE49-F238E27FC236}">
                      <a16:creationId xmlns:a16="http://schemas.microsoft.com/office/drawing/2014/main" id="{14DD6324-81DE-4CB9-B619-69F6601711A5}"/>
                    </a:ext>
                  </a:extLst>
                </p:cNvPr>
                <p:cNvSpPr>
                  <a:spLocks noChangeShapeType="1"/>
                </p:cNvSpPr>
                <p:nvPr/>
              </p:nvSpPr>
              <p:spPr bwMode="auto">
                <a:xfrm flipH="1">
                  <a:off x="3456" y="3250"/>
                  <a:ext cx="21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06" name="Line 51">
                  <a:extLst>
                    <a:ext uri="{FF2B5EF4-FFF2-40B4-BE49-F238E27FC236}">
                      <a16:creationId xmlns:a16="http://schemas.microsoft.com/office/drawing/2014/main" id="{60615C49-69D7-45F6-A7E0-285C1CCFF867}"/>
                    </a:ext>
                  </a:extLst>
                </p:cNvPr>
                <p:cNvSpPr>
                  <a:spLocks noChangeShapeType="1"/>
                </p:cNvSpPr>
                <p:nvPr/>
              </p:nvSpPr>
              <p:spPr bwMode="auto">
                <a:xfrm flipH="1">
                  <a:off x="4128" y="3125"/>
                  <a:ext cx="21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07" name="Text Box 52">
                  <a:extLst>
                    <a:ext uri="{FF2B5EF4-FFF2-40B4-BE49-F238E27FC236}">
                      <a16:creationId xmlns:a16="http://schemas.microsoft.com/office/drawing/2014/main" id="{A409BAFF-398F-4EAE-B770-B2F67594644A}"/>
                    </a:ext>
                  </a:extLst>
                </p:cNvPr>
                <p:cNvSpPr txBox="1">
                  <a:spLocks noChangeArrowheads="1"/>
                </p:cNvSpPr>
                <p:nvPr/>
              </p:nvSpPr>
              <p:spPr bwMode="auto">
                <a:xfrm>
                  <a:off x="4312" y="3085"/>
                  <a:ext cx="12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0"/>
                    </a:spcBef>
                    <a:buSzTx/>
                    <a:buFontTx/>
                    <a:buNone/>
                  </a:pPr>
                  <a:r>
                    <a:rPr lang="zh-CN" altLang="en-US" sz="1800" b="1">
                      <a:solidFill>
                        <a:srgbClr val="000000"/>
                      </a:solidFill>
                      <a:latin typeface="宋体" panose="02010600030101010101" pitchFamily="2" charset="-122"/>
                      <a:ea typeface="宋体" panose="02010600030101010101" pitchFamily="2" charset="-122"/>
                    </a:rPr>
                    <a:t>｝</a:t>
                  </a:r>
                  <a:endParaRPr lang="zh-CN" altLang="en-US" sz="1800">
                    <a:solidFill>
                      <a:srgbClr val="000000"/>
                    </a:solidFill>
                    <a:ea typeface="宋体" panose="02010600030101010101" pitchFamily="2" charset="-122"/>
                  </a:endParaRPr>
                </a:p>
              </p:txBody>
            </p:sp>
            <p:sp>
              <p:nvSpPr>
                <p:cNvPr id="430108" name="Line 53">
                  <a:extLst>
                    <a:ext uri="{FF2B5EF4-FFF2-40B4-BE49-F238E27FC236}">
                      <a16:creationId xmlns:a16="http://schemas.microsoft.com/office/drawing/2014/main" id="{61164A91-948B-434E-9297-764F6831321D}"/>
                    </a:ext>
                  </a:extLst>
                </p:cNvPr>
                <p:cNvSpPr>
                  <a:spLocks noChangeShapeType="1"/>
                </p:cNvSpPr>
                <p:nvPr/>
              </p:nvSpPr>
              <p:spPr bwMode="auto">
                <a:xfrm flipH="1">
                  <a:off x="4128" y="3250"/>
                  <a:ext cx="21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09" name="Line 54">
                  <a:extLst>
                    <a:ext uri="{FF2B5EF4-FFF2-40B4-BE49-F238E27FC236}">
                      <a16:creationId xmlns:a16="http://schemas.microsoft.com/office/drawing/2014/main" id="{0EFDDCE5-3A12-408D-96F8-127116DE8AB0}"/>
                    </a:ext>
                  </a:extLst>
                </p:cNvPr>
                <p:cNvSpPr>
                  <a:spLocks noChangeShapeType="1"/>
                </p:cNvSpPr>
                <p:nvPr/>
              </p:nvSpPr>
              <p:spPr bwMode="auto">
                <a:xfrm flipH="1">
                  <a:off x="3682" y="3016"/>
                  <a:ext cx="420"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10" name="Line 55">
                  <a:extLst>
                    <a:ext uri="{FF2B5EF4-FFF2-40B4-BE49-F238E27FC236}">
                      <a16:creationId xmlns:a16="http://schemas.microsoft.com/office/drawing/2014/main" id="{843326C0-0ED9-45A8-822C-7E8F4743239E}"/>
                    </a:ext>
                  </a:extLst>
                </p:cNvPr>
                <p:cNvSpPr>
                  <a:spLocks noChangeShapeType="1"/>
                </p:cNvSpPr>
                <p:nvPr/>
              </p:nvSpPr>
              <p:spPr bwMode="auto">
                <a:xfrm>
                  <a:off x="3682" y="3344"/>
                  <a:ext cx="420"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11" name="Text Box 56">
                  <a:extLst>
                    <a:ext uri="{FF2B5EF4-FFF2-40B4-BE49-F238E27FC236}">
                      <a16:creationId xmlns:a16="http://schemas.microsoft.com/office/drawing/2014/main" id="{45BE11DD-001A-45E8-9C5E-8759879D815F}"/>
                    </a:ext>
                  </a:extLst>
                </p:cNvPr>
                <p:cNvSpPr txBox="1">
                  <a:spLocks noChangeArrowheads="1"/>
                </p:cNvSpPr>
                <p:nvPr/>
              </p:nvSpPr>
              <p:spPr bwMode="auto">
                <a:xfrm>
                  <a:off x="3643" y="3358"/>
                  <a:ext cx="523"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zh-CN" altLang="en-US" sz="1200" b="1">
                      <a:solidFill>
                        <a:srgbClr val="000000"/>
                      </a:solidFill>
                      <a:ea typeface="宋体" panose="02010600030101010101" pitchFamily="2" charset="-122"/>
                    </a:rPr>
                    <a:t>正压电效应</a:t>
                  </a:r>
                </a:p>
              </p:txBody>
            </p:sp>
            <p:sp>
              <p:nvSpPr>
                <p:cNvPr id="430112" name="Text Box 57">
                  <a:extLst>
                    <a:ext uri="{FF2B5EF4-FFF2-40B4-BE49-F238E27FC236}">
                      <a16:creationId xmlns:a16="http://schemas.microsoft.com/office/drawing/2014/main" id="{BB3D4601-78B0-45C7-BFB6-304B4C43E108}"/>
                    </a:ext>
                  </a:extLst>
                </p:cNvPr>
                <p:cNvSpPr txBox="1">
                  <a:spLocks noChangeArrowheads="1"/>
                </p:cNvSpPr>
                <p:nvPr/>
              </p:nvSpPr>
              <p:spPr bwMode="auto">
                <a:xfrm>
                  <a:off x="3637" y="2856"/>
                  <a:ext cx="52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zh-CN" altLang="en-US" sz="1200" b="1">
                      <a:solidFill>
                        <a:srgbClr val="000000"/>
                      </a:solidFill>
                      <a:ea typeface="宋体" panose="02010600030101010101" pitchFamily="2" charset="-122"/>
                    </a:rPr>
                    <a:t>逆压电效应</a:t>
                  </a:r>
                </a:p>
              </p:txBody>
            </p:sp>
          </p:grpSp>
          <p:sp>
            <p:nvSpPr>
              <p:cNvPr id="430099" name="Text Box 58">
                <a:extLst>
                  <a:ext uri="{FF2B5EF4-FFF2-40B4-BE49-F238E27FC236}">
                    <a16:creationId xmlns:a16="http://schemas.microsoft.com/office/drawing/2014/main" id="{C930466A-D7DF-4A5F-B385-E7DE7628D20C}"/>
                  </a:ext>
                </a:extLst>
              </p:cNvPr>
              <p:cNvSpPr txBox="1">
                <a:spLocks noChangeArrowheads="1"/>
              </p:cNvSpPr>
              <p:nvPr/>
            </p:nvSpPr>
            <p:spPr bwMode="auto">
              <a:xfrm>
                <a:off x="2574" y="3562"/>
                <a:ext cx="84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0"/>
                  </a:spcBef>
                  <a:buSzTx/>
                  <a:buFontTx/>
                  <a:buNone/>
                </a:pPr>
                <a:r>
                  <a:rPr lang="zh-CN" altLang="en-US" sz="1200" b="1">
                    <a:solidFill>
                      <a:srgbClr val="000000"/>
                    </a:solidFill>
                    <a:ea typeface="宋体" panose="02010600030101010101" pitchFamily="2" charset="-122"/>
                  </a:rPr>
                  <a:t>压电效应及可逆性</a:t>
                </a:r>
              </a:p>
            </p:txBody>
          </p:sp>
        </p:grpSp>
      </p:grpSp>
      <p:sp>
        <p:nvSpPr>
          <p:cNvPr id="430090" name="Text Box 59">
            <a:extLst>
              <a:ext uri="{FF2B5EF4-FFF2-40B4-BE49-F238E27FC236}">
                <a16:creationId xmlns:a16="http://schemas.microsoft.com/office/drawing/2014/main" id="{70386828-209F-46B6-955C-616E90D9E51F}"/>
              </a:ext>
            </a:extLst>
          </p:cNvPr>
          <p:cNvSpPr txBox="1">
            <a:spLocks noChangeArrowheads="1"/>
          </p:cNvSpPr>
          <p:nvPr/>
        </p:nvSpPr>
        <p:spPr bwMode="auto">
          <a:xfrm>
            <a:off x="428625" y="1214438"/>
            <a:ext cx="44640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 typeface="Wingdings" panose="05000000000000000000" pitchFamily="2" charset="2"/>
              <a:buChar char="u"/>
            </a:pPr>
            <a:r>
              <a:rPr kumimoji="0" lang="en-US" altLang="zh-CN">
                <a:solidFill>
                  <a:srgbClr val="FF0000"/>
                </a:solidFill>
                <a:latin typeface="楷体_GB2312" pitchFamily="49" charset="-122"/>
              </a:rPr>
              <a:t> </a:t>
            </a:r>
            <a:r>
              <a:rPr kumimoji="0" lang="zh-CN" altLang="en-US">
                <a:solidFill>
                  <a:srgbClr val="FF0000"/>
                </a:solidFill>
                <a:latin typeface="楷体_GB2312" pitchFamily="49" charset="-122"/>
              </a:rPr>
              <a:t>逆压电效应</a:t>
            </a:r>
          </a:p>
        </p:txBody>
      </p:sp>
      <p:sp>
        <p:nvSpPr>
          <p:cNvPr id="60" name="矩形 59">
            <a:extLst>
              <a:ext uri="{FF2B5EF4-FFF2-40B4-BE49-F238E27FC236}">
                <a16:creationId xmlns:a16="http://schemas.microsoft.com/office/drawing/2014/main" id="{EE589441-6EE7-431F-8B3A-DFA5CF7CE740}"/>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1" name="页脚占位符 6">
            <a:extLst>
              <a:ext uri="{FF2B5EF4-FFF2-40B4-BE49-F238E27FC236}">
                <a16:creationId xmlns:a16="http://schemas.microsoft.com/office/drawing/2014/main" id="{8526DF2B-7492-4FFF-B5AD-8A8AD6DE8C0E}"/>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62" name="灯片编号占位符 5">
            <a:extLst>
              <a:ext uri="{FF2B5EF4-FFF2-40B4-BE49-F238E27FC236}">
                <a16:creationId xmlns:a16="http://schemas.microsoft.com/office/drawing/2014/main" id="{E0F1CFC7-9AA0-460F-9E8C-C8CCFDA038DD}"/>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4277C97C-A7F9-4F6F-9E93-22B8ED66F91A}" type="slidenum">
              <a:rPr lang="en-US" altLang="zh-CN" sz="1400">
                <a:solidFill>
                  <a:srgbClr val="000000"/>
                </a:solidFill>
                <a:ea typeface="宋体" panose="02010600030101010101" pitchFamily="2" charset="-122"/>
              </a:rPr>
              <a:pPr eaLnBrk="1" hangingPunct="1"/>
              <a:t>51</a:t>
            </a:fld>
            <a:endParaRPr lang="en-US" altLang="zh-CN" sz="1400">
              <a:solidFill>
                <a:srgbClr val="000000"/>
              </a:solidFill>
              <a:ea typeface="宋体" panose="02010600030101010101" pitchFamily="2" charset="-122"/>
            </a:endParaRPr>
          </a:p>
        </p:txBody>
      </p:sp>
      <p:sp>
        <p:nvSpPr>
          <p:cNvPr id="430094" name="Text Box 24">
            <a:extLst>
              <a:ext uri="{FF2B5EF4-FFF2-40B4-BE49-F238E27FC236}">
                <a16:creationId xmlns:a16="http://schemas.microsoft.com/office/drawing/2014/main" id="{F3165007-F55E-42C4-8C7A-881ECCB7C83A}"/>
              </a:ext>
            </a:extLst>
          </p:cNvPr>
          <p:cNvSpPr txBox="1">
            <a:spLocks noChangeArrowheads="1"/>
          </p:cNvSpPr>
          <p:nvPr/>
        </p:nvSpPr>
        <p:spPr bwMode="auto">
          <a:xfrm>
            <a:off x="539750" y="260350"/>
            <a:ext cx="48958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 typeface="Wingdings" panose="05000000000000000000" pitchFamily="2" charset="2"/>
              <a:buNone/>
            </a:pPr>
            <a:r>
              <a:rPr kumimoji="0" lang="en-US" altLang="zh-CN" sz="4000" b="1">
                <a:solidFill>
                  <a:srgbClr val="0070C0"/>
                </a:solidFill>
                <a:latin typeface="楷体_GB2312" pitchFamily="49" charset="-122"/>
              </a:rPr>
              <a:t>1.1 </a:t>
            </a:r>
            <a:r>
              <a:rPr kumimoji="0" lang="zh-CN" altLang="en-US" sz="4000" b="1">
                <a:solidFill>
                  <a:srgbClr val="0070C0"/>
                </a:solidFill>
                <a:latin typeface="楷体_GB2312" pitchFamily="49" charset="-122"/>
              </a:rPr>
              <a:t>压电效应（续）</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74ACA7E1-D6AA-4A22-8001-A8D435150E5F}"/>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5" name="灯片编号占位符 5">
            <a:extLst>
              <a:ext uri="{FF2B5EF4-FFF2-40B4-BE49-F238E27FC236}">
                <a16:creationId xmlns:a16="http://schemas.microsoft.com/office/drawing/2014/main" id="{FF2F78C8-6D73-4A5B-B8FE-884F3CD9B41D}"/>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4417AE58-955D-4DD5-A5AA-DC9C714C1664}" type="slidenum">
              <a:rPr lang="en-US" altLang="zh-CN" sz="1400">
                <a:solidFill>
                  <a:srgbClr val="000000"/>
                </a:solidFill>
                <a:ea typeface="宋体" panose="02010600030101010101" pitchFamily="2" charset="-122"/>
              </a:rPr>
              <a:pPr eaLnBrk="1" hangingPunct="1"/>
              <a:t>52</a:t>
            </a:fld>
            <a:endParaRPr lang="en-US" altLang="zh-CN" sz="1400">
              <a:solidFill>
                <a:srgbClr val="000000"/>
              </a:solidFill>
              <a:ea typeface="宋体" panose="02010600030101010101" pitchFamily="2" charset="-122"/>
            </a:endParaRPr>
          </a:p>
        </p:txBody>
      </p:sp>
      <p:sp>
        <p:nvSpPr>
          <p:cNvPr id="36" name="页脚占位符 6">
            <a:extLst>
              <a:ext uri="{FF2B5EF4-FFF2-40B4-BE49-F238E27FC236}">
                <a16:creationId xmlns:a16="http://schemas.microsoft.com/office/drawing/2014/main" id="{D4E4F4B5-9B67-4747-9C94-E670C35616E9}"/>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433157" name="Text Box 4">
            <a:extLst>
              <a:ext uri="{FF2B5EF4-FFF2-40B4-BE49-F238E27FC236}">
                <a16:creationId xmlns:a16="http://schemas.microsoft.com/office/drawing/2014/main" id="{783BB5B6-26D2-4962-A467-A6CCB343BF89}"/>
              </a:ext>
            </a:extLst>
          </p:cNvPr>
          <p:cNvSpPr txBox="1">
            <a:spLocks noChangeArrowheads="1"/>
          </p:cNvSpPr>
          <p:nvPr/>
        </p:nvSpPr>
        <p:spPr bwMode="auto">
          <a:xfrm>
            <a:off x="468313" y="260350"/>
            <a:ext cx="7416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3200" b="1">
                <a:solidFill>
                  <a:srgbClr val="0070C0"/>
                </a:solidFill>
                <a:latin typeface="楷体_GB2312" pitchFamily="49" charset="-122"/>
              </a:rPr>
              <a:t>1.4 </a:t>
            </a:r>
            <a:r>
              <a:rPr kumimoji="0" lang="zh-CN" altLang="en-US" sz="3200" b="1">
                <a:solidFill>
                  <a:srgbClr val="0070C0"/>
                </a:solidFill>
                <a:latin typeface="楷体_GB2312" pitchFamily="49" charset="-122"/>
              </a:rPr>
              <a:t>压电元件的机电转换模型</a:t>
            </a:r>
          </a:p>
        </p:txBody>
      </p:sp>
      <p:pic>
        <p:nvPicPr>
          <p:cNvPr id="433158" name="Picture 2" descr="C:\Documents and Settings\yue\桌面\QQ1.jpg">
            <a:extLst>
              <a:ext uri="{FF2B5EF4-FFF2-40B4-BE49-F238E27FC236}">
                <a16:creationId xmlns:a16="http://schemas.microsoft.com/office/drawing/2014/main" id="{48BA742B-A528-4BD2-999E-C0BC334CEA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628775"/>
            <a:ext cx="461327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37987" name="Object 35">
            <a:extLst>
              <a:ext uri="{FF2B5EF4-FFF2-40B4-BE49-F238E27FC236}">
                <a16:creationId xmlns:a16="http://schemas.microsoft.com/office/drawing/2014/main" id="{1438B06A-CBC4-4C18-A3F9-E783D8B4A1AC}"/>
              </a:ext>
            </a:extLst>
          </p:cNvPr>
          <p:cNvGraphicFramePr>
            <a:graphicFrameLocks noChangeAspect="1"/>
          </p:cNvGraphicFramePr>
          <p:nvPr/>
        </p:nvGraphicFramePr>
        <p:xfrm>
          <a:off x="6156325" y="3860800"/>
          <a:ext cx="2232025" cy="868363"/>
        </p:xfrm>
        <a:graphic>
          <a:graphicData uri="http://schemas.openxmlformats.org/presentationml/2006/ole">
            <mc:AlternateContent xmlns:mc="http://schemas.openxmlformats.org/markup-compatibility/2006">
              <mc:Choice xmlns:v="urn:schemas-microsoft-com:vml" Requires="v">
                <p:oleObj spid="_x0000_s433182" name="Equation" r:id="rId5" imgW="914003" imgH="355446" progId="Equation.DSMT4">
                  <p:embed/>
                </p:oleObj>
              </mc:Choice>
              <mc:Fallback>
                <p:oleObj name="Equation" r:id="rId5" imgW="914003" imgH="355446" progId="Equation.DSMT4">
                  <p:embed/>
                  <p:pic>
                    <p:nvPicPr>
                      <p:cNvPr id="0"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325" y="3860800"/>
                        <a:ext cx="2232025" cy="868363"/>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3160" name="Freeform 7">
            <a:extLst>
              <a:ext uri="{FF2B5EF4-FFF2-40B4-BE49-F238E27FC236}">
                <a16:creationId xmlns:a16="http://schemas.microsoft.com/office/drawing/2014/main" id="{E00E69D6-7191-47F7-B21D-BDD24E5172FF}"/>
              </a:ext>
            </a:extLst>
          </p:cNvPr>
          <p:cNvSpPr>
            <a:spLocks/>
          </p:cNvSpPr>
          <p:nvPr/>
        </p:nvSpPr>
        <p:spPr bwMode="auto">
          <a:xfrm>
            <a:off x="6156325" y="1557338"/>
            <a:ext cx="1223963" cy="1655762"/>
          </a:xfrm>
          <a:custGeom>
            <a:avLst/>
            <a:gdLst>
              <a:gd name="T0" fmla="*/ 2147483647 w 686"/>
              <a:gd name="T1" fmla="*/ 0 h 721"/>
              <a:gd name="T2" fmla="*/ 2147483647 w 686"/>
              <a:gd name="T3" fmla="*/ 2147483647 h 721"/>
              <a:gd name="T4" fmla="*/ 0 w 686"/>
              <a:gd name="T5" fmla="*/ 2147483647 h 721"/>
              <a:gd name="T6" fmla="*/ 2147483647 w 686"/>
              <a:gd name="T7" fmla="*/ 2147483647 h 721"/>
              <a:gd name="T8" fmla="*/ 0 60000 65536"/>
              <a:gd name="T9" fmla="*/ 0 60000 65536"/>
              <a:gd name="T10" fmla="*/ 0 60000 65536"/>
              <a:gd name="T11" fmla="*/ 0 60000 65536"/>
              <a:gd name="T12" fmla="*/ 0 w 686"/>
              <a:gd name="T13" fmla="*/ 0 h 721"/>
              <a:gd name="T14" fmla="*/ 686 w 686"/>
              <a:gd name="T15" fmla="*/ 721 h 721"/>
            </a:gdLst>
            <a:ahLst/>
            <a:cxnLst>
              <a:cxn ang="T8">
                <a:pos x="T0" y="T1"/>
              </a:cxn>
              <a:cxn ang="T9">
                <a:pos x="T2" y="T3"/>
              </a:cxn>
              <a:cxn ang="T10">
                <a:pos x="T4" y="T5"/>
              </a:cxn>
              <a:cxn ang="T11">
                <a:pos x="T6" y="T7"/>
              </a:cxn>
            </a:cxnLst>
            <a:rect l="T12" t="T13" r="T14" b="T15"/>
            <a:pathLst>
              <a:path w="686" h="721">
                <a:moveTo>
                  <a:pt x="686" y="0"/>
                </a:moveTo>
                <a:lnTo>
                  <a:pt x="1" y="1"/>
                </a:lnTo>
                <a:lnTo>
                  <a:pt x="0" y="721"/>
                </a:lnTo>
                <a:lnTo>
                  <a:pt x="686" y="721"/>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3161" name="Line 11">
            <a:extLst>
              <a:ext uri="{FF2B5EF4-FFF2-40B4-BE49-F238E27FC236}">
                <a16:creationId xmlns:a16="http://schemas.microsoft.com/office/drawing/2014/main" id="{CADC6D19-DB38-40E8-9925-FB794964BF2A}"/>
              </a:ext>
            </a:extLst>
          </p:cNvPr>
          <p:cNvSpPr>
            <a:spLocks noChangeShapeType="1"/>
          </p:cNvSpPr>
          <p:nvPr/>
        </p:nvSpPr>
        <p:spPr bwMode="auto">
          <a:xfrm rot="10800000">
            <a:off x="6769100" y="2327275"/>
            <a:ext cx="214313"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433162" name="Line 12">
            <a:extLst>
              <a:ext uri="{FF2B5EF4-FFF2-40B4-BE49-F238E27FC236}">
                <a16:creationId xmlns:a16="http://schemas.microsoft.com/office/drawing/2014/main" id="{884F5D67-EDAD-4557-A16D-2DAEB0B6364E}"/>
              </a:ext>
            </a:extLst>
          </p:cNvPr>
          <p:cNvSpPr>
            <a:spLocks noChangeShapeType="1"/>
          </p:cNvSpPr>
          <p:nvPr/>
        </p:nvSpPr>
        <p:spPr bwMode="auto">
          <a:xfrm rot="10800000">
            <a:off x="6769100" y="2262188"/>
            <a:ext cx="214313"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433163" name="Oval 13">
            <a:extLst>
              <a:ext uri="{FF2B5EF4-FFF2-40B4-BE49-F238E27FC236}">
                <a16:creationId xmlns:a16="http://schemas.microsoft.com/office/drawing/2014/main" id="{B7EA830F-DC90-46B3-B5C7-ED08A28D35D5}"/>
              </a:ext>
            </a:extLst>
          </p:cNvPr>
          <p:cNvSpPr>
            <a:spLocks noChangeArrowheads="1"/>
          </p:cNvSpPr>
          <p:nvPr/>
        </p:nvSpPr>
        <p:spPr bwMode="auto">
          <a:xfrm>
            <a:off x="7399338" y="1557338"/>
            <a:ext cx="71437" cy="77787"/>
          </a:xfrm>
          <a:prstGeom prst="ellipse">
            <a:avLst/>
          </a:prstGeom>
          <a:noFill/>
          <a:ln w="2540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3164" name="Line 16">
            <a:extLst>
              <a:ext uri="{FF2B5EF4-FFF2-40B4-BE49-F238E27FC236}">
                <a16:creationId xmlns:a16="http://schemas.microsoft.com/office/drawing/2014/main" id="{3530169E-02BD-4442-9445-C9959005F2CC}"/>
              </a:ext>
            </a:extLst>
          </p:cNvPr>
          <p:cNvSpPr>
            <a:spLocks noChangeShapeType="1"/>
          </p:cNvSpPr>
          <p:nvPr/>
        </p:nvSpPr>
        <p:spPr bwMode="auto">
          <a:xfrm>
            <a:off x="5972175" y="2252663"/>
            <a:ext cx="300038"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3165" name="Oval 17">
            <a:extLst>
              <a:ext uri="{FF2B5EF4-FFF2-40B4-BE49-F238E27FC236}">
                <a16:creationId xmlns:a16="http://schemas.microsoft.com/office/drawing/2014/main" id="{AEA6B1D8-CD71-4D85-BCD7-C94751E75A93}"/>
              </a:ext>
            </a:extLst>
          </p:cNvPr>
          <p:cNvSpPr>
            <a:spLocks noChangeArrowheads="1"/>
          </p:cNvSpPr>
          <p:nvPr/>
        </p:nvSpPr>
        <p:spPr bwMode="auto">
          <a:xfrm rot="5400000">
            <a:off x="5895975" y="2187575"/>
            <a:ext cx="493713" cy="404813"/>
          </a:xfrm>
          <a:prstGeom prst="ellipse">
            <a:avLst/>
          </a:prstGeom>
          <a:solidFill>
            <a:srgbClr val="00FF00"/>
          </a:solidFill>
          <a:ln>
            <a:noFill/>
          </a:ln>
          <a:extLst>
            <a:ext uri="{91240B29-F687-4F45-9708-019B960494DF}">
              <a14:hiddenLine xmlns:a14="http://schemas.microsoft.com/office/drawing/2010/main" w="25400">
                <a:solidFill>
                  <a:srgbClr val="000000"/>
                </a:solidFill>
                <a:round/>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3166" name="Rectangle 21">
            <a:extLst>
              <a:ext uri="{FF2B5EF4-FFF2-40B4-BE49-F238E27FC236}">
                <a16:creationId xmlns:a16="http://schemas.microsoft.com/office/drawing/2014/main" id="{631210A4-4517-4EA1-97D7-C3C62A3514A5}"/>
              </a:ext>
            </a:extLst>
          </p:cNvPr>
          <p:cNvSpPr>
            <a:spLocks noChangeArrowheads="1"/>
          </p:cNvSpPr>
          <p:nvPr/>
        </p:nvSpPr>
        <p:spPr bwMode="auto">
          <a:xfrm>
            <a:off x="5883275" y="1701800"/>
            <a:ext cx="2317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q</a:t>
            </a:r>
          </a:p>
        </p:txBody>
      </p:sp>
      <p:sp>
        <p:nvSpPr>
          <p:cNvPr id="433167" name="Rectangle 25">
            <a:extLst>
              <a:ext uri="{FF2B5EF4-FFF2-40B4-BE49-F238E27FC236}">
                <a16:creationId xmlns:a16="http://schemas.microsoft.com/office/drawing/2014/main" id="{90005B48-0A98-433B-8F7B-466E80EBC6C4}"/>
              </a:ext>
            </a:extLst>
          </p:cNvPr>
          <p:cNvSpPr>
            <a:spLocks noChangeArrowheads="1"/>
          </p:cNvSpPr>
          <p:nvPr/>
        </p:nvSpPr>
        <p:spPr bwMode="auto">
          <a:xfrm>
            <a:off x="7307263" y="2163763"/>
            <a:ext cx="1171575"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q </a:t>
            </a:r>
            <a:r>
              <a:rPr kumimoji="0" lang="zh-CN" altLang="en-US" sz="2000">
                <a:solidFill>
                  <a:srgbClr val="000000"/>
                </a:solidFill>
                <a:ea typeface="宋体" panose="02010600030101010101" pitchFamily="2" charset="-122"/>
              </a:rPr>
              <a:t>＝</a:t>
            </a: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a</a:t>
            </a: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3168" name="Rectangle 26">
            <a:extLst>
              <a:ext uri="{FF2B5EF4-FFF2-40B4-BE49-F238E27FC236}">
                <a16:creationId xmlns:a16="http://schemas.microsoft.com/office/drawing/2014/main" id="{27F748A6-21B6-4BCD-BF0D-8509B19353A0}"/>
              </a:ext>
            </a:extLst>
          </p:cNvPr>
          <p:cNvSpPr>
            <a:spLocks noChangeArrowheads="1"/>
          </p:cNvSpPr>
          <p:nvPr/>
        </p:nvSpPr>
        <p:spPr bwMode="auto">
          <a:xfrm>
            <a:off x="6350000" y="2120900"/>
            <a:ext cx="3984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3169" name="Line 27">
            <a:extLst>
              <a:ext uri="{FF2B5EF4-FFF2-40B4-BE49-F238E27FC236}">
                <a16:creationId xmlns:a16="http://schemas.microsoft.com/office/drawing/2014/main" id="{5973F4D0-F2C2-41C5-BAAC-836441722F94}"/>
              </a:ext>
            </a:extLst>
          </p:cNvPr>
          <p:cNvSpPr>
            <a:spLocks noChangeShapeType="1"/>
          </p:cNvSpPr>
          <p:nvPr/>
        </p:nvSpPr>
        <p:spPr bwMode="auto">
          <a:xfrm>
            <a:off x="6873875" y="2335213"/>
            <a:ext cx="1588" cy="8778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3170" name="Line 28">
            <a:extLst>
              <a:ext uri="{FF2B5EF4-FFF2-40B4-BE49-F238E27FC236}">
                <a16:creationId xmlns:a16="http://schemas.microsoft.com/office/drawing/2014/main" id="{F550BAFA-C670-48AB-AF25-41A749F776FE}"/>
              </a:ext>
            </a:extLst>
          </p:cNvPr>
          <p:cNvSpPr>
            <a:spLocks noChangeShapeType="1"/>
          </p:cNvSpPr>
          <p:nvPr/>
        </p:nvSpPr>
        <p:spPr bwMode="auto">
          <a:xfrm flipV="1">
            <a:off x="6873875" y="1557338"/>
            <a:ext cx="1588" cy="6985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3171" name="Oval 13">
            <a:extLst>
              <a:ext uri="{FF2B5EF4-FFF2-40B4-BE49-F238E27FC236}">
                <a16:creationId xmlns:a16="http://schemas.microsoft.com/office/drawing/2014/main" id="{CDC1F4EF-124A-47E3-9624-3BD75B848B16}"/>
              </a:ext>
            </a:extLst>
          </p:cNvPr>
          <p:cNvSpPr>
            <a:spLocks noChangeArrowheads="1"/>
          </p:cNvSpPr>
          <p:nvPr/>
        </p:nvSpPr>
        <p:spPr bwMode="auto">
          <a:xfrm>
            <a:off x="7326313" y="3141663"/>
            <a:ext cx="85725" cy="77787"/>
          </a:xfrm>
          <a:prstGeom prst="ellipse">
            <a:avLst/>
          </a:prstGeom>
          <a:noFill/>
          <a:ln w="2540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cxnSp>
        <p:nvCxnSpPr>
          <p:cNvPr id="433172" name="直接连接符 66">
            <a:extLst>
              <a:ext uri="{FF2B5EF4-FFF2-40B4-BE49-F238E27FC236}">
                <a16:creationId xmlns:a16="http://schemas.microsoft.com/office/drawing/2014/main" id="{C4674391-6108-4B88-8C42-7EB5631C5777}"/>
              </a:ext>
            </a:extLst>
          </p:cNvPr>
          <p:cNvCxnSpPr>
            <a:cxnSpLocks noChangeShapeType="1"/>
          </p:cNvCxnSpPr>
          <p:nvPr/>
        </p:nvCxnSpPr>
        <p:spPr bwMode="auto">
          <a:xfrm>
            <a:off x="5970588" y="2420938"/>
            <a:ext cx="288925" cy="0"/>
          </a:xfrm>
          <a:prstGeom prst="line">
            <a:avLst/>
          </a:prstGeom>
          <a:noFill/>
          <a:ln w="1587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637987"/>
                                        </p:tgtEl>
                                        <p:attrNameLst>
                                          <p:attrName>style.visibility</p:attrName>
                                        </p:attrNameLst>
                                      </p:cBhvr>
                                      <p:to>
                                        <p:strVal val="visible"/>
                                      </p:to>
                                    </p:set>
                                    <p:animEffect transition="in" filter="blinds(horizontal)">
                                      <p:cBhvr>
                                        <p:cTn id="7" dur="500"/>
                                        <p:tgtEl>
                                          <p:spTgt spid="6379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a:extLst>
              <a:ext uri="{FF2B5EF4-FFF2-40B4-BE49-F238E27FC236}">
                <a16:creationId xmlns:a16="http://schemas.microsoft.com/office/drawing/2014/main" id="{EE4F5145-0A7D-4A8C-902E-2D4D0CF2EA6C}"/>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4179" name="Rectangle 3">
            <a:extLst>
              <a:ext uri="{FF2B5EF4-FFF2-40B4-BE49-F238E27FC236}">
                <a16:creationId xmlns:a16="http://schemas.microsoft.com/office/drawing/2014/main" id="{E3BF6527-4273-44B4-AC0F-461E93155ACF}"/>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4180" name="Rectangle 4">
            <a:extLst>
              <a:ext uri="{FF2B5EF4-FFF2-40B4-BE49-F238E27FC236}">
                <a16:creationId xmlns:a16="http://schemas.microsoft.com/office/drawing/2014/main" id="{0F0CEF7A-E724-4315-8FD3-4E83ED7C3E9A}"/>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4181" name="Rectangle 5">
            <a:extLst>
              <a:ext uri="{FF2B5EF4-FFF2-40B4-BE49-F238E27FC236}">
                <a16:creationId xmlns:a16="http://schemas.microsoft.com/office/drawing/2014/main" id="{E4C5F0DC-2DF7-4F62-B335-B3E65912912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4182" name="Rectangle 6">
            <a:extLst>
              <a:ext uri="{FF2B5EF4-FFF2-40B4-BE49-F238E27FC236}">
                <a16:creationId xmlns:a16="http://schemas.microsoft.com/office/drawing/2014/main" id="{12F04560-4BF2-4990-AF30-3EFDEB4B0DE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4183" name="Text Box 7">
            <a:extLst>
              <a:ext uri="{FF2B5EF4-FFF2-40B4-BE49-F238E27FC236}">
                <a16:creationId xmlns:a16="http://schemas.microsoft.com/office/drawing/2014/main" id="{3C825A71-F40D-4B72-A7D4-D01A167D7A57}"/>
              </a:ext>
            </a:extLst>
          </p:cNvPr>
          <p:cNvSpPr txBox="1">
            <a:spLocks noChangeArrowheads="1"/>
          </p:cNvSpPr>
          <p:nvPr/>
        </p:nvSpPr>
        <p:spPr bwMode="auto">
          <a:xfrm>
            <a:off x="395288" y="1916113"/>
            <a:ext cx="583247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zh-CN" sz="2000">
                <a:solidFill>
                  <a:srgbClr val="000000"/>
                </a:solidFill>
                <a:latin typeface="楷体_GB2312" pitchFamily="49" charset="-122"/>
              </a:rPr>
              <a:t>①</a:t>
            </a:r>
            <a:r>
              <a:rPr kumimoji="0" lang="zh-CN" altLang="en-US" sz="2000">
                <a:solidFill>
                  <a:srgbClr val="000000"/>
                </a:solidFill>
                <a:latin typeface="楷体_GB2312" pitchFamily="49" charset="-122"/>
              </a:rPr>
              <a:t>应力</a:t>
            </a:r>
            <a:r>
              <a:rPr kumimoji="0" lang="en-US" altLang="zh-CN" sz="2000">
                <a:solidFill>
                  <a:srgbClr val="000000"/>
                </a:solidFill>
                <a:latin typeface="楷体_GB2312" pitchFamily="49" charset="-122"/>
              </a:rPr>
              <a:t>T</a:t>
            </a:r>
            <a:r>
              <a:rPr kumimoji="0" lang="en-US" altLang="zh-CN" sz="2000" baseline="-25000">
                <a:solidFill>
                  <a:srgbClr val="000000"/>
                </a:solidFill>
                <a:latin typeface="楷体_GB2312" pitchFamily="49" charset="-122"/>
              </a:rPr>
              <a:t>1</a:t>
            </a:r>
            <a:r>
              <a:rPr kumimoji="0" lang="zh-CN" altLang="en-US" sz="2000">
                <a:solidFill>
                  <a:srgbClr val="000000"/>
                </a:solidFill>
                <a:latin typeface="楷体_GB2312" pitchFamily="49" charset="-122"/>
              </a:rPr>
              <a:t>与形变</a:t>
            </a:r>
            <a:r>
              <a:rPr kumimoji="0" lang="en-US" altLang="zh-CN" sz="2000">
                <a:solidFill>
                  <a:srgbClr val="000000"/>
                </a:solidFill>
                <a:latin typeface="楷体_GB2312" pitchFamily="49" charset="-122"/>
              </a:rPr>
              <a:t>t</a:t>
            </a:r>
            <a:r>
              <a:rPr kumimoji="0" lang="zh-CN" altLang="en-US" sz="2000">
                <a:solidFill>
                  <a:srgbClr val="000000"/>
                </a:solidFill>
                <a:latin typeface="楷体_GB2312" pitchFamily="49" charset="-122"/>
              </a:rPr>
              <a:t>关系为：    </a:t>
            </a:r>
            <a:r>
              <a:rPr kumimoji="0" lang="en-US" altLang="zh-CN" sz="2000">
                <a:solidFill>
                  <a:srgbClr val="000000"/>
                </a:solidFill>
                <a:latin typeface="楷体_GB2312" pitchFamily="49" charset="-122"/>
              </a:rPr>
              <a:t>t=C</a:t>
            </a:r>
            <a:r>
              <a:rPr kumimoji="0" lang="en-US" altLang="zh-CN" sz="2000" baseline="-25000">
                <a:solidFill>
                  <a:srgbClr val="000000"/>
                </a:solidFill>
                <a:latin typeface="楷体_GB2312" pitchFamily="49" charset="-122"/>
              </a:rPr>
              <a:t>11</a:t>
            </a:r>
            <a:r>
              <a:rPr kumimoji="0" lang="en-US" altLang="zh-CN" sz="2000">
                <a:solidFill>
                  <a:srgbClr val="000000"/>
                </a:solidFill>
                <a:latin typeface="楷体_GB2312" pitchFamily="49" charset="-122"/>
              </a:rPr>
              <a:t>T</a:t>
            </a:r>
            <a:r>
              <a:rPr kumimoji="0" lang="en-US" altLang="zh-CN" sz="2000" baseline="-25000">
                <a:solidFill>
                  <a:srgbClr val="000000"/>
                </a:solidFill>
                <a:latin typeface="楷体_GB2312" pitchFamily="49" charset="-122"/>
              </a:rPr>
              <a:t>1 </a:t>
            </a:r>
          </a:p>
          <a:p>
            <a:pPr algn="l" eaLnBrk="1" hangingPunct="1">
              <a:spcBef>
                <a:spcPct val="0"/>
              </a:spcBef>
              <a:buSzTx/>
              <a:buFontTx/>
              <a:buNone/>
            </a:pPr>
            <a:r>
              <a:rPr kumimoji="0" lang="en-US" altLang="zh-CN" sz="2000" baseline="-25000">
                <a:solidFill>
                  <a:srgbClr val="000000"/>
                </a:solidFill>
                <a:latin typeface="楷体_GB2312" pitchFamily="49" charset="-122"/>
              </a:rPr>
              <a:t>  </a:t>
            </a:r>
            <a:r>
              <a:rPr kumimoji="0" lang="en-US" altLang="zh-CN" sz="2000">
                <a:solidFill>
                  <a:srgbClr val="000000"/>
                </a:solidFill>
                <a:latin typeface="楷体_GB2312" pitchFamily="49" charset="-122"/>
              </a:rPr>
              <a:t>   </a:t>
            </a:r>
            <a:r>
              <a:rPr kumimoji="0" lang="zh-CN" altLang="en-US" sz="2000">
                <a:solidFill>
                  <a:srgbClr val="000000"/>
                </a:solidFill>
                <a:latin typeface="楷体_GB2312" pitchFamily="49" charset="-122"/>
              </a:rPr>
              <a:t>式中：</a:t>
            </a:r>
            <a:r>
              <a:rPr kumimoji="0" lang="en-US" altLang="zh-CN" sz="2000">
                <a:solidFill>
                  <a:srgbClr val="000000"/>
                </a:solidFill>
                <a:latin typeface="楷体_GB2312" pitchFamily="49" charset="-122"/>
              </a:rPr>
              <a:t>C</a:t>
            </a:r>
            <a:r>
              <a:rPr kumimoji="0" lang="en-US" altLang="zh-CN" sz="2000" baseline="-25000">
                <a:solidFill>
                  <a:srgbClr val="000000"/>
                </a:solidFill>
                <a:latin typeface="楷体_GB2312" pitchFamily="49" charset="-122"/>
              </a:rPr>
              <a:t>11</a:t>
            </a:r>
            <a:r>
              <a:rPr kumimoji="0" lang="zh-CN" altLang="en-US" sz="2000">
                <a:solidFill>
                  <a:srgbClr val="000000"/>
                </a:solidFill>
                <a:latin typeface="楷体_GB2312" pitchFamily="49" charset="-122"/>
              </a:rPr>
              <a:t>为压电陶瓷固有的柔度系数；</a:t>
            </a:r>
          </a:p>
          <a:p>
            <a:pPr algn="l" eaLnBrk="1" hangingPunct="1">
              <a:spcBef>
                <a:spcPct val="0"/>
              </a:spcBef>
              <a:buSzTx/>
              <a:buFontTx/>
              <a:buNone/>
            </a:pPr>
            <a:r>
              <a:rPr kumimoji="0" lang="zh-CN" altLang="en-US" sz="2000">
                <a:solidFill>
                  <a:srgbClr val="000000"/>
                </a:solidFill>
                <a:latin typeface="楷体_GB2312" pitchFamily="49" charset="-122"/>
              </a:rPr>
              <a:t>②与</a:t>
            </a:r>
            <a:r>
              <a:rPr kumimoji="0" lang="en-US" altLang="zh-CN" sz="2000">
                <a:solidFill>
                  <a:srgbClr val="000000"/>
                </a:solidFill>
                <a:latin typeface="楷体_GB2312" pitchFamily="49" charset="-122"/>
              </a:rPr>
              <a:t>T</a:t>
            </a:r>
            <a:r>
              <a:rPr kumimoji="0" lang="en-US" altLang="zh-CN" sz="2000" baseline="-25000">
                <a:solidFill>
                  <a:srgbClr val="000000"/>
                </a:solidFill>
                <a:latin typeface="楷体_GB2312" pitchFamily="49" charset="-122"/>
              </a:rPr>
              <a:t>1</a:t>
            </a:r>
            <a:r>
              <a:rPr kumimoji="0" lang="zh-CN" altLang="en-US" sz="2000">
                <a:solidFill>
                  <a:srgbClr val="000000"/>
                </a:solidFill>
                <a:latin typeface="楷体_GB2312" pitchFamily="49" charset="-122"/>
              </a:rPr>
              <a:t>作用下产生的变形对应有束缚电荷</a:t>
            </a:r>
            <a:r>
              <a:rPr kumimoji="0" lang="el-GR" altLang="zh-CN" sz="2000">
                <a:solidFill>
                  <a:srgbClr val="000000"/>
                </a:solidFill>
                <a:latin typeface="楷体_GB2312" pitchFamily="49" charset="-122"/>
              </a:rPr>
              <a:t>σ</a:t>
            </a:r>
            <a:r>
              <a:rPr kumimoji="0" lang="el-GR" altLang="zh-CN" sz="2000" baseline="-25000">
                <a:solidFill>
                  <a:srgbClr val="000000"/>
                </a:solidFill>
                <a:latin typeface="楷体_GB2312" pitchFamily="49" charset="-122"/>
              </a:rPr>
              <a:t>3</a:t>
            </a:r>
            <a:r>
              <a:rPr kumimoji="0" lang="en-US" altLang="zh-CN" sz="2000">
                <a:solidFill>
                  <a:srgbClr val="000000"/>
                </a:solidFill>
                <a:latin typeface="楷体_GB2312" pitchFamily="49" charset="-122"/>
              </a:rPr>
              <a:t>=d</a:t>
            </a:r>
            <a:r>
              <a:rPr kumimoji="0" lang="en-US" altLang="zh-CN" sz="2000" baseline="-25000">
                <a:solidFill>
                  <a:srgbClr val="000000"/>
                </a:solidFill>
                <a:latin typeface="楷体_GB2312" pitchFamily="49" charset="-122"/>
              </a:rPr>
              <a:t>31</a:t>
            </a:r>
            <a:r>
              <a:rPr kumimoji="0" lang="en-US" altLang="zh-CN" sz="2000">
                <a:solidFill>
                  <a:srgbClr val="000000"/>
                </a:solidFill>
                <a:latin typeface="楷体_GB2312" pitchFamily="49" charset="-122"/>
              </a:rPr>
              <a:t>T</a:t>
            </a:r>
            <a:r>
              <a:rPr kumimoji="0" lang="en-US" altLang="zh-CN" sz="2000" baseline="-25000">
                <a:solidFill>
                  <a:srgbClr val="000000"/>
                </a:solidFill>
                <a:latin typeface="楷体_GB2312" pitchFamily="49" charset="-122"/>
              </a:rPr>
              <a:t>1</a:t>
            </a:r>
            <a:r>
              <a:rPr kumimoji="0" lang="zh-CN" altLang="en-US" sz="2000">
                <a:solidFill>
                  <a:srgbClr val="000000"/>
                </a:solidFill>
                <a:latin typeface="楷体_GB2312" pitchFamily="49" charset="-122"/>
              </a:rPr>
              <a:t>；</a:t>
            </a:r>
          </a:p>
          <a:p>
            <a:pPr algn="l" eaLnBrk="1" hangingPunct="1">
              <a:spcBef>
                <a:spcPct val="0"/>
              </a:spcBef>
              <a:buSzTx/>
              <a:buFontTx/>
              <a:buNone/>
            </a:pPr>
            <a:r>
              <a:rPr kumimoji="0" lang="zh-CN" altLang="en-US" sz="2000">
                <a:solidFill>
                  <a:srgbClr val="000000"/>
                </a:solidFill>
                <a:latin typeface="楷体_GB2312" pitchFamily="49" charset="-122"/>
              </a:rPr>
              <a:t>    所以有：</a:t>
            </a:r>
          </a:p>
        </p:txBody>
      </p:sp>
      <p:sp>
        <p:nvSpPr>
          <p:cNvPr id="434184" name="Rectangle 9">
            <a:extLst>
              <a:ext uri="{FF2B5EF4-FFF2-40B4-BE49-F238E27FC236}">
                <a16:creationId xmlns:a16="http://schemas.microsoft.com/office/drawing/2014/main" id="{BA17FB37-7DED-4A59-9404-70A405C6F1F1}"/>
              </a:ext>
            </a:extLst>
          </p:cNvPr>
          <p:cNvSpPr>
            <a:spLocks noChangeArrowheads="1"/>
          </p:cNvSpPr>
          <p:nvPr/>
        </p:nvSpPr>
        <p:spPr bwMode="auto">
          <a:xfrm>
            <a:off x="5724525" y="4149725"/>
            <a:ext cx="3005138" cy="554038"/>
          </a:xfrm>
          <a:prstGeom prst="rect">
            <a:avLst/>
          </a:prstGeom>
          <a:noFill/>
          <a:ln w="9525" algn="ctr">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000">
                <a:solidFill>
                  <a:srgbClr val="000000"/>
                </a:solidFill>
                <a:latin typeface="Arial" panose="020B0604020202020204" pitchFamily="34" charset="0"/>
              </a:rPr>
              <a:t>特点：信号流是单向的。</a:t>
            </a:r>
          </a:p>
        </p:txBody>
      </p:sp>
      <p:pic>
        <p:nvPicPr>
          <p:cNvPr id="434185" name="Picture 10">
            <a:extLst>
              <a:ext uri="{FF2B5EF4-FFF2-40B4-BE49-F238E27FC236}">
                <a16:creationId xmlns:a16="http://schemas.microsoft.com/office/drawing/2014/main" id="{9AFC7AF2-69EF-4434-84FA-FC43027375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3663" y="1341438"/>
            <a:ext cx="250825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34186" name="Object 11">
            <a:extLst>
              <a:ext uri="{FF2B5EF4-FFF2-40B4-BE49-F238E27FC236}">
                <a16:creationId xmlns:a16="http://schemas.microsoft.com/office/drawing/2014/main" id="{0632150A-2BFE-4F22-AFB3-427BD42FE6C2}"/>
              </a:ext>
            </a:extLst>
          </p:cNvPr>
          <p:cNvGraphicFramePr>
            <a:graphicFrameLocks noGrp="1" noChangeAspect="1"/>
          </p:cNvGraphicFramePr>
          <p:nvPr>
            <p:ph sz="half" idx="1"/>
          </p:nvPr>
        </p:nvGraphicFramePr>
        <p:xfrm>
          <a:off x="2124075" y="3429000"/>
          <a:ext cx="2087563" cy="1358900"/>
        </p:xfrm>
        <a:graphic>
          <a:graphicData uri="http://schemas.openxmlformats.org/presentationml/2006/ole">
            <mc:AlternateContent xmlns:mc="http://schemas.openxmlformats.org/markup-compatibility/2006">
              <mc:Choice xmlns:v="urn:schemas-microsoft-com:vml" Requires="v">
                <p:oleObj spid="_x0000_s434201" name="Equation" r:id="rId5" imgW="1054100" imgH="685800" progId="Equation.DSMT4">
                  <p:embed/>
                </p:oleObj>
              </mc:Choice>
              <mc:Fallback>
                <p:oleObj name="Equation" r:id="rId5" imgW="1054100" imgH="685800"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3429000"/>
                        <a:ext cx="2087563" cy="135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矩形 20">
            <a:extLst>
              <a:ext uri="{FF2B5EF4-FFF2-40B4-BE49-F238E27FC236}">
                <a16:creationId xmlns:a16="http://schemas.microsoft.com/office/drawing/2014/main" id="{AA9D94F0-7E63-4792-802A-75D050160581}"/>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2" name="灯片编号占位符 5">
            <a:extLst>
              <a:ext uri="{FF2B5EF4-FFF2-40B4-BE49-F238E27FC236}">
                <a16:creationId xmlns:a16="http://schemas.microsoft.com/office/drawing/2014/main" id="{34D3920E-9E77-40D6-9307-0FE7FDB80B62}"/>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CB808C4-8CBB-4AC2-9D16-4C9AE5C0BEAB}" type="slidenum">
              <a:rPr lang="en-US" altLang="zh-CN" sz="1400">
                <a:solidFill>
                  <a:srgbClr val="000000"/>
                </a:solidFill>
                <a:ea typeface="宋体" panose="02010600030101010101" pitchFamily="2" charset="-122"/>
              </a:rPr>
              <a:pPr eaLnBrk="1" hangingPunct="1"/>
              <a:t>53</a:t>
            </a:fld>
            <a:endParaRPr lang="en-US" altLang="zh-CN" sz="1400">
              <a:solidFill>
                <a:srgbClr val="000000"/>
              </a:solidFill>
              <a:ea typeface="宋体" panose="02010600030101010101" pitchFamily="2" charset="-122"/>
            </a:endParaRPr>
          </a:p>
        </p:txBody>
      </p:sp>
      <p:sp>
        <p:nvSpPr>
          <p:cNvPr id="434189" name="Text Box 4">
            <a:extLst>
              <a:ext uri="{FF2B5EF4-FFF2-40B4-BE49-F238E27FC236}">
                <a16:creationId xmlns:a16="http://schemas.microsoft.com/office/drawing/2014/main" id="{71E11215-A837-44E2-961E-F3D619D0EC4A}"/>
              </a:ext>
            </a:extLst>
          </p:cNvPr>
          <p:cNvSpPr txBox="1">
            <a:spLocks noChangeArrowheads="1"/>
          </p:cNvSpPr>
          <p:nvPr/>
        </p:nvSpPr>
        <p:spPr bwMode="auto">
          <a:xfrm>
            <a:off x="468313" y="260350"/>
            <a:ext cx="72723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3200" b="1">
                <a:solidFill>
                  <a:srgbClr val="0070C0"/>
                </a:solidFill>
                <a:latin typeface="楷体_GB2312" pitchFamily="49" charset="-122"/>
              </a:rPr>
              <a:t>1.4 </a:t>
            </a:r>
            <a:r>
              <a:rPr kumimoji="0" lang="zh-CN" altLang="en-US" sz="3200" b="1">
                <a:solidFill>
                  <a:srgbClr val="0070C0"/>
                </a:solidFill>
                <a:latin typeface="楷体_GB2312" pitchFamily="49" charset="-122"/>
              </a:rPr>
              <a:t>压电元件的机电转换模型（续）</a:t>
            </a:r>
          </a:p>
        </p:txBody>
      </p:sp>
      <p:sp>
        <p:nvSpPr>
          <p:cNvPr id="434190" name="Text Box 7">
            <a:extLst>
              <a:ext uri="{FF2B5EF4-FFF2-40B4-BE49-F238E27FC236}">
                <a16:creationId xmlns:a16="http://schemas.microsoft.com/office/drawing/2014/main" id="{DA577799-F734-400C-8EA7-D87518C22875}"/>
              </a:ext>
            </a:extLst>
          </p:cNvPr>
          <p:cNvSpPr txBox="1">
            <a:spLocks noChangeArrowheads="1"/>
          </p:cNvSpPr>
          <p:nvPr/>
        </p:nvSpPr>
        <p:spPr bwMode="auto">
          <a:xfrm>
            <a:off x="250825" y="1125538"/>
            <a:ext cx="30622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800" b="1" i="1">
                <a:solidFill>
                  <a:srgbClr val="FF0000"/>
                </a:solidFill>
                <a:latin typeface="楷体_GB2312" pitchFamily="49" charset="-122"/>
              </a:rPr>
              <a:t>电边界为短路状态</a:t>
            </a:r>
            <a:r>
              <a:rPr kumimoji="0" lang="en-US" altLang="zh-CN" sz="2800" b="1" i="1">
                <a:solidFill>
                  <a:srgbClr val="FF0000"/>
                </a:solidFill>
                <a:latin typeface="楷体_GB2312" pitchFamily="49" charset="-122"/>
              </a:rPr>
              <a:t>:</a:t>
            </a:r>
            <a:endParaRPr kumimoji="0" lang="zh-CN" altLang="en-US" sz="2800" b="1" i="1">
              <a:solidFill>
                <a:srgbClr val="FF0000"/>
              </a:solidFill>
              <a:latin typeface="楷体_GB2312" pitchFamily="49" charset="-122"/>
            </a:endParaRPr>
          </a:p>
        </p:txBody>
      </p:sp>
      <p:pic>
        <p:nvPicPr>
          <p:cNvPr id="434191" name="Picture 6" descr="C:\Documents and Settings\yue\桌面\QQ1.jpg">
            <a:extLst>
              <a:ext uri="{FF2B5EF4-FFF2-40B4-BE49-F238E27FC236}">
                <a16:creationId xmlns:a16="http://schemas.microsoft.com/office/drawing/2014/main" id="{295B0D66-AC60-4772-88A4-09C2BE30C57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5013325"/>
            <a:ext cx="666591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a:extLst>
              <a:ext uri="{FF2B5EF4-FFF2-40B4-BE49-F238E27FC236}">
                <a16:creationId xmlns:a16="http://schemas.microsoft.com/office/drawing/2014/main" id="{1256487B-5AB4-4E53-B328-8A92AADE9F31}"/>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5203" name="Rectangle 3">
            <a:extLst>
              <a:ext uri="{FF2B5EF4-FFF2-40B4-BE49-F238E27FC236}">
                <a16:creationId xmlns:a16="http://schemas.microsoft.com/office/drawing/2014/main" id="{527134DB-26B8-4CFF-922C-3BD69BCA9C0F}"/>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5204" name="Rectangle 4">
            <a:extLst>
              <a:ext uri="{FF2B5EF4-FFF2-40B4-BE49-F238E27FC236}">
                <a16:creationId xmlns:a16="http://schemas.microsoft.com/office/drawing/2014/main" id="{4FE66CBB-C445-42C4-A5C7-D27780C47B6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5205" name="Rectangle 5">
            <a:extLst>
              <a:ext uri="{FF2B5EF4-FFF2-40B4-BE49-F238E27FC236}">
                <a16:creationId xmlns:a16="http://schemas.microsoft.com/office/drawing/2014/main" id="{4ABF3842-8E33-44D1-AF88-114E6A5A478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aphicFrame>
        <p:nvGraphicFramePr>
          <p:cNvPr id="435206" name="Object 7">
            <a:extLst>
              <a:ext uri="{FF2B5EF4-FFF2-40B4-BE49-F238E27FC236}">
                <a16:creationId xmlns:a16="http://schemas.microsoft.com/office/drawing/2014/main" id="{F56303D7-1915-4C20-8F74-58705B827791}"/>
              </a:ext>
            </a:extLst>
          </p:cNvPr>
          <p:cNvGraphicFramePr>
            <a:graphicFrameLocks noChangeAspect="1"/>
          </p:cNvGraphicFramePr>
          <p:nvPr/>
        </p:nvGraphicFramePr>
        <p:xfrm>
          <a:off x="2268538" y="4437063"/>
          <a:ext cx="2870200" cy="1108075"/>
        </p:xfrm>
        <a:graphic>
          <a:graphicData uri="http://schemas.openxmlformats.org/presentationml/2006/ole">
            <mc:AlternateContent xmlns:mc="http://schemas.openxmlformats.org/markup-compatibility/2006">
              <mc:Choice xmlns:v="urn:schemas-microsoft-com:vml" Requires="v">
                <p:oleObj spid="_x0000_s435223" name="Equation" r:id="rId4" imgW="1612900" imgH="622300" progId="Equation.DSMT4">
                  <p:embed/>
                </p:oleObj>
              </mc:Choice>
              <mc:Fallback>
                <p:oleObj name="Equation" r:id="rId4" imgW="1612900" imgH="6223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538" y="4437063"/>
                        <a:ext cx="2870200" cy="1108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 name="矩形 107">
            <a:extLst>
              <a:ext uri="{FF2B5EF4-FFF2-40B4-BE49-F238E27FC236}">
                <a16:creationId xmlns:a16="http://schemas.microsoft.com/office/drawing/2014/main" id="{2B641E66-CDCC-44F8-9880-2289662786B8}"/>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109" name="灯片编号占位符 5">
            <a:extLst>
              <a:ext uri="{FF2B5EF4-FFF2-40B4-BE49-F238E27FC236}">
                <a16:creationId xmlns:a16="http://schemas.microsoft.com/office/drawing/2014/main" id="{0DC9965D-8A53-4757-B1C6-223C61B44A65}"/>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DC25C2B7-5CA2-4CA3-8DB9-A3BB885B9CA2}" type="slidenum">
              <a:rPr lang="en-US" altLang="zh-CN" sz="1400">
                <a:solidFill>
                  <a:srgbClr val="000000"/>
                </a:solidFill>
                <a:ea typeface="宋体" panose="02010600030101010101" pitchFamily="2" charset="-122"/>
              </a:rPr>
              <a:pPr eaLnBrk="1" hangingPunct="1"/>
              <a:t>54</a:t>
            </a:fld>
            <a:endParaRPr lang="en-US" altLang="zh-CN" sz="1400">
              <a:solidFill>
                <a:srgbClr val="000000"/>
              </a:solidFill>
              <a:ea typeface="宋体" panose="02010600030101010101" pitchFamily="2" charset="-122"/>
            </a:endParaRPr>
          </a:p>
        </p:txBody>
      </p:sp>
      <p:sp>
        <p:nvSpPr>
          <p:cNvPr id="110" name="页脚占位符 6">
            <a:extLst>
              <a:ext uri="{FF2B5EF4-FFF2-40B4-BE49-F238E27FC236}">
                <a16:creationId xmlns:a16="http://schemas.microsoft.com/office/drawing/2014/main" id="{09C0ACB1-5E2E-41CB-9F58-B27055DE957F}"/>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435210" name="Text Box 7">
            <a:extLst>
              <a:ext uri="{FF2B5EF4-FFF2-40B4-BE49-F238E27FC236}">
                <a16:creationId xmlns:a16="http://schemas.microsoft.com/office/drawing/2014/main" id="{FC036554-6CFA-4DF7-BB20-5FC7CCB6C6BB}"/>
              </a:ext>
            </a:extLst>
          </p:cNvPr>
          <p:cNvSpPr txBox="1">
            <a:spLocks noChangeArrowheads="1"/>
          </p:cNvSpPr>
          <p:nvPr/>
        </p:nvSpPr>
        <p:spPr bwMode="auto">
          <a:xfrm>
            <a:off x="250825" y="1125538"/>
            <a:ext cx="306228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800" b="1" i="1">
                <a:solidFill>
                  <a:srgbClr val="FF0000"/>
                </a:solidFill>
                <a:latin typeface="楷体_GB2312" pitchFamily="49" charset="-122"/>
              </a:rPr>
              <a:t>电边界为开路状态</a:t>
            </a:r>
            <a:r>
              <a:rPr kumimoji="0" lang="en-US" altLang="zh-CN" sz="2800" b="1" i="1">
                <a:solidFill>
                  <a:srgbClr val="FF0000"/>
                </a:solidFill>
                <a:latin typeface="楷体_GB2312" pitchFamily="49" charset="-122"/>
              </a:rPr>
              <a:t>:</a:t>
            </a:r>
            <a:endParaRPr kumimoji="0" lang="zh-CN" altLang="en-US" sz="2800" b="1" i="1">
              <a:solidFill>
                <a:srgbClr val="FF0000"/>
              </a:solidFill>
              <a:latin typeface="楷体_GB2312" pitchFamily="49" charset="-122"/>
            </a:endParaRPr>
          </a:p>
        </p:txBody>
      </p:sp>
      <p:pic>
        <p:nvPicPr>
          <p:cNvPr id="435211" name="Picture 21" descr="C:\Documents and Settings\yue\桌面\QQ2.jpg">
            <a:extLst>
              <a:ext uri="{FF2B5EF4-FFF2-40B4-BE49-F238E27FC236}">
                <a16:creationId xmlns:a16="http://schemas.microsoft.com/office/drawing/2014/main" id="{5027B0C5-F78A-4BA3-A156-F8D4225AA0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1844675"/>
            <a:ext cx="6469062"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5212" name="Rectangle 9">
            <a:extLst>
              <a:ext uri="{FF2B5EF4-FFF2-40B4-BE49-F238E27FC236}">
                <a16:creationId xmlns:a16="http://schemas.microsoft.com/office/drawing/2014/main" id="{FF0464C8-2D7C-45FF-836C-1968F8FD33F6}"/>
              </a:ext>
            </a:extLst>
          </p:cNvPr>
          <p:cNvSpPr>
            <a:spLocks noChangeArrowheads="1"/>
          </p:cNvSpPr>
          <p:nvPr/>
        </p:nvSpPr>
        <p:spPr bwMode="auto">
          <a:xfrm>
            <a:off x="5724525" y="4508500"/>
            <a:ext cx="2749550" cy="554038"/>
          </a:xfrm>
          <a:prstGeom prst="rect">
            <a:avLst/>
          </a:prstGeom>
          <a:noFill/>
          <a:ln w="9525" algn="ctr">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000">
                <a:solidFill>
                  <a:srgbClr val="000000"/>
                </a:solidFill>
                <a:latin typeface="Arial" panose="020B0604020202020204" pitchFamily="34" charset="0"/>
              </a:rPr>
              <a:t>特点：信号流有环路。</a:t>
            </a:r>
          </a:p>
        </p:txBody>
      </p:sp>
      <p:sp>
        <p:nvSpPr>
          <p:cNvPr id="435213" name="Text Box 4">
            <a:extLst>
              <a:ext uri="{FF2B5EF4-FFF2-40B4-BE49-F238E27FC236}">
                <a16:creationId xmlns:a16="http://schemas.microsoft.com/office/drawing/2014/main" id="{B3ACE507-3CE1-4B23-953B-CD7355A638EF}"/>
              </a:ext>
            </a:extLst>
          </p:cNvPr>
          <p:cNvSpPr txBox="1">
            <a:spLocks noChangeArrowheads="1"/>
          </p:cNvSpPr>
          <p:nvPr/>
        </p:nvSpPr>
        <p:spPr bwMode="auto">
          <a:xfrm>
            <a:off x="468313" y="260350"/>
            <a:ext cx="72723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3200" b="1">
                <a:solidFill>
                  <a:srgbClr val="0070C0"/>
                </a:solidFill>
                <a:latin typeface="楷体_GB2312" pitchFamily="49" charset="-122"/>
              </a:rPr>
              <a:t>1.4 </a:t>
            </a:r>
            <a:r>
              <a:rPr kumimoji="0" lang="zh-CN" altLang="en-US" sz="3200" b="1">
                <a:solidFill>
                  <a:srgbClr val="0070C0"/>
                </a:solidFill>
                <a:latin typeface="楷体_GB2312" pitchFamily="49" charset="-122"/>
              </a:rPr>
              <a:t>压电元件的机电转换模型（续）</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4">
            <a:extLst>
              <a:ext uri="{FF2B5EF4-FFF2-40B4-BE49-F238E27FC236}">
                <a16:creationId xmlns:a16="http://schemas.microsoft.com/office/drawing/2014/main" id="{5AB00045-F187-4A97-9809-B999205E2D69}"/>
              </a:ext>
            </a:extLst>
          </p:cNvPr>
          <p:cNvSpPr>
            <a:spLocks noRot="1" noChangeArrowheads="1"/>
          </p:cNvSpPr>
          <p:nvPr/>
        </p:nvSpPr>
        <p:spPr bwMode="auto">
          <a:xfrm>
            <a:off x="250825" y="188913"/>
            <a:ext cx="6821488"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10000"/>
              </a:spcBef>
              <a:buSzTx/>
              <a:buFontTx/>
              <a:buNone/>
            </a:pPr>
            <a:r>
              <a:rPr lang="en-US" altLang="zh-CN" sz="3600">
                <a:solidFill>
                  <a:srgbClr val="C00000"/>
                </a:solidFill>
                <a:latin typeface="黑体" panose="02010609060101010101" pitchFamily="49" charset="-122"/>
                <a:ea typeface="黑体" panose="02010609060101010101" pitchFamily="49" charset="-122"/>
              </a:rPr>
              <a:t>2 </a:t>
            </a:r>
            <a:r>
              <a:rPr lang="zh-CN" altLang="en-US" sz="3600">
                <a:solidFill>
                  <a:srgbClr val="C00000"/>
                </a:solidFill>
                <a:latin typeface="黑体" panose="02010609060101010101" pitchFamily="49" charset="-122"/>
                <a:ea typeface="黑体" panose="02010609060101010101" pitchFamily="49" charset="-122"/>
              </a:rPr>
              <a:t>压电式传感器的测量电路</a:t>
            </a:r>
          </a:p>
        </p:txBody>
      </p:sp>
      <p:sp>
        <p:nvSpPr>
          <p:cNvPr id="436227" name="Text Box 4">
            <a:extLst>
              <a:ext uri="{FF2B5EF4-FFF2-40B4-BE49-F238E27FC236}">
                <a16:creationId xmlns:a16="http://schemas.microsoft.com/office/drawing/2014/main" id="{28B7C002-4543-4DDC-8522-A855B5C4A957}"/>
              </a:ext>
            </a:extLst>
          </p:cNvPr>
          <p:cNvSpPr txBox="1">
            <a:spLocks noChangeArrowheads="1"/>
          </p:cNvSpPr>
          <p:nvPr/>
        </p:nvSpPr>
        <p:spPr bwMode="auto">
          <a:xfrm>
            <a:off x="539750" y="1196975"/>
            <a:ext cx="6030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2.1 </a:t>
            </a:r>
            <a:r>
              <a:rPr kumimoji="0" lang="zh-CN" altLang="en-US" sz="2800" b="1">
                <a:solidFill>
                  <a:srgbClr val="0070C0"/>
                </a:solidFill>
                <a:latin typeface="楷体_GB2312" pitchFamily="49" charset="-122"/>
              </a:rPr>
              <a:t>传感器的等效电路</a:t>
            </a:r>
          </a:p>
        </p:txBody>
      </p:sp>
      <p:sp>
        <p:nvSpPr>
          <p:cNvPr id="436228" name="Text Box 6">
            <a:extLst>
              <a:ext uri="{FF2B5EF4-FFF2-40B4-BE49-F238E27FC236}">
                <a16:creationId xmlns:a16="http://schemas.microsoft.com/office/drawing/2014/main" id="{47176654-90B8-4338-A28C-10A4E0B46A29}"/>
              </a:ext>
            </a:extLst>
          </p:cNvPr>
          <p:cNvSpPr txBox="1">
            <a:spLocks noChangeArrowheads="1"/>
          </p:cNvSpPr>
          <p:nvPr/>
        </p:nvSpPr>
        <p:spPr bwMode="auto">
          <a:xfrm>
            <a:off x="673100" y="1700213"/>
            <a:ext cx="7786688"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fontAlgn="t" hangingPunct="1">
              <a:lnSpc>
                <a:spcPct val="130000"/>
              </a:lnSpc>
              <a:buClr>
                <a:srgbClr val="FFFF00"/>
              </a:buClr>
              <a:buSzPct val="80000"/>
              <a:buFont typeface="Wingdings" panose="05000000000000000000" pitchFamily="2" charset="2"/>
              <a:buNone/>
            </a:pPr>
            <a:r>
              <a:rPr kumimoji="0" lang="en-US" altLang="zh-CN">
                <a:solidFill>
                  <a:srgbClr val="000000"/>
                </a:solidFill>
                <a:latin typeface="楷体_GB2312" pitchFamily="49" charset="-122"/>
              </a:rPr>
              <a:t>   </a:t>
            </a:r>
            <a:r>
              <a:rPr kumimoji="0" lang="zh-CN" altLang="en-US">
                <a:solidFill>
                  <a:srgbClr val="000000"/>
                </a:solidFill>
                <a:latin typeface="楷体_GB2312" pitchFamily="49" charset="-122"/>
              </a:rPr>
              <a:t>当压电传感器承受机械应力作用时，在它两极板上出现极性相反的等量电荷。因此可以把压电传感器看成一</a:t>
            </a:r>
            <a:r>
              <a:rPr kumimoji="0" lang="zh-CN" altLang="en-US">
                <a:solidFill>
                  <a:srgbClr val="FF0000"/>
                </a:solidFill>
                <a:latin typeface="楷体_GB2312" pitchFamily="49" charset="-122"/>
              </a:rPr>
              <a:t>静电发生器</a:t>
            </a:r>
            <a:r>
              <a:rPr kumimoji="0" lang="zh-CN" altLang="en-US">
                <a:solidFill>
                  <a:srgbClr val="000000"/>
                </a:solidFill>
                <a:latin typeface="楷体_GB2312" pitchFamily="49" charset="-122"/>
              </a:rPr>
              <a:t>，也可看成两极板充有电荷的电容器。</a:t>
            </a:r>
          </a:p>
        </p:txBody>
      </p:sp>
      <p:grpSp>
        <p:nvGrpSpPr>
          <p:cNvPr id="436229" name="Group 34">
            <a:extLst>
              <a:ext uri="{FF2B5EF4-FFF2-40B4-BE49-F238E27FC236}">
                <a16:creationId xmlns:a16="http://schemas.microsoft.com/office/drawing/2014/main" id="{16667945-C7AF-45A3-B058-C7B2DB59C8C9}"/>
              </a:ext>
            </a:extLst>
          </p:cNvPr>
          <p:cNvGrpSpPr>
            <a:grpSpLocks/>
          </p:cNvGrpSpPr>
          <p:nvPr/>
        </p:nvGrpSpPr>
        <p:grpSpPr bwMode="auto">
          <a:xfrm>
            <a:off x="3924300" y="3284538"/>
            <a:ext cx="5040313" cy="2965450"/>
            <a:chOff x="2336" y="2160"/>
            <a:chExt cx="3175" cy="1868"/>
          </a:xfrm>
        </p:grpSpPr>
        <p:grpSp>
          <p:nvGrpSpPr>
            <p:cNvPr id="436236" name="Group 7">
              <a:extLst>
                <a:ext uri="{FF2B5EF4-FFF2-40B4-BE49-F238E27FC236}">
                  <a16:creationId xmlns:a16="http://schemas.microsoft.com/office/drawing/2014/main" id="{C0BD4397-6C45-47E7-BC1B-14BEFB2F1DBD}"/>
                </a:ext>
              </a:extLst>
            </p:cNvPr>
            <p:cNvGrpSpPr>
              <a:grpSpLocks/>
            </p:cNvGrpSpPr>
            <p:nvPr/>
          </p:nvGrpSpPr>
          <p:grpSpPr bwMode="auto">
            <a:xfrm>
              <a:off x="2381" y="2160"/>
              <a:ext cx="2933" cy="1632"/>
              <a:chOff x="2695" y="2160"/>
              <a:chExt cx="2933" cy="1632"/>
            </a:xfrm>
          </p:grpSpPr>
          <p:sp>
            <p:nvSpPr>
              <p:cNvPr id="436238" name="Freeform 8">
                <a:extLst>
                  <a:ext uri="{FF2B5EF4-FFF2-40B4-BE49-F238E27FC236}">
                    <a16:creationId xmlns:a16="http://schemas.microsoft.com/office/drawing/2014/main" id="{E8FC7C99-8524-4DE9-9763-B932E7030532}"/>
                  </a:ext>
                </a:extLst>
              </p:cNvPr>
              <p:cNvSpPr>
                <a:spLocks/>
              </p:cNvSpPr>
              <p:nvPr/>
            </p:nvSpPr>
            <p:spPr bwMode="auto">
              <a:xfrm>
                <a:off x="3483" y="2366"/>
                <a:ext cx="635" cy="314"/>
              </a:xfrm>
              <a:custGeom>
                <a:avLst/>
                <a:gdLst>
                  <a:gd name="T0" fmla="*/ 13 w 753"/>
                  <a:gd name="T1" fmla="*/ 0 h 305"/>
                  <a:gd name="T2" fmla="*/ 0 w 753"/>
                  <a:gd name="T3" fmla="*/ 0 h 305"/>
                  <a:gd name="T4" fmla="*/ 0 w 753"/>
                  <a:gd name="T5" fmla="*/ 614 h 305"/>
                  <a:gd name="T6" fmla="*/ 0 60000 65536"/>
                  <a:gd name="T7" fmla="*/ 0 60000 65536"/>
                  <a:gd name="T8" fmla="*/ 0 60000 65536"/>
                  <a:gd name="T9" fmla="*/ 0 w 753"/>
                  <a:gd name="T10" fmla="*/ 0 h 305"/>
                  <a:gd name="T11" fmla="*/ 753 w 753"/>
                  <a:gd name="T12" fmla="*/ 305 h 305"/>
                </a:gdLst>
                <a:ahLst/>
                <a:cxnLst>
                  <a:cxn ang="T6">
                    <a:pos x="T0" y="T1"/>
                  </a:cxn>
                  <a:cxn ang="T7">
                    <a:pos x="T2" y="T3"/>
                  </a:cxn>
                  <a:cxn ang="T8">
                    <a:pos x="T4" y="T5"/>
                  </a:cxn>
                </a:cxnLst>
                <a:rect l="T9" t="T10" r="T11" b="T12"/>
                <a:pathLst>
                  <a:path w="753" h="305">
                    <a:moveTo>
                      <a:pt x="753" y="0"/>
                    </a:moveTo>
                    <a:lnTo>
                      <a:pt x="0" y="0"/>
                    </a:lnTo>
                    <a:lnTo>
                      <a:pt x="0" y="305"/>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6239" name="Freeform 9">
                <a:extLst>
                  <a:ext uri="{FF2B5EF4-FFF2-40B4-BE49-F238E27FC236}">
                    <a16:creationId xmlns:a16="http://schemas.microsoft.com/office/drawing/2014/main" id="{FCAD09F8-D4E6-4FD5-B6C4-2E101DC6E934}"/>
                  </a:ext>
                </a:extLst>
              </p:cNvPr>
              <p:cNvSpPr>
                <a:spLocks/>
              </p:cNvSpPr>
              <p:nvPr/>
            </p:nvSpPr>
            <p:spPr bwMode="auto">
              <a:xfrm flipV="1">
                <a:off x="3483" y="3071"/>
                <a:ext cx="635" cy="315"/>
              </a:xfrm>
              <a:custGeom>
                <a:avLst/>
                <a:gdLst>
                  <a:gd name="T0" fmla="*/ 13 w 753"/>
                  <a:gd name="T1" fmla="*/ 0 h 305"/>
                  <a:gd name="T2" fmla="*/ 0 w 753"/>
                  <a:gd name="T3" fmla="*/ 0 h 305"/>
                  <a:gd name="T4" fmla="*/ 0 w 753"/>
                  <a:gd name="T5" fmla="*/ 661 h 305"/>
                  <a:gd name="T6" fmla="*/ 0 60000 65536"/>
                  <a:gd name="T7" fmla="*/ 0 60000 65536"/>
                  <a:gd name="T8" fmla="*/ 0 60000 65536"/>
                  <a:gd name="T9" fmla="*/ 0 w 753"/>
                  <a:gd name="T10" fmla="*/ 0 h 305"/>
                  <a:gd name="T11" fmla="*/ 753 w 753"/>
                  <a:gd name="T12" fmla="*/ 305 h 305"/>
                </a:gdLst>
                <a:ahLst/>
                <a:cxnLst>
                  <a:cxn ang="T6">
                    <a:pos x="T0" y="T1"/>
                  </a:cxn>
                  <a:cxn ang="T7">
                    <a:pos x="T2" y="T3"/>
                  </a:cxn>
                  <a:cxn ang="T8">
                    <a:pos x="T4" y="T5"/>
                  </a:cxn>
                </a:cxnLst>
                <a:rect l="T9" t="T10" r="T11" b="T12"/>
                <a:pathLst>
                  <a:path w="753" h="305">
                    <a:moveTo>
                      <a:pt x="753" y="0"/>
                    </a:moveTo>
                    <a:lnTo>
                      <a:pt x="0" y="0"/>
                    </a:lnTo>
                    <a:lnTo>
                      <a:pt x="0" y="305"/>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6240" name="Line 10">
                <a:extLst>
                  <a:ext uri="{FF2B5EF4-FFF2-40B4-BE49-F238E27FC236}">
                    <a16:creationId xmlns:a16="http://schemas.microsoft.com/office/drawing/2014/main" id="{062596F5-BDE1-4310-A453-C698CF8B224A}"/>
                  </a:ext>
                </a:extLst>
              </p:cNvPr>
              <p:cNvSpPr>
                <a:spLocks noChangeShapeType="1"/>
              </p:cNvSpPr>
              <p:nvPr/>
            </p:nvSpPr>
            <p:spPr bwMode="auto">
              <a:xfrm>
                <a:off x="3165" y="2692"/>
                <a:ext cx="658"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6241" name="Line 11">
                <a:extLst>
                  <a:ext uri="{FF2B5EF4-FFF2-40B4-BE49-F238E27FC236}">
                    <a16:creationId xmlns:a16="http://schemas.microsoft.com/office/drawing/2014/main" id="{07D754F1-3C64-4702-80BA-7A6CC2BE04A6}"/>
                  </a:ext>
                </a:extLst>
              </p:cNvPr>
              <p:cNvSpPr>
                <a:spLocks noChangeShapeType="1"/>
              </p:cNvSpPr>
              <p:nvPr/>
            </p:nvSpPr>
            <p:spPr bwMode="auto">
              <a:xfrm>
                <a:off x="3176" y="3046"/>
                <a:ext cx="658"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6242" name="Rectangle 12">
                <a:extLst>
                  <a:ext uri="{FF2B5EF4-FFF2-40B4-BE49-F238E27FC236}">
                    <a16:creationId xmlns:a16="http://schemas.microsoft.com/office/drawing/2014/main" id="{A805D9F8-E500-4B2D-A668-BB9DC6C65CFA}"/>
                  </a:ext>
                </a:extLst>
              </p:cNvPr>
              <p:cNvSpPr>
                <a:spLocks noChangeArrowheads="1"/>
              </p:cNvSpPr>
              <p:nvPr/>
            </p:nvSpPr>
            <p:spPr bwMode="auto">
              <a:xfrm>
                <a:off x="3165" y="2736"/>
                <a:ext cx="669" cy="264"/>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6243" name="Rectangle 13">
                <a:extLst>
                  <a:ext uri="{FF2B5EF4-FFF2-40B4-BE49-F238E27FC236}">
                    <a16:creationId xmlns:a16="http://schemas.microsoft.com/office/drawing/2014/main" id="{C36EF6CB-C2A6-4CC1-9357-C03BA46657C5}"/>
                  </a:ext>
                </a:extLst>
              </p:cNvPr>
              <p:cNvSpPr>
                <a:spLocks noChangeArrowheads="1"/>
              </p:cNvSpPr>
              <p:nvPr/>
            </p:nvSpPr>
            <p:spPr bwMode="auto">
              <a:xfrm>
                <a:off x="3167" y="27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a:solidFill>
                      <a:srgbClr val="000000"/>
                    </a:solidFill>
                    <a:ea typeface="宋体" panose="02010600030101010101" pitchFamily="2" charset="-122"/>
                  </a:rPr>
                  <a:t>＋＋＋＋ </a:t>
                </a:r>
              </a:p>
            </p:txBody>
          </p:sp>
          <p:sp>
            <p:nvSpPr>
              <p:cNvPr id="436244" name="Rectangle 14">
                <a:extLst>
                  <a:ext uri="{FF2B5EF4-FFF2-40B4-BE49-F238E27FC236}">
                    <a16:creationId xmlns:a16="http://schemas.microsoft.com/office/drawing/2014/main" id="{CEEAA4D3-772D-4D2F-95D7-100D1A480ACD}"/>
                  </a:ext>
                </a:extLst>
              </p:cNvPr>
              <p:cNvSpPr>
                <a:spLocks noChangeArrowheads="1"/>
              </p:cNvSpPr>
              <p:nvPr/>
            </p:nvSpPr>
            <p:spPr bwMode="auto">
              <a:xfrm>
                <a:off x="3187" y="2872"/>
                <a:ext cx="753"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a:solidFill>
                      <a:srgbClr val="000000"/>
                    </a:solidFill>
                    <a:ea typeface="宋体" panose="02010600030101010101" pitchFamily="2" charset="-122"/>
                  </a:rPr>
                  <a:t>―――― </a:t>
                </a:r>
              </a:p>
            </p:txBody>
          </p:sp>
          <p:sp>
            <p:nvSpPr>
              <p:cNvPr id="436245" name="Rectangle 15">
                <a:extLst>
                  <a:ext uri="{FF2B5EF4-FFF2-40B4-BE49-F238E27FC236}">
                    <a16:creationId xmlns:a16="http://schemas.microsoft.com/office/drawing/2014/main" id="{A30AF642-EA88-414E-B11E-2E364875D0FF}"/>
                  </a:ext>
                </a:extLst>
              </p:cNvPr>
              <p:cNvSpPr>
                <a:spLocks noChangeArrowheads="1"/>
              </p:cNvSpPr>
              <p:nvPr/>
            </p:nvSpPr>
            <p:spPr bwMode="auto">
              <a:xfrm>
                <a:off x="3916" y="2708"/>
                <a:ext cx="165"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q</a:t>
                </a:r>
              </a:p>
            </p:txBody>
          </p:sp>
          <p:sp>
            <p:nvSpPr>
              <p:cNvPr id="436246" name="Rectangle 16">
                <a:extLst>
                  <a:ext uri="{FF2B5EF4-FFF2-40B4-BE49-F238E27FC236}">
                    <a16:creationId xmlns:a16="http://schemas.microsoft.com/office/drawing/2014/main" id="{9ABE57C3-457B-47A5-BE12-CA463A7B5D7D}"/>
                  </a:ext>
                </a:extLst>
              </p:cNvPr>
              <p:cNvSpPr>
                <a:spLocks noChangeArrowheads="1"/>
              </p:cNvSpPr>
              <p:nvPr/>
            </p:nvSpPr>
            <p:spPr bwMode="auto">
              <a:xfrm>
                <a:off x="4699" y="2580"/>
                <a:ext cx="16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q</a:t>
                </a:r>
              </a:p>
            </p:txBody>
          </p:sp>
          <p:sp>
            <p:nvSpPr>
              <p:cNvPr id="436247" name="Rectangle 17">
                <a:extLst>
                  <a:ext uri="{FF2B5EF4-FFF2-40B4-BE49-F238E27FC236}">
                    <a16:creationId xmlns:a16="http://schemas.microsoft.com/office/drawing/2014/main" id="{4D2988B6-2383-4026-AF79-00EC59898A2E}"/>
                  </a:ext>
                </a:extLst>
              </p:cNvPr>
              <p:cNvSpPr>
                <a:spLocks noChangeArrowheads="1"/>
              </p:cNvSpPr>
              <p:nvPr/>
            </p:nvSpPr>
            <p:spPr bwMode="auto">
              <a:xfrm>
                <a:off x="2877" y="2160"/>
                <a:ext cx="38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a:solidFill>
                      <a:srgbClr val="000000"/>
                    </a:solidFill>
                    <a:ea typeface="宋体" panose="02010600030101010101" pitchFamily="2" charset="-122"/>
                  </a:rPr>
                  <a:t>电极</a:t>
                </a:r>
              </a:p>
            </p:txBody>
          </p:sp>
          <p:sp>
            <p:nvSpPr>
              <p:cNvPr id="436248" name="Rectangle 18">
                <a:extLst>
                  <a:ext uri="{FF2B5EF4-FFF2-40B4-BE49-F238E27FC236}">
                    <a16:creationId xmlns:a16="http://schemas.microsoft.com/office/drawing/2014/main" id="{3E588183-9E95-449E-A326-4A88529D08C9}"/>
                  </a:ext>
                </a:extLst>
              </p:cNvPr>
              <p:cNvSpPr>
                <a:spLocks noChangeArrowheads="1"/>
              </p:cNvSpPr>
              <p:nvPr/>
            </p:nvSpPr>
            <p:spPr bwMode="auto">
              <a:xfrm>
                <a:off x="2695" y="3113"/>
                <a:ext cx="68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a:solidFill>
                      <a:srgbClr val="000000"/>
                    </a:solidFill>
                    <a:ea typeface="宋体" panose="02010600030101010101" pitchFamily="2" charset="-122"/>
                  </a:rPr>
                  <a:t>压电晶体</a:t>
                </a:r>
              </a:p>
            </p:txBody>
          </p:sp>
          <p:sp>
            <p:nvSpPr>
              <p:cNvPr id="436249" name="Line 19">
                <a:extLst>
                  <a:ext uri="{FF2B5EF4-FFF2-40B4-BE49-F238E27FC236}">
                    <a16:creationId xmlns:a16="http://schemas.microsoft.com/office/drawing/2014/main" id="{4E3F591C-4F2B-4034-AEED-B76C71083024}"/>
                  </a:ext>
                </a:extLst>
              </p:cNvPr>
              <p:cNvSpPr>
                <a:spLocks noChangeShapeType="1"/>
              </p:cNvSpPr>
              <p:nvPr/>
            </p:nvSpPr>
            <p:spPr bwMode="auto">
              <a:xfrm flipV="1">
                <a:off x="3075" y="2885"/>
                <a:ext cx="148" cy="1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6250" name="Line 20">
                <a:extLst>
                  <a:ext uri="{FF2B5EF4-FFF2-40B4-BE49-F238E27FC236}">
                    <a16:creationId xmlns:a16="http://schemas.microsoft.com/office/drawing/2014/main" id="{B362C9AD-2DD1-4AD0-A8DE-B43A9A5899D3}"/>
                  </a:ext>
                </a:extLst>
              </p:cNvPr>
              <p:cNvSpPr>
                <a:spLocks noChangeShapeType="1"/>
              </p:cNvSpPr>
              <p:nvPr/>
            </p:nvSpPr>
            <p:spPr bwMode="auto">
              <a:xfrm>
                <a:off x="3165" y="2460"/>
                <a:ext cx="159"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6251" name="Oval 21">
                <a:extLst>
                  <a:ext uri="{FF2B5EF4-FFF2-40B4-BE49-F238E27FC236}">
                    <a16:creationId xmlns:a16="http://schemas.microsoft.com/office/drawing/2014/main" id="{BFBDC46E-F608-40A1-A488-8368FABF401E}"/>
                  </a:ext>
                </a:extLst>
              </p:cNvPr>
              <p:cNvSpPr>
                <a:spLocks noChangeArrowheads="1"/>
              </p:cNvSpPr>
              <p:nvPr/>
            </p:nvSpPr>
            <p:spPr bwMode="auto">
              <a:xfrm>
                <a:off x="4111" y="2344"/>
                <a:ext cx="48" cy="59"/>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6252" name="Oval 22">
                <a:extLst>
                  <a:ext uri="{FF2B5EF4-FFF2-40B4-BE49-F238E27FC236}">
                    <a16:creationId xmlns:a16="http://schemas.microsoft.com/office/drawing/2014/main" id="{D70FDFCE-A641-4F71-9470-BCE348F1E719}"/>
                  </a:ext>
                </a:extLst>
              </p:cNvPr>
              <p:cNvSpPr>
                <a:spLocks noChangeArrowheads="1"/>
              </p:cNvSpPr>
              <p:nvPr/>
            </p:nvSpPr>
            <p:spPr bwMode="auto">
              <a:xfrm>
                <a:off x="4123" y="3354"/>
                <a:ext cx="48" cy="59"/>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6253" name="Oval 23">
                <a:extLst>
                  <a:ext uri="{FF2B5EF4-FFF2-40B4-BE49-F238E27FC236}">
                    <a16:creationId xmlns:a16="http://schemas.microsoft.com/office/drawing/2014/main" id="{DB718F01-78B0-4909-9B29-1A379820B2FE}"/>
                  </a:ext>
                </a:extLst>
              </p:cNvPr>
              <p:cNvSpPr>
                <a:spLocks noChangeArrowheads="1"/>
              </p:cNvSpPr>
              <p:nvPr/>
            </p:nvSpPr>
            <p:spPr bwMode="auto">
              <a:xfrm>
                <a:off x="5564" y="2317"/>
                <a:ext cx="48" cy="59"/>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6254" name="Oval 24">
                <a:extLst>
                  <a:ext uri="{FF2B5EF4-FFF2-40B4-BE49-F238E27FC236}">
                    <a16:creationId xmlns:a16="http://schemas.microsoft.com/office/drawing/2014/main" id="{FD5870E7-CA3D-4BF4-B964-D29F126079AA}"/>
                  </a:ext>
                </a:extLst>
              </p:cNvPr>
              <p:cNvSpPr>
                <a:spLocks noChangeArrowheads="1"/>
              </p:cNvSpPr>
              <p:nvPr/>
            </p:nvSpPr>
            <p:spPr bwMode="auto">
              <a:xfrm>
                <a:off x="5580" y="3325"/>
                <a:ext cx="48" cy="58"/>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6255" name="Rectangle 25">
                <a:extLst>
                  <a:ext uri="{FF2B5EF4-FFF2-40B4-BE49-F238E27FC236}">
                    <a16:creationId xmlns:a16="http://schemas.microsoft.com/office/drawing/2014/main" id="{25409FBB-CF1B-4396-9F48-B5F1C7815D6D}"/>
                  </a:ext>
                </a:extLst>
              </p:cNvPr>
              <p:cNvSpPr>
                <a:spLocks noChangeArrowheads="1"/>
              </p:cNvSpPr>
              <p:nvPr/>
            </p:nvSpPr>
            <p:spPr bwMode="auto">
              <a:xfrm>
                <a:off x="5114" y="2687"/>
                <a:ext cx="207"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i="1"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6256" name="AutoShape 26">
                <a:extLst>
                  <a:ext uri="{FF2B5EF4-FFF2-40B4-BE49-F238E27FC236}">
                    <a16:creationId xmlns:a16="http://schemas.microsoft.com/office/drawing/2014/main" id="{1680CA2E-84BF-4B3C-9548-D7753A58FB49}"/>
                  </a:ext>
                </a:extLst>
              </p:cNvPr>
              <p:cNvSpPr>
                <a:spLocks noChangeArrowheads="1"/>
              </p:cNvSpPr>
              <p:nvPr/>
            </p:nvSpPr>
            <p:spPr bwMode="auto">
              <a:xfrm>
                <a:off x="4330" y="2818"/>
                <a:ext cx="322" cy="156"/>
              </a:xfrm>
              <a:prstGeom prst="rightArrow">
                <a:avLst>
                  <a:gd name="adj1" fmla="val 50000"/>
                  <a:gd name="adj2" fmla="val 51603"/>
                </a:avLst>
              </a:prstGeom>
              <a:solidFill>
                <a:srgbClr val="FF00FF"/>
              </a:solidFill>
              <a:ln w="9525">
                <a:solidFill>
                  <a:srgbClr val="FF00FF"/>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6257" name="Rectangle 27">
                <a:extLst>
                  <a:ext uri="{FF2B5EF4-FFF2-40B4-BE49-F238E27FC236}">
                    <a16:creationId xmlns:a16="http://schemas.microsoft.com/office/drawing/2014/main" id="{44A16959-F62E-49E9-B603-A2F1C5B599C4}"/>
                  </a:ext>
                </a:extLst>
              </p:cNvPr>
              <p:cNvSpPr>
                <a:spLocks noChangeArrowheads="1"/>
              </p:cNvSpPr>
              <p:nvPr/>
            </p:nvSpPr>
            <p:spPr bwMode="auto">
              <a:xfrm>
                <a:off x="5010" y="3584"/>
                <a:ext cx="29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b="1">
                    <a:solidFill>
                      <a:srgbClr val="000000"/>
                    </a:solidFill>
                    <a:ea typeface="宋体" panose="02010600030101010101" pitchFamily="2" charset="-122"/>
                  </a:rPr>
                  <a:t>(</a:t>
                </a:r>
                <a:r>
                  <a:rPr kumimoji="0" lang="en-US" altLang="zh-CN" sz="2000" b="1" i="1">
                    <a:solidFill>
                      <a:srgbClr val="000000"/>
                    </a:solidFill>
                    <a:ea typeface="宋体" panose="02010600030101010101" pitchFamily="2" charset="-122"/>
                  </a:rPr>
                  <a:t>b</a:t>
                </a:r>
                <a:r>
                  <a:rPr kumimoji="0" lang="en-US" altLang="zh-CN" sz="2000" b="1">
                    <a:solidFill>
                      <a:srgbClr val="000000"/>
                    </a:solidFill>
                    <a:ea typeface="宋体" panose="02010600030101010101" pitchFamily="2" charset="-122"/>
                  </a:rPr>
                  <a:t>)</a:t>
                </a:r>
              </a:p>
            </p:txBody>
          </p:sp>
          <p:sp>
            <p:nvSpPr>
              <p:cNvPr id="436258" name="Rectangle 28">
                <a:extLst>
                  <a:ext uri="{FF2B5EF4-FFF2-40B4-BE49-F238E27FC236}">
                    <a16:creationId xmlns:a16="http://schemas.microsoft.com/office/drawing/2014/main" id="{D37A3D03-29D9-4742-AFCA-19FF18E774C2}"/>
                  </a:ext>
                </a:extLst>
              </p:cNvPr>
              <p:cNvSpPr>
                <a:spLocks noChangeArrowheads="1"/>
              </p:cNvSpPr>
              <p:nvPr/>
            </p:nvSpPr>
            <p:spPr bwMode="auto">
              <a:xfrm>
                <a:off x="3605" y="3552"/>
                <a:ext cx="25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b="1">
                    <a:solidFill>
                      <a:srgbClr val="000000"/>
                    </a:solidFill>
                    <a:ea typeface="宋体" panose="02010600030101010101" pitchFamily="2" charset="-122"/>
                  </a:rPr>
                  <a:t>(</a:t>
                </a:r>
                <a:r>
                  <a:rPr kumimoji="0" lang="en-US" altLang="zh-CN" sz="2000" b="1" i="1">
                    <a:solidFill>
                      <a:srgbClr val="000000"/>
                    </a:solidFill>
                    <a:ea typeface="宋体" panose="02010600030101010101" pitchFamily="2" charset="-122"/>
                  </a:rPr>
                  <a:t>a</a:t>
                </a:r>
                <a:r>
                  <a:rPr kumimoji="0" lang="en-US" altLang="zh-CN" sz="2000" b="1">
                    <a:solidFill>
                      <a:srgbClr val="000000"/>
                    </a:solidFill>
                    <a:ea typeface="宋体" panose="02010600030101010101" pitchFamily="2" charset="-122"/>
                  </a:rPr>
                  <a:t>)</a:t>
                </a:r>
              </a:p>
            </p:txBody>
          </p:sp>
          <p:sp>
            <p:nvSpPr>
              <p:cNvPr id="436259" name="Line 29">
                <a:extLst>
                  <a:ext uri="{FF2B5EF4-FFF2-40B4-BE49-F238E27FC236}">
                    <a16:creationId xmlns:a16="http://schemas.microsoft.com/office/drawing/2014/main" id="{A02F148F-D837-454B-A6B4-B7BEDA85737F}"/>
                  </a:ext>
                </a:extLst>
              </p:cNvPr>
              <p:cNvSpPr>
                <a:spLocks noChangeShapeType="1"/>
              </p:cNvSpPr>
              <p:nvPr/>
            </p:nvSpPr>
            <p:spPr bwMode="auto">
              <a:xfrm>
                <a:off x="4823" y="2832"/>
                <a:ext cx="14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6260" name="Line 30">
                <a:extLst>
                  <a:ext uri="{FF2B5EF4-FFF2-40B4-BE49-F238E27FC236}">
                    <a16:creationId xmlns:a16="http://schemas.microsoft.com/office/drawing/2014/main" id="{8A6E0DF3-7A44-451B-8AD6-208D44D4D9AD}"/>
                  </a:ext>
                </a:extLst>
              </p:cNvPr>
              <p:cNvSpPr>
                <a:spLocks noChangeShapeType="1"/>
              </p:cNvSpPr>
              <p:nvPr/>
            </p:nvSpPr>
            <p:spPr bwMode="auto">
              <a:xfrm>
                <a:off x="4823" y="2880"/>
                <a:ext cx="14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6261" name="Freeform 31">
                <a:extLst>
                  <a:ext uri="{FF2B5EF4-FFF2-40B4-BE49-F238E27FC236}">
                    <a16:creationId xmlns:a16="http://schemas.microsoft.com/office/drawing/2014/main" id="{2EA6A881-134A-4342-A572-83ED1FFF457F}"/>
                  </a:ext>
                </a:extLst>
              </p:cNvPr>
              <p:cNvSpPr>
                <a:spLocks/>
              </p:cNvSpPr>
              <p:nvPr/>
            </p:nvSpPr>
            <p:spPr bwMode="auto">
              <a:xfrm>
                <a:off x="4895" y="2352"/>
                <a:ext cx="672" cy="480"/>
              </a:xfrm>
              <a:custGeom>
                <a:avLst/>
                <a:gdLst>
                  <a:gd name="T0" fmla="*/ 0 w 672"/>
                  <a:gd name="T1" fmla="*/ 54 h 528"/>
                  <a:gd name="T2" fmla="*/ 0 w 672"/>
                  <a:gd name="T3" fmla="*/ 0 h 528"/>
                  <a:gd name="T4" fmla="*/ 672 w 672"/>
                  <a:gd name="T5" fmla="*/ 0 h 528"/>
                  <a:gd name="T6" fmla="*/ 0 60000 65536"/>
                  <a:gd name="T7" fmla="*/ 0 60000 65536"/>
                  <a:gd name="T8" fmla="*/ 0 60000 65536"/>
                  <a:gd name="T9" fmla="*/ 0 w 672"/>
                  <a:gd name="T10" fmla="*/ 0 h 528"/>
                  <a:gd name="T11" fmla="*/ 672 w 672"/>
                  <a:gd name="T12" fmla="*/ 528 h 528"/>
                </a:gdLst>
                <a:ahLst/>
                <a:cxnLst>
                  <a:cxn ang="T6">
                    <a:pos x="T0" y="T1"/>
                  </a:cxn>
                  <a:cxn ang="T7">
                    <a:pos x="T2" y="T3"/>
                  </a:cxn>
                  <a:cxn ang="T8">
                    <a:pos x="T4" y="T5"/>
                  </a:cxn>
                </a:cxnLst>
                <a:rect l="T9" t="T10" r="T11" b="T12"/>
                <a:pathLst>
                  <a:path w="672" h="528">
                    <a:moveTo>
                      <a:pt x="0" y="528"/>
                    </a:moveTo>
                    <a:lnTo>
                      <a:pt x="0" y="0"/>
                    </a:lnTo>
                    <a:lnTo>
                      <a:pt x="672" y="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36262" name="Freeform 32">
                <a:extLst>
                  <a:ext uri="{FF2B5EF4-FFF2-40B4-BE49-F238E27FC236}">
                    <a16:creationId xmlns:a16="http://schemas.microsoft.com/office/drawing/2014/main" id="{F486EDC7-26F7-46AA-9A56-0546CD5026E3}"/>
                  </a:ext>
                </a:extLst>
              </p:cNvPr>
              <p:cNvSpPr>
                <a:spLocks/>
              </p:cNvSpPr>
              <p:nvPr/>
            </p:nvSpPr>
            <p:spPr bwMode="auto">
              <a:xfrm flipV="1">
                <a:off x="4903" y="2880"/>
                <a:ext cx="672" cy="480"/>
              </a:xfrm>
              <a:custGeom>
                <a:avLst/>
                <a:gdLst>
                  <a:gd name="T0" fmla="*/ 0 w 672"/>
                  <a:gd name="T1" fmla="*/ 54 h 528"/>
                  <a:gd name="T2" fmla="*/ 0 w 672"/>
                  <a:gd name="T3" fmla="*/ 0 h 528"/>
                  <a:gd name="T4" fmla="*/ 672 w 672"/>
                  <a:gd name="T5" fmla="*/ 0 h 528"/>
                  <a:gd name="T6" fmla="*/ 0 60000 65536"/>
                  <a:gd name="T7" fmla="*/ 0 60000 65536"/>
                  <a:gd name="T8" fmla="*/ 0 60000 65536"/>
                  <a:gd name="T9" fmla="*/ 0 w 672"/>
                  <a:gd name="T10" fmla="*/ 0 h 528"/>
                  <a:gd name="T11" fmla="*/ 672 w 672"/>
                  <a:gd name="T12" fmla="*/ 528 h 528"/>
                </a:gdLst>
                <a:ahLst/>
                <a:cxnLst>
                  <a:cxn ang="T6">
                    <a:pos x="T0" y="T1"/>
                  </a:cxn>
                  <a:cxn ang="T7">
                    <a:pos x="T2" y="T3"/>
                  </a:cxn>
                  <a:cxn ang="T8">
                    <a:pos x="T4" y="T5"/>
                  </a:cxn>
                </a:cxnLst>
                <a:rect l="T9" t="T10" r="T11" b="T12"/>
                <a:pathLst>
                  <a:path w="672" h="528">
                    <a:moveTo>
                      <a:pt x="0" y="528"/>
                    </a:moveTo>
                    <a:lnTo>
                      <a:pt x="0" y="0"/>
                    </a:lnTo>
                    <a:lnTo>
                      <a:pt x="672" y="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436237" name="Text Box 33">
              <a:extLst>
                <a:ext uri="{FF2B5EF4-FFF2-40B4-BE49-F238E27FC236}">
                  <a16:creationId xmlns:a16="http://schemas.microsoft.com/office/drawing/2014/main" id="{87A04BE2-7308-44BF-B4AB-937C6A45D969}"/>
                </a:ext>
              </a:extLst>
            </p:cNvPr>
            <p:cNvSpPr txBox="1">
              <a:spLocks noChangeArrowheads="1"/>
            </p:cNvSpPr>
            <p:nvPr/>
          </p:nvSpPr>
          <p:spPr bwMode="auto">
            <a:xfrm>
              <a:off x="2336" y="3748"/>
              <a:ext cx="3175"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50000"/>
                </a:spcBef>
                <a:buSzTx/>
                <a:buFontTx/>
                <a:buNone/>
              </a:pPr>
              <a:r>
                <a:rPr kumimoji="0" lang="zh-CN" altLang="en-US" sz="2200">
                  <a:solidFill>
                    <a:srgbClr val="000000"/>
                  </a:solidFill>
                  <a:latin typeface="楷体_GB2312" pitchFamily="49" charset="-122"/>
                </a:rPr>
                <a:t>压电传感器的等效电路</a:t>
              </a:r>
            </a:p>
          </p:txBody>
        </p:sp>
      </p:grpSp>
      <p:graphicFrame>
        <p:nvGraphicFramePr>
          <p:cNvPr id="637987" name="Object 35">
            <a:extLst>
              <a:ext uri="{FF2B5EF4-FFF2-40B4-BE49-F238E27FC236}">
                <a16:creationId xmlns:a16="http://schemas.microsoft.com/office/drawing/2014/main" id="{658C3CAC-19DC-478D-BE77-B6CC30271939}"/>
              </a:ext>
            </a:extLst>
          </p:cNvPr>
          <p:cNvGraphicFramePr>
            <a:graphicFrameLocks noChangeAspect="1"/>
          </p:cNvGraphicFramePr>
          <p:nvPr/>
        </p:nvGraphicFramePr>
        <p:xfrm>
          <a:off x="971550" y="3933825"/>
          <a:ext cx="2778125" cy="1079500"/>
        </p:xfrm>
        <a:graphic>
          <a:graphicData uri="http://schemas.openxmlformats.org/presentationml/2006/ole">
            <mc:AlternateContent xmlns:mc="http://schemas.openxmlformats.org/markup-compatibility/2006">
              <mc:Choice xmlns:v="urn:schemas-microsoft-com:vml" Requires="v">
                <p:oleObj spid="_x0000_s436272" name="Equation" r:id="rId4" imgW="914003" imgH="355446" progId="Equation.DSMT4">
                  <p:embed/>
                </p:oleObj>
              </mc:Choice>
              <mc:Fallback>
                <p:oleObj name="Equation" r:id="rId4" imgW="914003" imgH="355446" progId="Equation.DSMT4">
                  <p:embed/>
                  <p:pic>
                    <p:nvPicPr>
                      <p:cNvPr id="0"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3933825"/>
                        <a:ext cx="2778125" cy="10795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7988" name="Text Box 36">
            <a:extLst>
              <a:ext uri="{FF2B5EF4-FFF2-40B4-BE49-F238E27FC236}">
                <a16:creationId xmlns:a16="http://schemas.microsoft.com/office/drawing/2014/main" id="{A447E6C8-68AD-4810-80D6-87CDD14052B5}"/>
              </a:ext>
            </a:extLst>
          </p:cNvPr>
          <p:cNvSpPr txBox="1">
            <a:spLocks noChangeArrowheads="1"/>
          </p:cNvSpPr>
          <p:nvPr/>
        </p:nvSpPr>
        <p:spPr bwMode="auto">
          <a:xfrm>
            <a:off x="673100" y="3284538"/>
            <a:ext cx="26654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其电容量为：</a:t>
            </a:r>
          </a:p>
        </p:txBody>
      </p:sp>
      <p:sp>
        <p:nvSpPr>
          <p:cNvPr id="637989" name="Text Box 37">
            <a:extLst>
              <a:ext uri="{FF2B5EF4-FFF2-40B4-BE49-F238E27FC236}">
                <a16:creationId xmlns:a16="http://schemas.microsoft.com/office/drawing/2014/main" id="{92CD6350-95F9-4236-9817-AD5AB65F1903}"/>
              </a:ext>
            </a:extLst>
          </p:cNvPr>
          <p:cNvSpPr txBox="1">
            <a:spLocks noChangeArrowheads="1"/>
          </p:cNvSpPr>
          <p:nvPr/>
        </p:nvSpPr>
        <p:spPr bwMode="auto">
          <a:xfrm>
            <a:off x="971550" y="5300663"/>
            <a:ext cx="259238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200" i="1">
                <a:solidFill>
                  <a:srgbClr val="000000"/>
                </a:solidFill>
              </a:rPr>
              <a:t>t</a:t>
            </a:r>
            <a:r>
              <a:rPr kumimoji="0" lang="zh-CN" altLang="en-US" sz="2200">
                <a:solidFill>
                  <a:srgbClr val="000000"/>
                </a:solidFill>
              </a:rPr>
              <a:t>：晶体厚度（</a:t>
            </a:r>
            <a:r>
              <a:rPr kumimoji="0" lang="en-US" altLang="zh-CN" sz="2200">
                <a:solidFill>
                  <a:srgbClr val="000000"/>
                </a:solidFill>
              </a:rPr>
              <a:t>m</a:t>
            </a:r>
            <a:r>
              <a:rPr kumimoji="0" lang="zh-CN" altLang="en-US" sz="2200">
                <a:solidFill>
                  <a:srgbClr val="000000"/>
                </a:solidFill>
              </a:rPr>
              <a:t>）</a:t>
            </a:r>
          </a:p>
        </p:txBody>
      </p:sp>
      <p:sp>
        <p:nvSpPr>
          <p:cNvPr id="38" name="矩形 37">
            <a:extLst>
              <a:ext uri="{FF2B5EF4-FFF2-40B4-BE49-F238E27FC236}">
                <a16:creationId xmlns:a16="http://schemas.microsoft.com/office/drawing/2014/main" id="{445F9F0A-04EF-4B16-ABB3-6662044C068A}"/>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9" name="灯片编号占位符 5">
            <a:extLst>
              <a:ext uri="{FF2B5EF4-FFF2-40B4-BE49-F238E27FC236}">
                <a16:creationId xmlns:a16="http://schemas.microsoft.com/office/drawing/2014/main" id="{A80A1E09-F838-4EB4-8E08-17B8A68C283F}"/>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6907BE5-DB4D-4F2D-BC30-11340501492B}" type="slidenum">
              <a:rPr lang="en-US" altLang="zh-CN" sz="1400">
                <a:solidFill>
                  <a:srgbClr val="000000"/>
                </a:solidFill>
                <a:ea typeface="宋体" panose="02010600030101010101" pitchFamily="2" charset="-122"/>
              </a:rPr>
              <a:pPr eaLnBrk="1" hangingPunct="1"/>
              <a:t>55</a:t>
            </a:fld>
            <a:endParaRPr lang="en-US" altLang="zh-CN" sz="1400">
              <a:solidFill>
                <a:srgbClr val="000000"/>
              </a:solidFill>
              <a:ea typeface="宋体" panose="02010600030101010101" pitchFamily="2" charset="-122"/>
            </a:endParaRPr>
          </a:p>
        </p:txBody>
      </p:sp>
      <p:sp>
        <p:nvSpPr>
          <p:cNvPr id="40" name="页脚占位符 6">
            <a:extLst>
              <a:ext uri="{FF2B5EF4-FFF2-40B4-BE49-F238E27FC236}">
                <a16:creationId xmlns:a16="http://schemas.microsoft.com/office/drawing/2014/main" id="{51F24979-48D5-4761-8971-0598D2288585}"/>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7989"/>
                                        </p:tgtEl>
                                        <p:attrNameLst>
                                          <p:attrName>style.visibility</p:attrName>
                                        </p:attrNameLst>
                                      </p:cBhvr>
                                      <p:to>
                                        <p:strVal val="visible"/>
                                      </p:to>
                                    </p:set>
                                    <p:animEffect transition="in" filter="blinds(horizontal)">
                                      <p:cBhvr>
                                        <p:cTn id="7" dur="500"/>
                                        <p:tgtEl>
                                          <p:spTgt spid="637989"/>
                                        </p:tgtEl>
                                      </p:cBhvr>
                                    </p:animEffect>
                                  </p:childTnLst>
                                </p:cTn>
                              </p:par>
                              <p:par>
                                <p:cTn id="8" presetID="3" presetClass="entr" presetSubtype="10" fill="hold" nodeType="withEffect">
                                  <p:stCondLst>
                                    <p:cond delay="0"/>
                                  </p:stCondLst>
                                  <p:childTnLst>
                                    <p:set>
                                      <p:cBhvr>
                                        <p:cTn id="9" dur="1" fill="hold">
                                          <p:stCondLst>
                                            <p:cond delay="0"/>
                                          </p:stCondLst>
                                        </p:cTn>
                                        <p:tgtEl>
                                          <p:spTgt spid="637987"/>
                                        </p:tgtEl>
                                        <p:attrNameLst>
                                          <p:attrName>style.visibility</p:attrName>
                                        </p:attrNameLst>
                                      </p:cBhvr>
                                      <p:to>
                                        <p:strVal val="visible"/>
                                      </p:to>
                                    </p:set>
                                    <p:animEffect transition="in" filter="blinds(horizontal)">
                                      <p:cBhvr>
                                        <p:cTn id="10" dur="500"/>
                                        <p:tgtEl>
                                          <p:spTgt spid="63798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37988"/>
                                        </p:tgtEl>
                                        <p:attrNameLst>
                                          <p:attrName>style.visibility</p:attrName>
                                        </p:attrNameLst>
                                      </p:cBhvr>
                                      <p:to>
                                        <p:strVal val="visible"/>
                                      </p:to>
                                    </p:set>
                                    <p:animEffect transition="in" filter="blinds(horizontal)">
                                      <p:cBhvr>
                                        <p:cTn id="13" dur="500"/>
                                        <p:tgtEl>
                                          <p:spTgt spid="637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88" grpId="0"/>
      <p:bldP spid="63798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Text Box 32">
            <a:extLst>
              <a:ext uri="{FF2B5EF4-FFF2-40B4-BE49-F238E27FC236}">
                <a16:creationId xmlns:a16="http://schemas.microsoft.com/office/drawing/2014/main" id="{03CEC2A8-445F-4487-8C34-187171585111}"/>
              </a:ext>
            </a:extLst>
          </p:cNvPr>
          <p:cNvSpPr txBox="1">
            <a:spLocks noChangeArrowheads="1"/>
          </p:cNvSpPr>
          <p:nvPr/>
        </p:nvSpPr>
        <p:spPr bwMode="auto">
          <a:xfrm>
            <a:off x="642938" y="4214813"/>
            <a:ext cx="8137525" cy="136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fontAlgn="t" hangingPunct="1">
              <a:lnSpc>
                <a:spcPct val="130000"/>
              </a:lnSpc>
              <a:buClr>
                <a:srgbClr val="FFFF00"/>
              </a:buClr>
              <a:buSzPct val="80000"/>
              <a:buFont typeface="Wingdings" panose="05000000000000000000" pitchFamily="2" charset="2"/>
              <a:buNone/>
            </a:pPr>
            <a:r>
              <a:rPr kumimoji="0" lang="en-US" altLang="zh-CN">
                <a:solidFill>
                  <a:srgbClr val="000000"/>
                </a:solidFill>
                <a:latin typeface="楷体_GB2312" pitchFamily="49" charset="-122"/>
              </a:rPr>
              <a:t>   </a:t>
            </a:r>
            <a:r>
              <a:rPr kumimoji="0" lang="zh-CN" altLang="en-US" sz="2000">
                <a:solidFill>
                  <a:srgbClr val="000000"/>
                </a:solidFill>
                <a:latin typeface="楷体_GB2312" pitchFamily="49" charset="-122"/>
              </a:rPr>
              <a:t>由等效电路可知，只有传感器内部信号电荷无</a:t>
            </a:r>
            <a:r>
              <a:rPr kumimoji="0" lang="zh-CN" altLang="en-US" sz="2000">
                <a:solidFill>
                  <a:srgbClr val="000000"/>
                </a:solidFill>
                <a:latin typeface="Arial" panose="020B0604020202020204" pitchFamily="34" charset="0"/>
              </a:rPr>
              <a:t>“</a:t>
            </a:r>
            <a:r>
              <a:rPr kumimoji="0" lang="zh-CN" altLang="en-US" sz="2000">
                <a:solidFill>
                  <a:srgbClr val="000000"/>
                </a:solidFill>
                <a:latin typeface="楷体_GB2312" pitchFamily="49" charset="-122"/>
              </a:rPr>
              <a:t>漏损</a:t>
            </a:r>
            <a:r>
              <a:rPr kumimoji="0" lang="zh-CN" altLang="en-US" sz="2000">
                <a:solidFill>
                  <a:srgbClr val="000000"/>
                </a:solidFill>
                <a:latin typeface="Arial" panose="020B0604020202020204" pitchFamily="34" charset="0"/>
              </a:rPr>
              <a:t>”</a:t>
            </a:r>
            <a:r>
              <a:rPr kumimoji="0" lang="zh-CN" altLang="en-US" sz="2000">
                <a:solidFill>
                  <a:srgbClr val="000000"/>
                </a:solidFill>
                <a:latin typeface="楷体_GB2312" pitchFamily="49" charset="-122"/>
              </a:rPr>
              <a:t>，外电路负载为无穷大时，传感器产生的电压或电荷才能长期保存，否则电路将以某时间常数按指数规律放电。</a:t>
            </a:r>
          </a:p>
        </p:txBody>
      </p:sp>
      <p:sp>
        <p:nvSpPr>
          <p:cNvPr id="437251" name="Text Box 34">
            <a:extLst>
              <a:ext uri="{FF2B5EF4-FFF2-40B4-BE49-F238E27FC236}">
                <a16:creationId xmlns:a16="http://schemas.microsoft.com/office/drawing/2014/main" id="{7FC4431C-D680-4E92-8A24-B67F184E38F6}"/>
              </a:ext>
            </a:extLst>
          </p:cNvPr>
          <p:cNvSpPr txBox="1">
            <a:spLocks noChangeArrowheads="1"/>
          </p:cNvSpPr>
          <p:nvPr/>
        </p:nvSpPr>
        <p:spPr bwMode="auto">
          <a:xfrm>
            <a:off x="3929063" y="5643563"/>
            <a:ext cx="367188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a:solidFill>
                  <a:srgbClr val="FF0000"/>
                </a:solidFill>
                <a:cs typeface="Times New Roman" panose="02020603050405020304" pitchFamily="18" charset="0"/>
              </a:rPr>
              <a:t>♦ </a:t>
            </a:r>
            <a:r>
              <a:rPr kumimoji="0" lang="zh-CN" altLang="en-US">
                <a:solidFill>
                  <a:srgbClr val="FF0000"/>
                </a:solidFill>
                <a:latin typeface="楷体_GB2312" pitchFamily="49" charset="-122"/>
                <a:cs typeface="Times New Roman" panose="02020603050405020304" pitchFamily="18" charset="0"/>
              </a:rPr>
              <a:t>不适合于静态测量</a:t>
            </a:r>
          </a:p>
        </p:txBody>
      </p:sp>
      <p:sp>
        <p:nvSpPr>
          <p:cNvPr id="32" name="矩形 31">
            <a:extLst>
              <a:ext uri="{FF2B5EF4-FFF2-40B4-BE49-F238E27FC236}">
                <a16:creationId xmlns:a16="http://schemas.microsoft.com/office/drawing/2014/main" id="{571396D5-5860-499B-8F3A-28634582E19F}"/>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3" name="灯片编号占位符 5">
            <a:extLst>
              <a:ext uri="{FF2B5EF4-FFF2-40B4-BE49-F238E27FC236}">
                <a16:creationId xmlns:a16="http://schemas.microsoft.com/office/drawing/2014/main" id="{436B5924-86C7-4BEC-858A-883E7E4038C4}"/>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344DE4C5-CAB2-4D69-A1A2-6B065DCA7811}" type="slidenum">
              <a:rPr lang="en-US" altLang="zh-CN" sz="1400">
                <a:solidFill>
                  <a:srgbClr val="000000"/>
                </a:solidFill>
                <a:ea typeface="宋体" panose="02010600030101010101" pitchFamily="2" charset="-122"/>
              </a:rPr>
              <a:pPr eaLnBrk="1" hangingPunct="1"/>
              <a:t>56</a:t>
            </a:fld>
            <a:endParaRPr lang="en-US" altLang="zh-CN" sz="1400">
              <a:solidFill>
                <a:srgbClr val="000000"/>
              </a:solidFill>
              <a:ea typeface="宋体" panose="02010600030101010101" pitchFamily="2" charset="-122"/>
            </a:endParaRPr>
          </a:p>
        </p:txBody>
      </p:sp>
      <p:sp>
        <p:nvSpPr>
          <p:cNvPr id="34" name="页脚占位符 6">
            <a:extLst>
              <a:ext uri="{FF2B5EF4-FFF2-40B4-BE49-F238E27FC236}">
                <a16:creationId xmlns:a16="http://schemas.microsoft.com/office/drawing/2014/main" id="{6BCFCC1A-C847-43B7-A9B6-B837153BF31E}"/>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437255" name="Text Box 4">
            <a:extLst>
              <a:ext uri="{FF2B5EF4-FFF2-40B4-BE49-F238E27FC236}">
                <a16:creationId xmlns:a16="http://schemas.microsoft.com/office/drawing/2014/main" id="{5F26C399-064D-4AB4-88D6-2C337DCF5D9C}"/>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2.1 </a:t>
            </a:r>
            <a:r>
              <a:rPr kumimoji="0" lang="zh-CN" altLang="en-US" sz="2800" b="1">
                <a:solidFill>
                  <a:srgbClr val="0070C0"/>
                </a:solidFill>
                <a:latin typeface="楷体_GB2312" pitchFamily="49" charset="-122"/>
              </a:rPr>
              <a:t>传感器的等效电路（续）</a:t>
            </a:r>
          </a:p>
        </p:txBody>
      </p:sp>
      <p:pic>
        <p:nvPicPr>
          <p:cNvPr id="437256" name="Picture 3" descr="C:\Documents and Settings\Administrator\桌面\QQ1.png">
            <a:extLst>
              <a:ext uri="{FF2B5EF4-FFF2-40B4-BE49-F238E27FC236}">
                <a16:creationId xmlns:a16="http://schemas.microsoft.com/office/drawing/2014/main" id="{BBE9B017-45B0-4797-B617-AD90D0C114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0" y="1214438"/>
            <a:ext cx="5500688"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Text Box 36">
            <a:extLst>
              <a:ext uri="{FF2B5EF4-FFF2-40B4-BE49-F238E27FC236}">
                <a16:creationId xmlns:a16="http://schemas.microsoft.com/office/drawing/2014/main" id="{C60B9929-D2CF-4E91-B0DC-A24F63318FB0}"/>
              </a:ext>
            </a:extLst>
          </p:cNvPr>
          <p:cNvSpPr txBox="1">
            <a:spLocks noChangeArrowheads="1"/>
          </p:cNvSpPr>
          <p:nvPr/>
        </p:nvSpPr>
        <p:spPr bwMode="auto">
          <a:xfrm>
            <a:off x="5292725" y="3141663"/>
            <a:ext cx="3240088" cy="225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0"/>
              </a:spcBef>
              <a:buSzTx/>
              <a:buFontTx/>
              <a:buNone/>
            </a:pPr>
            <a:r>
              <a:rPr kumimoji="0" lang="en-US" altLang="zh-CN" sz="1800" i="1">
                <a:solidFill>
                  <a:srgbClr val="000000"/>
                </a:solidFill>
              </a:rPr>
              <a:t>C</a:t>
            </a:r>
            <a:r>
              <a:rPr kumimoji="0" lang="en-US" altLang="zh-CN" sz="1800" baseline="-25000">
                <a:solidFill>
                  <a:srgbClr val="000000"/>
                </a:solidFill>
              </a:rPr>
              <a:t>a</a:t>
            </a:r>
            <a:r>
              <a:rPr kumimoji="0" lang="en-US" altLang="zh-CN" sz="1800">
                <a:solidFill>
                  <a:srgbClr val="000000"/>
                </a:solidFill>
              </a:rPr>
              <a:t>—</a:t>
            </a:r>
            <a:r>
              <a:rPr kumimoji="0" lang="zh-CN" altLang="en-US" sz="1800">
                <a:solidFill>
                  <a:srgbClr val="000000"/>
                </a:solidFill>
              </a:rPr>
              <a:t>传感器的固有电容；</a:t>
            </a:r>
          </a:p>
          <a:p>
            <a:pPr algn="l" eaLnBrk="1" hangingPunct="1">
              <a:lnSpc>
                <a:spcPct val="130000"/>
              </a:lnSpc>
              <a:spcBef>
                <a:spcPct val="0"/>
              </a:spcBef>
              <a:buSzTx/>
              <a:buFontTx/>
              <a:buNone/>
            </a:pPr>
            <a:r>
              <a:rPr kumimoji="0" lang="en-US" altLang="zh-CN" sz="1800" i="1">
                <a:solidFill>
                  <a:srgbClr val="000000"/>
                </a:solidFill>
              </a:rPr>
              <a:t>R</a:t>
            </a:r>
            <a:r>
              <a:rPr kumimoji="0" lang="en-US" altLang="zh-CN" sz="1800" baseline="-25000">
                <a:solidFill>
                  <a:srgbClr val="000000"/>
                </a:solidFill>
              </a:rPr>
              <a:t>a</a:t>
            </a:r>
            <a:r>
              <a:rPr kumimoji="0" lang="en-US" altLang="zh-CN" sz="1800">
                <a:solidFill>
                  <a:srgbClr val="000000"/>
                </a:solidFill>
              </a:rPr>
              <a:t> —</a:t>
            </a:r>
            <a:r>
              <a:rPr kumimoji="0" lang="zh-CN" altLang="en-US" sz="1800">
                <a:solidFill>
                  <a:srgbClr val="000000"/>
                </a:solidFill>
              </a:rPr>
              <a:t>包括连接导线在内的传感</a:t>
            </a:r>
          </a:p>
          <a:p>
            <a:pPr algn="l" eaLnBrk="1" hangingPunct="1">
              <a:lnSpc>
                <a:spcPct val="130000"/>
              </a:lnSpc>
              <a:spcBef>
                <a:spcPct val="0"/>
              </a:spcBef>
              <a:buSzTx/>
              <a:buFontTx/>
              <a:buNone/>
            </a:pPr>
            <a:r>
              <a:rPr kumimoji="0" lang="zh-CN" altLang="en-US" sz="1800">
                <a:solidFill>
                  <a:srgbClr val="000000"/>
                </a:solidFill>
              </a:rPr>
              <a:t>         器绝缘电阻；</a:t>
            </a:r>
            <a:endParaRPr kumimoji="0" lang="en-US" altLang="zh-CN" sz="1800">
              <a:solidFill>
                <a:srgbClr val="000000"/>
              </a:solidFill>
            </a:endParaRPr>
          </a:p>
          <a:p>
            <a:pPr algn="l" eaLnBrk="1" hangingPunct="1">
              <a:lnSpc>
                <a:spcPct val="130000"/>
              </a:lnSpc>
              <a:spcBef>
                <a:spcPct val="0"/>
              </a:spcBef>
              <a:buSzTx/>
              <a:buFontTx/>
              <a:buNone/>
            </a:pPr>
            <a:r>
              <a:rPr kumimoji="0" lang="en-US" altLang="zh-CN" sz="1800" i="1">
                <a:solidFill>
                  <a:srgbClr val="000000"/>
                </a:solidFill>
              </a:rPr>
              <a:t>C</a:t>
            </a:r>
            <a:r>
              <a:rPr kumimoji="0" lang="en-US" altLang="zh-CN" sz="1800" baseline="-25000">
                <a:solidFill>
                  <a:srgbClr val="000000"/>
                </a:solidFill>
              </a:rPr>
              <a:t>c</a:t>
            </a:r>
            <a:r>
              <a:rPr kumimoji="0" lang="en-US" altLang="zh-CN" sz="1800">
                <a:solidFill>
                  <a:srgbClr val="000000"/>
                </a:solidFill>
              </a:rPr>
              <a:t> — </a:t>
            </a:r>
            <a:r>
              <a:rPr kumimoji="0" lang="zh-CN" altLang="en-US" sz="1800">
                <a:solidFill>
                  <a:srgbClr val="000000"/>
                </a:solidFill>
              </a:rPr>
              <a:t>连接导线对地电容；</a:t>
            </a:r>
          </a:p>
          <a:p>
            <a:pPr algn="l" eaLnBrk="1" hangingPunct="1">
              <a:lnSpc>
                <a:spcPct val="130000"/>
              </a:lnSpc>
              <a:spcBef>
                <a:spcPct val="0"/>
              </a:spcBef>
              <a:buSzTx/>
              <a:buFontTx/>
              <a:buNone/>
            </a:pPr>
            <a:r>
              <a:rPr kumimoji="0" lang="en-US" altLang="zh-CN" sz="1800" i="1">
                <a:solidFill>
                  <a:srgbClr val="000000"/>
                </a:solidFill>
              </a:rPr>
              <a:t>R</a:t>
            </a:r>
            <a:r>
              <a:rPr kumimoji="0" lang="en-US" altLang="zh-CN" sz="1800" baseline="-25000">
                <a:solidFill>
                  <a:srgbClr val="000000"/>
                </a:solidFill>
              </a:rPr>
              <a:t>i</a:t>
            </a:r>
            <a:r>
              <a:rPr kumimoji="0" lang="en-US" altLang="zh-CN" sz="1800">
                <a:solidFill>
                  <a:srgbClr val="000000"/>
                </a:solidFill>
              </a:rPr>
              <a:t> —</a:t>
            </a:r>
            <a:r>
              <a:rPr kumimoji="0" lang="zh-CN" altLang="en-US" sz="1800">
                <a:solidFill>
                  <a:srgbClr val="000000"/>
                </a:solidFill>
              </a:rPr>
              <a:t>前置放大器输入电阻；</a:t>
            </a:r>
            <a:endParaRPr kumimoji="0" lang="en-US" altLang="zh-CN" sz="1800">
              <a:solidFill>
                <a:srgbClr val="000000"/>
              </a:solidFill>
            </a:endParaRPr>
          </a:p>
          <a:p>
            <a:pPr algn="l" eaLnBrk="1" hangingPunct="1">
              <a:lnSpc>
                <a:spcPct val="130000"/>
              </a:lnSpc>
              <a:spcBef>
                <a:spcPct val="0"/>
              </a:spcBef>
              <a:buSzTx/>
              <a:buFontTx/>
              <a:buNone/>
            </a:pPr>
            <a:r>
              <a:rPr kumimoji="0" lang="en-US" altLang="zh-CN" sz="1800" i="1">
                <a:solidFill>
                  <a:srgbClr val="000000"/>
                </a:solidFill>
              </a:rPr>
              <a:t>C</a:t>
            </a:r>
            <a:r>
              <a:rPr kumimoji="0" lang="en-US" altLang="zh-CN" sz="1800" baseline="-25000">
                <a:solidFill>
                  <a:srgbClr val="000000"/>
                </a:solidFill>
              </a:rPr>
              <a:t>i</a:t>
            </a:r>
            <a:r>
              <a:rPr kumimoji="0" lang="en-US" altLang="zh-CN" sz="1800">
                <a:solidFill>
                  <a:srgbClr val="000000"/>
                </a:solidFill>
              </a:rPr>
              <a:t> —</a:t>
            </a:r>
            <a:r>
              <a:rPr kumimoji="0" lang="zh-CN" altLang="en-US" sz="1800">
                <a:solidFill>
                  <a:srgbClr val="000000"/>
                </a:solidFill>
              </a:rPr>
              <a:t>前置放大器输入电容。 </a:t>
            </a:r>
          </a:p>
        </p:txBody>
      </p:sp>
      <p:sp>
        <p:nvSpPr>
          <p:cNvPr id="438275" name="Rectangle 39">
            <a:extLst>
              <a:ext uri="{FF2B5EF4-FFF2-40B4-BE49-F238E27FC236}">
                <a16:creationId xmlns:a16="http://schemas.microsoft.com/office/drawing/2014/main" id="{91604592-B1AB-40FA-8413-0B61DDB10C05}"/>
              </a:ext>
            </a:extLst>
          </p:cNvPr>
          <p:cNvSpPr>
            <a:spLocks noChangeArrowheads="1"/>
          </p:cNvSpPr>
          <p:nvPr/>
        </p:nvSpPr>
        <p:spPr bwMode="auto">
          <a:xfrm>
            <a:off x="468313" y="1773238"/>
            <a:ext cx="7993062"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indent="46355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0"/>
              </a:spcBef>
              <a:buSzTx/>
              <a:buFontTx/>
              <a:buNone/>
            </a:pPr>
            <a:r>
              <a:rPr lang="zh-CN" altLang="en-US" sz="1800">
                <a:solidFill>
                  <a:srgbClr val="000000"/>
                </a:solidFill>
                <a:ea typeface="宋体" panose="02010600030101010101" pitchFamily="2" charset="-122"/>
              </a:rPr>
              <a:t>压电传感器在实际使用时总要与测量仪器或测量电路相连接</a:t>
            </a:r>
            <a:r>
              <a:rPr lang="en-US" altLang="zh-CN" sz="1800">
                <a:solidFill>
                  <a:srgbClr val="000000"/>
                </a:solidFill>
                <a:ea typeface="宋体" panose="02010600030101010101" pitchFamily="2" charset="-122"/>
              </a:rPr>
              <a:t>, </a:t>
            </a:r>
            <a:r>
              <a:rPr lang="zh-CN" altLang="en-US" sz="1800">
                <a:solidFill>
                  <a:srgbClr val="000000"/>
                </a:solidFill>
                <a:ea typeface="宋体" panose="02010600030101010101" pitchFamily="2" charset="-122"/>
              </a:rPr>
              <a:t>因此还须考虑连接电缆的等效电容</a:t>
            </a:r>
            <a:r>
              <a:rPr lang="en-US" altLang="zh-CN" sz="1800">
                <a:solidFill>
                  <a:srgbClr val="000000"/>
                </a:solidFill>
                <a:ea typeface="宋体" panose="02010600030101010101" pitchFamily="2" charset="-122"/>
              </a:rPr>
              <a:t>C</a:t>
            </a:r>
            <a:r>
              <a:rPr lang="en-US" altLang="zh-CN" sz="1800" baseline="-25000">
                <a:solidFill>
                  <a:srgbClr val="000000"/>
                </a:solidFill>
                <a:ea typeface="宋体" panose="02010600030101010101" pitchFamily="2" charset="-122"/>
              </a:rPr>
              <a:t>c</a:t>
            </a:r>
            <a:r>
              <a:rPr lang="en-US" altLang="zh-CN" sz="1800">
                <a:solidFill>
                  <a:srgbClr val="000000"/>
                </a:solidFill>
                <a:ea typeface="宋体" panose="02010600030101010101" pitchFamily="2" charset="-122"/>
              </a:rPr>
              <a:t>, </a:t>
            </a:r>
            <a:r>
              <a:rPr lang="zh-CN" altLang="en-US" sz="1800">
                <a:solidFill>
                  <a:srgbClr val="000000"/>
                </a:solidFill>
                <a:ea typeface="宋体" panose="02010600030101010101" pitchFamily="2" charset="-122"/>
              </a:rPr>
              <a:t>放大器的输入电</a:t>
            </a:r>
            <a:r>
              <a:rPr lang="en-US" altLang="zh-CN" sz="1800">
                <a:solidFill>
                  <a:srgbClr val="000000"/>
                </a:solidFill>
                <a:ea typeface="宋体" panose="02010600030101010101" pitchFamily="2" charset="-122"/>
              </a:rPr>
              <a:t>R</a:t>
            </a:r>
            <a:r>
              <a:rPr lang="en-US" altLang="zh-CN" sz="1800" baseline="-25000">
                <a:solidFill>
                  <a:srgbClr val="000000"/>
                </a:solidFill>
                <a:ea typeface="宋体" panose="02010600030101010101" pitchFamily="2" charset="-122"/>
              </a:rPr>
              <a:t>i</a:t>
            </a:r>
            <a:r>
              <a:rPr lang="en-US" altLang="zh-CN" sz="1800">
                <a:solidFill>
                  <a:srgbClr val="000000"/>
                </a:solidFill>
                <a:ea typeface="宋体" panose="02010600030101010101" pitchFamily="2" charset="-122"/>
              </a:rPr>
              <a:t>, </a:t>
            </a:r>
            <a:r>
              <a:rPr lang="zh-CN" altLang="en-US" sz="1800">
                <a:solidFill>
                  <a:srgbClr val="000000"/>
                </a:solidFill>
                <a:ea typeface="宋体" panose="02010600030101010101" pitchFamily="2" charset="-122"/>
              </a:rPr>
              <a:t>输入电容</a:t>
            </a:r>
            <a:r>
              <a:rPr lang="en-US" altLang="zh-CN" sz="1800">
                <a:solidFill>
                  <a:srgbClr val="000000"/>
                </a:solidFill>
                <a:ea typeface="宋体" panose="02010600030101010101" pitchFamily="2" charset="-122"/>
              </a:rPr>
              <a:t>C</a:t>
            </a:r>
            <a:r>
              <a:rPr lang="en-US" altLang="zh-CN" sz="1800" baseline="-25000">
                <a:solidFill>
                  <a:srgbClr val="000000"/>
                </a:solidFill>
                <a:ea typeface="宋体" panose="02010600030101010101" pitchFamily="2" charset="-122"/>
              </a:rPr>
              <a:t>i</a:t>
            </a:r>
            <a:r>
              <a:rPr lang="zh-CN" altLang="en-US" sz="1800">
                <a:solidFill>
                  <a:srgbClr val="000000"/>
                </a:solidFill>
                <a:ea typeface="宋体" panose="02010600030101010101" pitchFamily="2" charset="-122"/>
              </a:rPr>
              <a:t>以及压电传感器的泄漏电阻</a:t>
            </a:r>
            <a:r>
              <a:rPr lang="en-US" altLang="zh-CN" sz="1800">
                <a:solidFill>
                  <a:srgbClr val="000000"/>
                </a:solidFill>
                <a:ea typeface="宋体" panose="02010600030101010101" pitchFamily="2" charset="-122"/>
              </a:rPr>
              <a:t>R</a:t>
            </a:r>
            <a:r>
              <a:rPr lang="en-US" altLang="zh-CN" sz="1800" baseline="-25000">
                <a:solidFill>
                  <a:srgbClr val="000000"/>
                </a:solidFill>
                <a:ea typeface="宋体" panose="02010600030101010101" pitchFamily="2" charset="-122"/>
              </a:rPr>
              <a:t>a</a:t>
            </a:r>
            <a:r>
              <a:rPr lang="en-US" altLang="zh-CN" sz="1800">
                <a:solidFill>
                  <a:srgbClr val="000000"/>
                </a:solidFill>
                <a:ea typeface="宋体" panose="02010600030101010101" pitchFamily="2" charset="-122"/>
              </a:rPr>
              <a:t>,</a:t>
            </a:r>
            <a:r>
              <a:rPr lang="en-US" altLang="zh-CN" b="1">
                <a:solidFill>
                  <a:srgbClr val="000000"/>
                </a:solidFill>
                <a:ea typeface="宋体" panose="02010600030101010101" pitchFamily="2" charset="-122"/>
              </a:rPr>
              <a:t> </a:t>
            </a:r>
          </a:p>
        </p:txBody>
      </p:sp>
      <p:sp>
        <p:nvSpPr>
          <p:cNvPr id="34" name="矩形 33">
            <a:extLst>
              <a:ext uri="{FF2B5EF4-FFF2-40B4-BE49-F238E27FC236}">
                <a16:creationId xmlns:a16="http://schemas.microsoft.com/office/drawing/2014/main" id="{F00DE51A-25E4-41B7-9B61-9934F27F54FB}"/>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5" name="灯片编号占位符 5">
            <a:extLst>
              <a:ext uri="{FF2B5EF4-FFF2-40B4-BE49-F238E27FC236}">
                <a16:creationId xmlns:a16="http://schemas.microsoft.com/office/drawing/2014/main" id="{ACC825EF-25E2-41A3-B4B1-D96ED140E8F3}"/>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EB5A56AC-AF8C-45C4-BD4B-396BFA1DB079}" type="slidenum">
              <a:rPr lang="en-US" altLang="zh-CN" sz="1400">
                <a:solidFill>
                  <a:srgbClr val="000000"/>
                </a:solidFill>
                <a:ea typeface="宋体" panose="02010600030101010101" pitchFamily="2" charset="-122"/>
              </a:rPr>
              <a:pPr eaLnBrk="1" hangingPunct="1"/>
              <a:t>57</a:t>
            </a:fld>
            <a:endParaRPr lang="en-US" altLang="zh-CN" sz="1400">
              <a:solidFill>
                <a:srgbClr val="000000"/>
              </a:solidFill>
              <a:ea typeface="宋体" panose="02010600030101010101" pitchFamily="2" charset="-122"/>
            </a:endParaRPr>
          </a:p>
        </p:txBody>
      </p:sp>
      <p:sp>
        <p:nvSpPr>
          <p:cNvPr id="438278" name="Text Box 4">
            <a:extLst>
              <a:ext uri="{FF2B5EF4-FFF2-40B4-BE49-F238E27FC236}">
                <a16:creationId xmlns:a16="http://schemas.microsoft.com/office/drawing/2014/main" id="{18F79F3B-DB64-4392-BBBC-82FEF7FA9E35}"/>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a:t>
            </a:r>
          </a:p>
        </p:txBody>
      </p:sp>
      <p:sp>
        <p:nvSpPr>
          <p:cNvPr id="438279" name="Text Box 4">
            <a:extLst>
              <a:ext uri="{FF2B5EF4-FFF2-40B4-BE49-F238E27FC236}">
                <a16:creationId xmlns:a16="http://schemas.microsoft.com/office/drawing/2014/main" id="{516A2A4E-2575-4E6E-9D82-D2ED268BDFEF}"/>
              </a:ext>
            </a:extLst>
          </p:cNvPr>
          <p:cNvSpPr txBox="1">
            <a:spLocks noChangeArrowheads="1"/>
          </p:cNvSpPr>
          <p:nvPr/>
        </p:nvSpPr>
        <p:spPr bwMode="auto">
          <a:xfrm>
            <a:off x="395288" y="1196975"/>
            <a:ext cx="51133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Clr>
                <a:srgbClr val="FF0000"/>
              </a:buClr>
              <a:buSzTx/>
              <a:buFont typeface="Wingdings" panose="05000000000000000000" pitchFamily="2" charset="2"/>
              <a:buChar char="Ø"/>
            </a:pPr>
            <a:r>
              <a:rPr kumimoji="0" lang="zh-CN" altLang="en-US" sz="2800" b="1">
                <a:solidFill>
                  <a:srgbClr val="000000"/>
                </a:solidFill>
                <a:latin typeface="楷体_GB2312" pitchFamily="49" charset="-122"/>
              </a:rPr>
              <a:t>压电传感器的实际等效电路</a:t>
            </a:r>
          </a:p>
        </p:txBody>
      </p:sp>
      <p:grpSp>
        <p:nvGrpSpPr>
          <p:cNvPr id="438280" name="组合 39">
            <a:extLst>
              <a:ext uri="{FF2B5EF4-FFF2-40B4-BE49-F238E27FC236}">
                <a16:creationId xmlns:a16="http://schemas.microsoft.com/office/drawing/2014/main" id="{92A68727-2065-4F4B-8418-4F0E70333299}"/>
              </a:ext>
            </a:extLst>
          </p:cNvPr>
          <p:cNvGrpSpPr>
            <a:grpSpLocks/>
          </p:cNvGrpSpPr>
          <p:nvPr/>
        </p:nvGrpSpPr>
        <p:grpSpPr bwMode="auto">
          <a:xfrm>
            <a:off x="684213" y="3141663"/>
            <a:ext cx="4103687" cy="2449512"/>
            <a:chOff x="684213" y="3141663"/>
            <a:chExt cx="4103687" cy="2449510"/>
          </a:xfrm>
        </p:grpSpPr>
        <p:grpSp>
          <p:nvGrpSpPr>
            <p:cNvPr id="438285" name="组合 39">
              <a:extLst>
                <a:ext uri="{FF2B5EF4-FFF2-40B4-BE49-F238E27FC236}">
                  <a16:creationId xmlns:a16="http://schemas.microsoft.com/office/drawing/2014/main" id="{48FE1058-7E16-4AD7-9F94-3CD86F8650B2}"/>
                </a:ext>
              </a:extLst>
            </p:cNvPr>
            <p:cNvGrpSpPr>
              <a:grpSpLocks/>
            </p:cNvGrpSpPr>
            <p:nvPr/>
          </p:nvGrpSpPr>
          <p:grpSpPr bwMode="auto">
            <a:xfrm>
              <a:off x="684213" y="3213100"/>
              <a:ext cx="4103687" cy="2165350"/>
              <a:chOff x="755650" y="2708275"/>
              <a:chExt cx="4103688" cy="2165350"/>
            </a:xfrm>
          </p:grpSpPr>
          <p:sp>
            <p:nvSpPr>
              <p:cNvPr id="438288" name="Freeform 6">
                <a:extLst>
                  <a:ext uri="{FF2B5EF4-FFF2-40B4-BE49-F238E27FC236}">
                    <a16:creationId xmlns:a16="http://schemas.microsoft.com/office/drawing/2014/main" id="{4389302E-C4B2-441B-8CF8-AB5ECE20FE96}"/>
                  </a:ext>
                </a:extLst>
              </p:cNvPr>
              <p:cNvSpPr>
                <a:spLocks/>
              </p:cNvSpPr>
              <p:nvPr/>
            </p:nvSpPr>
            <p:spPr bwMode="auto">
              <a:xfrm>
                <a:off x="1363604" y="2759979"/>
                <a:ext cx="3417931" cy="2070215"/>
              </a:xfrm>
              <a:custGeom>
                <a:avLst/>
                <a:gdLst>
                  <a:gd name="T0" fmla="*/ 2147483647 w 2483"/>
                  <a:gd name="T1" fmla="*/ 0 h 1216"/>
                  <a:gd name="T2" fmla="*/ 0 w 2483"/>
                  <a:gd name="T3" fmla="*/ 0 h 1216"/>
                  <a:gd name="T4" fmla="*/ 0 w 2483"/>
                  <a:gd name="T5" fmla="*/ 2147483647 h 1216"/>
                  <a:gd name="T6" fmla="*/ 2147483647 w 2483"/>
                  <a:gd name="T7" fmla="*/ 2147483647 h 1216"/>
                  <a:gd name="T8" fmla="*/ 0 60000 65536"/>
                  <a:gd name="T9" fmla="*/ 0 60000 65536"/>
                  <a:gd name="T10" fmla="*/ 0 60000 65536"/>
                  <a:gd name="T11" fmla="*/ 0 60000 65536"/>
                  <a:gd name="T12" fmla="*/ 0 w 2483"/>
                  <a:gd name="T13" fmla="*/ 0 h 1216"/>
                  <a:gd name="T14" fmla="*/ 2483 w 2483"/>
                  <a:gd name="T15" fmla="*/ 1216 h 1216"/>
                </a:gdLst>
                <a:ahLst/>
                <a:cxnLst>
                  <a:cxn ang="T8">
                    <a:pos x="T0" y="T1"/>
                  </a:cxn>
                  <a:cxn ang="T9">
                    <a:pos x="T2" y="T3"/>
                  </a:cxn>
                  <a:cxn ang="T10">
                    <a:pos x="T4" y="T5"/>
                  </a:cxn>
                  <a:cxn ang="T11">
                    <a:pos x="T6" y="T7"/>
                  </a:cxn>
                </a:cxnLst>
                <a:rect l="T12" t="T13" r="T14" b="T15"/>
                <a:pathLst>
                  <a:path w="2483" h="1216">
                    <a:moveTo>
                      <a:pt x="2483" y="0"/>
                    </a:moveTo>
                    <a:lnTo>
                      <a:pt x="0" y="0"/>
                    </a:lnTo>
                    <a:lnTo>
                      <a:pt x="0" y="1216"/>
                    </a:lnTo>
                    <a:lnTo>
                      <a:pt x="2471" y="1216"/>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8289" name="Line 7">
                <a:extLst>
                  <a:ext uri="{FF2B5EF4-FFF2-40B4-BE49-F238E27FC236}">
                    <a16:creationId xmlns:a16="http://schemas.microsoft.com/office/drawing/2014/main" id="{E56C866C-764D-4673-8FB8-BEDE35C307EA}"/>
                  </a:ext>
                </a:extLst>
              </p:cNvPr>
              <p:cNvSpPr>
                <a:spLocks noChangeShapeType="1"/>
              </p:cNvSpPr>
              <p:nvPr/>
            </p:nvSpPr>
            <p:spPr bwMode="auto">
              <a:xfrm>
                <a:off x="2543324" y="2759979"/>
                <a:ext cx="1809" cy="2068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8290" name="Line 8">
                <a:extLst>
                  <a:ext uri="{FF2B5EF4-FFF2-40B4-BE49-F238E27FC236}">
                    <a16:creationId xmlns:a16="http://schemas.microsoft.com/office/drawing/2014/main" id="{BAE17E1D-840A-4418-BCDA-B50800C37525}"/>
                  </a:ext>
                </a:extLst>
              </p:cNvPr>
              <p:cNvSpPr>
                <a:spLocks noChangeShapeType="1"/>
              </p:cNvSpPr>
              <p:nvPr/>
            </p:nvSpPr>
            <p:spPr bwMode="auto">
              <a:xfrm>
                <a:off x="3829797" y="2759979"/>
                <a:ext cx="1809" cy="2068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8291" name="Oval 9">
                <a:extLst>
                  <a:ext uri="{FF2B5EF4-FFF2-40B4-BE49-F238E27FC236}">
                    <a16:creationId xmlns:a16="http://schemas.microsoft.com/office/drawing/2014/main" id="{6AB45397-71FE-42CA-B605-DCD5F2A16C13}"/>
                  </a:ext>
                </a:extLst>
              </p:cNvPr>
              <p:cNvSpPr>
                <a:spLocks noChangeArrowheads="1"/>
              </p:cNvSpPr>
              <p:nvPr/>
            </p:nvSpPr>
            <p:spPr bwMode="auto">
              <a:xfrm rot="5400000">
                <a:off x="1123699" y="3629531"/>
                <a:ext cx="479810" cy="389018"/>
              </a:xfrm>
              <a:prstGeom prst="ellipse">
                <a:avLst/>
              </a:prstGeom>
              <a:solidFill>
                <a:srgbClr val="00FF00"/>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8292" name="Rectangle 11">
                <a:extLst>
                  <a:ext uri="{FF2B5EF4-FFF2-40B4-BE49-F238E27FC236}">
                    <a16:creationId xmlns:a16="http://schemas.microsoft.com/office/drawing/2014/main" id="{0BDB523A-53E0-455F-9DD4-E9C7E2E7CDC5}"/>
                  </a:ext>
                </a:extLst>
              </p:cNvPr>
              <p:cNvSpPr>
                <a:spLocks noChangeArrowheads="1"/>
              </p:cNvSpPr>
              <p:nvPr/>
            </p:nvSpPr>
            <p:spPr bwMode="auto">
              <a:xfrm>
                <a:off x="2490851" y="3494171"/>
                <a:ext cx="108563" cy="618376"/>
              </a:xfrm>
              <a:prstGeom prst="rect">
                <a:avLst/>
              </a:prstGeom>
              <a:solidFill>
                <a:srgbClr val="FFFFFF"/>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8293" name="Rectangle 12">
                <a:extLst>
                  <a:ext uri="{FF2B5EF4-FFF2-40B4-BE49-F238E27FC236}">
                    <a16:creationId xmlns:a16="http://schemas.microsoft.com/office/drawing/2014/main" id="{C4272FCA-6F75-418E-AC46-2BDF62AD1FD3}"/>
                  </a:ext>
                </a:extLst>
              </p:cNvPr>
              <p:cNvSpPr>
                <a:spLocks noChangeArrowheads="1"/>
              </p:cNvSpPr>
              <p:nvPr/>
            </p:nvSpPr>
            <p:spPr bwMode="auto">
              <a:xfrm>
                <a:off x="3779134" y="3490035"/>
                <a:ext cx="104944" cy="618376"/>
              </a:xfrm>
              <a:prstGeom prst="rect">
                <a:avLst/>
              </a:prstGeom>
              <a:solidFill>
                <a:srgbClr val="FFFFFF"/>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8294" name="Rectangle 13">
                <a:extLst>
                  <a:ext uri="{FF2B5EF4-FFF2-40B4-BE49-F238E27FC236}">
                    <a16:creationId xmlns:a16="http://schemas.microsoft.com/office/drawing/2014/main" id="{498D658A-DC7E-401A-9193-F10808BB103C}"/>
                  </a:ext>
                </a:extLst>
              </p:cNvPr>
              <p:cNvSpPr>
                <a:spLocks noChangeArrowheads="1"/>
              </p:cNvSpPr>
              <p:nvPr/>
            </p:nvSpPr>
            <p:spPr bwMode="auto">
              <a:xfrm>
                <a:off x="1616918" y="3229448"/>
                <a:ext cx="385399" cy="3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8295" name="Rectangle 14">
                <a:extLst>
                  <a:ext uri="{FF2B5EF4-FFF2-40B4-BE49-F238E27FC236}">
                    <a16:creationId xmlns:a16="http://schemas.microsoft.com/office/drawing/2014/main" id="{6EA3645F-E833-4208-B20C-7A1405E12534}"/>
                  </a:ext>
                </a:extLst>
              </p:cNvPr>
              <p:cNvSpPr>
                <a:spLocks noChangeArrowheads="1"/>
              </p:cNvSpPr>
              <p:nvPr/>
            </p:nvSpPr>
            <p:spPr bwMode="auto">
              <a:xfrm>
                <a:off x="2154306" y="3214971"/>
                <a:ext cx="338355" cy="419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8296" name="Rectangle 15">
                <a:extLst>
                  <a:ext uri="{FF2B5EF4-FFF2-40B4-BE49-F238E27FC236}">
                    <a16:creationId xmlns:a16="http://schemas.microsoft.com/office/drawing/2014/main" id="{C232F4FE-3885-4C25-848A-344332CB37CC}"/>
                  </a:ext>
                </a:extLst>
              </p:cNvPr>
              <p:cNvSpPr>
                <a:spLocks noChangeArrowheads="1"/>
              </p:cNvSpPr>
              <p:nvPr/>
            </p:nvSpPr>
            <p:spPr bwMode="auto">
              <a:xfrm>
                <a:off x="2814732" y="3208767"/>
                <a:ext cx="457775" cy="392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c</a:t>
                </a:r>
                <a:endParaRPr kumimoji="0" lang="en-US" altLang="zh-CN" sz="2000">
                  <a:solidFill>
                    <a:srgbClr val="000000"/>
                  </a:solidFill>
                  <a:ea typeface="宋体" panose="02010600030101010101" pitchFamily="2" charset="-122"/>
                </a:endParaRPr>
              </a:p>
            </p:txBody>
          </p:sp>
          <p:sp>
            <p:nvSpPr>
              <p:cNvPr id="438297" name="Rectangle 16">
                <a:extLst>
                  <a:ext uri="{FF2B5EF4-FFF2-40B4-BE49-F238E27FC236}">
                    <a16:creationId xmlns:a16="http://schemas.microsoft.com/office/drawing/2014/main" id="{2D172D18-40C0-421C-819C-DF927641325A}"/>
                  </a:ext>
                </a:extLst>
              </p:cNvPr>
              <p:cNvSpPr>
                <a:spLocks noChangeArrowheads="1"/>
              </p:cNvSpPr>
              <p:nvPr/>
            </p:nvSpPr>
            <p:spPr bwMode="auto">
              <a:xfrm>
                <a:off x="3440779" y="3208767"/>
                <a:ext cx="338355" cy="419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i="1" baseline="-25000">
                    <a:solidFill>
                      <a:srgbClr val="000000"/>
                    </a:solidFill>
                    <a:ea typeface="宋体" panose="02010600030101010101" pitchFamily="2" charset="-122"/>
                  </a:rPr>
                  <a:t>i</a:t>
                </a:r>
                <a:endParaRPr kumimoji="0" lang="en-US" altLang="zh-CN" sz="2000" i="1">
                  <a:solidFill>
                    <a:srgbClr val="000000"/>
                  </a:solidFill>
                  <a:ea typeface="宋体" panose="02010600030101010101" pitchFamily="2" charset="-122"/>
                </a:endParaRPr>
              </a:p>
            </p:txBody>
          </p:sp>
          <p:sp>
            <p:nvSpPr>
              <p:cNvPr id="438298" name="Rectangle 17">
                <a:extLst>
                  <a:ext uri="{FF2B5EF4-FFF2-40B4-BE49-F238E27FC236}">
                    <a16:creationId xmlns:a16="http://schemas.microsoft.com/office/drawing/2014/main" id="{D802A975-618E-45BE-8923-97CAF601C0F1}"/>
                  </a:ext>
                </a:extLst>
              </p:cNvPr>
              <p:cNvSpPr>
                <a:spLocks noChangeArrowheads="1"/>
              </p:cNvSpPr>
              <p:nvPr/>
            </p:nvSpPr>
            <p:spPr bwMode="auto">
              <a:xfrm>
                <a:off x="4128346" y="3163267"/>
                <a:ext cx="338355" cy="419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i="1" baseline="-25000">
                    <a:solidFill>
                      <a:srgbClr val="000000"/>
                    </a:solidFill>
                    <a:ea typeface="宋体" panose="02010600030101010101" pitchFamily="2" charset="-122"/>
                  </a:rPr>
                  <a:t>i</a:t>
                </a:r>
                <a:endParaRPr kumimoji="0" lang="en-US" altLang="zh-CN" sz="2000" i="1">
                  <a:solidFill>
                    <a:srgbClr val="000000"/>
                  </a:solidFill>
                  <a:ea typeface="宋体" panose="02010600030101010101" pitchFamily="2" charset="-122"/>
                </a:endParaRPr>
              </a:p>
            </p:txBody>
          </p:sp>
          <p:sp>
            <p:nvSpPr>
              <p:cNvPr id="438299" name="Rectangle 18">
                <a:extLst>
                  <a:ext uri="{FF2B5EF4-FFF2-40B4-BE49-F238E27FC236}">
                    <a16:creationId xmlns:a16="http://schemas.microsoft.com/office/drawing/2014/main" id="{CA7A10FD-606C-4577-B9EA-1D9C67596D35}"/>
                  </a:ext>
                </a:extLst>
              </p:cNvPr>
              <p:cNvSpPr>
                <a:spLocks noChangeArrowheads="1"/>
              </p:cNvSpPr>
              <p:nvPr/>
            </p:nvSpPr>
            <p:spPr bwMode="auto">
              <a:xfrm>
                <a:off x="755650" y="3583101"/>
                <a:ext cx="302168" cy="62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a:lnSpc>
                    <a:spcPct val="100000"/>
                  </a:lnSpc>
                  <a:spcBef>
                    <a:spcPct val="0"/>
                  </a:spcBef>
                  <a:buSzTx/>
                  <a:buFontTx/>
                  <a:buNone/>
                </a:pPr>
                <a:r>
                  <a:rPr kumimoji="0" lang="en-US" altLang="zh-CN" sz="2000" i="1">
                    <a:solidFill>
                      <a:srgbClr val="000000"/>
                    </a:solidFill>
                    <a:ea typeface="宋体" panose="02010600030101010101" pitchFamily="2" charset="-122"/>
                  </a:rPr>
                  <a:t>q</a:t>
                </a:r>
              </a:p>
            </p:txBody>
          </p:sp>
          <p:sp>
            <p:nvSpPr>
              <p:cNvPr id="438300" name="Oval 19">
                <a:extLst>
                  <a:ext uri="{FF2B5EF4-FFF2-40B4-BE49-F238E27FC236}">
                    <a16:creationId xmlns:a16="http://schemas.microsoft.com/office/drawing/2014/main" id="{50BE2723-3E56-4BB6-8862-9D12F9FF4E69}"/>
                  </a:ext>
                </a:extLst>
              </p:cNvPr>
              <p:cNvSpPr>
                <a:spLocks noChangeArrowheads="1"/>
              </p:cNvSpPr>
              <p:nvPr/>
            </p:nvSpPr>
            <p:spPr bwMode="auto">
              <a:xfrm>
                <a:off x="4781534" y="2708275"/>
                <a:ext cx="77804" cy="97203"/>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8301" name="Oval 20">
                <a:extLst>
                  <a:ext uri="{FF2B5EF4-FFF2-40B4-BE49-F238E27FC236}">
                    <a16:creationId xmlns:a16="http://schemas.microsoft.com/office/drawing/2014/main" id="{FAB9B3F3-FF9B-4A2F-8295-FFB3D7144010}"/>
                  </a:ext>
                </a:extLst>
              </p:cNvPr>
              <p:cNvSpPr>
                <a:spLocks noChangeArrowheads="1"/>
              </p:cNvSpPr>
              <p:nvPr/>
            </p:nvSpPr>
            <p:spPr bwMode="auto">
              <a:xfrm>
                <a:off x="4774297" y="4776422"/>
                <a:ext cx="77804" cy="97203"/>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8302" name="Line 21">
                <a:extLst>
                  <a:ext uri="{FF2B5EF4-FFF2-40B4-BE49-F238E27FC236}">
                    <a16:creationId xmlns:a16="http://schemas.microsoft.com/office/drawing/2014/main" id="{3EBA7B77-AE61-4664-833C-9DC6AE3CBA48}"/>
                  </a:ext>
                </a:extLst>
              </p:cNvPr>
              <p:cNvSpPr>
                <a:spLocks noChangeShapeType="1"/>
              </p:cNvSpPr>
              <p:nvPr/>
            </p:nvSpPr>
            <p:spPr bwMode="auto">
              <a:xfrm>
                <a:off x="3093377" y="3684440"/>
                <a:ext cx="2605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3" name="Line 22">
                <a:extLst>
                  <a:ext uri="{FF2B5EF4-FFF2-40B4-BE49-F238E27FC236}">
                    <a16:creationId xmlns:a16="http://schemas.microsoft.com/office/drawing/2014/main" id="{674E8F1C-38DD-4A5E-8A61-4BA140C2EB86}"/>
                  </a:ext>
                </a:extLst>
              </p:cNvPr>
              <p:cNvSpPr>
                <a:spLocks noChangeShapeType="1"/>
              </p:cNvSpPr>
              <p:nvPr/>
            </p:nvSpPr>
            <p:spPr bwMode="auto">
              <a:xfrm>
                <a:off x="3093377" y="3816802"/>
                <a:ext cx="2605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4" name="Line 23">
                <a:extLst>
                  <a:ext uri="{FF2B5EF4-FFF2-40B4-BE49-F238E27FC236}">
                    <a16:creationId xmlns:a16="http://schemas.microsoft.com/office/drawing/2014/main" id="{3087FED1-CEAA-4A9E-B4DA-186E97100763}"/>
                  </a:ext>
                </a:extLst>
              </p:cNvPr>
              <p:cNvSpPr>
                <a:spLocks noChangeShapeType="1"/>
              </p:cNvSpPr>
              <p:nvPr/>
            </p:nvSpPr>
            <p:spPr bwMode="auto">
              <a:xfrm flipV="1">
                <a:off x="3209178" y="2774456"/>
                <a:ext cx="0" cy="893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5" name="Line 24">
                <a:extLst>
                  <a:ext uri="{FF2B5EF4-FFF2-40B4-BE49-F238E27FC236}">
                    <a16:creationId xmlns:a16="http://schemas.microsoft.com/office/drawing/2014/main" id="{0A072764-0E0E-4095-BD9A-9DF4CBB225F6}"/>
                  </a:ext>
                </a:extLst>
              </p:cNvPr>
              <p:cNvSpPr>
                <a:spLocks noChangeShapeType="1"/>
              </p:cNvSpPr>
              <p:nvPr/>
            </p:nvSpPr>
            <p:spPr bwMode="auto">
              <a:xfrm flipV="1">
                <a:off x="3223653" y="3833347"/>
                <a:ext cx="0" cy="9885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6" name="Line 25">
                <a:extLst>
                  <a:ext uri="{FF2B5EF4-FFF2-40B4-BE49-F238E27FC236}">
                    <a16:creationId xmlns:a16="http://schemas.microsoft.com/office/drawing/2014/main" id="{2AD6D177-0B66-4721-86D1-5CEC7C35CD56}"/>
                  </a:ext>
                </a:extLst>
              </p:cNvPr>
              <p:cNvSpPr>
                <a:spLocks noChangeShapeType="1"/>
              </p:cNvSpPr>
              <p:nvPr/>
            </p:nvSpPr>
            <p:spPr bwMode="auto">
              <a:xfrm>
                <a:off x="4294809" y="3667895"/>
                <a:ext cx="2605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7" name="Line 26">
                <a:extLst>
                  <a:ext uri="{FF2B5EF4-FFF2-40B4-BE49-F238E27FC236}">
                    <a16:creationId xmlns:a16="http://schemas.microsoft.com/office/drawing/2014/main" id="{1DFAA96C-7FE4-4D48-AA8E-4A148CC2B271}"/>
                  </a:ext>
                </a:extLst>
              </p:cNvPr>
              <p:cNvSpPr>
                <a:spLocks noChangeShapeType="1"/>
              </p:cNvSpPr>
              <p:nvPr/>
            </p:nvSpPr>
            <p:spPr bwMode="auto">
              <a:xfrm>
                <a:off x="4294809" y="3816802"/>
                <a:ext cx="2605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8" name="Line 27">
                <a:extLst>
                  <a:ext uri="{FF2B5EF4-FFF2-40B4-BE49-F238E27FC236}">
                    <a16:creationId xmlns:a16="http://schemas.microsoft.com/office/drawing/2014/main" id="{D898E413-5A12-44D6-B92D-699CC3D973F2}"/>
                  </a:ext>
                </a:extLst>
              </p:cNvPr>
              <p:cNvSpPr>
                <a:spLocks noChangeShapeType="1"/>
              </p:cNvSpPr>
              <p:nvPr/>
            </p:nvSpPr>
            <p:spPr bwMode="auto">
              <a:xfrm flipV="1">
                <a:off x="4410610" y="2757911"/>
                <a:ext cx="0" cy="893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9" name="Line 28">
                <a:extLst>
                  <a:ext uri="{FF2B5EF4-FFF2-40B4-BE49-F238E27FC236}">
                    <a16:creationId xmlns:a16="http://schemas.microsoft.com/office/drawing/2014/main" id="{45F43F59-7049-4770-8F5D-AC84ECD1A0E7}"/>
                  </a:ext>
                </a:extLst>
              </p:cNvPr>
              <p:cNvSpPr>
                <a:spLocks noChangeShapeType="1"/>
              </p:cNvSpPr>
              <p:nvPr/>
            </p:nvSpPr>
            <p:spPr bwMode="auto">
              <a:xfrm flipV="1">
                <a:off x="4425085" y="3833347"/>
                <a:ext cx="0" cy="9885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10" name="Line 29">
                <a:extLst>
                  <a:ext uri="{FF2B5EF4-FFF2-40B4-BE49-F238E27FC236}">
                    <a16:creationId xmlns:a16="http://schemas.microsoft.com/office/drawing/2014/main" id="{7C1B5A4F-3171-41DC-BD4D-58A6831C9C1D}"/>
                  </a:ext>
                </a:extLst>
              </p:cNvPr>
              <p:cNvSpPr>
                <a:spLocks noChangeShapeType="1"/>
              </p:cNvSpPr>
              <p:nvPr/>
            </p:nvSpPr>
            <p:spPr bwMode="auto">
              <a:xfrm>
                <a:off x="1862994" y="3676168"/>
                <a:ext cx="2605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11" name="Line 30">
                <a:extLst>
                  <a:ext uri="{FF2B5EF4-FFF2-40B4-BE49-F238E27FC236}">
                    <a16:creationId xmlns:a16="http://schemas.microsoft.com/office/drawing/2014/main" id="{70600A75-E78E-4F54-93C3-707A726E68AF}"/>
                  </a:ext>
                </a:extLst>
              </p:cNvPr>
              <p:cNvSpPr>
                <a:spLocks noChangeShapeType="1"/>
              </p:cNvSpPr>
              <p:nvPr/>
            </p:nvSpPr>
            <p:spPr bwMode="auto">
              <a:xfrm>
                <a:off x="1862994" y="3808529"/>
                <a:ext cx="2605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12" name="Line 31">
                <a:extLst>
                  <a:ext uri="{FF2B5EF4-FFF2-40B4-BE49-F238E27FC236}">
                    <a16:creationId xmlns:a16="http://schemas.microsoft.com/office/drawing/2014/main" id="{32459F87-3977-4523-9782-C129D6B9A4CF}"/>
                  </a:ext>
                </a:extLst>
              </p:cNvPr>
              <p:cNvSpPr>
                <a:spLocks noChangeShapeType="1"/>
              </p:cNvSpPr>
              <p:nvPr/>
            </p:nvSpPr>
            <p:spPr bwMode="auto">
              <a:xfrm flipV="1">
                <a:off x="1978795" y="2766183"/>
                <a:ext cx="0" cy="893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13" name="Line 32">
                <a:extLst>
                  <a:ext uri="{FF2B5EF4-FFF2-40B4-BE49-F238E27FC236}">
                    <a16:creationId xmlns:a16="http://schemas.microsoft.com/office/drawing/2014/main" id="{FFD34CE3-6597-49C9-96B5-40859F81DC27}"/>
                  </a:ext>
                </a:extLst>
              </p:cNvPr>
              <p:cNvSpPr>
                <a:spLocks noChangeShapeType="1"/>
              </p:cNvSpPr>
              <p:nvPr/>
            </p:nvSpPr>
            <p:spPr bwMode="auto">
              <a:xfrm flipV="1">
                <a:off x="1993270" y="3825074"/>
                <a:ext cx="0" cy="9885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438314" name="直接连接符 34">
                <a:extLst>
                  <a:ext uri="{FF2B5EF4-FFF2-40B4-BE49-F238E27FC236}">
                    <a16:creationId xmlns:a16="http://schemas.microsoft.com/office/drawing/2014/main" id="{DF51363A-3734-4DBF-86F4-E6C93FFEB780}"/>
                  </a:ext>
                </a:extLst>
              </p:cNvPr>
              <p:cNvCxnSpPr>
                <a:cxnSpLocks noChangeShapeType="1"/>
                <a:stCxn id="438291" idx="4"/>
                <a:endCxn id="438291" idx="0"/>
              </p:cNvCxnSpPr>
              <p:nvPr/>
            </p:nvCxnSpPr>
            <p:spPr bwMode="auto">
              <a:xfrm rot="10800000" flipH="1">
                <a:off x="1169095" y="3824040"/>
                <a:ext cx="389018"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438286" name="直接连接符 38">
              <a:extLst>
                <a:ext uri="{FF2B5EF4-FFF2-40B4-BE49-F238E27FC236}">
                  <a16:creationId xmlns:a16="http://schemas.microsoft.com/office/drawing/2014/main" id="{836577DB-A0A1-4D72-A5C7-1F9229CF6323}"/>
                </a:ext>
              </a:extLst>
            </p:cNvPr>
            <p:cNvCxnSpPr>
              <a:cxnSpLocks noChangeShapeType="1"/>
            </p:cNvCxnSpPr>
            <p:nvPr/>
          </p:nvCxnSpPr>
          <p:spPr bwMode="auto">
            <a:xfrm>
              <a:off x="2195513" y="3141663"/>
              <a:ext cx="0" cy="2447925"/>
            </a:xfrm>
            <a:prstGeom prst="line">
              <a:avLst/>
            </a:prstGeom>
            <a:noFill/>
            <a:ln w="9525" algn="ctr">
              <a:solidFill>
                <a:srgbClr val="FF0000"/>
              </a:solidFill>
              <a:prstDash val="lgDash"/>
              <a:round/>
              <a:headEnd/>
              <a:tailEnd/>
            </a:ln>
            <a:extLst>
              <a:ext uri="{909E8E84-426E-40DD-AFC4-6F175D3DCCD1}">
                <a14:hiddenFill xmlns:a14="http://schemas.microsoft.com/office/drawing/2010/main">
                  <a:noFill/>
                </a14:hiddenFill>
              </a:ext>
            </a:extLst>
          </p:spPr>
        </p:cxnSp>
        <p:cxnSp>
          <p:nvCxnSpPr>
            <p:cNvPr id="438287" name="直接连接符 38">
              <a:extLst>
                <a:ext uri="{FF2B5EF4-FFF2-40B4-BE49-F238E27FC236}">
                  <a16:creationId xmlns:a16="http://schemas.microsoft.com/office/drawing/2014/main" id="{26E088A6-ED2F-4B04-94F9-CD35D04A99C6}"/>
                </a:ext>
              </a:extLst>
            </p:cNvPr>
            <p:cNvCxnSpPr>
              <a:cxnSpLocks noChangeShapeType="1"/>
            </p:cNvCxnSpPr>
            <p:nvPr/>
          </p:nvCxnSpPr>
          <p:spPr bwMode="auto">
            <a:xfrm>
              <a:off x="3500430" y="3143248"/>
              <a:ext cx="0" cy="2447925"/>
            </a:xfrm>
            <a:prstGeom prst="line">
              <a:avLst/>
            </a:prstGeom>
            <a:noFill/>
            <a:ln w="9525" algn="ctr">
              <a:solidFill>
                <a:srgbClr val="FF0000"/>
              </a:solidFill>
              <a:prstDash val="lgDash"/>
              <a:round/>
              <a:headEnd/>
              <a:tailEnd/>
            </a:ln>
            <a:extLst>
              <a:ext uri="{909E8E84-426E-40DD-AFC4-6F175D3DCCD1}">
                <a14:hiddenFill xmlns:a14="http://schemas.microsoft.com/office/drawing/2010/main">
                  <a:noFill/>
                </a14:hiddenFill>
              </a:ext>
            </a:extLst>
          </p:spPr>
        </p:cxnSp>
      </p:grpSp>
      <p:sp>
        <p:nvSpPr>
          <p:cNvPr id="438281" name="TextBox 40">
            <a:extLst>
              <a:ext uri="{FF2B5EF4-FFF2-40B4-BE49-F238E27FC236}">
                <a16:creationId xmlns:a16="http://schemas.microsoft.com/office/drawing/2014/main" id="{A8DF5811-876C-4A86-9A4B-E293A99BF715}"/>
              </a:ext>
            </a:extLst>
          </p:cNvPr>
          <p:cNvSpPr txBox="1">
            <a:spLocks noChangeArrowheads="1"/>
          </p:cNvSpPr>
          <p:nvPr/>
        </p:nvSpPr>
        <p:spPr bwMode="auto">
          <a:xfrm>
            <a:off x="357188" y="5857875"/>
            <a:ext cx="2428875" cy="830263"/>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 typeface="宋体" panose="02010600030101010101" pitchFamily="2" charset="-122"/>
              <a:buAutoNum type="circleNumDbPlain"/>
            </a:pPr>
            <a:r>
              <a:rPr kumimoji="0" lang="zh-CN" altLang="en-US" sz="2000">
                <a:solidFill>
                  <a:srgbClr val="000000"/>
                </a:solidFill>
                <a:latin typeface="楷体_GB2312" pitchFamily="49" charset="-122"/>
              </a:rPr>
              <a:t>电荷等效电路</a:t>
            </a:r>
            <a:endParaRPr kumimoji="0" lang="en-US" altLang="zh-CN" sz="2000">
              <a:solidFill>
                <a:srgbClr val="000000"/>
              </a:solidFill>
              <a:latin typeface="楷体_GB2312" pitchFamily="49" charset="-122"/>
            </a:endParaRPr>
          </a:p>
          <a:p>
            <a:pPr algn="l" eaLnBrk="1" hangingPunct="1">
              <a:lnSpc>
                <a:spcPct val="120000"/>
              </a:lnSpc>
              <a:spcBef>
                <a:spcPct val="0"/>
              </a:spcBef>
              <a:buSzTx/>
              <a:buFont typeface="宋体" panose="02010600030101010101" pitchFamily="2" charset="-122"/>
              <a:buAutoNum type="circleNumDbPlain"/>
            </a:pPr>
            <a:r>
              <a:rPr kumimoji="0" lang="zh-CN" altLang="en-US" sz="2000">
                <a:solidFill>
                  <a:srgbClr val="000000"/>
                </a:solidFill>
                <a:latin typeface="楷体_GB2312" pitchFamily="49" charset="-122"/>
              </a:rPr>
              <a:t>电压等效电路</a:t>
            </a:r>
          </a:p>
        </p:txBody>
      </p:sp>
      <p:sp>
        <p:nvSpPr>
          <p:cNvPr id="438282" name="TextBox 41">
            <a:extLst>
              <a:ext uri="{FF2B5EF4-FFF2-40B4-BE49-F238E27FC236}">
                <a16:creationId xmlns:a16="http://schemas.microsoft.com/office/drawing/2014/main" id="{B61F0972-A230-49AE-8234-43A7CAEBE324}"/>
              </a:ext>
            </a:extLst>
          </p:cNvPr>
          <p:cNvSpPr txBox="1">
            <a:spLocks noChangeArrowheads="1"/>
          </p:cNvSpPr>
          <p:nvPr/>
        </p:nvSpPr>
        <p:spPr bwMode="auto">
          <a:xfrm>
            <a:off x="3714750" y="6072188"/>
            <a:ext cx="2428875" cy="412750"/>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sz="2000">
                <a:solidFill>
                  <a:srgbClr val="000000"/>
                </a:solidFill>
                <a:latin typeface="楷体_GB2312" pitchFamily="49" charset="-122"/>
              </a:rPr>
              <a:t>前置放大电路输入</a:t>
            </a:r>
          </a:p>
        </p:txBody>
      </p:sp>
      <p:cxnSp>
        <p:nvCxnSpPr>
          <p:cNvPr id="438283" name="直接箭头连接符 43">
            <a:extLst>
              <a:ext uri="{FF2B5EF4-FFF2-40B4-BE49-F238E27FC236}">
                <a16:creationId xmlns:a16="http://schemas.microsoft.com/office/drawing/2014/main" id="{83FE8DFA-0026-4FBA-AEF1-03D4282E9BFD}"/>
              </a:ext>
            </a:extLst>
          </p:cNvPr>
          <p:cNvCxnSpPr>
            <a:cxnSpLocks noChangeShapeType="1"/>
          </p:cNvCxnSpPr>
          <p:nvPr/>
        </p:nvCxnSpPr>
        <p:spPr bwMode="auto">
          <a:xfrm rot="5400000" flipH="1" flipV="1">
            <a:off x="1357313" y="5429250"/>
            <a:ext cx="428625" cy="428625"/>
          </a:xfrm>
          <a:prstGeom prst="straightConnector1">
            <a:avLst/>
          </a:prstGeom>
          <a:noFill/>
          <a:ln w="317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438284" name="直接箭头连接符 45">
            <a:extLst>
              <a:ext uri="{FF2B5EF4-FFF2-40B4-BE49-F238E27FC236}">
                <a16:creationId xmlns:a16="http://schemas.microsoft.com/office/drawing/2014/main" id="{8569137C-509A-49ED-B669-946756D3B720}"/>
              </a:ext>
            </a:extLst>
          </p:cNvPr>
          <p:cNvCxnSpPr>
            <a:cxnSpLocks noChangeShapeType="1"/>
            <a:stCxn id="438282" idx="0"/>
          </p:cNvCxnSpPr>
          <p:nvPr/>
        </p:nvCxnSpPr>
        <p:spPr bwMode="auto">
          <a:xfrm rot="16200000" flipV="1">
            <a:off x="4214813" y="5357812"/>
            <a:ext cx="642938" cy="785813"/>
          </a:xfrm>
          <a:prstGeom prst="straightConnector1">
            <a:avLst/>
          </a:prstGeom>
          <a:noFill/>
          <a:ln w="31750" algn="ctr">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Text Box 4">
            <a:extLst>
              <a:ext uri="{FF2B5EF4-FFF2-40B4-BE49-F238E27FC236}">
                <a16:creationId xmlns:a16="http://schemas.microsoft.com/office/drawing/2014/main" id="{58DEAB06-5329-4C37-BC6D-169558897300}"/>
              </a:ext>
            </a:extLst>
          </p:cNvPr>
          <p:cNvSpPr txBox="1">
            <a:spLocks noChangeArrowheads="1"/>
          </p:cNvSpPr>
          <p:nvPr/>
        </p:nvSpPr>
        <p:spPr bwMode="auto">
          <a:xfrm>
            <a:off x="357188" y="1214438"/>
            <a:ext cx="5357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Clr>
                <a:srgbClr val="FF0000"/>
              </a:buClr>
              <a:buSzTx/>
              <a:buFont typeface="Wingdings" panose="05000000000000000000" pitchFamily="2" charset="2"/>
              <a:buChar char="Ø"/>
            </a:pPr>
            <a:r>
              <a:rPr kumimoji="0" lang="zh-CN" altLang="en-US" sz="2800" b="1">
                <a:solidFill>
                  <a:srgbClr val="000000"/>
                </a:solidFill>
                <a:latin typeface="楷体_GB2312" pitchFamily="49" charset="-122"/>
              </a:rPr>
              <a:t>电压放大器</a:t>
            </a:r>
            <a:r>
              <a:rPr kumimoji="0" lang="en-US" altLang="zh-CN" sz="3200">
                <a:solidFill>
                  <a:srgbClr val="000000"/>
                </a:solidFill>
              </a:rPr>
              <a:t>_</a:t>
            </a:r>
            <a:r>
              <a:rPr kumimoji="0" lang="zh-CN" altLang="en-US" b="1">
                <a:solidFill>
                  <a:srgbClr val="FF0000"/>
                </a:solidFill>
              </a:rPr>
              <a:t>阻抗变化器</a:t>
            </a:r>
            <a:endParaRPr kumimoji="0" lang="zh-CN" altLang="en-US" b="1">
              <a:solidFill>
                <a:srgbClr val="000000"/>
              </a:solidFill>
              <a:latin typeface="楷体_GB2312" pitchFamily="49" charset="-122"/>
            </a:endParaRPr>
          </a:p>
        </p:txBody>
      </p:sp>
      <p:sp>
        <p:nvSpPr>
          <p:cNvPr id="439299" name="AutoShape 7">
            <a:extLst>
              <a:ext uri="{FF2B5EF4-FFF2-40B4-BE49-F238E27FC236}">
                <a16:creationId xmlns:a16="http://schemas.microsoft.com/office/drawing/2014/main" id="{4B2409F8-783F-4786-8B67-F502B77E7191}"/>
              </a:ext>
            </a:extLst>
          </p:cNvPr>
          <p:cNvSpPr>
            <a:spLocks noChangeArrowheads="1"/>
          </p:cNvSpPr>
          <p:nvPr/>
        </p:nvSpPr>
        <p:spPr bwMode="auto">
          <a:xfrm rot="5400000">
            <a:off x="6692107" y="2632869"/>
            <a:ext cx="774700" cy="827087"/>
          </a:xfrm>
          <a:prstGeom prst="triangle">
            <a:avLst>
              <a:gd name="adj" fmla="val 50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00" name="Rectangle 8">
            <a:extLst>
              <a:ext uri="{FF2B5EF4-FFF2-40B4-BE49-F238E27FC236}">
                <a16:creationId xmlns:a16="http://schemas.microsoft.com/office/drawing/2014/main" id="{257C27EB-3B04-48A3-B411-B1970F5EE559}"/>
              </a:ext>
            </a:extLst>
          </p:cNvPr>
          <p:cNvSpPr>
            <a:spLocks noChangeArrowheads="1"/>
          </p:cNvSpPr>
          <p:nvPr/>
        </p:nvSpPr>
        <p:spPr bwMode="auto">
          <a:xfrm>
            <a:off x="6710363" y="2890838"/>
            <a:ext cx="5032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i="1">
                <a:solidFill>
                  <a:srgbClr val="000000"/>
                </a:solidFill>
                <a:ea typeface="宋体" panose="02010600030101010101" pitchFamily="2" charset="-122"/>
              </a:rPr>
              <a:t>－</a:t>
            </a:r>
            <a:r>
              <a:rPr kumimoji="0" lang="en-US" altLang="zh-CN" sz="2000" i="1">
                <a:solidFill>
                  <a:srgbClr val="000000"/>
                </a:solidFill>
                <a:ea typeface="宋体" panose="02010600030101010101" pitchFamily="2" charset="-122"/>
              </a:rPr>
              <a:t>A</a:t>
            </a:r>
          </a:p>
        </p:txBody>
      </p:sp>
      <p:sp>
        <p:nvSpPr>
          <p:cNvPr id="439301" name="Line 9">
            <a:extLst>
              <a:ext uri="{FF2B5EF4-FFF2-40B4-BE49-F238E27FC236}">
                <a16:creationId xmlns:a16="http://schemas.microsoft.com/office/drawing/2014/main" id="{6DFA5A4E-9D1B-4F4C-8DE4-143041B8627D}"/>
              </a:ext>
            </a:extLst>
          </p:cNvPr>
          <p:cNvSpPr>
            <a:spLocks noChangeShapeType="1"/>
          </p:cNvSpPr>
          <p:nvPr/>
        </p:nvSpPr>
        <p:spPr bwMode="auto">
          <a:xfrm>
            <a:off x="7481888" y="3048000"/>
            <a:ext cx="4175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302" name="Oval 10">
            <a:extLst>
              <a:ext uri="{FF2B5EF4-FFF2-40B4-BE49-F238E27FC236}">
                <a16:creationId xmlns:a16="http://schemas.microsoft.com/office/drawing/2014/main" id="{CBA709DE-E44A-4E79-92EE-A6425F8367E4}"/>
              </a:ext>
            </a:extLst>
          </p:cNvPr>
          <p:cNvSpPr>
            <a:spLocks noChangeArrowheads="1"/>
          </p:cNvSpPr>
          <p:nvPr/>
        </p:nvSpPr>
        <p:spPr bwMode="auto">
          <a:xfrm>
            <a:off x="7899400" y="3008313"/>
            <a:ext cx="77788" cy="68262"/>
          </a:xfrm>
          <a:prstGeom prst="ellipse">
            <a:avLst/>
          </a:prstGeom>
          <a:noFill/>
          <a:ln w="2540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03" name="AutoShape 11">
            <a:extLst>
              <a:ext uri="{FF2B5EF4-FFF2-40B4-BE49-F238E27FC236}">
                <a16:creationId xmlns:a16="http://schemas.microsoft.com/office/drawing/2014/main" id="{EFBEB96E-BBB2-4991-8863-87D3395A2E9D}"/>
              </a:ext>
            </a:extLst>
          </p:cNvPr>
          <p:cNvSpPr>
            <a:spLocks noChangeArrowheads="1"/>
          </p:cNvSpPr>
          <p:nvPr/>
        </p:nvSpPr>
        <p:spPr bwMode="auto">
          <a:xfrm rot="5400000">
            <a:off x="3028950" y="2646363"/>
            <a:ext cx="774700" cy="825500"/>
          </a:xfrm>
          <a:prstGeom prst="triangle">
            <a:avLst>
              <a:gd name="adj" fmla="val 50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04" name="Rectangle 12">
            <a:extLst>
              <a:ext uri="{FF2B5EF4-FFF2-40B4-BE49-F238E27FC236}">
                <a16:creationId xmlns:a16="http://schemas.microsoft.com/office/drawing/2014/main" id="{264B8945-DBD8-4550-B257-DFF770A544AC}"/>
              </a:ext>
            </a:extLst>
          </p:cNvPr>
          <p:cNvSpPr>
            <a:spLocks noChangeArrowheads="1"/>
          </p:cNvSpPr>
          <p:nvPr/>
        </p:nvSpPr>
        <p:spPr bwMode="auto">
          <a:xfrm>
            <a:off x="3048000" y="2901950"/>
            <a:ext cx="50323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i="1">
                <a:solidFill>
                  <a:srgbClr val="000000"/>
                </a:solidFill>
                <a:ea typeface="宋体" panose="02010600030101010101" pitchFamily="2" charset="-122"/>
              </a:rPr>
              <a:t>－</a:t>
            </a:r>
            <a:r>
              <a:rPr kumimoji="0" lang="en-US" altLang="zh-CN" sz="2000" i="1">
                <a:solidFill>
                  <a:srgbClr val="000000"/>
                </a:solidFill>
                <a:ea typeface="宋体" panose="02010600030101010101" pitchFamily="2" charset="-122"/>
              </a:rPr>
              <a:t>A</a:t>
            </a:r>
          </a:p>
        </p:txBody>
      </p:sp>
      <p:sp>
        <p:nvSpPr>
          <p:cNvPr id="439305" name="Line 13">
            <a:extLst>
              <a:ext uri="{FF2B5EF4-FFF2-40B4-BE49-F238E27FC236}">
                <a16:creationId xmlns:a16="http://schemas.microsoft.com/office/drawing/2014/main" id="{DC3FB41D-2E1B-45B9-A4D1-D6EC73BB2542}"/>
              </a:ext>
            </a:extLst>
          </p:cNvPr>
          <p:cNvSpPr>
            <a:spLocks noChangeShapeType="1"/>
          </p:cNvSpPr>
          <p:nvPr/>
        </p:nvSpPr>
        <p:spPr bwMode="auto">
          <a:xfrm>
            <a:off x="3798888" y="3059113"/>
            <a:ext cx="3095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306" name="Oval 14">
            <a:extLst>
              <a:ext uri="{FF2B5EF4-FFF2-40B4-BE49-F238E27FC236}">
                <a16:creationId xmlns:a16="http://schemas.microsoft.com/office/drawing/2014/main" id="{46A86EC4-1F9F-48FD-8B48-15874BF0C665}"/>
              </a:ext>
            </a:extLst>
          </p:cNvPr>
          <p:cNvSpPr>
            <a:spLocks noChangeArrowheads="1"/>
          </p:cNvSpPr>
          <p:nvPr/>
        </p:nvSpPr>
        <p:spPr bwMode="auto">
          <a:xfrm>
            <a:off x="4127500" y="3019425"/>
            <a:ext cx="71438" cy="71438"/>
          </a:xfrm>
          <a:prstGeom prst="ellipse">
            <a:avLst/>
          </a:prstGeom>
          <a:noFill/>
          <a:ln w="2540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07" name="Line 15">
            <a:extLst>
              <a:ext uri="{FF2B5EF4-FFF2-40B4-BE49-F238E27FC236}">
                <a16:creationId xmlns:a16="http://schemas.microsoft.com/office/drawing/2014/main" id="{F842EC45-751D-4584-99C7-17BB2FA05909}"/>
              </a:ext>
            </a:extLst>
          </p:cNvPr>
          <p:cNvSpPr>
            <a:spLocks noChangeShapeType="1"/>
          </p:cNvSpPr>
          <p:nvPr/>
        </p:nvSpPr>
        <p:spPr bwMode="auto">
          <a:xfrm>
            <a:off x="1328738" y="3028950"/>
            <a:ext cx="1587" cy="12350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308" name="Line 16">
            <a:extLst>
              <a:ext uri="{FF2B5EF4-FFF2-40B4-BE49-F238E27FC236}">
                <a16:creationId xmlns:a16="http://schemas.microsoft.com/office/drawing/2014/main" id="{2303F91A-CD3F-4942-BD06-353854C877C5}"/>
              </a:ext>
            </a:extLst>
          </p:cNvPr>
          <p:cNvSpPr>
            <a:spLocks noChangeShapeType="1"/>
          </p:cNvSpPr>
          <p:nvPr/>
        </p:nvSpPr>
        <p:spPr bwMode="auto">
          <a:xfrm>
            <a:off x="2216150" y="3028950"/>
            <a:ext cx="1588" cy="12350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309" name="Line 17">
            <a:extLst>
              <a:ext uri="{FF2B5EF4-FFF2-40B4-BE49-F238E27FC236}">
                <a16:creationId xmlns:a16="http://schemas.microsoft.com/office/drawing/2014/main" id="{9562E258-219C-4951-89EA-62C808D9A281}"/>
              </a:ext>
            </a:extLst>
          </p:cNvPr>
          <p:cNvSpPr>
            <a:spLocks noChangeShapeType="1"/>
          </p:cNvSpPr>
          <p:nvPr/>
        </p:nvSpPr>
        <p:spPr bwMode="auto">
          <a:xfrm>
            <a:off x="5561013" y="3048000"/>
            <a:ext cx="1587" cy="12160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310" name="Oval 18">
            <a:extLst>
              <a:ext uri="{FF2B5EF4-FFF2-40B4-BE49-F238E27FC236}">
                <a16:creationId xmlns:a16="http://schemas.microsoft.com/office/drawing/2014/main" id="{CE68E04B-9849-42EE-9837-DC8509140E02}"/>
              </a:ext>
            </a:extLst>
          </p:cNvPr>
          <p:cNvSpPr>
            <a:spLocks noChangeArrowheads="1"/>
          </p:cNvSpPr>
          <p:nvPr/>
        </p:nvSpPr>
        <p:spPr bwMode="auto">
          <a:xfrm>
            <a:off x="579438" y="3435350"/>
            <a:ext cx="411162" cy="373063"/>
          </a:xfrm>
          <a:prstGeom prst="ellipse">
            <a:avLst/>
          </a:prstGeom>
          <a:solidFill>
            <a:srgbClr val="00FF00"/>
          </a:solidFill>
          <a:ln>
            <a:noFill/>
          </a:ln>
          <a:extLst>
            <a:ext uri="{91240B29-F687-4F45-9708-019B960494DF}">
              <a14:hiddenLine xmlns:a14="http://schemas.microsoft.com/office/drawing/2010/main" w="25400">
                <a:solidFill>
                  <a:srgbClr val="000000"/>
                </a:solidFill>
                <a:round/>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11" name="Oval 20">
            <a:extLst>
              <a:ext uri="{FF2B5EF4-FFF2-40B4-BE49-F238E27FC236}">
                <a16:creationId xmlns:a16="http://schemas.microsoft.com/office/drawing/2014/main" id="{E2613546-4D27-4C72-B19B-24831525123D}"/>
              </a:ext>
            </a:extLst>
          </p:cNvPr>
          <p:cNvSpPr>
            <a:spLocks noChangeArrowheads="1"/>
          </p:cNvSpPr>
          <p:nvPr/>
        </p:nvSpPr>
        <p:spPr bwMode="auto">
          <a:xfrm>
            <a:off x="4849813" y="3435350"/>
            <a:ext cx="407987" cy="373063"/>
          </a:xfrm>
          <a:prstGeom prst="ellipse">
            <a:avLst/>
          </a:prstGeom>
          <a:solidFill>
            <a:srgbClr val="00FF00"/>
          </a:solidFill>
          <a:ln>
            <a:noFill/>
          </a:ln>
          <a:extLst>
            <a:ext uri="{91240B29-F687-4F45-9708-019B960494DF}">
              <a14:hiddenLine xmlns:a14="http://schemas.microsoft.com/office/drawing/2010/main" w="25400">
                <a:solidFill>
                  <a:srgbClr val="000000"/>
                </a:solidFill>
                <a:round/>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12" name="Line 21">
            <a:extLst>
              <a:ext uri="{FF2B5EF4-FFF2-40B4-BE49-F238E27FC236}">
                <a16:creationId xmlns:a16="http://schemas.microsoft.com/office/drawing/2014/main" id="{05164AC0-990B-493F-8B3D-88692A86202D}"/>
              </a:ext>
            </a:extLst>
          </p:cNvPr>
          <p:cNvSpPr>
            <a:spLocks noChangeShapeType="1"/>
          </p:cNvSpPr>
          <p:nvPr/>
        </p:nvSpPr>
        <p:spPr bwMode="auto">
          <a:xfrm>
            <a:off x="4849813" y="3625850"/>
            <a:ext cx="4079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313" name="Rectangle 22">
            <a:extLst>
              <a:ext uri="{FF2B5EF4-FFF2-40B4-BE49-F238E27FC236}">
                <a16:creationId xmlns:a16="http://schemas.microsoft.com/office/drawing/2014/main" id="{52BFF84C-C71F-41B2-BA75-DB481EECB4D0}"/>
              </a:ext>
            </a:extLst>
          </p:cNvPr>
          <p:cNvSpPr>
            <a:spLocks noChangeArrowheads="1"/>
          </p:cNvSpPr>
          <p:nvPr/>
        </p:nvSpPr>
        <p:spPr bwMode="auto">
          <a:xfrm>
            <a:off x="1266825" y="3446463"/>
            <a:ext cx="107950" cy="428625"/>
          </a:xfrm>
          <a:prstGeom prst="rect">
            <a:avLst/>
          </a:prstGeom>
          <a:solidFill>
            <a:schemeClr val="bg1"/>
          </a:solidFill>
          <a:ln w="25400">
            <a:solidFill>
              <a:schemeClr val="tx2"/>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14" name="Rectangle 23">
            <a:extLst>
              <a:ext uri="{FF2B5EF4-FFF2-40B4-BE49-F238E27FC236}">
                <a16:creationId xmlns:a16="http://schemas.microsoft.com/office/drawing/2014/main" id="{DF4B5FEA-E7BF-4E21-8D55-849CBC66331F}"/>
              </a:ext>
            </a:extLst>
          </p:cNvPr>
          <p:cNvSpPr>
            <a:spLocks noChangeArrowheads="1"/>
          </p:cNvSpPr>
          <p:nvPr/>
        </p:nvSpPr>
        <p:spPr bwMode="auto">
          <a:xfrm>
            <a:off x="2154238" y="3446463"/>
            <a:ext cx="107950" cy="428625"/>
          </a:xfrm>
          <a:prstGeom prst="rect">
            <a:avLst/>
          </a:prstGeom>
          <a:solidFill>
            <a:schemeClr val="bg1"/>
          </a:solidFill>
          <a:ln w="25400">
            <a:solidFill>
              <a:schemeClr val="tx2"/>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15" name="Rectangle 24">
            <a:extLst>
              <a:ext uri="{FF2B5EF4-FFF2-40B4-BE49-F238E27FC236}">
                <a16:creationId xmlns:a16="http://schemas.microsoft.com/office/drawing/2014/main" id="{E44EA1DA-C7C2-4550-B053-E1A6D2EEC2C7}"/>
              </a:ext>
            </a:extLst>
          </p:cNvPr>
          <p:cNvSpPr>
            <a:spLocks noChangeArrowheads="1"/>
          </p:cNvSpPr>
          <p:nvPr/>
        </p:nvSpPr>
        <p:spPr bwMode="auto">
          <a:xfrm>
            <a:off x="5510213" y="3457575"/>
            <a:ext cx="104775" cy="428625"/>
          </a:xfrm>
          <a:prstGeom prst="rect">
            <a:avLst/>
          </a:prstGeom>
          <a:solidFill>
            <a:schemeClr val="bg1"/>
          </a:solidFill>
          <a:ln w="25400">
            <a:solidFill>
              <a:schemeClr val="tx2"/>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16" name="Rectangle 26">
            <a:extLst>
              <a:ext uri="{FF2B5EF4-FFF2-40B4-BE49-F238E27FC236}">
                <a16:creationId xmlns:a16="http://schemas.microsoft.com/office/drawing/2014/main" id="{226BCCF6-E56A-4BB5-9BAB-9C1C8CC30539}"/>
              </a:ext>
            </a:extLst>
          </p:cNvPr>
          <p:cNvSpPr>
            <a:spLocks noChangeArrowheads="1"/>
          </p:cNvSpPr>
          <p:nvPr/>
        </p:nvSpPr>
        <p:spPr bwMode="auto">
          <a:xfrm>
            <a:off x="971550" y="2571750"/>
            <a:ext cx="3349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9317" name="Rectangle 27">
            <a:extLst>
              <a:ext uri="{FF2B5EF4-FFF2-40B4-BE49-F238E27FC236}">
                <a16:creationId xmlns:a16="http://schemas.microsoft.com/office/drawing/2014/main" id="{780CF665-86C6-41A8-A82C-96FA105756F0}"/>
              </a:ext>
            </a:extLst>
          </p:cNvPr>
          <p:cNvSpPr>
            <a:spLocks noChangeArrowheads="1"/>
          </p:cNvSpPr>
          <p:nvPr/>
        </p:nvSpPr>
        <p:spPr bwMode="auto">
          <a:xfrm>
            <a:off x="1443038" y="3605213"/>
            <a:ext cx="33496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9318" name="Rectangle 28">
            <a:extLst>
              <a:ext uri="{FF2B5EF4-FFF2-40B4-BE49-F238E27FC236}">
                <a16:creationId xmlns:a16="http://schemas.microsoft.com/office/drawing/2014/main" id="{A2E9C191-E5A1-4249-AB35-266558B8B35F}"/>
              </a:ext>
            </a:extLst>
          </p:cNvPr>
          <p:cNvSpPr>
            <a:spLocks noChangeArrowheads="1"/>
          </p:cNvSpPr>
          <p:nvPr/>
        </p:nvSpPr>
        <p:spPr bwMode="auto">
          <a:xfrm>
            <a:off x="2316163" y="3605213"/>
            <a:ext cx="33813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i</a:t>
            </a:r>
            <a:endParaRPr kumimoji="0" lang="en-US" altLang="zh-CN" sz="2000">
              <a:solidFill>
                <a:srgbClr val="000000"/>
              </a:solidFill>
              <a:ea typeface="宋体" panose="02010600030101010101" pitchFamily="2" charset="-122"/>
            </a:endParaRPr>
          </a:p>
        </p:txBody>
      </p:sp>
      <p:sp>
        <p:nvSpPr>
          <p:cNvPr id="439319" name="Rectangle 29">
            <a:extLst>
              <a:ext uri="{FF2B5EF4-FFF2-40B4-BE49-F238E27FC236}">
                <a16:creationId xmlns:a16="http://schemas.microsoft.com/office/drawing/2014/main" id="{CA2E860F-AE13-46B6-BFEE-32B2530448DF}"/>
              </a:ext>
            </a:extLst>
          </p:cNvPr>
          <p:cNvSpPr>
            <a:spLocks noChangeArrowheads="1"/>
          </p:cNvSpPr>
          <p:nvPr/>
        </p:nvSpPr>
        <p:spPr bwMode="auto">
          <a:xfrm>
            <a:off x="2847975" y="3594100"/>
            <a:ext cx="3365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i</a:t>
            </a:r>
            <a:endParaRPr kumimoji="0" lang="en-US" altLang="zh-CN" sz="2000">
              <a:solidFill>
                <a:srgbClr val="000000"/>
              </a:solidFill>
              <a:ea typeface="宋体" panose="02010600030101010101" pitchFamily="2" charset="-122"/>
            </a:endParaRPr>
          </a:p>
        </p:txBody>
      </p:sp>
      <p:sp>
        <p:nvSpPr>
          <p:cNvPr id="439320" name="Rectangle 30">
            <a:extLst>
              <a:ext uri="{FF2B5EF4-FFF2-40B4-BE49-F238E27FC236}">
                <a16:creationId xmlns:a16="http://schemas.microsoft.com/office/drawing/2014/main" id="{5F3B43A6-DBB6-4829-AFFD-7E61FCE8F304}"/>
              </a:ext>
            </a:extLst>
          </p:cNvPr>
          <p:cNvSpPr>
            <a:spLocks noChangeArrowheads="1"/>
          </p:cNvSpPr>
          <p:nvPr/>
        </p:nvSpPr>
        <p:spPr bwMode="auto">
          <a:xfrm>
            <a:off x="1530350" y="3232150"/>
            <a:ext cx="3381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c</a:t>
            </a:r>
            <a:endParaRPr kumimoji="0" lang="en-US" altLang="zh-CN" sz="2000">
              <a:solidFill>
                <a:srgbClr val="000000"/>
              </a:solidFill>
              <a:ea typeface="宋体" panose="02010600030101010101" pitchFamily="2" charset="-122"/>
            </a:endParaRPr>
          </a:p>
        </p:txBody>
      </p:sp>
      <p:sp>
        <p:nvSpPr>
          <p:cNvPr id="439321" name="Rectangle 31">
            <a:extLst>
              <a:ext uri="{FF2B5EF4-FFF2-40B4-BE49-F238E27FC236}">
                <a16:creationId xmlns:a16="http://schemas.microsoft.com/office/drawing/2014/main" id="{71B8091E-3885-4904-B7DC-FC14284FC612}"/>
              </a:ext>
            </a:extLst>
          </p:cNvPr>
          <p:cNvSpPr>
            <a:spLocks noChangeArrowheads="1"/>
          </p:cNvSpPr>
          <p:nvPr/>
        </p:nvSpPr>
        <p:spPr bwMode="auto">
          <a:xfrm>
            <a:off x="5848350" y="3665538"/>
            <a:ext cx="3397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endParaRPr kumimoji="0" lang="en-US" altLang="zh-CN" sz="2000">
              <a:solidFill>
                <a:srgbClr val="000000"/>
              </a:solidFill>
              <a:ea typeface="宋体" panose="02010600030101010101" pitchFamily="2" charset="-122"/>
            </a:endParaRPr>
          </a:p>
        </p:txBody>
      </p:sp>
      <p:sp>
        <p:nvSpPr>
          <p:cNvPr id="439322" name="Rectangle 32">
            <a:extLst>
              <a:ext uri="{FF2B5EF4-FFF2-40B4-BE49-F238E27FC236}">
                <a16:creationId xmlns:a16="http://schemas.microsoft.com/office/drawing/2014/main" id="{24BE536D-61B8-48AE-A47A-5CA092AD06C8}"/>
              </a:ext>
            </a:extLst>
          </p:cNvPr>
          <p:cNvSpPr>
            <a:spLocks noChangeArrowheads="1"/>
          </p:cNvSpPr>
          <p:nvPr/>
        </p:nvSpPr>
        <p:spPr bwMode="auto">
          <a:xfrm>
            <a:off x="5210175" y="3627438"/>
            <a:ext cx="3381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R</a:t>
            </a:r>
            <a:endParaRPr kumimoji="0" lang="en-US" altLang="zh-CN" sz="2000">
              <a:solidFill>
                <a:srgbClr val="000000"/>
              </a:solidFill>
              <a:ea typeface="宋体" panose="02010600030101010101" pitchFamily="2" charset="-122"/>
            </a:endParaRPr>
          </a:p>
        </p:txBody>
      </p:sp>
      <p:sp>
        <p:nvSpPr>
          <p:cNvPr id="439323" name="Rectangle 33">
            <a:extLst>
              <a:ext uri="{FF2B5EF4-FFF2-40B4-BE49-F238E27FC236}">
                <a16:creationId xmlns:a16="http://schemas.microsoft.com/office/drawing/2014/main" id="{5DB27F81-7A56-408A-AA33-D0B3B5678B7B}"/>
              </a:ext>
            </a:extLst>
          </p:cNvPr>
          <p:cNvSpPr>
            <a:spLocks noChangeArrowheads="1"/>
          </p:cNvSpPr>
          <p:nvPr/>
        </p:nvSpPr>
        <p:spPr bwMode="auto">
          <a:xfrm>
            <a:off x="6456363" y="3517900"/>
            <a:ext cx="338137"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i</a:t>
            </a:r>
            <a:endParaRPr kumimoji="0" lang="en-US" altLang="zh-CN" sz="2000">
              <a:solidFill>
                <a:srgbClr val="000000"/>
              </a:solidFill>
              <a:ea typeface="宋体" panose="02010600030101010101" pitchFamily="2" charset="-122"/>
            </a:endParaRPr>
          </a:p>
        </p:txBody>
      </p:sp>
      <p:grpSp>
        <p:nvGrpSpPr>
          <p:cNvPr id="439324" name="Group 34">
            <a:extLst>
              <a:ext uri="{FF2B5EF4-FFF2-40B4-BE49-F238E27FC236}">
                <a16:creationId xmlns:a16="http://schemas.microsoft.com/office/drawing/2014/main" id="{B102FC1E-B8B1-4138-AF1F-3609EBB1F957}"/>
              </a:ext>
            </a:extLst>
          </p:cNvPr>
          <p:cNvGrpSpPr>
            <a:grpSpLocks/>
          </p:cNvGrpSpPr>
          <p:nvPr/>
        </p:nvGrpSpPr>
        <p:grpSpPr bwMode="auto">
          <a:xfrm rot="-5400000">
            <a:off x="6415882" y="3234531"/>
            <a:ext cx="304800" cy="46037"/>
            <a:chOff x="7449" y="9962"/>
            <a:chExt cx="258" cy="34"/>
          </a:xfrm>
        </p:grpSpPr>
        <p:sp>
          <p:nvSpPr>
            <p:cNvPr id="439367" name="AutoShape 35">
              <a:extLst>
                <a:ext uri="{FF2B5EF4-FFF2-40B4-BE49-F238E27FC236}">
                  <a16:creationId xmlns:a16="http://schemas.microsoft.com/office/drawing/2014/main" id="{823CB96A-F9BB-42CB-A2A8-22630FCB3E20}"/>
                </a:ext>
              </a:extLst>
            </p:cNvPr>
            <p:cNvSpPr>
              <a:spLocks noChangeArrowheads="1"/>
            </p:cNvSpPr>
            <p:nvPr/>
          </p:nvSpPr>
          <p:spPr bwMode="auto">
            <a:xfrm rot="5400000">
              <a:off x="7619" y="9908"/>
              <a:ext cx="34" cy="142"/>
            </a:xfrm>
            <a:prstGeom prst="triangle">
              <a:avLst>
                <a:gd name="adj" fmla="val 50000"/>
              </a:avLst>
            </a:prstGeom>
            <a:solidFill>
              <a:schemeClr val="tx1"/>
            </a:solidFill>
            <a:ln w="25400">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68" name="Line 36">
              <a:extLst>
                <a:ext uri="{FF2B5EF4-FFF2-40B4-BE49-F238E27FC236}">
                  <a16:creationId xmlns:a16="http://schemas.microsoft.com/office/drawing/2014/main" id="{E1BAC8E1-13DA-4AEC-9D7E-6251C8E34552}"/>
                </a:ext>
              </a:extLst>
            </p:cNvPr>
            <p:cNvSpPr>
              <a:spLocks noChangeShapeType="1"/>
            </p:cNvSpPr>
            <p:nvPr/>
          </p:nvSpPr>
          <p:spPr bwMode="auto">
            <a:xfrm>
              <a:off x="7449" y="9982"/>
              <a:ext cx="106"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439325" name="Group 37">
            <a:extLst>
              <a:ext uri="{FF2B5EF4-FFF2-40B4-BE49-F238E27FC236}">
                <a16:creationId xmlns:a16="http://schemas.microsoft.com/office/drawing/2014/main" id="{13E4AEFA-CAA1-4DF5-9A88-D7986CE6A1CE}"/>
              </a:ext>
            </a:extLst>
          </p:cNvPr>
          <p:cNvGrpSpPr>
            <a:grpSpLocks/>
          </p:cNvGrpSpPr>
          <p:nvPr/>
        </p:nvGrpSpPr>
        <p:grpSpPr bwMode="auto">
          <a:xfrm rot="5400000" flipV="1">
            <a:off x="6393657" y="4047331"/>
            <a:ext cx="303212" cy="47625"/>
            <a:chOff x="7449" y="9962"/>
            <a:chExt cx="258" cy="34"/>
          </a:xfrm>
        </p:grpSpPr>
        <p:sp>
          <p:nvSpPr>
            <p:cNvPr id="439365" name="AutoShape 38">
              <a:extLst>
                <a:ext uri="{FF2B5EF4-FFF2-40B4-BE49-F238E27FC236}">
                  <a16:creationId xmlns:a16="http://schemas.microsoft.com/office/drawing/2014/main" id="{3A52FE5D-1296-4FE2-A7AB-5E010BFEE35D}"/>
                </a:ext>
              </a:extLst>
            </p:cNvPr>
            <p:cNvSpPr>
              <a:spLocks noChangeArrowheads="1"/>
            </p:cNvSpPr>
            <p:nvPr/>
          </p:nvSpPr>
          <p:spPr bwMode="auto">
            <a:xfrm rot="5400000">
              <a:off x="7619" y="9908"/>
              <a:ext cx="34" cy="142"/>
            </a:xfrm>
            <a:prstGeom prst="triangle">
              <a:avLst>
                <a:gd name="adj" fmla="val 50000"/>
              </a:avLst>
            </a:prstGeom>
            <a:solidFill>
              <a:schemeClr val="tx1"/>
            </a:solidFill>
            <a:ln w="25400">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66" name="Line 39">
              <a:extLst>
                <a:ext uri="{FF2B5EF4-FFF2-40B4-BE49-F238E27FC236}">
                  <a16:creationId xmlns:a16="http://schemas.microsoft.com/office/drawing/2014/main" id="{01C9EB53-AE51-45C2-A147-7F77CB2D5D66}"/>
                </a:ext>
              </a:extLst>
            </p:cNvPr>
            <p:cNvSpPr>
              <a:spLocks noChangeShapeType="1"/>
            </p:cNvSpPr>
            <p:nvPr/>
          </p:nvSpPr>
          <p:spPr bwMode="auto">
            <a:xfrm>
              <a:off x="7449" y="9982"/>
              <a:ext cx="106"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grpSp>
      <p:sp>
        <p:nvSpPr>
          <p:cNvPr id="439326" name="Rectangle 40">
            <a:extLst>
              <a:ext uri="{FF2B5EF4-FFF2-40B4-BE49-F238E27FC236}">
                <a16:creationId xmlns:a16="http://schemas.microsoft.com/office/drawing/2014/main" id="{AAC9AD0A-AE02-4E0B-A46F-73048252A648}"/>
              </a:ext>
            </a:extLst>
          </p:cNvPr>
          <p:cNvSpPr>
            <a:spLocks noChangeArrowheads="1"/>
          </p:cNvSpPr>
          <p:nvPr/>
        </p:nvSpPr>
        <p:spPr bwMode="auto">
          <a:xfrm>
            <a:off x="7429500" y="3500438"/>
            <a:ext cx="5715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SC</a:t>
            </a:r>
            <a:endParaRPr kumimoji="0" lang="en-US" altLang="zh-CN" sz="2000">
              <a:solidFill>
                <a:srgbClr val="000000"/>
              </a:solidFill>
              <a:ea typeface="宋体" panose="02010600030101010101" pitchFamily="2" charset="-122"/>
            </a:endParaRPr>
          </a:p>
        </p:txBody>
      </p:sp>
      <p:sp>
        <p:nvSpPr>
          <p:cNvPr id="439327" name="Rectangle 41">
            <a:extLst>
              <a:ext uri="{FF2B5EF4-FFF2-40B4-BE49-F238E27FC236}">
                <a16:creationId xmlns:a16="http://schemas.microsoft.com/office/drawing/2014/main" id="{7F00F6A2-0389-4F58-BA95-3CA87CBF0CF1}"/>
              </a:ext>
            </a:extLst>
          </p:cNvPr>
          <p:cNvSpPr>
            <a:spLocks noChangeArrowheads="1"/>
          </p:cNvSpPr>
          <p:nvPr/>
        </p:nvSpPr>
        <p:spPr bwMode="auto">
          <a:xfrm>
            <a:off x="3930650" y="3457575"/>
            <a:ext cx="458788"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SC</a:t>
            </a:r>
            <a:endParaRPr kumimoji="0" lang="en-US" altLang="zh-CN" sz="2000">
              <a:solidFill>
                <a:srgbClr val="000000"/>
              </a:solidFill>
              <a:ea typeface="宋体" panose="02010600030101010101" pitchFamily="2" charset="-122"/>
            </a:endParaRPr>
          </a:p>
        </p:txBody>
      </p:sp>
      <p:sp>
        <p:nvSpPr>
          <p:cNvPr id="439328" name="Oval 42">
            <a:extLst>
              <a:ext uri="{FF2B5EF4-FFF2-40B4-BE49-F238E27FC236}">
                <a16:creationId xmlns:a16="http://schemas.microsoft.com/office/drawing/2014/main" id="{DFE2429F-B8F6-4EA3-91ED-F6BE4F1FBBF3}"/>
              </a:ext>
            </a:extLst>
          </p:cNvPr>
          <p:cNvSpPr>
            <a:spLocks noChangeArrowheads="1"/>
          </p:cNvSpPr>
          <p:nvPr/>
        </p:nvSpPr>
        <p:spPr bwMode="auto">
          <a:xfrm>
            <a:off x="7886700" y="4257675"/>
            <a:ext cx="79375" cy="79375"/>
          </a:xfrm>
          <a:prstGeom prst="ellipse">
            <a:avLst/>
          </a:prstGeom>
          <a:noFill/>
          <a:ln w="2540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29" name="Oval 43">
            <a:extLst>
              <a:ext uri="{FF2B5EF4-FFF2-40B4-BE49-F238E27FC236}">
                <a16:creationId xmlns:a16="http://schemas.microsoft.com/office/drawing/2014/main" id="{165B923A-C96E-414D-B6D7-15951E0EB8BE}"/>
              </a:ext>
            </a:extLst>
          </p:cNvPr>
          <p:cNvSpPr>
            <a:spLocks noChangeArrowheads="1"/>
          </p:cNvSpPr>
          <p:nvPr/>
        </p:nvSpPr>
        <p:spPr bwMode="auto">
          <a:xfrm>
            <a:off x="4060825" y="4232275"/>
            <a:ext cx="71438" cy="71438"/>
          </a:xfrm>
          <a:prstGeom prst="ellipse">
            <a:avLst/>
          </a:prstGeom>
          <a:noFill/>
          <a:ln w="2540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30" name="Rectangle 44">
            <a:extLst>
              <a:ext uri="{FF2B5EF4-FFF2-40B4-BE49-F238E27FC236}">
                <a16:creationId xmlns:a16="http://schemas.microsoft.com/office/drawing/2014/main" id="{A93036DA-5077-4488-A17A-B5B05F175537}"/>
              </a:ext>
            </a:extLst>
          </p:cNvPr>
          <p:cNvSpPr>
            <a:spLocks noChangeArrowheads="1"/>
          </p:cNvSpPr>
          <p:nvPr/>
        </p:nvSpPr>
        <p:spPr bwMode="auto">
          <a:xfrm>
            <a:off x="285750" y="3225800"/>
            <a:ext cx="3048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9331" name="Rectangle 45">
            <a:extLst>
              <a:ext uri="{FF2B5EF4-FFF2-40B4-BE49-F238E27FC236}">
                <a16:creationId xmlns:a16="http://schemas.microsoft.com/office/drawing/2014/main" id="{82470FA6-9D5A-43BD-A52E-06F86BAB6274}"/>
              </a:ext>
            </a:extLst>
          </p:cNvPr>
          <p:cNvSpPr>
            <a:spLocks noChangeArrowheads="1"/>
          </p:cNvSpPr>
          <p:nvPr/>
        </p:nvSpPr>
        <p:spPr bwMode="auto">
          <a:xfrm>
            <a:off x="2062163" y="4375150"/>
            <a:ext cx="5064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a:solidFill>
                  <a:srgbClr val="000000"/>
                </a:solidFill>
                <a:ea typeface="宋体" panose="02010600030101010101" pitchFamily="2" charset="-122"/>
              </a:rPr>
              <a:t>(</a:t>
            </a:r>
            <a:r>
              <a:rPr kumimoji="0" lang="en-US" altLang="zh-CN" sz="2000" i="1">
                <a:solidFill>
                  <a:srgbClr val="000000"/>
                </a:solidFill>
                <a:ea typeface="宋体" panose="02010600030101010101" pitchFamily="2" charset="-122"/>
              </a:rPr>
              <a:t>a</a:t>
            </a:r>
            <a:r>
              <a:rPr kumimoji="0" lang="en-US" altLang="zh-CN" sz="2000">
                <a:solidFill>
                  <a:srgbClr val="000000"/>
                </a:solidFill>
                <a:ea typeface="宋体" panose="02010600030101010101" pitchFamily="2" charset="-122"/>
              </a:rPr>
              <a:t>)</a:t>
            </a:r>
          </a:p>
        </p:txBody>
      </p:sp>
      <p:sp>
        <p:nvSpPr>
          <p:cNvPr id="439332" name="Rectangle 46">
            <a:extLst>
              <a:ext uri="{FF2B5EF4-FFF2-40B4-BE49-F238E27FC236}">
                <a16:creationId xmlns:a16="http://schemas.microsoft.com/office/drawing/2014/main" id="{92BC0DCF-DD93-43AB-9C67-D794C24E77DF}"/>
              </a:ext>
            </a:extLst>
          </p:cNvPr>
          <p:cNvSpPr>
            <a:spLocks noChangeArrowheads="1"/>
          </p:cNvSpPr>
          <p:nvPr/>
        </p:nvSpPr>
        <p:spPr bwMode="auto">
          <a:xfrm>
            <a:off x="6007100" y="4375150"/>
            <a:ext cx="50482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a:solidFill>
                  <a:srgbClr val="000000"/>
                </a:solidFill>
                <a:ea typeface="宋体" panose="02010600030101010101" pitchFamily="2" charset="-122"/>
              </a:rPr>
              <a:t>(</a:t>
            </a:r>
            <a:r>
              <a:rPr kumimoji="0" lang="en-US" altLang="zh-CN" sz="2000" i="1">
                <a:solidFill>
                  <a:srgbClr val="000000"/>
                </a:solidFill>
                <a:ea typeface="宋体" panose="02010600030101010101" pitchFamily="2" charset="-122"/>
              </a:rPr>
              <a:t>b</a:t>
            </a:r>
            <a:r>
              <a:rPr kumimoji="0" lang="en-US" altLang="zh-CN" sz="2000">
                <a:solidFill>
                  <a:srgbClr val="000000"/>
                </a:solidFill>
                <a:ea typeface="宋体" panose="02010600030101010101" pitchFamily="2" charset="-122"/>
              </a:rPr>
              <a:t>)</a:t>
            </a:r>
          </a:p>
        </p:txBody>
      </p:sp>
      <p:sp>
        <p:nvSpPr>
          <p:cNvPr id="439333" name="Rectangle 47">
            <a:extLst>
              <a:ext uri="{FF2B5EF4-FFF2-40B4-BE49-F238E27FC236}">
                <a16:creationId xmlns:a16="http://schemas.microsoft.com/office/drawing/2014/main" id="{A73C0C55-7EC8-48BD-8DBE-43F7EB7D93BD}"/>
              </a:ext>
            </a:extLst>
          </p:cNvPr>
          <p:cNvSpPr>
            <a:spLocks noChangeArrowheads="1"/>
          </p:cNvSpPr>
          <p:nvPr/>
        </p:nvSpPr>
        <p:spPr bwMode="auto">
          <a:xfrm>
            <a:off x="4805363" y="3105150"/>
            <a:ext cx="338137"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q</a:t>
            </a:r>
            <a:endParaRPr kumimoji="0" lang="en-US" altLang="zh-CN" sz="2000">
              <a:solidFill>
                <a:srgbClr val="000000"/>
              </a:solidFill>
              <a:ea typeface="宋体" panose="02010600030101010101" pitchFamily="2" charset="-122"/>
            </a:endParaRPr>
          </a:p>
        </p:txBody>
      </p:sp>
      <p:sp>
        <p:nvSpPr>
          <p:cNvPr id="439334" name="Line 48">
            <a:extLst>
              <a:ext uri="{FF2B5EF4-FFF2-40B4-BE49-F238E27FC236}">
                <a16:creationId xmlns:a16="http://schemas.microsoft.com/office/drawing/2014/main" id="{68FF8B29-BDA0-4943-B730-DD7626B97E61}"/>
              </a:ext>
            </a:extLst>
          </p:cNvPr>
          <p:cNvSpPr>
            <a:spLocks noChangeShapeType="1"/>
          </p:cNvSpPr>
          <p:nvPr/>
        </p:nvSpPr>
        <p:spPr bwMode="auto">
          <a:xfrm>
            <a:off x="1682750" y="3562350"/>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35" name="Line 49">
            <a:extLst>
              <a:ext uri="{FF2B5EF4-FFF2-40B4-BE49-F238E27FC236}">
                <a16:creationId xmlns:a16="http://schemas.microsoft.com/office/drawing/2014/main" id="{2BF2F67E-A3C5-46E1-A289-ED4882B95E28}"/>
              </a:ext>
            </a:extLst>
          </p:cNvPr>
          <p:cNvSpPr>
            <a:spLocks noChangeShapeType="1"/>
          </p:cNvSpPr>
          <p:nvPr/>
        </p:nvSpPr>
        <p:spPr bwMode="auto">
          <a:xfrm>
            <a:off x="1682750" y="3638550"/>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36" name="Line 50">
            <a:extLst>
              <a:ext uri="{FF2B5EF4-FFF2-40B4-BE49-F238E27FC236}">
                <a16:creationId xmlns:a16="http://schemas.microsoft.com/office/drawing/2014/main" id="{388879A0-BE76-49A1-BAD6-B5A3DA3C504B}"/>
              </a:ext>
            </a:extLst>
          </p:cNvPr>
          <p:cNvSpPr>
            <a:spLocks noChangeShapeType="1"/>
          </p:cNvSpPr>
          <p:nvPr/>
        </p:nvSpPr>
        <p:spPr bwMode="auto">
          <a:xfrm>
            <a:off x="1797050" y="3638550"/>
            <a:ext cx="0" cy="609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37" name="Line 51">
            <a:extLst>
              <a:ext uri="{FF2B5EF4-FFF2-40B4-BE49-F238E27FC236}">
                <a16:creationId xmlns:a16="http://schemas.microsoft.com/office/drawing/2014/main" id="{E2C25901-B965-4D33-9C5A-D8E92D4FC208}"/>
              </a:ext>
            </a:extLst>
          </p:cNvPr>
          <p:cNvSpPr>
            <a:spLocks noChangeShapeType="1"/>
          </p:cNvSpPr>
          <p:nvPr/>
        </p:nvSpPr>
        <p:spPr bwMode="auto">
          <a:xfrm flipV="1">
            <a:off x="1797050" y="3028950"/>
            <a:ext cx="0" cy="533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38" name="Line 52">
            <a:extLst>
              <a:ext uri="{FF2B5EF4-FFF2-40B4-BE49-F238E27FC236}">
                <a16:creationId xmlns:a16="http://schemas.microsoft.com/office/drawing/2014/main" id="{84157846-BCCA-4EFE-8352-73D0AF84DB4F}"/>
              </a:ext>
            </a:extLst>
          </p:cNvPr>
          <p:cNvSpPr>
            <a:spLocks noChangeShapeType="1"/>
          </p:cNvSpPr>
          <p:nvPr/>
        </p:nvSpPr>
        <p:spPr bwMode="auto">
          <a:xfrm>
            <a:off x="2584450" y="3562350"/>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39" name="Line 53">
            <a:extLst>
              <a:ext uri="{FF2B5EF4-FFF2-40B4-BE49-F238E27FC236}">
                <a16:creationId xmlns:a16="http://schemas.microsoft.com/office/drawing/2014/main" id="{DAB7D1CD-2937-48A8-BD2C-FC8BDFEA983F}"/>
              </a:ext>
            </a:extLst>
          </p:cNvPr>
          <p:cNvSpPr>
            <a:spLocks noChangeShapeType="1"/>
          </p:cNvSpPr>
          <p:nvPr/>
        </p:nvSpPr>
        <p:spPr bwMode="auto">
          <a:xfrm>
            <a:off x="2584450" y="3638550"/>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0" name="Line 54">
            <a:extLst>
              <a:ext uri="{FF2B5EF4-FFF2-40B4-BE49-F238E27FC236}">
                <a16:creationId xmlns:a16="http://schemas.microsoft.com/office/drawing/2014/main" id="{B4895AAC-4B33-4ABC-9079-FF1D2520C975}"/>
              </a:ext>
            </a:extLst>
          </p:cNvPr>
          <p:cNvSpPr>
            <a:spLocks noChangeShapeType="1"/>
          </p:cNvSpPr>
          <p:nvPr/>
        </p:nvSpPr>
        <p:spPr bwMode="auto">
          <a:xfrm>
            <a:off x="2698750" y="3638550"/>
            <a:ext cx="0" cy="609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1" name="Line 55">
            <a:extLst>
              <a:ext uri="{FF2B5EF4-FFF2-40B4-BE49-F238E27FC236}">
                <a16:creationId xmlns:a16="http://schemas.microsoft.com/office/drawing/2014/main" id="{36C9A6AC-AA0D-46F0-B323-6D9A08798A08}"/>
              </a:ext>
            </a:extLst>
          </p:cNvPr>
          <p:cNvSpPr>
            <a:spLocks noChangeShapeType="1"/>
          </p:cNvSpPr>
          <p:nvPr/>
        </p:nvSpPr>
        <p:spPr bwMode="auto">
          <a:xfrm flipV="1">
            <a:off x="2698750" y="3028950"/>
            <a:ext cx="0" cy="533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2" name="Line 56">
            <a:extLst>
              <a:ext uri="{FF2B5EF4-FFF2-40B4-BE49-F238E27FC236}">
                <a16:creationId xmlns:a16="http://schemas.microsoft.com/office/drawing/2014/main" id="{EC248262-4EB6-4C22-B780-C6C48D295A58}"/>
              </a:ext>
            </a:extLst>
          </p:cNvPr>
          <p:cNvSpPr>
            <a:spLocks noChangeShapeType="1"/>
          </p:cNvSpPr>
          <p:nvPr/>
        </p:nvSpPr>
        <p:spPr bwMode="auto">
          <a:xfrm>
            <a:off x="6026150" y="3587750"/>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3" name="Line 57">
            <a:extLst>
              <a:ext uri="{FF2B5EF4-FFF2-40B4-BE49-F238E27FC236}">
                <a16:creationId xmlns:a16="http://schemas.microsoft.com/office/drawing/2014/main" id="{04883A40-5735-442B-AC0F-8B565E9BE53C}"/>
              </a:ext>
            </a:extLst>
          </p:cNvPr>
          <p:cNvSpPr>
            <a:spLocks noChangeShapeType="1"/>
          </p:cNvSpPr>
          <p:nvPr/>
        </p:nvSpPr>
        <p:spPr bwMode="auto">
          <a:xfrm>
            <a:off x="6026150" y="3663950"/>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4" name="Line 58">
            <a:extLst>
              <a:ext uri="{FF2B5EF4-FFF2-40B4-BE49-F238E27FC236}">
                <a16:creationId xmlns:a16="http://schemas.microsoft.com/office/drawing/2014/main" id="{9E73EBA1-8C91-40CF-97FA-5363D1069052}"/>
              </a:ext>
            </a:extLst>
          </p:cNvPr>
          <p:cNvSpPr>
            <a:spLocks noChangeShapeType="1"/>
          </p:cNvSpPr>
          <p:nvPr/>
        </p:nvSpPr>
        <p:spPr bwMode="auto">
          <a:xfrm>
            <a:off x="6140450" y="3663950"/>
            <a:ext cx="0" cy="609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5" name="Line 59">
            <a:extLst>
              <a:ext uri="{FF2B5EF4-FFF2-40B4-BE49-F238E27FC236}">
                <a16:creationId xmlns:a16="http://schemas.microsoft.com/office/drawing/2014/main" id="{A82917A0-815C-45C4-98A4-4C0FA061CF61}"/>
              </a:ext>
            </a:extLst>
          </p:cNvPr>
          <p:cNvSpPr>
            <a:spLocks noChangeShapeType="1"/>
          </p:cNvSpPr>
          <p:nvPr/>
        </p:nvSpPr>
        <p:spPr bwMode="auto">
          <a:xfrm flipV="1">
            <a:off x="6140450" y="3054350"/>
            <a:ext cx="0" cy="533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6" name="Freeform 62">
            <a:extLst>
              <a:ext uri="{FF2B5EF4-FFF2-40B4-BE49-F238E27FC236}">
                <a16:creationId xmlns:a16="http://schemas.microsoft.com/office/drawing/2014/main" id="{C9EC9919-C4C6-498C-832E-95FA3F71D692}"/>
              </a:ext>
            </a:extLst>
          </p:cNvPr>
          <p:cNvSpPr>
            <a:spLocks/>
          </p:cNvSpPr>
          <p:nvPr/>
        </p:nvSpPr>
        <p:spPr bwMode="auto">
          <a:xfrm>
            <a:off x="781050" y="3003550"/>
            <a:ext cx="227013" cy="457200"/>
          </a:xfrm>
          <a:custGeom>
            <a:avLst/>
            <a:gdLst>
              <a:gd name="T0" fmla="*/ 0 w 1392"/>
              <a:gd name="T1" fmla="*/ 2147483647 h 336"/>
              <a:gd name="T2" fmla="*/ 0 w 1392"/>
              <a:gd name="T3" fmla="*/ 0 h 336"/>
              <a:gd name="T4" fmla="*/ 0 w 1392"/>
              <a:gd name="T5" fmla="*/ 0 h 336"/>
              <a:gd name="T6" fmla="*/ 0 60000 65536"/>
              <a:gd name="T7" fmla="*/ 0 60000 65536"/>
              <a:gd name="T8" fmla="*/ 0 60000 65536"/>
              <a:gd name="T9" fmla="*/ 0 w 1392"/>
              <a:gd name="T10" fmla="*/ 0 h 336"/>
              <a:gd name="T11" fmla="*/ 1392 w 1392"/>
              <a:gd name="T12" fmla="*/ 336 h 336"/>
            </a:gdLst>
            <a:ahLst/>
            <a:cxnLst>
              <a:cxn ang="T6">
                <a:pos x="T0" y="T1"/>
              </a:cxn>
              <a:cxn ang="T7">
                <a:pos x="T2" y="T3"/>
              </a:cxn>
              <a:cxn ang="T8">
                <a:pos x="T4" y="T5"/>
              </a:cxn>
            </a:cxnLst>
            <a:rect l="T9" t="T10" r="T11" b="T12"/>
            <a:pathLst>
              <a:path w="1392" h="336">
                <a:moveTo>
                  <a:pt x="0" y="336"/>
                </a:moveTo>
                <a:lnTo>
                  <a:pt x="0" y="0"/>
                </a:lnTo>
                <a:lnTo>
                  <a:pt x="1392" y="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39347" name="Line 63">
            <a:extLst>
              <a:ext uri="{FF2B5EF4-FFF2-40B4-BE49-F238E27FC236}">
                <a16:creationId xmlns:a16="http://schemas.microsoft.com/office/drawing/2014/main" id="{8EF4D0F1-415F-48F7-8DE0-D752E1DF2DF7}"/>
              </a:ext>
            </a:extLst>
          </p:cNvPr>
          <p:cNvSpPr>
            <a:spLocks noChangeShapeType="1"/>
          </p:cNvSpPr>
          <p:nvPr/>
        </p:nvSpPr>
        <p:spPr bwMode="auto">
          <a:xfrm>
            <a:off x="1073150" y="3003550"/>
            <a:ext cx="1939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8" name="Line 64">
            <a:extLst>
              <a:ext uri="{FF2B5EF4-FFF2-40B4-BE49-F238E27FC236}">
                <a16:creationId xmlns:a16="http://schemas.microsoft.com/office/drawing/2014/main" id="{766B25C3-800E-4B32-95D5-BB7C0B42354F}"/>
              </a:ext>
            </a:extLst>
          </p:cNvPr>
          <p:cNvSpPr>
            <a:spLocks noChangeShapeType="1"/>
          </p:cNvSpPr>
          <p:nvPr/>
        </p:nvSpPr>
        <p:spPr bwMode="auto">
          <a:xfrm>
            <a:off x="1009650" y="2927350"/>
            <a:ext cx="0" cy="152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9" name="Line 65">
            <a:extLst>
              <a:ext uri="{FF2B5EF4-FFF2-40B4-BE49-F238E27FC236}">
                <a16:creationId xmlns:a16="http://schemas.microsoft.com/office/drawing/2014/main" id="{955B911D-6CA5-4FBD-B002-034AFF42BD10}"/>
              </a:ext>
            </a:extLst>
          </p:cNvPr>
          <p:cNvSpPr>
            <a:spLocks noChangeShapeType="1"/>
          </p:cNvSpPr>
          <p:nvPr/>
        </p:nvSpPr>
        <p:spPr bwMode="auto">
          <a:xfrm>
            <a:off x="1073150" y="2927350"/>
            <a:ext cx="0" cy="152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50" name="Freeform 66">
            <a:extLst>
              <a:ext uri="{FF2B5EF4-FFF2-40B4-BE49-F238E27FC236}">
                <a16:creationId xmlns:a16="http://schemas.microsoft.com/office/drawing/2014/main" id="{1A9F5D3D-6DC4-42FC-994A-D5BC47CEA33E}"/>
              </a:ext>
            </a:extLst>
          </p:cNvPr>
          <p:cNvSpPr>
            <a:spLocks/>
          </p:cNvSpPr>
          <p:nvPr/>
        </p:nvSpPr>
        <p:spPr bwMode="auto">
          <a:xfrm>
            <a:off x="781050" y="3803650"/>
            <a:ext cx="3276600" cy="457200"/>
          </a:xfrm>
          <a:custGeom>
            <a:avLst/>
            <a:gdLst>
              <a:gd name="T0" fmla="*/ 0 w 2064"/>
              <a:gd name="T1" fmla="*/ 0 h 336"/>
              <a:gd name="T2" fmla="*/ 0 w 2064"/>
              <a:gd name="T3" fmla="*/ 2147483647 h 336"/>
              <a:gd name="T4" fmla="*/ 2147483647 w 2064"/>
              <a:gd name="T5" fmla="*/ 2147483647 h 336"/>
              <a:gd name="T6" fmla="*/ 0 60000 65536"/>
              <a:gd name="T7" fmla="*/ 0 60000 65536"/>
              <a:gd name="T8" fmla="*/ 0 60000 65536"/>
              <a:gd name="T9" fmla="*/ 0 w 2064"/>
              <a:gd name="T10" fmla="*/ 0 h 336"/>
              <a:gd name="T11" fmla="*/ 2064 w 2064"/>
              <a:gd name="T12" fmla="*/ 336 h 336"/>
            </a:gdLst>
            <a:ahLst/>
            <a:cxnLst>
              <a:cxn ang="T6">
                <a:pos x="T0" y="T1"/>
              </a:cxn>
              <a:cxn ang="T7">
                <a:pos x="T2" y="T3"/>
              </a:cxn>
              <a:cxn ang="T8">
                <a:pos x="T4" y="T5"/>
              </a:cxn>
            </a:cxnLst>
            <a:rect l="T9" t="T10" r="T11" b="T12"/>
            <a:pathLst>
              <a:path w="2064" h="336">
                <a:moveTo>
                  <a:pt x="0" y="0"/>
                </a:moveTo>
                <a:lnTo>
                  <a:pt x="0" y="336"/>
                </a:lnTo>
                <a:lnTo>
                  <a:pt x="2064" y="336"/>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39351" name="Freeform 67">
            <a:extLst>
              <a:ext uri="{FF2B5EF4-FFF2-40B4-BE49-F238E27FC236}">
                <a16:creationId xmlns:a16="http://schemas.microsoft.com/office/drawing/2014/main" id="{D22746AA-E6D4-49C7-AE2B-4CCA506255B0}"/>
              </a:ext>
            </a:extLst>
          </p:cNvPr>
          <p:cNvSpPr>
            <a:spLocks/>
          </p:cNvSpPr>
          <p:nvPr/>
        </p:nvSpPr>
        <p:spPr bwMode="auto">
          <a:xfrm>
            <a:off x="5060950" y="3841750"/>
            <a:ext cx="2844800" cy="457200"/>
          </a:xfrm>
          <a:custGeom>
            <a:avLst/>
            <a:gdLst>
              <a:gd name="T0" fmla="*/ 0 w 2064"/>
              <a:gd name="T1" fmla="*/ 0 h 336"/>
              <a:gd name="T2" fmla="*/ 0 w 2064"/>
              <a:gd name="T3" fmla="*/ 2147483647 h 336"/>
              <a:gd name="T4" fmla="*/ 2147483647 w 2064"/>
              <a:gd name="T5" fmla="*/ 2147483647 h 336"/>
              <a:gd name="T6" fmla="*/ 0 60000 65536"/>
              <a:gd name="T7" fmla="*/ 0 60000 65536"/>
              <a:gd name="T8" fmla="*/ 0 60000 65536"/>
              <a:gd name="T9" fmla="*/ 0 w 2064"/>
              <a:gd name="T10" fmla="*/ 0 h 336"/>
              <a:gd name="T11" fmla="*/ 2064 w 2064"/>
              <a:gd name="T12" fmla="*/ 336 h 336"/>
            </a:gdLst>
            <a:ahLst/>
            <a:cxnLst>
              <a:cxn ang="T6">
                <a:pos x="T0" y="T1"/>
              </a:cxn>
              <a:cxn ang="T7">
                <a:pos x="T2" y="T3"/>
              </a:cxn>
              <a:cxn ang="T8">
                <a:pos x="T4" y="T5"/>
              </a:cxn>
            </a:cxnLst>
            <a:rect l="T9" t="T10" r="T11" b="T12"/>
            <a:pathLst>
              <a:path w="2064" h="336">
                <a:moveTo>
                  <a:pt x="0" y="0"/>
                </a:moveTo>
                <a:lnTo>
                  <a:pt x="0" y="336"/>
                </a:lnTo>
                <a:lnTo>
                  <a:pt x="2064" y="336"/>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39352" name="Freeform 68">
            <a:extLst>
              <a:ext uri="{FF2B5EF4-FFF2-40B4-BE49-F238E27FC236}">
                <a16:creationId xmlns:a16="http://schemas.microsoft.com/office/drawing/2014/main" id="{6823AD8E-2E64-4385-9FE1-B0F59D128375}"/>
              </a:ext>
            </a:extLst>
          </p:cNvPr>
          <p:cNvSpPr>
            <a:spLocks/>
          </p:cNvSpPr>
          <p:nvPr/>
        </p:nvSpPr>
        <p:spPr bwMode="auto">
          <a:xfrm>
            <a:off x="5072063" y="3000375"/>
            <a:ext cx="1571625" cy="449263"/>
          </a:xfrm>
          <a:custGeom>
            <a:avLst/>
            <a:gdLst>
              <a:gd name="T0" fmla="*/ 0 w 1392"/>
              <a:gd name="T1" fmla="*/ 2147483647 h 336"/>
              <a:gd name="T2" fmla="*/ 0 w 1392"/>
              <a:gd name="T3" fmla="*/ 0 h 336"/>
              <a:gd name="T4" fmla="*/ 0 w 1392"/>
              <a:gd name="T5" fmla="*/ 0 h 336"/>
              <a:gd name="T6" fmla="*/ 0 60000 65536"/>
              <a:gd name="T7" fmla="*/ 0 60000 65536"/>
              <a:gd name="T8" fmla="*/ 0 60000 65536"/>
              <a:gd name="T9" fmla="*/ 0 w 1392"/>
              <a:gd name="T10" fmla="*/ 0 h 336"/>
              <a:gd name="T11" fmla="*/ 1392 w 1392"/>
              <a:gd name="T12" fmla="*/ 336 h 336"/>
            </a:gdLst>
            <a:ahLst/>
            <a:cxnLst>
              <a:cxn ang="T6">
                <a:pos x="T0" y="T1"/>
              </a:cxn>
              <a:cxn ang="T7">
                <a:pos x="T2" y="T3"/>
              </a:cxn>
              <a:cxn ang="T8">
                <a:pos x="T4" y="T5"/>
              </a:cxn>
            </a:cxnLst>
            <a:rect l="T9" t="T10" r="T11" b="T12"/>
            <a:pathLst>
              <a:path w="1392" h="336">
                <a:moveTo>
                  <a:pt x="0" y="336"/>
                </a:moveTo>
                <a:lnTo>
                  <a:pt x="0" y="0"/>
                </a:lnTo>
                <a:lnTo>
                  <a:pt x="1392" y="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44166" name="Text Box 70">
            <a:extLst>
              <a:ext uri="{FF2B5EF4-FFF2-40B4-BE49-F238E27FC236}">
                <a16:creationId xmlns:a16="http://schemas.microsoft.com/office/drawing/2014/main" id="{9EAB36C3-9667-424E-8804-B3BB25008DC3}"/>
              </a:ext>
            </a:extLst>
          </p:cNvPr>
          <p:cNvSpPr txBox="1">
            <a:spLocks noChangeArrowheads="1"/>
          </p:cNvSpPr>
          <p:nvPr/>
        </p:nvSpPr>
        <p:spPr bwMode="auto">
          <a:xfrm>
            <a:off x="4821238" y="5389563"/>
            <a:ext cx="1943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rPr>
              <a:t>等效电阻</a:t>
            </a:r>
            <a:r>
              <a:rPr kumimoji="0" lang="en-US" altLang="zh-CN" sz="2000" i="1">
                <a:solidFill>
                  <a:srgbClr val="000000"/>
                </a:solidFill>
              </a:rPr>
              <a:t>R</a:t>
            </a:r>
            <a:r>
              <a:rPr kumimoji="0" lang="zh-CN" altLang="en-US" sz="2000">
                <a:solidFill>
                  <a:srgbClr val="000000"/>
                </a:solidFill>
              </a:rPr>
              <a:t>：</a:t>
            </a:r>
          </a:p>
        </p:txBody>
      </p:sp>
      <p:graphicFrame>
        <p:nvGraphicFramePr>
          <p:cNvPr id="644167" name="Object 71">
            <a:extLst>
              <a:ext uri="{FF2B5EF4-FFF2-40B4-BE49-F238E27FC236}">
                <a16:creationId xmlns:a16="http://schemas.microsoft.com/office/drawing/2014/main" id="{69E60DB5-824F-4019-93B1-66E413CF1723}"/>
              </a:ext>
            </a:extLst>
          </p:cNvPr>
          <p:cNvGraphicFramePr>
            <a:graphicFrameLocks noChangeAspect="1"/>
          </p:cNvGraphicFramePr>
          <p:nvPr/>
        </p:nvGraphicFramePr>
        <p:xfrm>
          <a:off x="6692900" y="5246688"/>
          <a:ext cx="1366838" cy="803275"/>
        </p:xfrm>
        <a:graphic>
          <a:graphicData uri="http://schemas.openxmlformats.org/presentationml/2006/ole">
            <mc:AlternateContent xmlns:mc="http://schemas.openxmlformats.org/markup-compatibility/2006">
              <mc:Choice xmlns:v="urn:schemas-microsoft-com:vml" Requires="v">
                <p:oleObj spid="_x0000_s439396" name="Equation" r:id="rId3" imgW="647700" imgH="381000" progId="Equation.DSMT4">
                  <p:embed/>
                </p:oleObj>
              </mc:Choice>
              <mc:Fallback>
                <p:oleObj name="Equation" r:id="rId3" imgW="647700" imgH="381000" progId="Equation.DSMT4">
                  <p:embed/>
                  <p:pic>
                    <p:nvPicPr>
                      <p:cNvPr id="0" name="Object 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2900" y="5246688"/>
                        <a:ext cx="1366838" cy="803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4168" name="Object 72">
            <a:extLst>
              <a:ext uri="{FF2B5EF4-FFF2-40B4-BE49-F238E27FC236}">
                <a16:creationId xmlns:a16="http://schemas.microsoft.com/office/drawing/2014/main" id="{931C6682-EB9B-4FD2-BCC5-1F0E77850143}"/>
              </a:ext>
            </a:extLst>
          </p:cNvPr>
          <p:cNvGraphicFramePr>
            <a:graphicFrameLocks noChangeAspect="1"/>
          </p:cNvGraphicFramePr>
          <p:nvPr/>
        </p:nvGraphicFramePr>
        <p:xfrm>
          <a:off x="6327775" y="6181725"/>
          <a:ext cx="2030413" cy="441325"/>
        </p:xfrm>
        <a:graphic>
          <a:graphicData uri="http://schemas.openxmlformats.org/presentationml/2006/ole">
            <mc:AlternateContent xmlns:mc="http://schemas.openxmlformats.org/markup-compatibility/2006">
              <mc:Choice xmlns:v="urn:schemas-microsoft-com:vml" Requires="v">
                <p:oleObj spid="_x0000_s439397" name="Equation" r:id="rId5" imgW="876300" imgH="190500" progId="Equation.DSMT4">
                  <p:embed/>
                </p:oleObj>
              </mc:Choice>
              <mc:Fallback>
                <p:oleObj name="Equation" r:id="rId5" imgW="876300" imgH="190500" progId="Equation.DSMT4">
                  <p:embed/>
                  <p:pic>
                    <p:nvPicPr>
                      <p:cNvPr id="0" name="Object 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7775" y="6181725"/>
                        <a:ext cx="2030413"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4170" name="Object 74">
            <a:extLst>
              <a:ext uri="{FF2B5EF4-FFF2-40B4-BE49-F238E27FC236}">
                <a16:creationId xmlns:a16="http://schemas.microsoft.com/office/drawing/2014/main" id="{F9274232-9248-4FFB-94A5-055DB8380C7F}"/>
              </a:ext>
            </a:extLst>
          </p:cNvPr>
          <p:cNvGraphicFramePr>
            <a:graphicFrameLocks noChangeAspect="1"/>
          </p:cNvGraphicFramePr>
          <p:nvPr/>
        </p:nvGraphicFramePr>
        <p:xfrm>
          <a:off x="1939925" y="5175250"/>
          <a:ext cx="1079500" cy="852488"/>
        </p:xfrm>
        <a:graphic>
          <a:graphicData uri="http://schemas.openxmlformats.org/presentationml/2006/ole">
            <mc:AlternateContent xmlns:mc="http://schemas.openxmlformats.org/markup-compatibility/2006">
              <mc:Choice xmlns:v="urn:schemas-microsoft-com:vml" Requires="v">
                <p:oleObj spid="_x0000_s439398" name="Equation" r:id="rId7" imgW="482391" imgH="380835" progId="Equation.DSMT4">
                  <p:embed/>
                </p:oleObj>
              </mc:Choice>
              <mc:Fallback>
                <p:oleObj name="Equation" r:id="rId7" imgW="482391" imgH="380835" progId="Equation.DSMT4">
                  <p:embed/>
                  <p:pic>
                    <p:nvPicPr>
                      <p:cNvPr id="0" name="Object 7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9925" y="5175250"/>
                        <a:ext cx="1079500" cy="85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4171" name="Text Box 75">
            <a:extLst>
              <a:ext uri="{FF2B5EF4-FFF2-40B4-BE49-F238E27FC236}">
                <a16:creationId xmlns:a16="http://schemas.microsoft.com/office/drawing/2014/main" id="{73A00C36-0B58-4DB6-B8F8-2A21ADE1410A}"/>
              </a:ext>
            </a:extLst>
          </p:cNvPr>
          <p:cNvSpPr txBox="1">
            <a:spLocks noChangeArrowheads="1"/>
          </p:cNvSpPr>
          <p:nvPr/>
        </p:nvSpPr>
        <p:spPr bwMode="auto">
          <a:xfrm>
            <a:off x="788988" y="2006600"/>
            <a:ext cx="64262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rPr>
              <a:t>压电传感器连接电压放大器：</a:t>
            </a:r>
            <a:endParaRPr kumimoji="0" lang="zh-CN" altLang="en-US" sz="2000" b="1">
              <a:solidFill>
                <a:srgbClr val="FF0000"/>
              </a:solidFill>
            </a:endParaRPr>
          </a:p>
        </p:txBody>
      </p:sp>
      <p:sp>
        <p:nvSpPr>
          <p:cNvPr id="439358" name="AutoShape 76">
            <a:extLst>
              <a:ext uri="{FF2B5EF4-FFF2-40B4-BE49-F238E27FC236}">
                <a16:creationId xmlns:a16="http://schemas.microsoft.com/office/drawing/2014/main" id="{CE5C5225-8076-493B-A52D-46D8DAB958BF}"/>
              </a:ext>
            </a:extLst>
          </p:cNvPr>
          <p:cNvSpPr>
            <a:spLocks noChangeArrowheads="1"/>
          </p:cNvSpPr>
          <p:nvPr/>
        </p:nvSpPr>
        <p:spPr bwMode="auto">
          <a:xfrm>
            <a:off x="4357688" y="3571875"/>
            <a:ext cx="360362" cy="215900"/>
          </a:xfrm>
          <a:prstGeom prst="rightArrow">
            <a:avLst>
              <a:gd name="adj1" fmla="val 50000"/>
              <a:gd name="adj2" fmla="val 41728"/>
            </a:avLst>
          </a:prstGeom>
          <a:solidFill>
            <a:srgbClr val="FF00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644173" name="Text Box 77">
            <a:extLst>
              <a:ext uri="{FF2B5EF4-FFF2-40B4-BE49-F238E27FC236}">
                <a16:creationId xmlns:a16="http://schemas.microsoft.com/office/drawing/2014/main" id="{F188000E-0701-4292-98A6-7CB07F6D7945}"/>
              </a:ext>
            </a:extLst>
          </p:cNvPr>
          <p:cNvSpPr txBox="1">
            <a:spLocks noChangeArrowheads="1"/>
          </p:cNvSpPr>
          <p:nvPr/>
        </p:nvSpPr>
        <p:spPr bwMode="auto">
          <a:xfrm>
            <a:off x="4892675" y="6181725"/>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rPr>
              <a:t>等效电容：</a:t>
            </a:r>
          </a:p>
        </p:txBody>
      </p:sp>
      <p:sp>
        <p:nvSpPr>
          <p:cNvPr id="74" name="矩形 73">
            <a:extLst>
              <a:ext uri="{FF2B5EF4-FFF2-40B4-BE49-F238E27FC236}">
                <a16:creationId xmlns:a16="http://schemas.microsoft.com/office/drawing/2014/main" id="{13DF57D4-6449-49EB-B0AA-BFFE39EC2928}"/>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5" name="灯片编号占位符 5">
            <a:extLst>
              <a:ext uri="{FF2B5EF4-FFF2-40B4-BE49-F238E27FC236}">
                <a16:creationId xmlns:a16="http://schemas.microsoft.com/office/drawing/2014/main" id="{68D9E333-1F8A-4206-BFE1-F79EA36DF0F1}"/>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5B6CC3C-ACB6-474F-BD1F-F4AC18BD7C5E}" type="slidenum">
              <a:rPr lang="en-US" altLang="zh-CN" sz="1400">
                <a:solidFill>
                  <a:srgbClr val="000000"/>
                </a:solidFill>
                <a:ea typeface="宋体" panose="02010600030101010101" pitchFamily="2" charset="-122"/>
              </a:rPr>
              <a:pPr eaLnBrk="1" hangingPunct="1"/>
              <a:t>58</a:t>
            </a:fld>
            <a:endParaRPr lang="en-US" altLang="zh-CN" sz="1400">
              <a:solidFill>
                <a:srgbClr val="000000"/>
              </a:solidFill>
              <a:ea typeface="宋体" panose="02010600030101010101" pitchFamily="2" charset="-122"/>
            </a:endParaRPr>
          </a:p>
        </p:txBody>
      </p:sp>
      <p:sp>
        <p:nvSpPr>
          <p:cNvPr id="439362" name="Text Box 4">
            <a:extLst>
              <a:ext uri="{FF2B5EF4-FFF2-40B4-BE49-F238E27FC236}">
                <a16:creationId xmlns:a16="http://schemas.microsoft.com/office/drawing/2014/main" id="{B84352E4-730E-491F-BAA1-CFB9E23B356B}"/>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压电传感器的前置测量电路（续）</a:t>
            </a:r>
          </a:p>
        </p:txBody>
      </p:sp>
      <p:cxnSp>
        <p:nvCxnSpPr>
          <p:cNvPr id="439363" name="直接连接符 77">
            <a:extLst>
              <a:ext uri="{FF2B5EF4-FFF2-40B4-BE49-F238E27FC236}">
                <a16:creationId xmlns:a16="http://schemas.microsoft.com/office/drawing/2014/main" id="{93A39E4D-D9C6-4F3A-B13E-BBA596519FD8}"/>
              </a:ext>
            </a:extLst>
          </p:cNvPr>
          <p:cNvCxnSpPr>
            <a:cxnSpLocks noChangeShapeType="1"/>
          </p:cNvCxnSpPr>
          <p:nvPr/>
        </p:nvCxnSpPr>
        <p:spPr bwMode="auto">
          <a:xfrm rot="5400000">
            <a:off x="643732" y="3642519"/>
            <a:ext cx="285750" cy="1587"/>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39364" name="直接连接符 38">
            <a:extLst>
              <a:ext uri="{FF2B5EF4-FFF2-40B4-BE49-F238E27FC236}">
                <a16:creationId xmlns:a16="http://schemas.microsoft.com/office/drawing/2014/main" id="{588A42E5-D3A1-4946-B07F-50A73E9BE86F}"/>
              </a:ext>
            </a:extLst>
          </p:cNvPr>
          <p:cNvCxnSpPr>
            <a:cxnSpLocks noChangeShapeType="1"/>
          </p:cNvCxnSpPr>
          <p:nvPr/>
        </p:nvCxnSpPr>
        <p:spPr bwMode="auto">
          <a:xfrm rot="5400000">
            <a:off x="954088" y="3759200"/>
            <a:ext cx="2090738" cy="1587"/>
          </a:xfrm>
          <a:prstGeom prst="line">
            <a:avLst/>
          </a:prstGeom>
          <a:noFill/>
          <a:ln w="25400" algn="ctr">
            <a:solidFill>
              <a:srgbClr val="FF0000"/>
            </a:solidFill>
            <a:prstDash val="lgDash"/>
            <a:round/>
            <a:headEnd/>
            <a:tailEnd/>
          </a:ln>
          <a:extLst>
            <a:ext uri="{909E8E84-426E-40DD-AFC4-6F175D3DCCD1}">
              <a14:hiddenFill xmlns:a14="http://schemas.microsoft.com/office/drawing/2010/main">
                <a:noFill/>
              </a14:hiddenFill>
            </a:ext>
          </a:extLst>
        </p:spPr>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4167"/>
                                        </p:tgtEl>
                                        <p:attrNameLst>
                                          <p:attrName>style.visibility</p:attrName>
                                        </p:attrNameLst>
                                      </p:cBhvr>
                                      <p:to>
                                        <p:strVal val="visible"/>
                                      </p:to>
                                    </p:set>
                                    <p:animEffect transition="in" filter="blinds(horizontal)">
                                      <p:cBhvr>
                                        <p:cTn id="7" dur="500"/>
                                        <p:tgtEl>
                                          <p:spTgt spid="64416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44166"/>
                                        </p:tgtEl>
                                        <p:attrNameLst>
                                          <p:attrName>style.visibility</p:attrName>
                                        </p:attrNameLst>
                                      </p:cBhvr>
                                      <p:to>
                                        <p:strVal val="visible"/>
                                      </p:to>
                                    </p:set>
                                    <p:animEffect transition="in" filter="blinds(horizontal)">
                                      <p:cBhvr>
                                        <p:cTn id="10" dur="500"/>
                                        <p:tgtEl>
                                          <p:spTgt spid="644166"/>
                                        </p:tgtEl>
                                      </p:cBhvr>
                                    </p:animEffect>
                                  </p:childTnLst>
                                </p:cTn>
                              </p:par>
                              <p:par>
                                <p:cTn id="11" presetID="3" presetClass="entr" presetSubtype="10" fill="hold" nodeType="withEffect">
                                  <p:stCondLst>
                                    <p:cond delay="0"/>
                                  </p:stCondLst>
                                  <p:childTnLst>
                                    <p:set>
                                      <p:cBhvr>
                                        <p:cTn id="12" dur="1" fill="hold">
                                          <p:stCondLst>
                                            <p:cond delay="0"/>
                                          </p:stCondLst>
                                        </p:cTn>
                                        <p:tgtEl>
                                          <p:spTgt spid="644168"/>
                                        </p:tgtEl>
                                        <p:attrNameLst>
                                          <p:attrName>style.visibility</p:attrName>
                                        </p:attrNameLst>
                                      </p:cBhvr>
                                      <p:to>
                                        <p:strVal val="visible"/>
                                      </p:to>
                                    </p:set>
                                    <p:animEffect transition="in" filter="blinds(horizontal)">
                                      <p:cBhvr>
                                        <p:cTn id="13" dur="500"/>
                                        <p:tgtEl>
                                          <p:spTgt spid="64416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44170"/>
                                        </p:tgtEl>
                                        <p:attrNameLst>
                                          <p:attrName>style.visibility</p:attrName>
                                        </p:attrNameLst>
                                      </p:cBhvr>
                                      <p:to>
                                        <p:strVal val="visible"/>
                                      </p:to>
                                    </p:set>
                                    <p:animEffect transition="in" filter="blinds(horizontal)">
                                      <p:cBhvr>
                                        <p:cTn id="18" dur="500"/>
                                        <p:tgtEl>
                                          <p:spTgt spid="644170"/>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44171"/>
                                        </p:tgtEl>
                                        <p:attrNameLst>
                                          <p:attrName>style.visibility</p:attrName>
                                        </p:attrNameLst>
                                      </p:cBhvr>
                                      <p:to>
                                        <p:strVal val="visible"/>
                                      </p:to>
                                    </p:set>
                                    <p:animEffect transition="in" filter="blinds(horizontal)">
                                      <p:cBhvr>
                                        <p:cTn id="21" dur="500"/>
                                        <p:tgtEl>
                                          <p:spTgt spid="64417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44173"/>
                                        </p:tgtEl>
                                        <p:attrNameLst>
                                          <p:attrName>style.visibility</p:attrName>
                                        </p:attrNameLst>
                                      </p:cBhvr>
                                      <p:to>
                                        <p:strVal val="visible"/>
                                      </p:to>
                                    </p:set>
                                    <p:animEffect transition="in" filter="blinds(horizontal)">
                                      <p:cBhvr>
                                        <p:cTn id="24" dur="500"/>
                                        <p:tgtEl>
                                          <p:spTgt spid="644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166" grpId="0"/>
      <p:bldP spid="644171" grpId="0"/>
      <p:bldP spid="64417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Text Box 4">
            <a:extLst>
              <a:ext uri="{FF2B5EF4-FFF2-40B4-BE49-F238E27FC236}">
                <a16:creationId xmlns:a16="http://schemas.microsoft.com/office/drawing/2014/main" id="{E18833BE-4698-48DE-BFA5-51781244791D}"/>
              </a:ext>
            </a:extLst>
          </p:cNvPr>
          <p:cNvSpPr txBox="1">
            <a:spLocks noChangeArrowheads="1"/>
          </p:cNvSpPr>
          <p:nvPr/>
        </p:nvSpPr>
        <p:spPr bwMode="auto">
          <a:xfrm>
            <a:off x="323850" y="260350"/>
            <a:ext cx="8569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endParaRPr kumimoji="0" lang="zh-CN" altLang="zh-CN" sz="2000">
              <a:solidFill>
                <a:srgbClr val="000000"/>
              </a:solidFill>
              <a:latin typeface="楷体_GB2312" pitchFamily="49" charset="-122"/>
            </a:endParaRPr>
          </a:p>
        </p:txBody>
      </p:sp>
      <p:sp>
        <p:nvSpPr>
          <p:cNvPr id="440323" name="Text Box 5">
            <a:extLst>
              <a:ext uri="{FF2B5EF4-FFF2-40B4-BE49-F238E27FC236}">
                <a16:creationId xmlns:a16="http://schemas.microsoft.com/office/drawing/2014/main" id="{54AAB848-E2BC-499A-8C14-590771F1DD70}"/>
              </a:ext>
            </a:extLst>
          </p:cNvPr>
          <p:cNvSpPr txBox="1">
            <a:spLocks noChangeArrowheads="1"/>
          </p:cNvSpPr>
          <p:nvPr/>
        </p:nvSpPr>
        <p:spPr bwMode="auto">
          <a:xfrm>
            <a:off x="395288" y="260350"/>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压电材料所受作用力</a:t>
            </a:r>
            <a:r>
              <a:rPr kumimoji="0" lang="en-US" altLang="zh-CN" sz="2000">
                <a:solidFill>
                  <a:srgbClr val="000000"/>
                </a:solidFill>
                <a:latin typeface="楷体_GB2312" pitchFamily="49" charset="-122"/>
              </a:rPr>
              <a:t>F</a:t>
            </a:r>
            <a:r>
              <a:rPr kumimoji="0" lang="zh-CN" altLang="en-US" sz="2000">
                <a:solidFill>
                  <a:srgbClr val="000000"/>
                </a:solidFill>
                <a:latin typeface="楷体_GB2312" pitchFamily="49" charset="-122"/>
              </a:rPr>
              <a:t>为</a:t>
            </a:r>
          </a:p>
        </p:txBody>
      </p:sp>
      <p:graphicFrame>
        <p:nvGraphicFramePr>
          <p:cNvPr id="440324" name="Object 6">
            <a:extLst>
              <a:ext uri="{FF2B5EF4-FFF2-40B4-BE49-F238E27FC236}">
                <a16:creationId xmlns:a16="http://schemas.microsoft.com/office/drawing/2014/main" id="{6EDA956F-91B4-4A8F-9B82-9CA341D4D413}"/>
              </a:ext>
            </a:extLst>
          </p:cNvPr>
          <p:cNvGraphicFramePr>
            <a:graphicFrameLocks noChangeAspect="1"/>
          </p:cNvGraphicFramePr>
          <p:nvPr/>
        </p:nvGraphicFramePr>
        <p:xfrm>
          <a:off x="3276600" y="890588"/>
          <a:ext cx="2087563" cy="585787"/>
        </p:xfrm>
        <a:graphic>
          <a:graphicData uri="http://schemas.openxmlformats.org/presentationml/2006/ole">
            <mc:AlternateContent xmlns:mc="http://schemas.openxmlformats.org/markup-compatibility/2006">
              <mc:Choice xmlns:v="urn:schemas-microsoft-com:vml" Requires="v">
                <p:oleObj spid="_x0000_s440379" name="Equation" r:id="rId3" imgW="723586" imgH="203112" progId="Equation.DSMT4">
                  <p:embed/>
                </p:oleObj>
              </mc:Choice>
              <mc:Fallback>
                <p:oleObj name="Equation" r:id="rId3" imgW="723586" imgH="203112"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890588"/>
                        <a:ext cx="2087563" cy="585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25" name="Text Box 7">
            <a:extLst>
              <a:ext uri="{FF2B5EF4-FFF2-40B4-BE49-F238E27FC236}">
                <a16:creationId xmlns:a16="http://schemas.microsoft.com/office/drawing/2014/main" id="{8D0A8BC9-D8F1-44A6-A95E-D26D4B0275A6}"/>
              </a:ext>
            </a:extLst>
          </p:cNvPr>
          <p:cNvSpPr txBox="1">
            <a:spLocks noChangeArrowheads="1"/>
          </p:cNvSpPr>
          <p:nvPr/>
        </p:nvSpPr>
        <p:spPr bwMode="auto">
          <a:xfrm>
            <a:off x="395288" y="1484313"/>
            <a:ext cx="8353425"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a:solidFill>
                  <a:srgbClr val="000000"/>
                </a:solidFill>
              </a:rPr>
              <a:t>       </a:t>
            </a:r>
            <a:r>
              <a:rPr kumimoji="0" lang="zh-CN" altLang="en-US" sz="2000">
                <a:solidFill>
                  <a:srgbClr val="000000"/>
                </a:solidFill>
              </a:rPr>
              <a:t>若压电材料为压电陶瓷，其压电系数为</a:t>
            </a:r>
            <a:r>
              <a:rPr kumimoji="0" lang="en-US" altLang="zh-CN" sz="2000" i="1">
                <a:solidFill>
                  <a:srgbClr val="000000"/>
                </a:solidFill>
              </a:rPr>
              <a:t>d</a:t>
            </a:r>
            <a:r>
              <a:rPr kumimoji="0" lang="en-US" altLang="zh-CN" sz="2000" baseline="-25000">
                <a:solidFill>
                  <a:srgbClr val="000000"/>
                </a:solidFill>
              </a:rPr>
              <a:t>33</a:t>
            </a:r>
            <a:r>
              <a:rPr kumimoji="0" lang="zh-CN" altLang="en-US" sz="2000">
                <a:solidFill>
                  <a:srgbClr val="000000"/>
                </a:solidFill>
              </a:rPr>
              <a:t>，则在外力作用下，压电元件产生的电压值为</a:t>
            </a:r>
          </a:p>
        </p:txBody>
      </p:sp>
      <p:graphicFrame>
        <p:nvGraphicFramePr>
          <p:cNvPr id="440326" name="Object 8">
            <a:extLst>
              <a:ext uri="{FF2B5EF4-FFF2-40B4-BE49-F238E27FC236}">
                <a16:creationId xmlns:a16="http://schemas.microsoft.com/office/drawing/2014/main" id="{671AB796-19A2-4C40-95D6-C33D9E735402}"/>
              </a:ext>
            </a:extLst>
          </p:cNvPr>
          <p:cNvGraphicFramePr>
            <a:graphicFrameLocks noChangeAspect="1"/>
          </p:cNvGraphicFramePr>
          <p:nvPr/>
        </p:nvGraphicFramePr>
        <p:xfrm>
          <a:off x="5508625" y="2708275"/>
          <a:ext cx="2017713" cy="512763"/>
        </p:xfrm>
        <a:graphic>
          <a:graphicData uri="http://schemas.openxmlformats.org/presentationml/2006/ole">
            <mc:AlternateContent xmlns:mc="http://schemas.openxmlformats.org/markup-compatibility/2006">
              <mc:Choice xmlns:v="urn:schemas-microsoft-com:vml" Requires="v">
                <p:oleObj spid="_x0000_s440380" name="Equation" r:id="rId5" imgW="799753" imgH="203112" progId="Equation.DSMT4">
                  <p:embed/>
                </p:oleObj>
              </mc:Choice>
              <mc:Fallback>
                <p:oleObj name="Equation" r:id="rId5" imgW="799753" imgH="203112"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8625" y="2708275"/>
                        <a:ext cx="2017713"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27" name="Object 9">
            <a:extLst>
              <a:ext uri="{FF2B5EF4-FFF2-40B4-BE49-F238E27FC236}">
                <a16:creationId xmlns:a16="http://schemas.microsoft.com/office/drawing/2014/main" id="{1A720605-7A97-4645-8555-EF5626C86AAC}"/>
              </a:ext>
            </a:extLst>
          </p:cNvPr>
          <p:cNvGraphicFramePr>
            <a:graphicFrameLocks noChangeAspect="1"/>
          </p:cNvGraphicFramePr>
          <p:nvPr/>
        </p:nvGraphicFramePr>
        <p:xfrm>
          <a:off x="1922463" y="2565400"/>
          <a:ext cx="2925762" cy="906463"/>
        </p:xfrm>
        <a:graphic>
          <a:graphicData uri="http://schemas.openxmlformats.org/presentationml/2006/ole">
            <mc:AlternateContent xmlns:mc="http://schemas.openxmlformats.org/markup-compatibility/2006">
              <mc:Choice xmlns:v="urn:schemas-microsoft-com:vml" Requires="v">
                <p:oleObj spid="_x0000_s440381" name="Equation" r:id="rId7" imgW="1231366" imgH="380835" progId="Equation.DSMT4">
                  <p:embed/>
                </p:oleObj>
              </mc:Choice>
              <mc:Fallback>
                <p:oleObj name="Equation" r:id="rId7" imgW="1231366" imgH="380835"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2463" y="2565400"/>
                        <a:ext cx="2925762"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28" name="Text Box 10">
            <a:extLst>
              <a:ext uri="{FF2B5EF4-FFF2-40B4-BE49-F238E27FC236}">
                <a16:creationId xmlns:a16="http://schemas.microsoft.com/office/drawing/2014/main" id="{6C94B42E-C446-4CD6-8386-007DD289C511}"/>
              </a:ext>
            </a:extLst>
          </p:cNvPr>
          <p:cNvSpPr txBox="1">
            <a:spLocks noChangeArrowheads="1"/>
          </p:cNvSpPr>
          <p:nvPr/>
        </p:nvSpPr>
        <p:spPr bwMode="auto">
          <a:xfrm>
            <a:off x="4732338" y="2636838"/>
            <a:ext cx="935037"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或</a:t>
            </a:r>
          </a:p>
        </p:txBody>
      </p:sp>
      <p:sp>
        <p:nvSpPr>
          <p:cNvPr id="440329" name="Text Box 11">
            <a:extLst>
              <a:ext uri="{FF2B5EF4-FFF2-40B4-BE49-F238E27FC236}">
                <a16:creationId xmlns:a16="http://schemas.microsoft.com/office/drawing/2014/main" id="{7133DE4A-7C65-4DD3-A324-A6B99C96476E}"/>
              </a:ext>
            </a:extLst>
          </p:cNvPr>
          <p:cNvSpPr txBox="1">
            <a:spLocks noChangeArrowheads="1"/>
          </p:cNvSpPr>
          <p:nvPr/>
        </p:nvSpPr>
        <p:spPr bwMode="auto">
          <a:xfrm>
            <a:off x="539750" y="3573463"/>
            <a:ext cx="82089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sz="2000">
                <a:solidFill>
                  <a:srgbClr val="000000"/>
                </a:solidFill>
              </a:rPr>
              <a:t>       </a:t>
            </a:r>
            <a:r>
              <a:rPr kumimoji="0" lang="zh-CN" altLang="en-US" sz="2000">
                <a:solidFill>
                  <a:srgbClr val="000000"/>
                </a:solidFill>
              </a:rPr>
              <a:t>由图（</a:t>
            </a:r>
            <a:r>
              <a:rPr kumimoji="0" lang="en-US" altLang="zh-CN" sz="2000">
                <a:solidFill>
                  <a:srgbClr val="000000"/>
                </a:solidFill>
              </a:rPr>
              <a:t>b</a:t>
            </a:r>
            <a:r>
              <a:rPr kumimoji="0" lang="zh-CN" altLang="en-US" sz="2000">
                <a:solidFill>
                  <a:srgbClr val="000000"/>
                </a:solidFill>
              </a:rPr>
              <a:t>）可得送入放大器输入端的电压</a:t>
            </a:r>
            <a:r>
              <a:rPr kumimoji="0" lang="en-US" altLang="zh-CN" sz="2000" i="1">
                <a:solidFill>
                  <a:srgbClr val="000000"/>
                </a:solidFill>
              </a:rPr>
              <a:t>U</a:t>
            </a:r>
            <a:r>
              <a:rPr kumimoji="0" lang="en-US" altLang="zh-CN" sz="2000" baseline="-25000">
                <a:solidFill>
                  <a:srgbClr val="000000"/>
                </a:solidFill>
              </a:rPr>
              <a:t>i</a:t>
            </a:r>
            <a:r>
              <a:rPr kumimoji="0" lang="zh-CN" altLang="en-US" sz="2000">
                <a:solidFill>
                  <a:srgbClr val="000000"/>
                </a:solidFill>
              </a:rPr>
              <a:t>，将其写为复数形式，为</a:t>
            </a:r>
          </a:p>
        </p:txBody>
      </p:sp>
      <p:graphicFrame>
        <p:nvGraphicFramePr>
          <p:cNvPr id="440330" name="Object 12">
            <a:extLst>
              <a:ext uri="{FF2B5EF4-FFF2-40B4-BE49-F238E27FC236}">
                <a16:creationId xmlns:a16="http://schemas.microsoft.com/office/drawing/2014/main" id="{8F432B6A-F303-41B9-8F58-BE6ABB8ED6CA}"/>
              </a:ext>
            </a:extLst>
          </p:cNvPr>
          <p:cNvGraphicFramePr>
            <a:graphicFrameLocks noChangeAspect="1"/>
          </p:cNvGraphicFramePr>
          <p:nvPr/>
        </p:nvGraphicFramePr>
        <p:xfrm>
          <a:off x="3214688" y="4379913"/>
          <a:ext cx="2568575" cy="917575"/>
        </p:xfrm>
        <a:graphic>
          <a:graphicData uri="http://schemas.openxmlformats.org/presentationml/2006/ole">
            <mc:AlternateContent xmlns:mc="http://schemas.openxmlformats.org/markup-compatibility/2006">
              <mc:Choice xmlns:v="urn:schemas-microsoft-com:vml" Requires="v">
                <p:oleObj spid="_x0000_s440382" name="Equation" r:id="rId9" imgW="1066800" imgH="381000" progId="Equation.DSMT4">
                  <p:embed/>
                </p:oleObj>
              </mc:Choice>
              <mc:Fallback>
                <p:oleObj name="Equation" r:id="rId9" imgW="1066800" imgH="3810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14688" y="4379913"/>
                        <a:ext cx="2568575"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31" name="Text Box 13">
            <a:extLst>
              <a:ext uri="{FF2B5EF4-FFF2-40B4-BE49-F238E27FC236}">
                <a16:creationId xmlns:a16="http://schemas.microsoft.com/office/drawing/2014/main" id="{37A32020-067F-402E-AB93-23F28EC0F128}"/>
              </a:ext>
            </a:extLst>
          </p:cNvPr>
          <p:cNvSpPr txBox="1">
            <a:spLocks noChangeArrowheads="1"/>
          </p:cNvSpPr>
          <p:nvPr/>
        </p:nvSpPr>
        <p:spPr bwMode="auto">
          <a:xfrm>
            <a:off x="857250" y="5143500"/>
            <a:ext cx="24479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sz="2000" i="1">
                <a:solidFill>
                  <a:srgbClr val="000000"/>
                </a:solidFill>
              </a:rPr>
              <a:t>U</a:t>
            </a:r>
            <a:r>
              <a:rPr kumimoji="0" lang="en-US" altLang="zh-CN" sz="2000" baseline="-25000">
                <a:solidFill>
                  <a:srgbClr val="000000"/>
                </a:solidFill>
              </a:rPr>
              <a:t>i</a:t>
            </a:r>
            <a:r>
              <a:rPr kumimoji="0" lang="zh-CN" altLang="en-US" sz="2000">
                <a:solidFill>
                  <a:srgbClr val="000000"/>
                </a:solidFill>
              </a:rPr>
              <a:t>的幅值</a:t>
            </a:r>
            <a:r>
              <a:rPr kumimoji="0" lang="en-US" altLang="zh-CN" sz="2000" i="1">
                <a:solidFill>
                  <a:srgbClr val="000000"/>
                </a:solidFill>
              </a:rPr>
              <a:t>U</a:t>
            </a:r>
            <a:r>
              <a:rPr kumimoji="0" lang="en-US" altLang="zh-CN" sz="2000" baseline="-25000">
                <a:solidFill>
                  <a:srgbClr val="000000"/>
                </a:solidFill>
              </a:rPr>
              <a:t>im</a:t>
            </a:r>
            <a:r>
              <a:rPr kumimoji="0" lang="zh-CN" altLang="en-US" sz="2000">
                <a:solidFill>
                  <a:srgbClr val="000000"/>
                </a:solidFill>
              </a:rPr>
              <a:t>为</a:t>
            </a:r>
          </a:p>
        </p:txBody>
      </p:sp>
      <p:graphicFrame>
        <p:nvGraphicFramePr>
          <p:cNvPr id="440332" name="Object 14">
            <a:extLst>
              <a:ext uri="{FF2B5EF4-FFF2-40B4-BE49-F238E27FC236}">
                <a16:creationId xmlns:a16="http://schemas.microsoft.com/office/drawing/2014/main" id="{79136563-3A8F-408B-87FB-1BD91B3AF0A5}"/>
              </a:ext>
            </a:extLst>
          </p:cNvPr>
          <p:cNvGraphicFramePr>
            <a:graphicFrameLocks noChangeAspect="1"/>
          </p:cNvGraphicFramePr>
          <p:nvPr/>
        </p:nvGraphicFramePr>
        <p:xfrm>
          <a:off x="2714625" y="5572125"/>
          <a:ext cx="4005263" cy="966788"/>
        </p:xfrm>
        <a:graphic>
          <a:graphicData uri="http://schemas.openxmlformats.org/presentationml/2006/ole">
            <mc:AlternateContent xmlns:mc="http://schemas.openxmlformats.org/markup-compatibility/2006">
              <mc:Choice xmlns:v="urn:schemas-microsoft-com:vml" Requires="v">
                <p:oleObj spid="_x0000_s440383" name="Equation" r:id="rId11" imgW="1841500" imgH="444500" progId="Equation.DSMT4">
                  <p:embed/>
                </p:oleObj>
              </mc:Choice>
              <mc:Fallback>
                <p:oleObj name="Equation" r:id="rId11" imgW="1841500" imgH="4445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14625" y="5572125"/>
                        <a:ext cx="4005263" cy="966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灯片编号占位符 5">
            <a:extLst>
              <a:ext uri="{FF2B5EF4-FFF2-40B4-BE49-F238E27FC236}">
                <a16:creationId xmlns:a16="http://schemas.microsoft.com/office/drawing/2014/main" id="{47FC83DF-B524-4EB8-9FCB-F94933770113}"/>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E455BBF7-2924-4CA2-960A-0AB501B9B45B}" type="slidenum">
              <a:rPr lang="en-US" altLang="zh-CN" sz="1400">
                <a:solidFill>
                  <a:srgbClr val="000000"/>
                </a:solidFill>
                <a:ea typeface="宋体" panose="02010600030101010101" pitchFamily="2" charset="-122"/>
              </a:rPr>
              <a:pPr eaLnBrk="1" hangingPunct="1"/>
              <a:t>59</a:t>
            </a:fld>
            <a:endParaRPr lang="en-US" altLang="zh-CN" sz="1400">
              <a:solidFill>
                <a:srgbClr val="000000"/>
              </a:solidFill>
              <a:ea typeface="宋体" panose="02010600030101010101" pitchFamily="2"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Text Box 4">
            <a:extLst>
              <a:ext uri="{FF2B5EF4-FFF2-40B4-BE49-F238E27FC236}">
                <a16:creationId xmlns:a16="http://schemas.microsoft.com/office/drawing/2014/main" id="{B74708EB-ACBF-4FEE-AD9B-03B8DF98A837}"/>
              </a:ext>
            </a:extLst>
          </p:cNvPr>
          <p:cNvSpPr txBox="1">
            <a:spLocks noChangeArrowheads="1"/>
          </p:cNvSpPr>
          <p:nvPr/>
        </p:nvSpPr>
        <p:spPr bwMode="auto">
          <a:xfrm>
            <a:off x="357188" y="357188"/>
            <a:ext cx="4392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rPr>
              <a:t>输入电压与作用力之间的相位差</a:t>
            </a:r>
            <a:r>
              <a:rPr kumimoji="0" lang="el-GR" altLang="zh-CN" sz="2000" i="1">
                <a:solidFill>
                  <a:srgbClr val="000000"/>
                </a:solidFill>
              </a:rPr>
              <a:t>φ</a:t>
            </a:r>
            <a:r>
              <a:rPr kumimoji="0" lang="zh-CN" altLang="en-US" sz="2000">
                <a:solidFill>
                  <a:srgbClr val="000000"/>
                </a:solidFill>
              </a:rPr>
              <a:t>为</a:t>
            </a:r>
          </a:p>
        </p:txBody>
      </p:sp>
      <p:graphicFrame>
        <p:nvGraphicFramePr>
          <p:cNvPr id="441347" name="Object 5">
            <a:extLst>
              <a:ext uri="{FF2B5EF4-FFF2-40B4-BE49-F238E27FC236}">
                <a16:creationId xmlns:a16="http://schemas.microsoft.com/office/drawing/2014/main" id="{79EBA1EF-44FF-4A90-B146-C8703C8B6A9C}"/>
              </a:ext>
            </a:extLst>
          </p:cNvPr>
          <p:cNvGraphicFramePr>
            <a:graphicFrameLocks noChangeAspect="1"/>
          </p:cNvGraphicFramePr>
          <p:nvPr/>
        </p:nvGraphicFramePr>
        <p:xfrm>
          <a:off x="2571750" y="1071563"/>
          <a:ext cx="4103688" cy="774700"/>
        </p:xfrm>
        <a:graphic>
          <a:graphicData uri="http://schemas.openxmlformats.org/presentationml/2006/ole">
            <mc:AlternateContent xmlns:mc="http://schemas.openxmlformats.org/markup-compatibility/2006">
              <mc:Choice xmlns:v="urn:schemas-microsoft-com:vml" Requires="v">
                <p:oleObj spid="_x0000_s441380" name="Equation" r:id="rId3" imgW="1816100" imgH="342900" progId="Equation.DSMT4">
                  <p:embed/>
                </p:oleObj>
              </mc:Choice>
              <mc:Fallback>
                <p:oleObj name="Equation" r:id="rId3" imgW="1816100" imgH="3429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0" y="1071563"/>
                        <a:ext cx="4103688"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348" name="Text Box 6">
            <a:extLst>
              <a:ext uri="{FF2B5EF4-FFF2-40B4-BE49-F238E27FC236}">
                <a16:creationId xmlns:a16="http://schemas.microsoft.com/office/drawing/2014/main" id="{91BA4F77-6DD2-4A01-8CE5-CE6ADBAB5592}"/>
              </a:ext>
            </a:extLst>
          </p:cNvPr>
          <p:cNvSpPr txBox="1">
            <a:spLocks noChangeArrowheads="1"/>
          </p:cNvSpPr>
          <p:nvPr/>
        </p:nvSpPr>
        <p:spPr bwMode="auto">
          <a:xfrm>
            <a:off x="323850" y="1858963"/>
            <a:ext cx="83518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0"/>
              </a:spcBef>
              <a:buSzTx/>
              <a:buFontTx/>
              <a:buNone/>
            </a:pPr>
            <a:r>
              <a:rPr lang="zh-CN" altLang="en-US" sz="2000">
                <a:solidFill>
                  <a:srgbClr val="000000"/>
                </a:solidFill>
              </a:rPr>
              <a:t>令</a:t>
            </a:r>
            <a:r>
              <a:rPr lang="en-US" altLang="zh-CN" sz="2000" i="1">
                <a:solidFill>
                  <a:srgbClr val="000000"/>
                </a:solidFill>
              </a:rPr>
              <a:t>τ</a:t>
            </a:r>
            <a:r>
              <a:rPr lang="en-US" altLang="zh-CN" sz="2000">
                <a:solidFill>
                  <a:srgbClr val="000000"/>
                </a:solidFill>
              </a:rPr>
              <a:t>=</a:t>
            </a:r>
            <a:r>
              <a:rPr lang="en-US" altLang="zh-CN" sz="2000" i="1">
                <a:solidFill>
                  <a:srgbClr val="000000"/>
                </a:solidFill>
              </a:rPr>
              <a:t>R</a:t>
            </a:r>
            <a:r>
              <a:rPr lang="en-US" altLang="zh-CN" sz="2000">
                <a:solidFill>
                  <a:srgbClr val="000000"/>
                </a:solidFill>
              </a:rPr>
              <a:t>(</a:t>
            </a:r>
            <a:r>
              <a:rPr lang="en-US" altLang="zh-CN" sz="2000" i="1">
                <a:solidFill>
                  <a:srgbClr val="000000"/>
                </a:solidFill>
              </a:rPr>
              <a:t>C</a:t>
            </a:r>
            <a:r>
              <a:rPr lang="en-US" altLang="zh-CN" sz="2000" baseline="-25000">
                <a:solidFill>
                  <a:srgbClr val="000000"/>
                </a:solidFill>
              </a:rPr>
              <a:t>a</a:t>
            </a:r>
            <a:r>
              <a:rPr lang="en-US" altLang="zh-CN" sz="2000">
                <a:solidFill>
                  <a:srgbClr val="000000"/>
                </a:solidFill>
              </a:rPr>
              <a:t>+</a:t>
            </a:r>
            <a:r>
              <a:rPr lang="en-US" altLang="zh-CN" sz="2000" i="1">
                <a:solidFill>
                  <a:srgbClr val="000000"/>
                </a:solidFill>
              </a:rPr>
              <a:t>C</a:t>
            </a:r>
            <a:r>
              <a:rPr lang="en-US" altLang="zh-CN" sz="2000" baseline="-25000">
                <a:solidFill>
                  <a:srgbClr val="000000"/>
                </a:solidFill>
              </a:rPr>
              <a:t>c</a:t>
            </a:r>
            <a:r>
              <a:rPr lang="en-US" altLang="zh-CN" sz="2000">
                <a:solidFill>
                  <a:srgbClr val="000000"/>
                </a:solidFill>
              </a:rPr>
              <a:t>+C</a:t>
            </a:r>
            <a:r>
              <a:rPr lang="en-US" altLang="zh-CN" sz="2000" baseline="-25000">
                <a:solidFill>
                  <a:srgbClr val="000000"/>
                </a:solidFill>
              </a:rPr>
              <a:t>i</a:t>
            </a:r>
            <a:r>
              <a:rPr lang="en-US" altLang="zh-CN" sz="2000">
                <a:solidFill>
                  <a:srgbClr val="000000"/>
                </a:solidFill>
              </a:rPr>
              <a:t>)</a:t>
            </a:r>
            <a:r>
              <a:rPr lang="zh-CN" altLang="en-US" sz="2000">
                <a:solidFill>
                  <a:srgbClr val="000000"/>
                </a:solidFill>
              </a:rPr>
              <a:t>，</a:t>
            </a:r>
            <a:r>
              <a:rPr lang="en-US" altLang="zh-CN" sz="2000" i="1">
                <a:solidFill>
                  <a:srgbClr val="000000"/>
                </a:solidFill>
              </a:rPr>
              <a:t>τ</a:t>
            </a:r>
            <a:r>
              <a:rPr lang="zh-CN" altLang="en-US" sz="2000">
                <a:solidFill>
                  <a:srgbClr val="000000"/>
                </a:solidFill>
              </a:rPr>
              <a:t>为测量回路的时间常数，则可得</a:t>
            </a:r>
          </a:p>
        </p:txBody>
      </p:sp>
      <p:graphicFrame>
        <p:nvGraphicFramePr>
          <p:cNvPr id="441349" name="Object 7">
            <a:extLst>
              <a:ext uri="{FF2B5EF4-FFF2-40B4-BE49-F238E27FC236}">
                <a16:creationId xmlns:a16="http://schemas.microsoft.com/office/drawing/2014/main" id="{DA0BB74E-1B95-414E-B4C9-B8DB05BB427B}"/>
              </a:ext>
            </a:extLst>
          </p:cNvPr>
          <p:cNvGraphicFramePr>
            <a:graphicFrameLocks noChangeAspect="1"/>
          </p:cNvGraphicFramePr>
          <p:nvPr/>
        </p:nvGraphicFramePr>
        <p:xfrm>
          <a:off x="1857375" y="2714625"/>
          <a:ext cx="5514975" cy="1143000"/>
        </p:xfrm>
        <a:graphic>
          <a:graphicData uri="http://schemas.openxmlformats.org/presentationml/2006/ole">
            <mc:AlternateContent xmlns:mc="http://schemas.openxmlformats.org/markup-compatibility/2006">
              <mc:Choice xmlns:v="urn:schemas-microsoft-com:vml" Requires="v">
                <p:oleObj spid="_x0000_s441381" name="Equation" r:id="rId5" imgW="2145369" imgH="444307" progId="Equation.DSMT4">
                  <p:embed/>
                </p:oleObj>
              </mc:Choice>
              <mc:Fallback>
                <p:oleObj name="Equation" r:id="rId5" imgW="2145369" imgH="444307"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7375" y="2714625"/>
                        <a:ext cx="551497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1350" name="Object 14">
            <a:extLst>
              <a:ext uri="{FF2B5EF4-FFF2-40B4-BE49-F238E27FC236}">
                <a16:creationId xmlns:a16="http://schemas.microsoft.com/office/drawing/2014/main" id="{4D2454E9-24F2-4791-AEEC-7E043F6B2AE5}"/>
              </a:ext>
            </a:extLst>
          </p:cNvPr>
          <p:cNvGraphicFramePr>
            <a:graphicFrameLocks noChangeAspect="1"/>
          </p:cNvGraphicFramePr>
          <p:nvPr/>
        </p:nvGraphicFramePr>
        <p:xfrm>
          <a:off x="2786063" y="4071938"/>
          <a:ext cx="3736975" cy="1289050"/>
        </p:xfrm>
        <a:graphic>
          <a:graphicData uri="http://schemas.openxmlformats.org/presentationml/2006/ole">
            <mc:AlternateContent xmlns:mc="http://schemas.openxmlformats.org/markup-compatibility/2006">
              <mc:Choice xmlns:v="urn:schemas-microsoft-com:vml" Requires="v">
                <p:oleObj spid="_x0000_s441382" name="公式" r:id="rId7" imgW="1765300" imgH="609600" progId="Equation.3">
                  <p:embed/>
                </p:oleObj>
              </mc:Choice>
              <mc:Fallback>
                <p:oleObj name="公式" r:id="rId7" imgW="1765300" imgH="6096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6063" y="4071938"/>
                        <a:ext cx="3736975" cy="1289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351" name="Text Box 15">
            <a:extLst>
              <a:ext uri="{FF2B5EF4-FFF2-40B4-BE49-F238E27FC236}">
                <a16:creationId xmlns:a16="http://schemas.microsoft.com/office/drawing/2014/main" id="{32F72FBA-0D8A-4474-8BA4-61E6B1140207}"/>
              </a:ext>
            </a:extLst>
          </p:cNvPr>
          <p:cNvSpPr txBox="1">
            <a:spLocks noChangeArrowheads="1"/>
          </p:cNvSpPr>
          <p:nvPr/>
        </p:nvSpPr>
        <p:spPr bwMode="auto">
          <a:xfrm>
            <a:off x="769938" y="4360863"/>
            <a:ext cx="2160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电压灵敏度为</a:t>
            </a:r>
            <a:r>
              <a:rPr kumimoji="0" lang="en-US" altLang="zh-CN" sz="2000">
                <a:solidFill>
                  <a:srgbClr val="000000"/>
                </a:solidFill>
                <a:latin typeface="楷体_GB2312" pitchFamily="49" charset="-122"/>
              </a:rPr>
              <a:t>:</a:t>
            </a:r>
          </a:p>
        </p:txBody>
      </p:sp>
      <p:sp>
        <p:nvSpPr>
          <p:cNvPr id="9" name="灯片编号占位符 5">
            <a:extLst>
              <a:ext uri="{FF2B5EF4-FFF2-40B4-BE49-F238E27FC236}">
                <a16:creationId xmlns:a16="http://schemas.microsoft.com/office/drawing/2014/main" id="{B0FF129A-5EFE-4127-8014-C5685FDE2C77}"/>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EBECC696-139A-424C-934B-03EDF61C72DD}" type="slidenum">
              <a:rPr lang="en-US" altLang="zh-CN" sz="1400">
                <a:solidFill>
                  <a:srgbClr val="000000"/>
                </a:solidFill>
                <a:ea typeface="宋体" panose="02010600030101010101" pitchFamily="2" charset="-122"/>
              </a:rPr>
              <a:pPr eaLnBrk="1" hangingPunct="1"/>
              <a:t>60</a:t>
            </a:fld>
            <a:endParaRPr lang="en-US" altLang="zh-CN" sz="1400">
              <a:solidFill>
                <a:srgbClr val="000000"/>
              </a:solidFill>
              <a:ea typeface="宋体" panose="02010600030101010101" pitchFamily="2"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2370" name="Object 6">
            <a:extLst>
              <a:ext uri="{FF2B5EF4-FFF2-40B4-BE49-F238E27FC236}">
                <a16:creationId xmlns:a16="http://schemas.microsoft.com/office/drawing/2014/main" id="{1C5DCE7D-095C-40D0-9860-39934D91E423}"/>
              </a:ext>
            </a:extLst>
          </p:cNvPr>
          <p:cNvGraphicFramePr>
            <a:graphicFrameLocks noChangeAspect="1"/>
          </p:cNvGraphicFramePr>
          <p:nvPr/>
        </p:nvGraphicFramePr>
        <p:xfrm>
          <a:off x="2051050" y="333375"/>
          <a:ext cx="3736975" cy="1289050"/>
        </p:xfrm>
        <a:graphic>
          <a:graphicData uri="http://schemas.openxmlformats.org/presentationml/2006/ole">
            <mc:AlternateContent xmlns:mc="http://schemas.openxmlformats.org/markup-compatibility/2006">
              <mc:Choice xmlns:v="urn:schemas-microsoft-com:vml" Requires="v">
                <p:oleObj spid="_x0000_s442425" name="公式" r:id="rId3" imgW="1765300" imgH="609600" progId="Equation.3">
                  <p:embed/>
                </p:oleObj>
              </mc:Choice>
              <mc:Fallback>
                <p:oleObj name="公式" r:id="rId3" imgW="1765300" imgH="609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333375"/>
                        <a:ext cx="3736975" cy="1289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2371" name="Rectangle 8">
            <a:extLst>
              <a:ext uri="{FF2B5EF4-FFF2-40B4-BE49-F238E27FC236}">
                <a16:creationId xmlns:a16="http://schemas.microsoft.com/office/drawing/2014/main" id="{76365638-DDBC-4440-8227-13135605828B}"/>
              </a:ext>
            </a:extLst>
          </p:cNvPr>
          <p:cNvSpPr>
            <a:spLocks noChangeArrowheads="1"/>
          </p:cNvSpPr>
          <p:nvPr/>
        </p:nvSpPr>
        <p:spPr bwMode="auto">
          <a:xfrm>
            <a:off x="900113" y="1916113"/>
            <a:ext cx="2160587"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b="1" i="1">
                <a:solidFill>
                  <a:srgbClr val="FF0000"/>
                </a:solidFill>
              </a:rPr>
              <a:t>当</a:t>
            </a:r>
            <a:r>
              <a:rPr lang="el-GR" altLang="zh-CN" sz="2000" b="1" i="1">
                <a:solidFill>
                  <a:srgbClr val="FF0000"/>
                </a:solidFill>
              </a:rPr>
              <a:t>ω</a:t>
            </a:r>
            <a:r>
              <a:rPr lang="en-US" altLang="zh-CN" sz="2000" b="1" i="1">
                <a:solidFill>
                  <a:srgbClr val="FF0000"/>
                </a:solidFill>
              </a:rPr>
              <a:t>τ&lt;&lt; 1 </a:t>
            </a:r>
            <a:r>
              <a:rPr lang="zh-CN" altLang="en-US" sz="2000" b="1" i="1">
                <a:solidFill>
                  <a:srgbClr val="FF0000"/>
                </a:solidFill>
              </a:rPr>
              <a:t>时</a:t>
            </a:r>
          </a:p>
        </p:txBody>
      </p:sp>
      <p:graphicFrame>
        <p:nvGraphicFramePr>
          <p:cNvPr id="442372" name="Object 9">
            <a:extLst>
              <a:ext uri="{FF2B5EF4-FFF2-40B4-BE49-F238E27FC236}">
                <a16:creationId xmlns:a16="http://schemas.microsoft.com/office/drawing/2014/main" id="{9096FF28-EC2D-4534-8A22-ACB5FE219E00}"/>
              </a:ext>
            </a:extLst>
          </p:cNvPr>
          <p:cNvGraphicFramePr>
            <a:graphicFrameLocks noChangeAspect="1"/>
          </p:cNvGraphicFramePr>
          <p:nvPr/>
        </p:nvGraphicFramePr>
        <p:xfrm>
          <a:off x="2555875" y="2636838"/>
          <a:ext cx="2011363" cy="471487"/>
        </p:xfrm>
        <a:graphic>
          <a:graphicData uri="http://schemas.openxmlformats.org/presentationml/2006/ole">
            <mc:AlternateContent xmlns:mc="http://schemas.openxmlformats.org/markup-compatibility/2006">
              <mc:Choice xmlns:v="urn:schemas-microsoft-com:vml" Requires="v">
                <p:oleObj spid="_x0000_s442426" name="公式" r:id="rId5" imgW="1079032" imgH="253890" progId="Equation.3">
                  <p:embed/>
                </p:oleObj>
              </mc:Choice>
              <mc:Fallback>
                <p:oleObj name="公式" r:id="rId5" imgW="1079032" imgH="25389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75" y="2636838"/>
                        <a:ext cx="2011363"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2373" name="Rectangle 10">
            <a:extLst>
              <a:ext uri="{FF2B5EF4-FFF2-40B4-BE49-F238E27FC236}">
                <a16:creationId xmlns:a16="http://schemas.microsoft.com/office/drawing/2014/main" id="{7AD28DF6-6814-4CA7-A98F-316297E6DD51}"/>
              </a:ext>
            </a:extLst>
          </p:cNvPr>
          <p:cNvSpPr>
            <a:spLocks noChangeArrowheads="1"/>
          </p:cNvSpPr>
          <p:nvPr/>
        </p:nvSpPr>
        <p:spPr bwMode="auto">
          <a:xfrm>
            <a:off x="971550" y="3357563"/>
            <a:ext cx="2160588"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b="1" i="1">
                <a:solidFill>
                  <a:srgbClr val="FF0000"/>
                </a:solidFill>
              </a:rPr>
              <a:t>当</a:t>
            </a:r>
            <a:r>
              <a:rPr lang="el-GR" altLang="zh-CN" sz="2000" b="1" i="1">
                <a:solidFill>
                  <a:srgbClr val="FF0000"/>
                </a:solidFill>
              </a:rPr>
              <a:t>ω</a:t>
            </a:r>
            <a:r>
              <a:rPr lang="en-US" altLang="zh-CN" sz="2000" b="1" i="1">
                <a:solidFill>
                  <a:srgbClr val="FF0000"/>
                </a:solidFill>
              </a:rPr>
              <a:t>τ&gt;&gt;1 </a:t>
            </a:r>
            <a:r>
              <a:rPr lang="zh-CN" altLang="en-US" sz="2000" b="1" i="1">
                <a:solidFill>
                  <a:srgbClr val="FF0000"/>
                </a:solidFill>
              </a:rPr>
              <a:t>时</a:t>
            </a:r>
          </a:p>
        </p:txBody>
      </p:sp>
      <p:graphicFrame>
        <p:nvGraphicFramePr>
          <p:cNvPr id="442374" name="Object 12">
            <a:extLst>
              <a:ext uri="{FF2B5EF4-FFF2-40B4-BE49-F238E27FC236}">
                <a16:creationId xmlns:a16="http://schemas.microsoft.com/office/drawing/2014/main" id="{B81EFFEF-523C-4CB3-A786-C1693EC432D6}"/>
              </a:ext>
            </a:extLst>
          </p:cNvPr>
          <p:cNvGraphicFramePr>
            <a:graphicFrameLocks noChangeAspect="1"/>
          </p:cNvGraphicFramePr>
          <p:nvPr/>
        </p:nvGraphicFramePr>
        <p:xfrm>
          <a:off x="1260475" y="3965575"/>
          <a:ext cx="5268913" cy="914400"/>
        </p:xfrm>
        <a:graphic>
          <a:graphicData uri="http://schemas.openxmlformats.org/presentationml/2006/ole">
            <mc:AlternateContent xmlns:mc="http://schemas.openxmlformats.org/markup-compatibility/2006">
              <mc:Choice xmlns:v="urn:schemas-microsoft-com:vml" Requires="v">
                <p:oleObj spid="_x0000_s442427" name="Equation" r:id="rId7" imgW="2489200" imgH="431800" progId="Equation.DSMT4">
                  <p:embed/>
                </p:oleObj>
              </mc:Choice>
              <mc:Fallback>
                <p:oleObj name="Equation" r:id="rId7" imgW="2489200" imgH="431800"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0475" y="3965575"/>
                        <a:ext cx="52689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2375" name="Object 13">
            <a:extLst>
              <a:ext uri="{FF2B5EF4-FFF2-40B4-BE49-F238E27FC236}">
                <a16:creationId xmlns:a16="http://schemas.microsoft.com/office/drawing/2014/main" id="{40C977E4-8164-4A44-B0F4-622B41D2BFAC}"/>
              </a:ext>
            </a:extLst>
          </p:cNvPr>
          <p:cNvGraphicFramePr>
            <a:graphicFrameLocks noChangeAspect="1"/>
          </p:cNvGraphicFramePr>
          <p:nvPr/>
        </p:nvGraphicFramePr>
        <p:xfrm>
          <a:off x="2428875" y="5000625"/>
          <a:ext cx="2106613" cy="1508125"/>
        </p:xfrm>
        <a:graphic>
          <a:graphicData uri="http://schemas.openxmlformats.org/presentationml/2006/ole">
            <mc:AlternateContent xmlns:mc="http://schemas.openxmlformats.org/markup-compatibility/2006">
              <mc:Choice xmlns:v="urn:schemas-microsoft-com:vml" Requires="v">
                <p:oleObj spid="_x0000_s442428" name="公式" r:id="rId9" imgW="1129810" imgH="812447" progId="Equation.3">
                  <p:embed/>
                </p:oleObj>
              </mc:Choice>
              <mc:Fallback>
                <p:oleObj name="公式" r:id="rId9" imgW="1129810" imgH="812447"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28875" y="5000625"/>
                        <a:ext cx="2106613" cy="1508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2376" name="Group 14">
            <a:extLst>
              <a:ext uri="{FF2B5EF4-FFF2-40B4-BE49-F238E27FC236}">
                <a16:creationId xmlns:a16="http://schemas.microsoft.com/office/drawing/2014/main" id="{B6C4139B-B910-4E59-B4E6-8713DDA9C822}"/>
              </a:ext>
            </a:extLst>
          </p:cNvPr>
          <p:cNvGrpSpPr>
            <a:grpSpLocks/>
          </p:cNvGrpSpPr>
          <p:nvPr/>
        </p:nvGrpSpPr>
        <p:grpSpPr bwMode="auto">
          <a:xfrm>
            <a:off x="4932363" y="1844675"/>
            <a:ext cx="3816350" cy="2139950"/>
            <a:chOff x="22" y="2568"/>
            <a:chExt cx="2404" cy="1348"/>
          </a:xfrm>
        </p:grpSpPr>
        <p:grpSp>
          <p:nvGrpSpPr>
            <p:cNvPr id="442378" name="Group 15">
              <a:extLst>
                <a:ext uri="{FF2B5EF4-FFF2-40B4-BE49-F238E27FC236}">
                  <a16:creationId xmlns:a16="http://schemas.microsoft.com/office/drawing/2014/main" id="{773591B4-832D-4230-858D-53E85B09C058}"/>
                </a:ext>
              </a:extLst>
            </p:cNvPr>
            <p:cNvGrpSpPr>
              <a:grpSpLocks/>
            </p:cNvGrpSpPr>
            <p:nvPr/>
          </p:nvGrpSpPr>
          <p:grpSpPr bwMode="auto">
            <a:xfrm>
              <a:off x="567" y="2568"/>
              <a:ext cx="1542" cy="1044"/>
              <a:chOff x="431" y="2568"/>
              <a:chExt cx="1542" cy="1044"/>
            </a:xfrm>
          </p:grpSpPr>
          <p:sp>
            <p:nvSpPr>
              <p:cNvPr id="442383" name="Line 16">
                <a:extLst>
                  <a:ext uri="{FF2B5EF4-FFF2-40B4-BE49-F238E27FC236}">
                    <a16:creationId xmlns:a16="http://schemas.microsoft.com/office/drawing/2014/main" id="{09DBFC78-B35F-4C3B-9FC7-6C8850A90295}"/>
                  </a:ext>
                </a:extLst>
              </p:cNvPr>
              <p:cNvSpPr>
                <a:spLocks noChangeShapeType="1"/>
              </p:cNvSpPr>
              <p:nvPr/>
            </p:nvSpPr>
            <p:spPr bwMode="auto">
              <a:xfrm>
                <a:off x="431" y="3612"/>
                <a:ext cx="154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4" name="Line 17">
                <a:extLst>
                  <a:ext uri="{FF2B5EF4-FFF2-40B4-BE49-F238E27FC236}">
                    <a16:creationId xmlns:a16="http://schemas.microsoft.com/office/drawing/2014/main" id="{1FD9A809-15A3-4047-911F-9093BF571FC5}"/>
                  </a:ext>
                </a:extLst>
              </p:cNvPr>
              <p:cNvSpPr>
                <a:spLocks noChangeShapeType="1"/>
              </p:cNvSpPr>
              <p:nvPr/>
            </p:nvSpPr>
            <p:spPr bwMode="auto">
              <a:xfrm flipV="1">
                <a:off x="431" y="2568"/>
                <a:ext cx="0" cy="10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5" name="Line 18">
                <a:extLst>
                  <a:ext uri="{FF2B5EF4-FFF2-40B4-BE49-F238E27FC236}">
                    <a16:creationId xmlns:a16="http://schemas.microsoft.com/office/drawing/2014/main" id="{D3DB9613-0F66-4A65-A697-82835C393F6D}"/>
                  </a:ext>
                </a:extLst>
              </p:cNvPr>
              <p:cNvSpPr>
                <a:spLocks noChangeShapeType="1"/>
              </p:cNvSpPr>
              <p:nvPr/>
            </p:nvSpPr>
            <p:spPr bwMode="auto">
              <a:xfrm flipV="1">
                <a:off x="431" y="3067"/>
                <a:ext cx="362" cy="5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6" name="Line 19">
                <a:extLst>
                  <a:ext uri="{FF2B5EF4-FFF2-40B4-BE49-F238E27FC236}">
                    <a16:creationId xmlns:a16="http://schemas.microsoft.com/office/drawing/2014/main" id="{9FFFF917-ACDA-42F6-8B98-4492553682F8}"/>
                  </a:ext>
                </a:extLst>
              </p:cNvPr>
              <p:cNvSpPr>
                <a:spLocks noChangeShapeType="1"/>
              </p:cNvSpPr>
              <p:nvPr/>
            </p:nvSpPr>
            <p:spPr bwMode="auto">
              <a:xfrm>
                <a:off x="793" y="3067"/>
                <a:ext cx="9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7" name="Line 20">
                <a:extLst>
                  <a:ext uri="{FF2B5EF4-FFF2-40B4-BE49-F238E27FC236}">
                    <a16:creationId xmlns:a16="http://schemas.microsoft.com/office/drawing/2014/main" id="{AA1E7585-31BE-4B67-B9AB-BE0715209410}"/>
                  </a:ext>
                </a:extLst>
              </p:cNvPr>
              <p:cNvSpPr>
                <a:spLocks noChangeShapeType="1"/>
              </p:cNvSpPr>
              <p:nvPr/>
            </p:nvSpPr>
            <p:spPr bwMode="auto">
              <a:xfrm>
                <a:off x="793" y="3067"/>
                <a:ext cx="0" cy="54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8" name="Line 21">
                <a:extLst>
                  <a:ext uri="{FF2B5EF4-FFF2-40B4-BE49-F238E27FC236}">
                    <a16:creationId xmlns:a16="http://schemas.microsoft.com/office/drawing/2014/main" id="{182D0645-4244-4ACA-90A2-4EFA13C186C1}"/>
                  </a:ext>
                </a:extLst>
              </p:cNvPr>
              <p:cNvSpPr>
                <a:spLocks noChangeShapeType="1"/>
              </p:cNvSpPr>
              <p:nvPr/>
            </p:nvSpPr>
            <p:spPr bwMode="auto">
              <a:xfrm>
                <a:off x="1338" y="3067"/>
                <a:ext cx="0" cy="54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42379" name="Text Box 22">
              <a:extLst>
                <a:ext uri="{FF2B5EF4-FFF2-40B4-BE49-F238E27FC236}">
                  <a16:creationId xmlns:a16="http://schemas.microsoft.com/office/drawing/2014/main" id="{A4D8E713-6133-4A5B-993E-D889BF826FA8}"/>
                </a:ext>
              </a:extLst>
            </p:cNvPr>
            <p:cNvSpPr txBox="1">
              <a:spLocks noChangeArrowheads="1"/>
            </p:cNvSpPr>
            <p:nvPr/>
          </p:nvSpPr>
          <p:spPr bwMode="auto">
            <a:xfrm>
              <a:off x="22" y="2659"/>
              <a:ext cx="6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400">
                  <a:solidFill>
                    <a:srgbClr val="000000"/>
                  </a:solidFill>
                  <a:latin typeface="楷体_GB2312" pitchFamily="49" charset="-122"/>
                </a:rPr>
                <a:t>|</a:t>
              </a:r>
              <a:r>
                <a:rPr lang="en-US" altLang="zh-CN" sz="1400" i="1">
                  <a:solidFill>
                    <a:srgbClr val="000000"/>
                  </a:solidFill>
                </a:rPr>
                <a:t>K</a:t>
              </a:r>
              <a:r>
                <a:rPr lang="en-US" altLang="zh-CN" sz="1400" i="1" baseline="-25000">
                  <a:solidFill>
                    <a:srgbClr val="000000"/>
                  </a:solidFill>
                </a:rPr>
                <a:t>u</a:t>
              </a:r>
              <a:r>
                <a:rPr lang="en-US" altLang="zh-CN" sz="1400" i="1">
                  <a:solidFill>
                    <a:srgbClr val="000000"/>
                  </a:solidFill>
                </a:rPr>
                <a:t>(jw)|</a:t>
              </a:r>
              <a:endParaRPr lang="en-US" altLang="zh-CN" sz="1400" i="1" baseline="-25000">
                <a:solidFill>
                  <a:srgbClr val="000000"/>
                </a:solidFill>
              </a:endParaRPr>
            </a:p>
          </p:txBody>
        </p:sp>
        <p:sp>
          <p:nvSpPr>
            <p:cNvPr id="442380" name="Text Box 23">
              <a:extLst>
                <a:ext uri="{FF2B5EF4-FFF2-40B4-BE49-F238E27FC236}">
                  <a16:creationId xmlns:a16="http://schemas.microsoft.com/office/drawing/2014/main" id="{10AFD72D-E2F8-4E98-B94F-9DE8593248CE}"/>
                </a:ext>
              </a:extLst>
            </p:cNvPr>
            <p:cNvSpPr txBox="1">
              <a:spLocks noChangeArrowheads="1"/>
            </p:cNvSpPr>
            <p:nvPr/>
          </p:nvSpPr>
          <p:spPr bwMode="auto">
            <a:xfrm>
              <a:off x="612" y="3657"/>
              <a:ext cx="6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400" i="1">
                  <a:solidFill>
                    <a:srgbClr val="000000"/>
                  </a:solidFill>
                </a:rPr>
                <a:t>w=1/</a:t>
              </a:r>
              <a:r>
                <a:rPr lang="el-GR" altLang="zh-CN" sz="1400" i="1">
                  <a:solidFill>
                    <a:srgbClr val="000000"/>
                  </a:solidFill>
                  <a:latin typeface="楷体_GB2312" pitchFamily="49" charset="-122"/>
                  <a:cs typeface="Times New Roman" panose="02020603050405020304" pitchFamily="18" charset="0"/>
                </a:rPr>
                <a:t>τ</a:t>
              </a:r>
              <a:endParaRPr lang="el-GR" altLang="zh-CN" sz="1400" i="1" baseline="-25000">
                <a:solidFill>
                  <a:srgbClr val="000000"/>
                </a:solidFill>
                <a:latin typeface="楷体_GB2312" pitchFamily="49" charset="-122"/>
                <a:cs typeface="Times New Roman" panose="02020603050405020304" pitchFamily="18" charset="0"/>
              </a:endParaRPr>
            </a:p>
          </p:txBody>
        </p:sp>
        <p:sp>
          <p:nvSpPr>
            <p:cNvPr id="442381" name="Text Box 24">
              <a:extLst>
                <a:ext uri="{FF2B5EF4-FFF2-40B4-BE49-F238E27FC236}">
                  <a16:creationId xmlns:a16="http://schemas.microsoft.com/office/drawing/2014/main" id="{571C6305-B9FF-4619-81F6-7886E99DA033}"/>
                </a:ext>
              </a:extLst>
            </p:cNvPr>
            <p:cNvSpPr txBox="1">
              <a:spLocks noChangeArrowheads="1"/>
            </p:cNvSpPr>
            <p:nvPr/>
          </p:nvSpPr>
          <p:spPr bwMode="auto">
            <a:xfrm>
              <a:off x="1791" y="3612"/>
              <a:ext cx="6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400" i="1">
                  <a:solidFill>
                    <a:srgbClr val="000000"/>
                  </a:solidFill>
                </a:rPr>
                <a:t>w</a:t>
              </a:r>
              <a:endParaRPr lang="el-GR" altLang="zh-CN" sz="1400" i="1" baseline="-25000">
                <a:solidFill>
                  <a:srgbClr val="000000"/>
                </a:solidFill>
                <a:latin typeface="楷体_GB2312" pitchFamily="49" charset="-122"/>
                <a:cs typeface="Times New Roman" panose="02020603050405020304" pitchFamily="18" charset="0"/>
              </a:endParaRPr>
            </a:p>
          </p:txBody>
        </p:sp>
        <p:sp>
          <p:nvSpPr>
            <p:cNvPr id="442382" name="Text Box 25">
              <a:extLst>
                <a:ext uri="{FF2B5EF4-FFF2-40B4-BE49-F238E27FC236}">
                  <a16:creationId xmlns:a16="http://schemas.microsoft.com/office/drawing/2014/main" id="{D60FDF37-CFDF-4179-AABE-5EB17B791556}"/>
                </a:ext>
              </a:extLst>
            </p:cNvPr>
            <p:cNvSpPr txBox="1">
              <a:spLocks noChangeArrowheads="1"/>
            </p:cNvSpPr>
            <p:nvPr/>
          </p:nvSpPr>
          <p:spPr bwMode="auto">
            <a:xfrm>
              <a:off x="1338" y="3203"/>
              <a:ext cx="6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400" i="1">
                  <a:solidFill>
                    <a:srgbClr val="000000"/>
                  </a:solidFill>
                </a:rPr>
                <a:t>K</a:t>
              </a:r>
              <a:r>
                <a:rPr lang="en-US" altLang="zh-CN" sz="1400" i="1" baseline="-25000">
                  <a:solidFill>
                    <a:srgbClr val="000000"/>
                  </a:solidFill>
                </a:rPr>
                <a:t>u</a:t>
              </a:r>
              <a:r>
                <a:rPr lang="en-US" altLang="zh-CN" sz="1400" i="1">
                  <a:solidFill>
                    <a:srgbClr val="000000"/>
                  </a:solidFill>
                </a:rPr>
                <a:t>(</a:t>
              </a:r>
              <a:r>
                <a:rPr lang="en-US" altLang="zh-CN" sz="1400" i="1">
                  <a:solidFill>
                    <a:srgbClr val="000000"/>
                  </a:solidFill>
                  <a:cs typeface="Times New Roman" panose="02020603050405020304" pitchFamily="18" charset="0"/>
                </a:rPr>
                <a:t>∞</a:t>
              </a:r>
              <a:r>
                <a:rPr lang="en-US" altLang="zh-CN" sz="1400" i="1">
                  <a:solidFill>
                    <a:srgbClr val="000000"/>
                  </a:solidFill>
                </a:rPr>
                <a:t>)</a:t>
              </a:r>
              <a:endParaRPr lang="en-US" altLang="zh-CN" sz="1400" i="1" baseline="-25000">
                <a:solidFill>
                  <a:srgbClr val="000000"/>
                </a:solidFill>
              </a:endParaRPr>
            </a:p>
          </p:txBody>
        </p:sp>
      </p:grpSp>
      <p:sp>
        <p:nvSpPr>
          <p:cNvPr id="20" name="灯片编号占位符 5">
            <a:extLst>
              <a:ext uri="{FF2B5EF4-FFF2-40B4-BE49-F238E27FC236}">
                <a16:creationId xmlns:a16="http://schemas.microsoft.com/office/drawing/2014/main" id="{C976CFB6-5DC2-4F80-9101-DB898DE30EF0}"/>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205797DD-E468-4F36-BCFC-F64AC3B1EA5D}" type="slidenum">
              <a:rPr lang="en-US" altLang="zh-CN" sz="1400">
                <a:solidFill>
                  <a:srgbClr val="000000"/>
                </a:solidFill>
                <a:ea typeface="宋体" panose="02010600030101010101" pitchFamily="2" charset="-122"/>
              </a:rPr>
              <a:pPr eaLnBrk="1" hangingPunct="1"/>
              <a:t>61</a:t>
            </a:fld>
            <a:endParaRPr lang="en-US" altLang="zh-CN" sz="1400">
              <a:solidFill>
                <a:srgbClr val="000000"/>
              </a:solidFill>
              <a:ea typeface="宋体" panose="02010600030101010101" pitchFamily="2"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Text Box 7">
            <a:extLst>
              <a:ext uri="{FF2B5EF4-FFF2-40B4-BE49-F238E27FC236}">
                <a16:creationId xmlns:a16="http://schemas.microsoft.com/office/drawing/2014/main" id="{6FA82C88-6DA9-45DC-BAB9-95A7FFE3AB14}"/>
              </a:ext>
            </a:extLst>
          </p:cNvPr>
          <p:cNvSpPr txBox="1">
            <a:spLocks noChangeArrowheads="1"/>
          </p:cNvSpPr>
          <p:nvPr/>
        </p:nvSpPr>
        <p:spPr bwMode="auto">
          <a:xfrm>
            <a:off x="323850" y="476250"/>
            <a:ext cx="18732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理想输出：</a:t>
            </a:r>
          </a:p>
        </p:txBody>
      </p:sp>
      <p:graphicFrame>
        <p:nvGraphicFramePr>
          <p:cNvPr id="443395" name="Object 8">
            <a:extLst>
              <a:ext uri="{FF2B5EF4-FFF2-40B4-BE49-F238E27FC236}">
                <a16:creationId xmlns:a16="http://schemas.microsoft.com/office/drawing/2014/main" id="{7C816037-99AC-4073-8D5C-969F9B93B3A8}"/>
              </a:ext>
            </a:extLst>
          </p:cNvPr>
          <p:cNvGraphicFramePr>
            <a:graphicFrameLocks noChangeAspect="1"/>
          </p:cNvGraphicFramePr>
          <p:nvPr/>
        </p:nvGraphicFramePr>
        <p:xfrm>
          <a:off x="2124075" y="333375"/>
          <a:ext cx="1504950" cy="833438"/>
        </p:xfrm>
        <a:graphic>
          <a:graphicData uri="http://schemas.openxmlformats.org/presentationml/2006/ole">
            <mc:AlternateContent xmlns:mc="http://schemas.openxmlformats.org/markup-compatibility/2006">
              <mc:Choice xmlns:v="urn:schemas-microsoft-com:vml" Requires="v">
                <p:oleObj spid="_x0000_s443447" name="Equation" r:id="rId3" imgW="710891" imgH="393529" progId="Equation.DSMT4">
                  <p:embed/>
                </p:oleObj>
              </mc:Choice>
              <mc:Fallback>
                <p:oleObj name="Equation" r:id="rId3" imgW="710891" imgH="393529"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333375"/>
                        <a:ext cx="1504950" cy="833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3396" name="Object 10">
            <a:extLst>
              <a:ext uri="{FF2B5EF4-FFF2-40B4-BE49-F238E27FC236}">
                <a16:creationId xmlns:a16="http://schemas.microsoft.com/office/drawing/2014/main" id="{EA4A0552-A9EB-4660-B931-D2CE56B4023B}"/>
              </a:ext>
            </a:extLst>
          </p:cNvPr>
          <p:cNvGraphicFramePr>
            <a:graphicFrameLocks noChangeAspect="1"/>
          </p:cNvGraphicFramePr>
          <p:nvPr/>
        </p:nvGraphicFramePr>
        <p:xfrm>
          <a:off x="1819275" y="1557338"/>
          <a:ext cx="2500313" cy="993775"/>
        </p:xfrm>
        <a:graphic>
          <a:graphicData uri="http://schemas.openxmlformats.org/presentationml/2006/ole">
            <mc:AlternateContent xmlns:mc="http://schemas.openxmlformats.org/markup-compatibility/2006">
              <mc:Choice xmlns:v="urn:schemas-microsoft-com:vml" Requires="v">
                <p:oleObj spid="_x0000_s443448" name="Equation" r:id="rId5" imgW="1180588" imgH="469696" progId="Equation.DSMT4">
                  <p:embed/>
                </p:oleObj>
              </mc:Choice>
              <mc:Fallback>
                <p:oleObj name="Equation" r:id="rId5" imgW="1180588" imgH="469696"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9275" y="1557338"/>
                        <a:ext cx="2500313"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3397" name="Text Box 11">
            <a:extLst>
              <a:ext uri="{FF2B5EF4-FFF2-40B4-BE49-F238E27FC236}">
                <a16:creationId xmlns:a16="http://schemas.microsoft.com/office/drawing/2014/main" id="{E99959D3-07B0-4929-8BFD-B833DF649893}"/>
              </a:ext>
            </a:extLst>
          </p:cNvPr>
          <p:cNvSpPr txBox="1">
            <a:spLocks noChangeArrowheads="1"/>
          </p:cNvSpPr>
          <p:nvPr/>
        </p:nvSpPr>
        <p:spPr bwMode="auto">
          <a:xfrm>
            <a:off x="323850" y="1700213"/>
            <a:ext cx="18732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实际输出：</a:t>
            </a:r>
          </a:p>
        </p:txBody>
      </p:sp>
      <p:graphicFrame>
        <p:nvGraphicFramePr>
          <p:cNvPr id="443398" name="Object 12">
            <a:extLst>
              <a:ext uri="{FF2B5EF4-FFF2-40B4-BE49-F238E27FC236}">
                <a16:creationId xmlns:a16="http://schemas.microsoft.com/office/drawing/2014/main" id="{DDD79836-C515-4774-9955-0FF08C7DFC21}"/>
              </a:ext>
            </a:extLst>
          </p:cNvPr>
          <p:cNvGraphicFramePr>
            <a:graphicFrameLocks noChangeAspect="1"/>
          </p:cNvGraphicFramePr>
          <p:nvPr/>
        </p:nvGraphicFramePr>
        <p:xfrm>
          <a:off x="1658938" y="2970213"/>
          <a:ext cx="2259012" cy="1047750"/>
        </p:xfrm>
        <a:graphic>
          <a:graphicData uri="http://schemas.openxmlformats.org/presentationml/2006/ole">
            <mc:AlternateContent xmlns:mc="http://schemas.openxmlformats.org/markup-compatibility/2006">
              <mc:Choice xmlns:v="urn:schemas-microsoft-com:vml" Requires="v">
                <p:oleObj spid="_x0000_s443449" name="Equation" r:id="rId7" imgW="1066337" imgH="495085" progId="Equation.DSMT4">
                  <p:embed/>
                </p:oleObj>
              </mc:Choice>
              <mc:Fallback>
                <p:oleObj name="Equation" r:id="rId7" imgW="1066337" imgH="495085"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8938" y="2970213"/>
                        <a:ext cx="2259012" cy="104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3399" name="Object 13">
            <a:extLst>
              <a:ext uri="{FF2B5EF4-FFF2-40B4-BE49-F238E27FC236}">
                <a16:creationId xmlns:a16="http://schemas.microsoft.com/office/drawing/2014/main" id="{87002473-5022-48C6-9DE6-774C3E6F1445}"/>
              </a:ext>
            </a:extLst>
          </p:cNvPr>
          <p:cNvGraphicFramePr>
            <a:graphicFrameLocks noChangeAspect="1"/>
          </p:cNvGraphicFramePr>
          <p:nvPr/>
        </p:nvGraphicFramePr>
        <p:xfrm>
          <a:off x="4716463" y="3213100"/>
          <a:ext cx="2951162" cy="731838"/>
        </p:xfrm>
        <a:graphic>
          <a:graphicData uri="http://schemas.openxmlformats.org/presentationml/2006/ole">
            <mc:AlternateContent xmlns:mc="http://schemas.openxmlformats.org/markup-compatibility/2006">
              <mc:Choice xmlns:v="urn:schemas-microsoft-com:vml" Requires="v">
                <p:oleObj spid="_x0000_s443450" name="公式" r:id="rId9" imgW="1586811" imgH="393529" progId="Equation.3">
                  <p:embed/>
                </p:oleObj>
              </mc:Choice>
              <mc:Fallback>
                <p:oleObj name="公式" r:id="rId9" imgW="1586811" imgH="393529"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16463" y="3213100"/>
                        <a:ext cx="2951162" cy="731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灯片编号占位符 5">
            <a:extLst>
              <a:ext uri="{FF2B5EF4-FFF2-40B4-BE49-F238E27FC236}">
                <a16:creationId xmlns:a16="http://schemas.microsoft.com/office/drawing/2014/main" id="{65E84BBD-16FF-4D31-86C2-1B7F4FBAE4F3}"/>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14A0EF0B-3803-43A6-B543-6346A10CB03A}" type="slidenum">
              <a:rPr lang="en-US" altLang="zh-CN" sz="1400">
                <a:solidFill>
                  <a:srgbClr val="000000"/>
                </a:solidFill>
                <a:ea typeface="宋体" panose="02010600030101010101" pitchFamily="2" charset="-122"/>
              </a:rPr>
              <a:pPr eaLnBrk="1" hangingPunct="1"/>
              <a:t>62</a:t>
            </a:fld>
            <a:endParaRPr lang="en-US" altLang="zh-CN" sz="1400">
              <a:solidFill>
                <a:srgbClr val="000000"/>
              </a:solidFill>
              <a:ea typeface="宋体" panose="02010600030101010101" pitchFamily="2" charset="-122"/>
            </a:endParaRPr>
          </a:p>
        </p:txBody>
      </p:sp>
      <p:graphicFrame>
        <p:nvGraphicFramePr>
          <p:cNvPr id="443401" name="Object 9">
            <a:extLst>
              <a:ext uri="{FF2B5EF4-FFF2-40B4-BE49-F238E27FC236}">
                <a16:creationId xmlns:a16="http://schemas.microsoft.com/office/drawing/2014/main" id="{B0E871FC-62B4-47E1-9779-EF693215F553}"/>
              </a:ext>
            </a:extLst>
          </p:cNvPr>
          <p:cNvGraphicFramePr>
            <a:graphicFrameLocks noChangeAspect="1"/>
          </p:cNvGraphicFramePr>
          <p:nvPr/>
        </p:nvGraphicFramePr>
        <p:xfrm>
          <a:off x="5000625" y="500063"/>
          <a:ext cx="2151063" cy="484187"/>
        </p:xfrm>
        <a:graphic>
          <a:graphicData uri="http://schemas.openxmlformats.org/presentationml/2006/ole">
            <mc:AlternateContent xmlns:mc="http://schemas.openxmlformats.org/markup-compatibility/2006">
              <mc:Choice xmlns:v="urn:schemas-microsoft-com:vml" Requires="v">
                <p:oleObj spid="_x0000_s443451" name="Equation" r:id="rId11" imgW="1016000" imgH="228600" progId="Equation.DSMT4">
                  <p:embed/>
                </p:oleObj>
              </mc:Choice>
              <mc:Fallback>
                <p:oleObj name="Equation" r:id="rId11" imgW="1016000" imgH="2286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00625" y="500063"/>
                        <a:ext cx="2151063" cy="48418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Text Box 6">
            <a:extLst>
              <a:ext uri="{FF2B5EF4-FFF2-40B4-BE49-F238E27FC236}">
                <a16:creationId xmlns:a16="http://schemas.microsoft.com/office/drawing/2014/main" id="{3EF57F2C-8F7C-4189-8A57-00E6038ACD38}"/>
              </a:ext>
            </a:extLst>
          </p:cNvPr>
          <p:cNvSpPr txBox="1">
            <a:spLocks noChangeArrowheads="1"/>
          </p:cNvSpPr>
          <p:nvPr/>
        </p:nvSpPr>
        <p:spPr bwMode="auto">
          <a:xfrm>
            <a:off x="323850" y="188913"/>
            <a:ext cx="18732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分析：</a:t>
            </a:r>
          </a:p>
        </p:txBody>
      </p:sp>
      <p:graphicFrame>
        <p:nvGraphicFramePr>
          <p:cNvPr id="444419" name="Object 10">
            <a:extLst>
              <a:ext uri="{FF2B5EF4-FFF2-40B4-BE49-F238E27FC236}">
                <a16:creationId xmlns:a16="http://schemas.microsoft.com/office/drawing/2014/main" id="{5B7304B2-DE46-428B-9FD0-AB66F656B0A2}"/>
              </a:ext>
            </a:extLst>
          </p:cNvPr>
          <p:cNvGraphicFramePr>
            <a:graphicFrameLocks noChangeAspect="1"/>
          </p:cNvGraphicFramePr>
          <p:nvPr/>
        </p:nvGraphicFramePr>
        <p:xfrm>
          <a:off x="684213" y="2636838"/>
          <a:ext cx="5113337" cy="831850"/>
        </p:xfrm>
        <a:graphic>
          <a:graphicData uri="http://schemas.openxmlformats.org/presentationml/2006/ole">
            <mc:AlternateContent xmlns:mc="http://schemas.openxmlformats.org/markup-compatibility/2006">
              <mc:Choice xmlns:v="urn:schemas-microsoft-com:vml" Requires="v">
                <p:oleObj spid="_x0000_s444457" name="Equation" r:id="rId3" imgW="2578100" imgH="419100" progId="Equation.DSMT4">
                  <p:embed/>
                </p:oleObj>
              </mc:Choice>
              <mc:Fallback>
                <p:oleObj name="Equation" r:id="rId3" imgW="2578100" imgH="4191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2636838"/>
                        <a:ext cx="5113337" cy="831850"/>
                      </a:xfrm>
                      <a:prstGeom prst="rect">
                        <a:avLst/>
                      </a:prstGeom>
                      <a:noFill/>
                      <a:ln>
                        <a:noFill/>
                      </a:ln>
                      <a:effectLst/>
                      <a:extLst>
                        <a:ext uri="{909E8E84-426E-40DD-AFC4-6F175D3DCCD1}">
                          <a14:hiddenFill xmlns:a14="http://schemas.microsoft.com/office/drawing/2010/main">
                            <a:solidFill>
                              <a:srgbClr val="00FFFF">
                                <a:alpha val="98822"/>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4420" name="Text Box 11">
            <a:extLst>
              <a:ext uri="{FF2B5EF4-FFF2-40B4-BE49-F238E27FC236}">
                <a16:creationId xmlns:a16="http://schemas.microsoft.com/office/drawing/2014/main" id="{3EC51E9D-9D9B-4812-96A9-94F5F785996A}"/>
              </a:ext>
            </a:extLst>
          </p:cNvPr>
          <p:cNvSpPr txBox="1">
            <a:spLocks noChangeArrowheads="1"/>
          </p:cNvSpPr>
          <p:nvPr/>
        </p:nvSpPr>
        <p:spPr bwMode="auto">
          <a:xfrm>
            <a:off x="611188" y="4508500"/>
            <a:ext cx="7920037"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lvl="1" algn="l" eaLnBrk="1" hangingPunct="1">
              <a:spcBef>
                <a:spcPct val="0"/>
              </a:spcBef>
              <a:buSzTx/>
              <a:buFont typeface="Wingdings" panose="05000000000000000000" pitchFamily="2" charset="2"/>
              <a:buNone/>
            </a:pPr>
            <a:r>
              <a:rPr kumimoji="0" lang="en-US" altLang="zh-CN" sz="2000">
                <a:solidFill>
                  <a:srgbClr val="000000"/>
                </a:solidFill>
                <a:latin typeface="楷体_GB2312" pitchFamily="49" charset="-122"/>
              </a:rPr>
              <a:t>(3)</a:t>
            </a:r>
            <a:r>
              <a:rPr kumimoji="0" lang="en-US" altLang="zh-CN" sz="2000" i="1">
                <a:solidFill>
                  <a:srgbClr val="000000"/>
                </a:solidFill>
                <a:latin typeface="楷体_GB2312" pitchFamily="49" charset="-122"/>
              </a:rPr>
              <a:t>K</a:t>
            </a:r>
            <a:r>
              <a:rPr kumimoji="0" lang="en-US" altLang="zh-CN" sz="2000" i="1" baseline="-25000">
                <a:solidFill>
                  <a:srgbClr val="000000"/>
                </a:solidFill>
                <a:latin typeface="楷体_GB2312" pitchFamily="49" charset="-122"/>
              </a:rPr>
              <a:t>u</a:t>
            </a:r>
            <a:r>
              <a:rPr kumimoji="0" lang="zh-CN" altLang="en-US" sz="2000">
                <a:solidFill>
                  <a:srgbClr val="000000"/>
                </a:solidFill>
                <a:latin typeface="楷体_GB2312" pitchFamily="49" charset="-122"/>
              </a:rPr>
              <a:t>受电缆</a:t>
            </a:r>
            <a:r>
              <a:rPr kumimoji="0" lang="zh-CN" altLang="en-US" sz="2000">
                <a:solidFill>
                  <a:srgbClr val="FF0000"/>
                </a:solidFill>
                <a:latin typeface="楷体_GB2312" pitchFamily="49" charset="-122"/>
              </a:rPr>
              <a:t>分布电容</a:t>
            </a:r>
            <a:r>
              <a:rPr kumimoji="0" lang="zh-CN" altLang="en-US" sz="2000">
                <a:solidFill>
                  <a:srgbClr val="000000"/>
                </a:solidFill>
                <a:latin typeface="楷体_GB2312" pitchFamily="49" charset="-122"/>
              </a:rPr>
              <a:t>的影响较大，</a:t>
            </a:r>
            <a:r>
              <a:rPr lang="zh-CN" altLang="en-US" sz="2000">
                <a:solidFill>
                  <a:srgbClr val="000000"/>
                </a:solidFill>
                <a:latin typeface="楷体_GB2312" pitchFamily="49" charset="-122"/>
              </a:rPr>
              <a:t>改变电缆长度</a:t>
            </a:r>
            <a:r>
              <a:rPr lang="en-US" altLang="zh-CN" sz="2000" i="1">
                <a:solidFill>
                  <a:srgbClr val="000000"/>
                </a:solidFill>
                <a:latin typeface="楷体_GB2312" pitchFamily="49" charset="-122"/>
              </a:rPr>
              <a:t>C</a:t>
            </a:r>
            <a:r>
              <a:rPr lang="en-US" altLang="zh-CN" sz="2000" baseline="-25000">
                <a:solidFill>
                  <a:srgbClr val="000000"/>
                </a:solidFill>
                <a:latin typeface="楷体_GB2312" pitchFamily="49" charset="-122"/>
              </a:rPr>
              <a:t>c</a:t>
            </a:r>
            <a:r>
              <a:rPr lang="zh-CN" altLang="en-US" sz="2000">
                <a:solidFill>
                  <a:srgbClr val="000000"/>
                </a:solidFill>
                <a:latin typeface="楷体_GB2312" pitchFamily="49" charset="-122"/>
              </a:rPr>
              <a:t>将改变，须</a:t>
            </a:r>
            <a:r>
              <a:rPr lang="zh-CN" altLang="en-US" sz="2000">
                <a:solidFill>
                  <a:srgbClr val="FF0000"/>
                </a:solidFill>
                <a:latin typeface="楷体_GB2312" pitchFamily="49" charset="-122"/>
              </a:rPr>
              <a:t>重新校准灵敏度值</a:t>
            </a:r>
            <a:r>
              <a:rPr lang="zh-CN" altLang="en-US" sz="2000">
                <a:solidFill>
                  <a:srgbClr val="000000"/>
                </a:solidFill>
                <a:latin typeface="楷体_GB2312" pitchFamily="49" charset="-122"/>
              </a:rPr>
              <a:t>。</a:t>
            </a:r>
            <a:endParaRPr kumimoji="0" lang="zh-CN" altLang="en-US" sz="2000">
              <a:solidFill>
                <a:srgbClr val="000000"/>
              </a:solidFill>
              <a:latin typeface="楷体_GB2312" pitchFamily="49" charset="-122"/>
            </a:endParaRPr>
          </a:p>
          <a:p>
            <a:pPr lvl="1" algn="l" eaLnBrk="1" hangingPunct="1">
              <a:spcBef>
                <a:spcPct val="0"/>
              </a:spcBef>
              <a:buSzTx/>
              <a:buFont typeface="Wingdings" panose="05000000000000000000" pitchFamily="2" charset="2"/>
              <a:buNone/>
            </a:pPr>
            <a:endParaRPr lang="en-US" altLang="zh-CN" sz="2000">
              <a:solidFill>
                <a:srgbClr val="000000"/>
              </a:solidFill>
              <a:latin typeface="楷体_GB2312" pitchFamily="49" charset="-122"/>
            </a:endParaRPr>
          </a:p>
        </p:txBody>
      </p:sp>
      <p:sp>
        <p:nvSpPr>
          <p:cNvPr id="444421" name="Rectangle 14">
            <a:extLst>
              <a:ext uri="{FF2B5EF4-FFF2-40B4-BE49-F238E27FC236}">
                <a16:creationId xmlns:a16="http://schemas.microsoft.com/office/drawing/2014/main" id="{D01A0F06-B914-424D-8A51-031D4F835564}"/>
              </a:ext>
            </a:extLst>
          </p:cNvPr>
          <p:cNvSpPr>
            <a:spLocks noChangeArrowheads="1"/>
          </p:cNvSpPr>
          <p:nvPr/>
        </p:nvSpPr>
        <p:spPr bwMode="auto">
          <a:xfrm>
            <a:off x="827088" y="1773238"/>
            <a:ext cx="3457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rPr>
              <a:t>（</a:t>
            </a:r>
            <a:r>
              <a:rPr lang="en-US" altLang="zh-CN" sz="2000">
                <a:solidFill>
                  <a:srgbClr val="000000"/>
                </a:solidFill>
              </a:rPr>
              <a:t>2</a:t>
            </a:r>
            <a:r>
              <a:rPr lang="zh-CN" altLang="en-US" sz="2000">
                <a:solidFill>
                  <a:srgbClr val="000000"/>
                </a:solidFill>
              </a:rPr>
              <a:t>） 当</a:t>
            </a:r>
            <a:r>
              <a:rPr lang="el-GR" altLang="zh-CN" sz="2000">
                <a:solidFill>
                  <a:srgbClr val="000000"/>
                </a:solidFill>
              </a:rPr>
              <a:t>ω</a:t>
            </a:r>
            <a:r>
              <a:rPr lang="en-US" altLang="zh-CN" sz="2000">
                <a:solidFill>
                  <a:srgbClr val="000000"/>
                </a:solidFill>
              </a:rPr>
              <a:t>τ&gt; 3 </a:t>
            </a:r>
            <a:r>
              <a:rPr lang="zh-CN" altLang="en-US" sz="2000">
                <a:solidFill>
                  <a:srgbClr val="000000"/>
                </a:solidFill>
              </a:rPr>
              <a:t>时</a:t>
            </a:r>
          </a:p>
        </p:txBody>
      </p:sp>
      <p:sp>
        <p:nvSpPr>
          <p:cNvPr id="444422" name="Rectangle 16">
            <a:extLst>
              <a:ext uri="{FF2B5EF4-FFF2-40B4-BE49-F238E27FC236}">
                <a16:creationId xmlns:a16="http://schemas.microsoft.com/office/drawing/2014/main" id="{0DD76764-809B-4B1B-9900-565E45210F77}"/>
              </a:ext>
            </a:extLst>
          </p:cNvPr>
          <p:cNvSpPr>
            <a:spLocks noChangeArrowheads="1"/>
          </p:cNvSpPr>
          <p:nvPr/>
        </p:nvSpPr>
        <p:spPr bwMode="auto">
          <a:xfrm>
            <a:off x="827088" y="1052513"/>
            <a:ext cx="4249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rPr>
              <a:t>（</a:t>
            </a:r>
            <a:r>
              <a:rPr lang="en-US" altLang="zh-CN" sz="2000">
                <a:solidFill>
                  <a:srgbClr val="000000"/>
                </a:solidFill>
              </a:rPr>
              <a:t>1</a:t>
            </a:r>
            <a:r>
              <a:rPr lang="zh-CN" altLang="en-US" sz="2000">
                <a:solidFill>
                  <a:srgbClr val="000000"/>
                </a:solidFill>
              </a:rPr>
              <a:t>） 当</a:t>
            </a:r>
            <a:r>
              <a:rPr lang="el-GR" altLang="zh-CN" sz="2000">
                <a:solidFill>
                  <a:srgbClr val="000000"/>
                </a:solidFill>
              </a:rPr>
              <a:t>ω</a:t>
            </a:r>
            <a:r>
              <a:rPr lang="en-US" altLang="zh-CN" sz="2000">
                <a:solidFill>
                  <a:srgbClr val="000000"/>
                </a:solidFill>
              </a:rPr>
              <a:t>τ=0 </a:t>
            </a:r>
            <a:r>
              <a:rPr lang="zh-CN" altLang="en-US" sz="2000">
                <a:solidFill>
                  <a:srgbClr val="000000"/>
                </a:solidFill>
              </a:rPr>
              <a:t>（静态力）时，</a:t>
            </a:r>
          </a:p>
        </p:txBody>
      </p:sp>
      <p:sp>
        <p:nvSpPr>
          <p:cNvPr id="444423" name="Text Box 17">
            <a:extLst>
              <a:ext uri="{FF2B5EF4-FFF2-40B4-BE49-F238E27FC236}">
                <a16:creationId xmlns:a16="http://schemas.microsoft.com/office/drawing/2014/main" id="{630A58D6-F102-4C27-BE68-BAAB19728042}"/>
              </a:ext>
            </a:extLst>
          </p:cNvPr>
          <p:cNvSpPr txBox="1">
            <a:spLocks noChangeArrowheads="1"/>
          </p:cNvSpPr>
          <p:nvPr/>
        </p:nvSpPr>
        <p:spPr bwMode="auto">
          <a:xfrm>
            <a:off x="827088" y="3644900"/>
            <a:ext cx="66960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lvl="1" algn="l" eaLnBrk="1" hangingPunct="1">
              <a:spcBef>
                <a:spcPct val="0"/>
              </a:spcBef>
              <a:buSzTx/>
              <a:buFont typeface="Wingdings" panose="05000000000000000000" pitchFamily="2" charset="2"/>
              <a:buNone/>
            </a:pPr>
            <a:r>
              <a:rPr lang="en-US" altLang="zh-CN" sz="2000" i="1">
                <a:solidFill>
                  <a:srgbClr val="000000"/>
                </a:solidFill>
                <a:latin typeface="楷体_GB2312" pitchFamily="49" charset="-122"/>
              </a:rPr>
              <a:t>R</a:t>
            </a:r>
            <a:r>
              <a:rPr lang="en-US" altLang="zh-CN" sz="2000" baseline="-25000">
                <a:solidFill>
                  <a:srgbClr val="000000"/>
                </a:solidFill>
                <a:latin typeface="楷体_GB2312" pitchFamily="49" charset="-122"/>
              </a:rPr>
              <a:t>i</a:t>
            </a:r>
            <a:r>
              <a:rPr lang="zh-CN" altLang="en-US" sz="2000">
                <a:solidFill>
                  <a:srgbClr val="000000"/>
                </a:solidFill>
                <a:latin typeface="楷体_GB2312" pitchFamily="49" charset="-122"/>
              </a:rPr>
              <a:t>越大，</a:t>
            </a:r>
            <a:r>
              <a:rPr lang="zh-CN" altLang="en-US" sz="2000">
                <a:solidFill>
                  <a:srgbClr val="FF0000"/>
                </a:solidFill>
                <a:latin typeface="楷体_GB2312" pitchFamily="49" charset="-122"/>
              </a:rPr>
              <a:t>时间常数</a:t>
            </a:r>
            <a:r>
              <a:rPr lang="zh-CN" altLang="en-US" sz="2000">
                <a:solidFill>
                  <a:srgbClr val="000000"/>
                </a:solidFill>
                <a:latin typeface="楷体_GB2312" pitchFamily="49" charset="-122"/>
              </a:rPr>
              <a:t>越大，则</a:t>
            </a:r>
            <a:r>
              <a:rPr lang="zh-CN" altLang="en-US" sz="2000">
                <a:solidFill>
                  <a:srgbClr val="FF0000"/>
                </a:solidFill>
                <a:latin typeface="楷体_GB2312" pitchFamily="49" charset="-122"/>
              </a:rPr>
              <a:t>低频响应</a:t>
            </a:r>
            <a:r>
              <a:rPr lang="zh-CN" altLang="en-US" sz="2000">
                <a:solidFill>
                  <a:srgbClr val="000000"/>
                </a:solidFill>
                <a:latin typeface="楷体_GB2312" pitchFamily="49" charset="-122"/>
              </a:rPr>
              <a:t>也越好。</a:t>
            </a:r>
          </a:p>
        </p:txBody>
      </p:sp>
      <p:grpSp>
        <p:nvGrpSpPr>
          <p:cNvPr id="444424" name="Group 18">
            <a:extLst>
              <a:ext uri="{FF2B5EF4-FFF2-40B4-BE49-F238E27FC236}">
                <a16:creationId xmlns:a16="http://schemas.microsoft.com/office/drawing/2014/main" id="{3E0AB223-E79A-46E2-B518-1464F779A31A}"/>
              </a:ext>
            </a:extLst>
          </p:cNvPr>
          <p:cNvGrpSpPr>
            <a:grpSpLocks/>
          </p:cNvGrpSpPr>
          <p:nvPr/>
        </p:nvGrpSpPr>
        <p:grpSpPr bwMode="auto">
          <a:xfrm>
            <a:off x="5148263" y="188913"/>
            <a:ext cx="3887787" cy="2667000"/>
            <a:chOff x="1104" y="192"/>
            <a:chExt cx="3168" cy="4113"/>
          </a:xfrm>
        </p:grpSpPr>
        <p:grpSp>
          <p:nvGrpSpPr>
            <p:cNvPr id="444427" name="Group 19">
              <a:extLst>
                <a:ext uri="{FF2B5EF4-FFF2-40B4-BE49-F238E27FC236}">
                  <a16:creationId xmlns:a16="http://schemas.microsoft.com/office/drawing/2014/main" id="{946E8ACB-15E2-4C49-BE4B-0477AC425F91}"/>
                </a:ext>
              </a:extLst>
            </p:cNvPr>
            <p:cNvGrpSpPr>
              <a:grpSpLocks/>
            </p:cNvGrpSpPr>
            <p:nvPr/>
          </p:nvGrpSpPr>
          <p:grpSpPr bwMode="auto">
            <a:xfrm>
              <a:off x="1104" y="192"/>
              <a:ext cx="3168" cy="4113"/>
              <a:chOff x="1104" y="192"/>
              <a:chExt cx="3168" cy="4113"/>
            </a:xfrm>
          </p:grpSpPr>
          <p:sp>
            <p:nvSpPr>
              <p:cNvPr id="444430" name="Line 20">
                <a:extLst>
                  <a:ext uri="{FF2B5EF4-FFF2-40B4-BE49-F238E27FC236}">
                    <a16:creationId xmlns:a16="http://schemas.microsoft.com/office/drawing/2014/main" id="{4AC59779-BDE3-4B57-B1AB-AE3F030BF64A}"/>
                  </a:ext>
                </a:extLst>
              </p:cNvPr>
              <p:cNvSpPr>
                <a:spLocks noChangeShapeType="1"/>
              </p:cNvSpPr>
              <p:nvPr/>
            </p:nvSpPr>
            <p:spPr bwMode="auto">
              <a:xfrm>
                <a:off x="1872" y="2640"/>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44431" name="Group 21">
                <a:extLst>
                  <a:ext uri="{FF2B5EF4-FFF2-40B4-BE49-F238E27FC236}">
                    <a16:creationId xmlns:a16="http://schemas.microsoft.com/office/drawing/2014/main" id="{609BD0F4-A987-40B7-A210-7D7E1559E413}"/>
                  </a:ext>
                </a:extLst>
              </p:cNvPr>
              <p:cNvGrpSpPr>
                <a:grpSpLocks/>
              </p:cNvGrpSpPr>
              <p:nvPr/>
            </p:nvGrpSpPr>
            <p:grpSpPr bwMode="auto">
              <a:xfrm>
                <a:off x="1104" y="192"/>
                <a:ext cx="3168" cy="4113"/>
                <a:chOff x="1104" y="192"/>
                <a:chExt cx="3168" cy="4113"/>
              </a:xfrm>
            </p:grpSpPr>
            <p:sp>
              <p:nvSpPr>
                <p:cNvPr id="444432" name="Rectangle 22">
                  <a:extLst>
                    <a:ext uri="{FF2B5EF4-FFF2-40B4-BE49-F238E27FC236}">
                      <a16:creationId xmlns:a16="http://schemas.microsoft.com/office/drawing/2014/main" id="{43FC8EC7-0517-460A-A922-5F80E92304D0}"/>
                    </a:ext>
                  </a:extLst>
                </p:cNvPr>
                <p:cNvSpPr>
                  <a:spLocks noChangeArrowheads="1"/>
                </p:cNvSpPr>
                <p:nvPr/>
              </p:nvSpPr>
              <p:spPr bwMode="auto">
                <a:xfrm>
                  <a:off x="1872" y="528"/>
                  <a:ext cx="2400" cy="3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4433" name="Text Box 23">
                  <a:extLst>
                    <a:ext uri="{FF2B5EF4-FFF2-40B4-BE49-F238E27FC236}">
                      <a16:creationId xmlns:a16="http://schemas.microsoft.com/office/drawing/2014/main" id="{A750311C-06B2-45FF-92F5-888CB0369669}"/>
                    </a:ext>
                  </a:extLst>
                </p:cNvPr>
                <p:cNvSpPr txBox="1">
                  <a:spLocks noChangeArrowheads="1"/>
                </p:cNvSpPr>
                <p:nvPr/>
              </p:nvSpPr>
              <p:spPr bwMode="auto">
                <a:xfrm>
                  <a:off x="1345" y="3600"/>
                  <a:ext cx="287"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φ</a:t>
                  </a:r>
                </a:p>
              </p:txBody>
            </p:sp>
            <p:sp>
              <p:nvSpPr>
                <p:cNvPr id="444434" name="Text Box 24">
                  <a:extLst>
                    <a:ext uri="{FF2B5EF4-FFF2-40B4-BE49-F238E27FC236}">
                      <a16:creationId xmlns:a16="http://schemas.microsoft.com/office/drawing/2014/main" id="{82E7B7A1-A4F8-4BD1-9C9C-496CD304F142}"/>
                    </a:ext>
                  </a:extLst>
                </p:cNvPr>
                <p:cNvSpPr txBox="1">
                  <a:spLocks noChangeArrowheads="1"/>
                </p:cNvSpPr>
                <p:nvPr/>
              </p:nvSpPr>
              <p:spPr bwMode="auto">
                <a:xfrm>
                  <a:off x="3072" y="2831"/>
                  <a:ext cx="768" cy="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ωτ</a:t>
                  </a:r>
                </a:p>
              </p:txBody>
            </p:sp>
            <p:sp>
              <p:nvSpPr>
                <p:cNvPr id="444435" name="Text Box 25">
                  <a:extLst>
                    <a:ext uri="{FF2B5EF4-FFF2-40B4-BE49-F238E27FC236}">
                      <a16:creationId xmlns:a16="http://schemas.microsoft.com/office/drawing/2014/main" id="{BADF14FB-AE72-4479-BBDD-17C293B66CB1}"/>
                    </a:ext>
                  </a:extLst>
                </p:cNvPr>
                <p:cNvSpPr txBox="1">
                  <a:spLocks noChangeArrowheads="1"/>
                </p:cNvSpPr>
                <p:nvPr/>
              </p:nvSpPr>
              <p:spPr bwMode="auto">
                <a:xfrm>
                  <a:off x="1584" y="3456"/>
                  <a:ext cx="288"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0</a:t>
                  </a:r>
                </a:p>
              </p:txBody>
            </p:sp>
            <p:sp>
              <p:nvSpPr>
                <p:cNvPr id="444436" name="Text Box 26">
                  <a:extLst>
                    <a:ext uri="{FF2B5EF4-FFF2-40B4-BE49-F238E27FC236}">
                      <a16:creationId xmlns:a16="http://schemas.microsoft.com/office/drawing/2014/main" id="{05511529-D164-4B88-B1CC-3DD20828CAB1}"/>
                    </a:ext>
                  </a:extLst>
                </p:cNvPr>
                <p:cNvSpPr txBox="1">
                  <a:spLocks noChangeArrowheads="1"/>
                </p:cNvSpPr>
                <p:nvPr/>
              </p:nvSpPr>
              <p:spPr bwMode="auto">
                <a:xfrm>
                  <a:off x="1536" y="2400"/>
                  <a:ext cx="671" cy="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10000"/>
                    </a:spcBef>
                    <a:buSzTx/>
                    <a:buFontTx/>
                    <a:buNone/>
                  </a:pPr>
                  <a:r>
                    <a:rPr lang="en-US" altLang="zh-CN" b="1">
                      <a:solidFill>
                        <a:srgbClr val="000000"/>
                      </a:solidFill>
                      <a:ea typeface="宋体" panose="02010600030101010101" pitchFamily="2" charset="-122"/>
                    </a:rPr>
                    <a:t>0</a:t>
                  </a:r>
                </a:p>
                <a:p>
                  <a:pPr algn="l">
                    <a:lnSpc>
                      <a:spcPct val="100000"/>
                    </a:lnSpc>
                    <a:spcBef>
                      <a:spcPct val="10000"/>
                    </a:spcBef>
                    <a:buSzTx/>
                    <a:buFontTx/>
                    <a:buNone/>
                  </a:pPr>
                  <a:r>
                    <a:rPr lang="en-US" altLang="zh-CN" b="1">
                      <a:solidFill>
                        <a:srgbClr val="000000"/>
                      </a:solidFill>
                      <a:ea typeface="宋体" panose="02010600030101010101" pitchFamily="2" charset="-122"/>
                    </a:rPr>
                    <a:t>90</a:t>
                  </a:r>
                </a:p>
              </p:txBody>
            </p:sp>
            <p:sp>
              <p:nvSpPr>
                <p:cNvPr id="444437" name="Text Box 27">
                  <a:extLst>
                    <a:ext uri="{FF2B5EF4-FFF2-40B4-BE49-F238E27FC236}">
                      <a16:creationId xmlns:a16="http://schemas.microsoft.com/office/drawing/2014/main" id="{D348900A-CC0C-4B3C-BDF0-28D6388DD2C2}"/>
                    </a:ext>
                  </a:extLst>
                </p:cNvPr>
                <p:cNvSpPr txBox="1">
                  <a:spLocks noChangeArrowheads="1"/>
                </p:cNvSpPr>
                <p:nvPr/>
              </p:nvSpPr>
              <p:spPr bwMode="auto">
                <a:xfrm>
                  <a:off x="1488" y="383"/>
                  <a:ext cx="624"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1.0</a:t>
                  </a:r>
                </a:p>
              </p:txBody>
            </p:sp>
            <p:sp>
              <p:nvSpPr>
                <p:cNvPr id="444438" name="Text Box 28">
                  <a:extLst>
                    <a:ext uri="{FF2B5EF4-FFF2-40B4-BE49-F238E27FC236}">
                      <a16:creationId xmlns:a16="http://schemas.microsoft.com/office/drawing/2014/main" id="{51C16CB3-64CC-4E0E-AAD8-1124BA163591}"/>
                    </a:ext>
                  </a:extLst>
                </p:cNvPr>
                <p:cNvSpPr txBox="1">
                  <a:spLocks noChangeArrowheads="1"/>
                </p:cNvSpPr>
                <p:nvPr/>
              </p:nvSpPr>
              <p:spPr bwMode="auto">
                <a:xfrm>
                  <a:off x="1104" y="192"/>
                  <a:ext cx="528" cy="1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50000"/>
                    </a:lnSpc>
                    <a:spcBef>
                      <a:spcPct val="50000"/>
                    </a:spcBef>
                    <a:buSzTx/>
                    <a:buFontTx/>
                    <a:buNone/>
                  </a:pPr>
                  <a:r>
                    <a:rPr lang="en-US" altLang="zh-CN" b="1" u="sng">
                      <a:solidFill>
                        <a:srgbClr val="000000"/>
                      </a:solidFill>
                      <a:ea typeface="宋体" panose="02010600030101010101" pitchFamily="2" charset="-122"/>
                    </a:rPr>
                    <a:t>U</a:t>
                  </a:r>
                  <a:r>
                    <a:rPr lang="en-US" altLang="zh-CN" b="1" u="sng" baseline="-25000">
                      <a:solidFill>
                        <a:srgbClr val="000000"/>
                      </a:solidFill>
                      <a:ea typeface="宋体" panose="02010600030101010101" pitchFamily="2" charset="-122"/>
                    </a:rPr>
                    <a:t>srm</a:t>
                  </a:r>
                  <a:endParaRPr lang="en-US" altLang="zh-CN" b="1" u="sng">
                    <a:solidFill>
                      <a:srgbClr val="000000"/>
                    </a:solidFill>
                    <a:ea typeface="宋体" panose="02010600030101010101" pitchFamily="2" charset="-122"/>
                  </a:endParaRPr>
                </a:p>
                <a:p>
                  <a:pPr algn="l">
                    <a:lnSpc>
                      <a:spcPct val="50000"/>
                    </a:lnSpc>
                    <a:spcBef>
                      <a:spcPct val="50000"/>
                    </a:spcBef>
                    <a:buSzTx/>
                    <a:buFontTx/>
                    <a:buNone/>
                  </a:pPr>
                  <a:r>
                    <a:rPr lang="en-US" altLang="zh-CN" b="1">
                      <a:solidFill>
                        <a:srgbClr val="000000"/>
                      </a:solidFill>
                      <a:ea typeface="宋体" panose="02010600030101010101" pitchFamily="2" charset="-122"/>
                    </a:rPr>
                    <a:t>U</a:t>
                  </a:r>
                  <a:r>
                    <a:rPr lang="en-US" altLang="zh-CN" b="1" baseline="-25000">
                      <a:solidFill>
                        <a:srgbClr val="000000"/>
                      </a:solidFill>
                      <a:ea typeface="宋体" panose="02010600030101010101" pitchFamily="2" charset="-122"/>
                    </a:rPr>
                    <a:t>am</a:t>
                  </a:r>
                  <a:endParaRPr lang="en-US" altLang="zh-CN" b="1" u="sng" baseline="-25000">
                    <a:solidFill>
                      <a:srgbClr val="000000"/>
                    </a:solidFill>
                    <a:ea typeface="宋体" panose="02010600030101010101" pitchFamily="2" charset="-122"/>
                  </a:endParaRPr>
                </a:p>
              </p:txBody>
            </p:sp>
            <p:sp>
              <p:nvSpPr>
                <p:cNvPr id="444439" name="Line 29">
                  <a:extLst>
                    <a:ext uri="{FF2B5EF4-FFF2-40B4-BE49-F238E27FC236}">
                      <a16:creationId xmlns:a16="http://schemas.microsoft.com/office/drawing/2014/main" id="{9FE3CA45-1A21-488F-BDEB-F9E7BDE94DBA}"/>
                    </a:ext>
                  </a:extLst>
                </p:cNvPr>
                <p:cNvSpPr>
                  <a:spLocks noChangeShapeType="1"/>
                </p:cNvSpPr>
                <p:nvPr/>
              </p:nvSpPr>
              <p:spPr bwMode="auto">
                <a:xfrm flipV="1">
                  <a:off x="3024" y="25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4440" name="Line 30">
                  <a:extLst>
                    <a:ext uri="{FF2B5EF4-FFF2-40B4-BE49-F238E27FC236}">
                      <a16:creationId xmlns:a16="http://schemas.microsoft.com/office/drawing/2014/main" id="{00F36753-EA91-47DB-98B6-D79C40856715}"/>
                    </a:ext>
                  </a:extLst>
                </p:cNvPr>
                <p:cNvSpPr>
                  <a:spLocks noChangeShapeType="1"/>
                </p:cNvSpPr>
                <p:nvPr/>
              </p:nvSpPr>
              <p:spPr bwMode="auto">
                <a:xfrm flipV="1">
                  <a:off x="2448" y="25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4441" name="Line 31">
                  <a:extLst>
                    <a:ext uri="{FF2B5EF4-FFF2-40B4-BE49-F238E27FC236}">
                      <a16:creationId xmlns:a16="http://schemas.microsoft.com/office/drawing/2014/main" id="{AD6A41FC-F00C-4E75-BE89-98EA42D544B4}"/>
                    </a:ext>
                  </a:extLst>
                </p:cNvPr>
                <p:cNvSpPr>
                  <a:spLocks noChangeShapeType="1"/>
                </p:cNvSpPr>
                <p:nvPr/>
              </p:nvSpPr>
              <p:spPr bwMode="auto">
                <a:xfrm flipV="1">
                  <a:off x="3648" y="25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4442" name="Line 32">
                  <a:extLst>
                    <a:ext uri="{FF2B5EF4-FFF2-40B4-BE49-F238E27FC236}">
                      <a16:creationId xmlns:a16="http://schemas.microsoft.com/office/drawing/2014/main" id="{278B4C5F-5CE9-4CF6-BB93-71EF00AD3B71}"/>
                    </a:ext>
                  </a:extLst>
                </p:cNvPr>
                <p:cNvSpPr>
                  <a:spLocks noChangeShapeType="1"/>
                </p:cNvSpPr>
                <p:nvPr/>
              </p:nvSpPr>
              <p:spPr bwMode="auto">
                <a:xfrm>
                  <a:off x="1872" y="172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4443" name="Text Box 33">
                  <a:extLst>
                    <a:ext uri="{FF2B5EF4-FFF2-40B4-BE49-F238E27FC236}">
                      <a16:creationId xmlns:a16="http://schemas.microsoft.com/office/drawing/2014/main" id="{3F035720-9CCC-43DA-9DF0-28F6AD9AE3EC}"/>
                    </a:ext>
                  </a:extLst>
                </p:cNvPr>
                <p:cNvSpPr txBox="1">
                  <a:spLocks noChangeArrowheads="1"/>
                </p:cNvSpPr>
                <p:nvPr/>
              </p:nvSpPr>
              <p:spPr bwMode="auto">
                <a:xfrm>
                  <a:off x="1488" y="1632"/>
                  <a:ext cx="672"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0.5</a:t>
                  </a:r>
                </a:p>
              </p:txBody>
            </p:sp>
            <p:sp>
              <p:nvSpPr>
                <p:cNvPr id="444444" name="Text Box 34">
                  <a:extLst>
                    <a:ext uri="{FF2B5EF4-FFF2-40B4-BE49-F238E27FC236}">
                      <a16:creationId xmlns:a16="http://schemas.microsoft.com/office/drawing/2014/main" id="{C87BD0D2-6357-4465-8D8E-C6EF8D293663}"/>
                    </a:ext>
                  </a:extLst>
                </p:cNvPr>
                <p:cNvSpPr txBox="1">
                  <a:spLocks noChangeArrowheads="1"/>
                </p:cNvSpPr>
                <p:nvPr/>
              </p:nvSpPr>
              <p:spPr bwMode="auto">
                <a:xfrm>
                  <a:off x="2257" y="2687"/>
                  <a:ext cx="287"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1</a:t>
                  </a:r>
                </a:p>
              </p:txBody>
            </p:sp>
            <p:sp>
              <p:nvSpPr>
                <p:cNvPr id="444445" name="Text Box 35">
                  <a:extLst>
                    <a:ext uri="{FF2B5EF4-FFF2-40B4-BE49-F238E27FC236}">
                      <a16:creationId xmlns:a16="http://schemas.microsoft.com/office/drawing/2014/main" id="{C52FE72C-B37B-4516-96A4-6FF83959D3D1}"/>
                    </a:ext>
                  </a:extLst>
                </p:cNvPr>
                <p:cNvSpPr txBox="1">
                  <a:spLocks noChangeArrowheads="1"/>
                </p:cNvSpPr>
                <p:nvPr/>
              </p:nvSpPr>
              <p:spPr bwMode="auto">
                <a:xfrm>
                  <a:off x="2880" y="2687"/>
                  <a:ext cx="289"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2</a:t>
                  </a:r>
                </a:p>
              </p:txBody>
            </p:sp>
            <p:sp>
              <p:nvSpPr>
                <p:cNvPr id="444446" name="Text Box 36">
                  <a:extLst>
                    <a:ext uri="{FF2B5EF4-FFF2-40B4-BE49-F238E27FC236}">
                      <a16:creationId xmlns:a16="http://schemas.microsoft.com/office/drawing/2014/main" id="{A9B70779-3E16-4A8D-BBFA-499C5032229D}"/>
                    </a:ext>
                  </a:extLst>
                </p:cNvPr>
                <p:cNvSpPr txBox="1">
                  <a:spLocks noChangeArrowheads="1"/>
                </p:cNvSpPr>
                <p:nvPr/>
              </p:nvSpPr>
              <p:spPr bwMode="auto">
                <a:xfrm>
                  <a:off x="3456" y="2687"/>
                  <a:ext cx="288"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3</a:t>
                  </a:r>
                </a:p>
              </p:txBody>
            </p:sp>
            <p:sp>
              <p:nvSpPr>
                <p:cNvPr id="444447" name="Text Box 37">
                  <a:extLst>
                    <a:ext uri="{FF2B5EF4-FFF2-40B4-BE49-F238E27FC236}">
                      <a16:creationId xmlns:a16="http://schemas.microsoft.com/office/drawing/2014/main" id="{305CA30E-2B16-40B0-9A6F-AA1438795B7D}"/>
                    </a:ext>
                  </a:extLst>
                </p:cNvPr>
                <p:cNvSpPr txBox="1">
                  <a:spLocks noChangeArrowheads="1"/>
                </p:cNvSpPr>
                <p:nvPr/>
              </p:nvSpPr>
              <p:spPr bwMode="auto">
                <a:xfrm>
                  <a:off x="3984" y="2687"/>
                  <a:ext cx="288"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4</a:t>
                  </a:r>
                </a:p>
              </p:txBody>
            </p:sp>
          </p:grpSp>
        </p:grpSp>
        <p:sp>
          <p:nvSpPr>
            <p:cNvPr id="444428" name="Freeform 38">
              <a:extLst>
                <a:ext uri="{FF2B5EF4-FFF2-40B4-BE49-F238E27FC236}">
                  <a16:creationId xmlns:a16="http://schemas.microsoft.com/office/drawing/2014/main" id="{5FBC8654-BD1C-4E44-AFAB-BC4E17700120}"/>
                </a:ext>
              </a:extLst>
            </p:cNvPr>
            <p:cNvSpPr>
              <a:spLocks/>
            </p:cNvSpPr>
            <p:nvPr/>
          </p:nvSpPr>
          <p:spPr bwMode="auto">
            <a:xfrm>
              <a:off x="1872" y="488"/>
              <a:ext cx="2400" cy="2152"/>
            </a:xfrm>
            <a:custGeom>
              <a:avLst/>
              <a:gdLst>
                <a:gd name="T0" fmla="*/ 0 w 2400"/>
                <a:gd name="T1" fmla="*/ 2152 h 2152"/>
                <a:gd name="T2" fmla="*/ 192 w 2400"/>
                <a:gd name="T3" fmla="*/ 1768 h 2152"/>
                <a:gd name="T4" fmla="*/ 528 w 2400"/>
                <a:gd name="T5" fmla="*/ 1240 h 2152"/>
                <a:gd name="T6" fmla="*/ 1104 w 2400"/>
                <a:gd name="T7" fmla="*/ 568 h 2152"/>
                <a:gd name="T8" fmla="*/ 1776 w 2400"/>
                <a:gd name="T9" fmla="*/ 88 h 2152"/>
                <a:gd name="T10" fmla="*/ 2400 w 2400"/>
                <a:gd name="T11" fmla="*/ 40 h 2152"/>
                <a:gd name="T12" fmla="*/ 0 60000 65536"/>
                <a:gd name="T13" fmla="*/ 0 60000 65536"/>
                <a:gd name="T14" fmla="*/ 0 60000 65536"/>
                <a:gd name="T15" fmla="*/ 0 60000 65536"/>
                <a:gd name="T16" fmla="*/ 0 60000 65536"/>
                <a:gd name="T17" fmla="*/ 0 60000 65536"/>
                <a:gd name="T18" fmla="*/ 0 w 2400"/>
                <a:gd name="T19" fmla="*/ 0 h 2152"/>
                <a:gd name="T20" fmla="*/ 2400 w 2400"/>
                <a:gd name="T21" fmla="*/ 2152 h 2152"/>
              </a:gdLst>
              <a:ahLst/>
              <a:cxnLst>
                <a:cxn ang="T12">
                  <a:pos x="T0" y="T1"/>
                </a:cxn>
                <a:cxn ang="T13">
                  <a:pos x="T2" y="T3"/>
                </a:cxn>
                <a:cxn ang="T14">
                  <a:pos x="T4" y="T5"/>
                </a:cxn>
                <a:cxn ang="T15">
                  <a:pos x="T6" y="T7"/>
                </a:cxn>
                <a:cxn ang="T16">
                  <a:pos x="T8" y="T9"/>
                </a:cxn>
                <a:cxn ang="T17">
                  <a:pos x="T10" y="T11"/>
                </a:cxn>
              </a:cxnLst>
              <a:rect l="T18" t="T19" r="T20" b="T21"/>
              <a:pathLst>
                <a:path w="2400" h="2152">
                  <a:moveTo>
                    <a:pt x="0" y="2152"/>
                  </a:moveTo>
                  <a:cubicBezTo>
                    <a:pt x="52" y="2036"/>
                    <a:pt x="104" y="1920"/>
                    <a:pt x="192" y="1768"/>
                  </a:cubicBezTo>
                  <a:cubicBezTo>
                    <a:pt x="280" y="1616"/>
                    <a:pt x="376" y="1440"/>
                    <a:pt x="528" y="1240"/>
                  </a:cubicBezTo>
                  <a:cubicBezTo>
                    <a:pt x="680" y="1040"/>
                    <a:pt x="896" y="760"/>
                    <a:pt x="1104" y="568"/>
                  </a:cubicBezTo>
                  <a:cubicBezTo>
                    <a:pt x="1312" y="376"/>
                    <a:pt x="1560" y="176"/>
                    <a:pt x="1776" y="88"/>
                  </a:cubicBezTo>
                  <a:cubicBezTo>
                    <a:pt x="1992" y="0"/>
                    <a:pt x="2196" y="20"/>
                    <a:pt x="2400" y="40"/>
                  </a:cubicBezTo>
                </a:path>
              </a:pathLst>
            </a:custGeom>
            <a:noFill/>
            <a:ln w="38100">
              <a:solidFill>
                <a:srgbClr val="FF505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4429" name="Freeform 39">
              <a:extLst>
                <a:ext uri="{FF2B5EF4-FFF2-40B4-BE49-F238E27FC236}">
                  <a16:creationId xmlns:a16="http://schemas.microsoft.com/office/drawing/2014/main" id="{3064F3EB-2FA3-42C8-836B-8B57D551EC4E}"/>
                </a:ext>
              </a:extLst>
            </p:cNvPr>
            <p:cNvSpPr>
              <a:spLocks/>
            </p:cNvSpPr>
            <p:nvPr/>
          </p:nvSpPr>
          <p:spPr bwMode="auto">
            <a:xfrm>
              <a:off x="1872" y="2640"/>
              <a:ext cx="2400" cy="1056"/>
            </a:xfrm>
            <a:custGeom>
              <a:avLst/>
              <a:gdLst>
                <a:gd name="T0" fmla="*/ 0 w 2400"/>
                <a:gd name="T1" fmla="*/ 0 h 1056"/>
                <a:gd name="T2" fmla="*/ 288 w 2400"/>
                <a:gd name="T3" fmla="*/ 336 h 1056"/>
                <a:gd name="T4" fmla="*/ 480 w 2400"/>
                <a:gd name="T5" fmla="*/ 720 h 1056"/>
                <a:gd name="T6" fmla="*/ 1344 w 2400"/>
                <a:gd name="T7" fmla="*/ 1008 h 1056"/>
                <a:gd name="T8" fmla="*/ 2400 w 2400"/>
                <a:gd name="T9" fmla="*/ 1008 h 1056"/>
                <a:gd name="T10" fmla="*/ 0 60000 65536"/>
                <a:gd name="T11" fmla="*/ 0 60000 65536"/>
                <a:gd name="T12" fmla="*/ 0 60000 65536"/>
                <a:gd name="T13" fmla="*/ 0 60000 65536"/>
                <a:gd name="T14" fmla="*/ 0 60000 65536"/>
                <a:gd name="T15" fmla="*/ 0 w 2400"/>
                <a:gd name="T16" fmla="*/ 0 h 1056"/>
                <a:gd name="T17" fmla="*/ 2400 w 2400"/>
                <a:gd name="T18" fmla="*/ 1056 h 1056"/>
              </a:gdLst>
              <a:ahLst/>
              <a:cxnLst>
                <a:cxn ang="T10">
                  <a:pos x="T0" y="T1"/>
                </a:cxn>
                <a:cxn ang="T11">
                  <a:pos x="T2" y="T3"/>
                </a:cxn>
                <a:cxn ang="T12">
                  <a:pos x="T4" y="T5"/>
                </a:cxn>
                <a:cxn ang="T13">
                  <a:pos x="T6" y="T7"/>
                </a:cxn>
                <a:cxn ang="T14">
                  <a:pos x="T8" y="T9"/>
                </a:cxn>
              </a:cxnLst>
              <a:rect l="T15" t="T16" r="T17" b="T18"/>
              <a:pathLst>
                <a:path w="2400" h="1056">
                  <a:moveTo>
                    <a:pt x="0" y="0"/>
                  </a:moveTo>
                  <a:cubicBezTo>
                    <a:pt x="104" y="108"/>
                    <a:pt x="208" y="216"/>
                    <a:pt x="288" y="336"/>
                  </a:cubicBezTo>
                  <a:cubicBezTo>
                    <a:pt x="368" y="456"/>
                    <a:pt x="304" y="608"/>
                    <a:pt x="480" y="720"/>
                  </a:cubicBezTo>
                  <a:cubicBezTo>
                    <a:pt x="656" y="832"/>
                    <a:pt x="1024" y="960"/>
                    <a:pt x="1344" y="1008"/>
                  </a:cubicBezTo>
                  <a:cubicBezTo>
                    <a:pt x="1664" y="1056"/>
                    <a:pt x="2224" y="1008"/>
                    <a:pt x="2400" y="1008"/>
                  </a:cubicBezTo>
                </a:path>
              </a:pathLst>
            </a:custGeom>
            <a:noFill/>
            <a:ln w="38100">
              <a:solidFill>
                <a:srgbClr val="00CC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0" name="灯片编号占位符 5">
            <a:extLst>
              <a:ext uri="{FF2B5EF4-FFF2-40B4-BE49-F238E27FC236}">
                <a16:creationId xmlns:a16="http://schemas.microsoft.com/office/drawing/2014/main" id="{8CACFC32-8A73-43B9-84F7-815FF747740D}"/>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345B128-36BF-49F8-994F-1CAB83D48FA8}" type="slidenum">
              <a:rPr lang="en-US" altLang="zh-CN" sz="1400">
                <a:solidFill>
                  <a:srgbClr val="000000"/>
                </a:solidFill>
                <a:ea typeface="宋体" panose="02010600030101010101" pitchFamily="2" charset="-122"/>
              </a:rPr>
              <a:pPr eaLnBrk="1" hangingPunct="1"/>
              <a:t>63</a:t>
            </a:fld>
            <a:endParaRPr lang="en-US" altLang="zh-CN" sz="1400">
              <a:solidFill>
                <a:srgbClr val="000000"/>
              </a:solidFill>
              <a:ea typeface="宋体" panose="02010600030101010101" pitchFamily="2" charset="-122"/>
            </a:endParaRPr>
          </a:p>
        </p:txBody>
      </p:sp>
      <p:sp>
        <p:nvSpPr>
          <p:cNvPr id="444426" name="Rectangle 14">
            <a:extLst>
              <a:ext uri="{FF2B5EF4-FFF2-40B4-BE49-F238E27FC236}">
                <a16:creationId xmlns:a16="http://schemas.microsoft.com/office/drawing/2014/main" id="{7D53E11B-9676-461B-BBA3-7BEE7C7AF61C}"/>
              </a:ext>
            </a:extLst>
          </p:cNvPr>
          <p:cNvSpPr>
            <a:spLocks noChangeArrowheads="1"/>
          </p:cNvSpPr>
          <p:nvPr/>
        </p:nvSpPr>
        <p:spPr bwMode="auto">
          <a:xfrm>
            <a:off x="6643688" y="2857500"/>
            <a:ext cx="1143000" cy="476250"/>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a:solidFill>
                  <a:srgbClr val="000000"/>
                </a:solidFill>
              </a:rPr>
              <a:t>τ= RC</a:t>
            </a:r>
            <a:endParaRPr lang="zh-CN" altLang="en-US">
              <a:solidFill>
                <a:srgbClr val="000000"/>
              </a:solidFill>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30041F69-D183-467C-9A14-92FE8205E79C}"/>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5" name="灯片编号占位符 5">
            <a:extLst>
              <a:ext uri="{FF2B5EF4-FFF2-40B4-BE49-F238E27FC236}">
                <a16:creationId xmlns:a16="http://schemas.microsoft.com/office/drawing/2014/main" id="{8E53248D-D6BE-474C-BCF4-0B6534EFE506}"/>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A0B019ED-3A4B-4863-98F3-CEB31F0D8082}" type="slidenum">
              <a:rPr lang="en-US" altLang="zh-CN" sz="1400">
                <a:solidFill>
                  <a:srgbClr val="000000"/>
                </a:solidFill>
                <a:ea typeface="宋体" panose="02010600030101010101" pitchFamily="2" charset="-122"/>
              </a:rPr>
              <a:pPr eaLnBrk="1" hangingPunct="1"/>
              <a:t>64</a:t>
            </a:fld>
            <a:endParaRPr lang="en-US" altLang="zh-CN" sz="1400">
              <a:solidFill>
                <a:srgbClr val="000000"/>
              </a:solidFill>
              <a:ea typeface="宋体" panose="02010600030101010101" pitchFamily="2" charset="-122"/>
            </a:endParaRPr>
          </a:p>
        </p:txBody>
      </p:sp>
      <p:sp>
        <p:nvSpPr>
          <p:cNvPr id="445444" name="Text Box 4">
            <a:extLst>
              <a:ext uri="{FF2B5EF4-FFF2-40B4-BE49-F238E27FC236}">
                <a16:creationId xmlns:a16="http://schemas.microsoft.com/office/drawing/2014/main" id="{7F9B0158-9C13-409D-814E-0AB1913531AD}"/>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压电传感器的前置测量电路（续）</a:t>
            </a:r>
          </a:p>
        </p:txBody>
      </p:sp>
      <p:sp>
        <p:nvSpPr>
          <p:cNvPr id="445445" name="Text Box 4">
            <a:extLst>
              <a:ext uri="{FF2B5EF4-FFF2-40B4-BE49-F238E27FC236}">
                <a16:creationId xmlns:a16="http://schemas.microsoft.com/office/drawing/2014/main" id="{80DB5F48-6447-4B7B-9B11-1BC6881D1F20}"/>
              </a:ext>
            </a:extLst>
          </p:cNvPr>
          <p:cNvSpPr txBox="1">
            <a:spLocks noChangeArrowheads="1"/>
          </p:cNvSpPr>
          <p:nvPr/>
        </p:nvSpPr>
        <p:spPr bwMode="auto">
          <a:xfrm>
            <a:off x="395288" y="1196975"/>
            <a:ext cx="24479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Clr>
                <a:srgbClr val="FF0000"/>
              </a:buClr>
              <a:buSzTx/>
              <a:buFont typeface="Wingdings" panose="05000000000000000000" pitchFamily="2" charset="2"/>
              <a:buChar char="Ø"/>
            </a:pPr>
            <a:r>
              <a:rPr kumimoji="0" lang="zh-CN" altLang="en-US" sz="2800" b="1">
                <a:solidFill>
                  <a:srgbClr val="000000"/>
                </a:solidFill>
                <a:latin typeface="楷体_GB2312" pitchFamily="49" charset="-122"/>
              </a:rPr>
              <a:t>电荷放大器</a:t>
            </a:r>
          </a:p>
        </p:txBody>
      </p:sp>
      <p:sp>
        <p:nvSpPr>
          <p:cNvPr id="445446" name="Text Box 7">
            <a:extLst>
              <a:ext uri="{FF2B5EF4-FFF2-40B4-BE49-F238E27FC236}">
                <a16:creationId xmlns:a16="http://schemas.microsoft.com/office/drawing/2014/main" id="{D9E960FD-F353-4EAA-9A67-F71E80D1A273}"/>
              </a:ext>
            </a:extLst>
          </p:cNvPr>
          <p:cNvSpPr txBox="1">
            <a:spLocks noChangeArrowheads="1"/>
          </p:cNvSpPr>
          <p:nvPr/>
        </p:nvSpPr>
        <p:spPr bwMode="auto">
          <a:xfrm>
            <a:off x="395288" y="1989138"/>
            <a:ext cx="806450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a:solidFill>
                  <a:srgbClr val="000000"/>
                </a:solidFill>
              </a:rPr>
              <a:t>     </a:t>
            </a:r>
            <a:r>
              <a:rPr lang="zh-CN" altLang="en-US" sz="2000">
                <a:solidFill>
                  <a:srgbClr val="000000"/>
                </a:solidFill>
              </a:rPr>
              <a:t>电荷放大器是一个具有深度负反馈的高增益放大器，其等效电路如图</a:t>
            </a:r>
            <a:r>
              <a:rPr lang="en-US" altLang="zh-CN" sz="2000">
                <a:solidFill>
                  <a:srgbClr val="000000"/>
                </a:solidFill>
              </a:rPr>
              <a:t>5-19</a:t>
            </a:r>
            <a:r>
              <a:rPr lang="zh-CN" altLang="en-US" sz="2000">
                <a:solidFill>
                  <a:srgbClr val="000000"/>
                </a:solidFill>
              </a:rPr>
              <a:t>所示。若开环增益</a:t>
            </a:r>
            <a:r>
              <a:rPr lang="en-US" altLang="zh-CN" sz="2000" i="1">
                <a:solidFill>
                  <a:srgbClr val="000000"/>
                </a:solidFill>
              </a:rPr>
              <a:t>A</a:t>
            </a:r>
            <a:r>
              <a:rPr lang="en-US" altLang="zh-CN" sz="2000" baseline="-25000">
                <a:solidFill>
                  <a:srgbClr val="000000"/>
                </a:solidFill>
              </a:rPr>
              <a:t>0</a:t>
            </a:r>
            <a:r>
              <a:rPr lang="zh-CN" altLang="en-US" sz="2000">
                <a:solidFill>
                  <a:srgbClr val="000000"/>
                </a:solidFill>
              </a:rPr>
              <a:t>足够大，并且输入阻抗很高，则放大器输入端几乎没有分流，电流仅流入反馈回路</a:t>
            </a:r>
            <a:r>
              <a:rPr lang="en-US" altLang="zh-CN" sz="2000" i="1">
                <a:solidFill>
                  <a:srgbClr val="000000"/>
                </a:solidFill>
              </a:rPr>
              <a:t>C</a:t>
            </a:r>
            <a:r>
              <a:rPr lang="en-US" altLang="zh-CN" sz="2000" baseline="-25000">
                <a:solidFill>
                  <a:srgbClr val="000000"/>
                </a:solidFill>
              </a:rPr>
              <a:t>F</a:t>
            </a:r>
            <a:r>
              <a:rPr lang="zh-CN" altLang="en-US" sz="2000">
                <a:solidFill>
                  <a:srgbClr val="000000"/>
                </a:solidFill>
              </a:rPr>
              <a:t>与</a:t>
            </a:r>
            <a:r>
              <a:rPr lang="en-US" altLang="zh-CN" sz="2000" i="1">
                <a:solidFill>
                  <a:srgbClr val="000000"/>
                </a:solidFill>
              </a:rPr>
              <a:t>R</a:t>
            </a:r>
            <a:r>
              <a:rPr lang="en-US" altLang="zh-CN" sz="2000" baseline="-25000">
                <a:solidFill>
                  <a:srgbClr val="000000"/>
                </a:solidFill>
              </a:rPr>
              <a:t>F</a:t>
            </a:r>
            <a:r>
              <a:rPr lang="zh-CN" altLang="en-US" sz="2000">
                <a:solidFill>
                  <a:srgbClr val="000000"/>
                </a:solidFill>
              </a:rPr>
              <a:t>。由图可知</a:t>
            </a:r>
            <a:r>
              <a:rPr lang="en-US" altLang="zh-CN" sz="2000" i="1">
                <a:solidFill>
                  <a:srgbClr val="000000"/>
                </a:solidFill>
              </a:rPr>
              <a:t>i</a:t>
            </a:r>
            <a:r>
              <a:rPr lang="zh-CN" altLang="en-US" sz="2000">
                <a:solidFill>
                  <a:srgbClr val="000000"/>
                </a:solidFill>
              </a:rPr>
              <a:t>的表达式为：</a:t>
            </a:r>
            <a:r>
              <a:rPr lang="zh-CN" altLang="en-US">
                <a:solidFill>
                  <a:srgbClr val="000000"/>
                </a:solidFill>
              </a:rPr>
              <a:t>         </a:t>
            </a:r>
            <a:endParaRPr kumimoji="0" lang="zh-CN" altLang="en-US">
              <a:solidFill>
                <a:srgbClr val="000000"/>
              </a:solidFill>
            </a:endParaRPr>
          </a:p>
        </p:txBody>
      </p:sp>
      <p:graphicFrame>
        <p:nvGraphicFramePr>
          <p:cNvPr id="445447" name="Object 45">
            <a:extLst>
              <a:ext uri="{FF2B5EF4-FFF2-40B4-BE49-F238E27FC236}">
                <a16:creationId xmlns:a16="http://schemas.microsoft.com/office/drawing/2014/main" id="{AC31092B-0D90-4880-B219-9CDD92CA6AEF}"/>
              </a:ext>
            </a:extLst>
          </p:cNvPr>
          <p:cNvGraphicFramePr>
            <a:graphicFrameLocks noChangeAspect="1"/>
          </p:cNvGraphicFramePr>
          <p:nvPr/>
        </p:nvGraphicFramePr>
        <p:xfrm>
          <a:off x="900113" y="3860800"/>
          <a:ext cx="3313112" cy="2225675"/>
        </p:xfrm>
        <a:graphic>
          <a:graphicData uri="http://schemas.openxmlformats.org/presentationml/2006/ole">
            <mc:AlternateContent xmlns:mc="http://schemas.openxmlformats.org/markup-compatibility/2006">
              <mc:Choice xmlns:v="urn:schemas-microsoft-com:vml" Requires="v">
                <p:oleObj spid="_x0000_s445500" name="Equation" r:id="rId4" imgW="1778000" imgH="1193800" progId="Equation.DSMT4">
                  <p:embed/>
                </p:oleObj>
              </mc:Choice>
              <mc:Fallback>
                <p:oleObj name="Equation" r:id="rId4" imgW="1778000" imgH="1193800" progId="Equation.DSMT4">
                  <p:embed/>
                  <p:pic>
                    <p:nvPicPr>
                      <p:cNvPr id="0" name="Object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3860800"/>
                        <a:ext cx="3313112" cy="222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5448" name="Group 47">
            <a:extLst>
              <a:ext uri="{FF2B5EF4-FFF2-40B4-BE49-F238E27FC236}">
                <a16:creationId xmlns:a16="http://schemas.microsoft.com/office/drawing/2014/main" id="{C07AD9BE-8AF7-4FCB-984B-E86518658976}"/>
              </a:ext>
            </a:extLst>
          </p:cNvPr>
          <p:cNvGrpSpPr>
            <a:grpSpLocks/>
          </p:cNvGrpSpPr>
          <p:nvPr/>
        </p:nvGrpSpPr>
        <p:grpSpPr bwMode="auto">
          <a:xfrm>
            <a:off x="4572000" y="3284538"/>
            <a:ext cx="3856038" cy="3336925"/>
            <a:chOff x="3152" y="1979"/>
            <a:chExt cx="2429" cy="2102"/>
          </a:xfrm>
        </p:grpSpPr>
        <p:grpSp>
          <p:nvGrpSpPr>
            <p:cNvPr id="445454" name="Group 44">
              <a:extLst>
                <a:ext uri="{FF2B5EF4-FFF2-40B4-BE49-F238E27FC236}">
                  <a16:creationId xmlns:a16="http://schemas.microsoft.com/office/drawing/2014/main" id="{B11C9ADC-69A5-4B14-84DA-0580EF5AC056}"/>
                </a:ext>
              </a:extLst>
            </p:cNvPr>
            <p:cNvGrpSpPr>
              <a:grpSpLocks/>
            </p:cNvGrpSpPr>
            <p:nvPr/>
          </p:nvGrpSpPr>
          <p:grpSpPr bwMode="auto">
            <a:xfrm>
              <a:off x="3152" y="1979"/>
              <a:ext cx="2262" cy="1814"/>
              <a:chOff x="3152" y="1979"/>
              <a:chExt cx="2262" cy="1814"/>
            </a:xfrm>
          </p:grpSpPr>
          <p:sp>
            <p:nvSpPr>
              <p:cNvPr id="445456" name="Rectangle 9">
                <a:extLst>
                  <a:ext uri="{FF2B5EF4-FFF2-40B4-BE49-F238E27FC236}">
                    <a16:creationId xmlns:a16="http://schemas.microsoft.com/office/drawing/2014/main" id="{686F2824-A543-4CB6-A3FD-A68E3542B6F3}"/>
                  </a:ext>
                </a:extLst>
              </p:cNvPr>
              <p:cNvSpPr>
                <a:spLocks noChangeArrowheads="1"/>
              </p:cNvSpPr>
              <p:nvPr/>
            </p:nvSpPr>
            <p:spPr bwMode="auto">
              <a:xfrm>
                <a:off x="3152" y="3058"/>
                <a:ext cx="22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q</a:t>
                </a:r>
                <a:endParaRPr kumimoji="0" lang="en-US" altLang="zh-CN" sz="2000">
                  <a:solidFill>
                    <a:srgbClr val="000000"/>
                  </a:solidFill>
                  <a:ea typeface="宋体" panose="02010600030101010101" pitchFamily="2" charset="-122"/>
                </a:endParaRPr>
              </a:p>
            </p:txBody>
          </p:sp>
          <p:sp>
            <p:nvSpPr>
              <p:cNvPr id="445457" name="AutoShape 10">
                <a:extLst>
                  <a:ext uri="{FF2B5EF4-FFF2-40B4-BE49-F238E27FC236}">
                    <a16:creationId xmlns:a16="http://schemas.microsoft.com/office/drawing/2014/main" id="{2D8A269A-30FE-434F-8C71-B67C3CFD0C74}"/>
                  </a:ext>
                </a:extLst>
              </p:cNvPr>
              <p:cNvSpPr>
                <a:spLocks noChangeArrowheads="1"/>
              </p:cNvSpPr>
              <p:nvPr/>
            </p:nvSpPr>
            <p:spPr bwMode="auto">
              <a:xfrm rot="5400000">
                <a:off x="4528" y="2726"/>
                <a:ext cx="488" cy="543"/>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58" name="Rectangle 11">
                <a:extLst>
                  <a:ext uri="{FF2B5EF4-FFF2-40B4-BE49-F238E27FC236}">
                    <a16:creationId xmlns:a16="http://schemas.microsoft.com/office/drawing/2014/main" id="{5171E2B3-B61D-48CD-9FC9-C579B360FCA9}"/>
                  </a:ext>
                </a:extLst>
              </p:cNvPr>
              <p:cNvSpPr>
                <a:spLocks noChangeArrowheads="1"/>
              </p:cNvSpPr>
              <p:nvPr/>
            </p:nvSpPr>
            <p:spPr bwMode="auto">
              <a:xfrm>
                <a:off x="4529" y="2875"/>
                <a:ext cx="33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a:solidFill>
                      <a:srgbClr val="000000"/>
                    </a:solidFill>
                    <a:ea typeface="宋体" panose="02010600030101010101" pitchFamily="2" charset="-122"/>
                  </a:rPr>
                  <a:t>－</a:t>
                </a:r>
                <a:r>
                  <a:rPr kumimoji="0" lang="en-US" altLang="zh-CN" sz="2000">
                    <a:solidFill>
                      <a:srgbClr val="000000"/>
                    </a:solidFill>
                    <a:ea typeface="宋体" panose="02010600030101010101" pitchFamily="2" charset="-122"/>
                  </a:rPr>
                  <a:t>A</a:t>
                </a:r>
                <a:r>
                  <a:rPr kumimoji="0" lang="en-US" altLang="zh-CN" sz="2000" baseline="-25000">
                    <a:solidFill>
                      <a:srgbClr val="000000"/>
                    </a:solidFill>
                    <a:ea typeface="宋体" panose="02010600030101010101" pitchFamily="2" charset="-122"/>
                  </a:rPr>
                  <a:t>0</a:t>
                </a:r>
                <a:endParaRPr kumimoji="0" lang="en-US" altLang="zh-CN" sz="2000">
                  <a:solidFill>
                    <a:srgbClr val="000000"/>
                  </a:solidFill>
                  <a:ea typeface="宋体" panose="02010600030101010101" pitchFamily="2" charset="-122"/>
                </a:endParaRPr>
              </a:p>
            </p:txBody>
          </p:sp>
          <p:sp>
            <p:nvSpPr>
              <p:cNvPr id="445459" name="Line 12">
                <a:extLst>
                  <a:ext uri="{FF2B5EF4-FFF2-40B4-BE49-F238E27FC236}">
                    <a16:creationId xmlns:a16="http://schemas.microsoft.com/office/drawing/2014/main" id="{C7001B40-82F5-4DEB-BFD2-4ADCE513F6B0}"/>
                  </a:ext>
                </a:extLst>
              </p:cNvPr>
              <p:cNvSpPr>
                <a:spLocks noChangeShapeType="1"/>
              </p:cNvSpPr>
              <p:nvPr/>
            </p:nvSpPr>
            <p:spPr bwMode="auto">
              <a:xfrm>
                <a:off x="5036" y="2998"/>
                <a:ext cx="2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5460" name="Oval 13">
                <a:extLst>
                  <a:ext uri="{FF2B5EF4-FFF2-40B4-BE49-F238E27FC236}">
                    <a16:creationId xmlns:a16="http://schemas.microsoft.com/office/drawing/2014/main" id="{F1EE8524-7AF3-49C0-9836-87C6B28968CB}"/>
                  </a:ext>
                </a:extLst>
              </p:cNvPr>
              <p:cNvSpPr>
                <a:spLocks noChangeArrowheads="1"/>
              </p:cNvSpPr>
              <p:nvPr/>
            </p:nvSpPr>
            <p:spPr bwMode="auto">
              <a:xfrm>
                <a:off x="5310" y="2973"/>
                <a:ext cx="50" cy="50"/>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61" name="Freeform 14">
                <a:extLst>
                  <a:ext uri="{FF2B5EF4-FFF2-40B4-BE49-F238E27FC236}">
                    <a16:creationId xmlns:a16="http://schemas.microsoft.com/office/drawing/2014/main" id="{C1C483F6-09A0-4200-904C-6451D56BEC5A}"/>
                  </a:ext>
                </a:extLst>
              </p:cNvPr>
              <p:cNvSpPr>
                <a:spLocks/>
              </p:cNvSpPr>
              <p:nvPr/>
            </p:nvSpPr>
            <p:spPr bwMode="auto">
              <a:xfrm>
                <a:off x="3431" y="2998"/>
                <a:ext cx="1860" cy="765"/>
              </a:xfrm>
              <a:custGeom>
                <a:avLst/>
                <a:gdLst>
                  <a:gd name="T0" fmla="*/ 100 w 2063"/>
                  <a:gd name="T1" fmla="*/ 0 h 1029"/>
                  <a:gd name="T2" fmla="*/ 0 w 2063"/>
                  <a:gd name="T3" fmla="*/ 0 h 1029"/>
                  <a:gd name="T4" fmla="*/ 0 w 2063"/>
                  <a:gd name="T5" fmla="*/ 1 h 1029"/>
                  <a:gd name="T6" fmla="*/ 171 w 2063"/>
                  <a:gd name="T7" fmla="*/ 1 h 1029"/>
                  <a:gd name="T8" fmla="*/ 0 60000 65536"/>
                  <a:gd name="T9" fmla="*/ 0 60000 65536"/>
                  <a:gd name="T10" fmla="*/ 0 60000 65536"/>
                  <a:gd name="T11" fmla="*/ 0 60000 65536"/>
                  <a:gd name="T12" fmla="*/ 0 w 2063"/>
                  <a:gd name="T13" fmla="*/ 0 h 1029"/>
                  <a:gd name="T14" fmla="*/ 2063 w 2063"/>
                  <a:gd name="T15" fmla="*/ 1029 h 1029"/>
                </a:gdLst>
                <a:ahLst/>
                <a:cxnLst>
                  <a:cxn ang="T8">
                    <a:pos x="T0" y="T1"/>
                  </a:cxn>
                  <a:cxn ang="T9">
                    <a:pos x="T2" y="T3"/>
                  </a:cxn>
                  <a:cxn ang="T10">
                    <a:pos x="T4" y="T5"/>
                  </a:cxn>
                  <a:cxn ang="T11">
                    <a:pos x="T6" y="T7"/>
                  </a:cxn>
                </a:cxnLst>
                <a:rect l="T12" t="T13" r="T14" b="T15"/>
                <a:pathLst>
                  <a:path w="2063" h="1029">
                    <a:moveTo>
                      <a:pt x="1185" y="0"/>
                    </a:moveTo>
                    <a:lnTo>
                      <a:pt x="0" y="0"/>
                    </a:lnTo>
                    <a:lnTo>
                      <a:pt x="0" y="1029"/>
                    </a:lnTo>
                    <a:lnTo>
                      <a:pt x="2063" y="1029"/>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5462" name="Line 15">
                <a:extLst>
                  <a:ext uri="{FF2B5EF4-FFF2-40B4-BE49-F238E27FC236}">
                    <a16:creationId xmlns:a16="http://schemas.microsoft.com/office/drawing/2014/main" id="{326DC85E-2540-4B96-AFF0-3ABD5850A087}"/>
                  </a:ext>
                </a:extLst>
              </p:cNvPr>
              <p:cNvSpPr>
                <a:spLocks noChangeShapeType="1"/>
              </p:cNvSpPr>
              <p:nvPr/>
            </p:nvSpPr>
            <p:spPr bwMode="auto">
              <a:xfrm>
                <a:off x="3774" y="2998"/>
                <a:ext cx="1" cy="7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5463" name="Oval 16">
                <a:extLst>
                  <a:ext uri="{FF2B5EF4-FFF2-40B4-BE49-F238E27FC236}">
                    <a16:creationId xmlns:a16="http://schemas.microsoft.com/office/drawing/2014/main" id="{4BBABCD3-4D6A-4DF4-9BB8-05F42101CAA3}"/>
                  </a:ext>
                </a:extLst>
              </p:cNvPr>
              <p:cNvSpPr>
                <a:spLocks noChangeArrowheads="1"/>
              </p:cNvSpPr>
              <p:nvPr/>
            </p:nvSpPr>
            <p:spPr bwMode="auto">
              <a:xfrm rot="5400000">
                <a:off x="3287" y="3249"/>
                <a:ext cx="290" cy="285"/>
              </a:xfrm>
              <a:prstGeom prst="ellipse">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64" name="Rectangle 17">
                <a:extLst>
                  <a:ext uri="{FF2B5EF4-FFF2-40B4-BE49-F238E27FC236}">
                    <a16:creationId xmlns:a16="http://schemas.microsoft.com/office/drawing/2014/main" id="{0E4EC157-7311-456F-99A5-8F6A912FFA2A}"/>
                  </a:ext>
                </a:extLst>
              </p:cNvPr>
              <p:cNvSpPr>
                <a:spLocks noChangeArrowheads="1"/>
              </p:cNvSpPr>
              <p:nvPr/>
            </p:nvSpPr>
            <p:spPr bwMode="auto">
              <a:xfrm>
                <a:off x="3740" y="3255"/>
                <a:ext cx="70" cy="270"/>
              </a:xfrm>
              <a:prstGeom prst="rect">
                <a:avLst/>
              </a:prstGeom>
              <a:solidFill>
                <a:schemeClr val="bg1"/>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65" name="Rectangle 18">
                <a:extLst>
                  <a:ext uri="{FF2B5EF4-FFF2-40B4-BE49-F238E27FC236}">
                    <a16:creationId xmlns:a16="http://schemas.microsoft.com/office/drawing/2014/main" id="{00028923-9652-4A73-82A3-5EBD9DDA4B6F}"/>
                  </a:ext>
                </a:extLst>
              </p:cNvPr>
              <p:cNvSpPr>
                <a:spLocks noChangeArrowheads="1"/>
              </p:cNvSpPr>
              <p:nvPr/>
            </p:nvSpPr>
            <p:spPr bwMode="auto">
              <a:xfrm>
                <a:off x="3982" y="3099"/>
                <a:ext cx="22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45466" name="Rectangle 19">
                <a:extLst>
                  <a:ext uri="{FF2B5EF4-FFF2-40B4-BE49-F238E27FC236}">
                    <a16:creationId xmlns:a16="http://schemas.microsoft.com/office/drawing/2014/main" id="{4F04584D-D257-4DAA-A02F-1E3323B08E77}"/>
                  </a:ext>
                </a:extLst>
              </p:cNvPr>
              <p:cNvSpPr>
                <a:spLocks noChangeArrowheads="1"/>
              </p:cNvSpPr>
              <p:nvPr/>
            </p:nvSpPr>
            <p:spPr bwMode="auto">
              <a:xfrm>
                <a:off x="4267" y="3017"/>
                <a:ext cx="222"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a:t>
                </a:r>
                <a:endParaRPr kumimoji="0" lang="en-US" altLang="zh-CN" sz="2000">
                  <a:solidFill>
                    <a:srgbClr val="000000"/>
                  </a:solidFill>
                  <a:ea typeface="宋体" panose="02010600030101010101" pitchFamily="2" charset="-122"/>
                </a:endParaRPr>
              </a:p>
            </p:txBody>
          </p:sp>
          <p:grpSp>
            <p:nvGrpSpPr>
              <p:cNvPr id="445467" name="Group 20">
                <a:extLst>
                  <a:ext uri="{FF2B5EF4-FFF2-40B4-BE49-F238E27FC236}">
                    <a16:creationId xmlns:a16="http://schemas.microsoft.com/office/drawing/2014/main" id="{FF48419A-2D38-44E2-8804-DCBC6C9F29B3}"/>
                  </a:ext>
                </a:extLst>
              </p:cNvPr>
              <p:cNvGrpSpPr>
                <a:grpSpLocks/>
              </p:cNvGrpSpPr>
              <p:nvPr/>
            </p:nvGrpSpPr>
            <p:grpSpPr bwMode="auto">
              <a:xfrm flipV="1">
                <a:off x="4079" y="2893"/>
                <a:ext cx="232" cy="48"/>
                <a:chOff x="7449" y="9962"/>
                <a:chExt cx="258" cy="34"/>
              </a:xfrm>
            </p:grpSpPr>
            <p:sp>
              <p:nvSpPr>
                <p:cNvPr id="445489" name="AutoShape 21">
                  <a:extLst>
                    <a:ext uri="{FF2B5EF4-FFF2-40B4-BE49-F238E27FC236}">
                      <a16:creationId xmlns:a16="http://schemas.microsoft.com/office/drawing/2014/main" id="{DCE7B183-AFB7-43C0-9A73-EA365C86CB5E}"/>
                    </a:ext>
                  </a:extLst>
                </p:cNvPr>
                <p:cNvSpPr>
                  <a:spLocks noChangeArrowheads="1"/>
                </p:cNvSpPr>
                <p:nvPr/>
              </p:nvSpPr>
              <p:spPr bwMode="auto">
                <a:xfrm rot="5400000">
                  <a:off x="7619" y="9908"/>
                  <a:ext cx="34" cy="142"/>
                </a:xfrm>
                <a:prstGeom prst="triangle">
                  <a:avLst>
                    <a:gd name="adj" fmla="val 50000"/>
                  </a:avLst>
                </a:prstGeom>
                <a:solidFill>
                  <a:schemeClr val="tx1"/>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90" name="Line 22">
                  <a:extLst>
                    <a:ext uri="{FF2B5EF4-FFF2-40B4-BE49-F238E27FC236}">
                      <a16:creationId xmlns:a16="http://schemas.microsoft.com/office/drawing/2014/main" id="{5382818F-91F5-4F21-AF36-30825F090728}"/>
                    </a:ext>
                  </a:extLst>
                </p:cNvPr>
                <p:cNvSpPr>
                  <a:spLocks noChangeShapeType="1"/>
                </p:cNvSpPr>
                <p:nvPr/>
              </p:nvSpPr>
              <p:spPr bwMode="auto">
                <a:xfrm>
                  <a:off x="7449" y="9982"/>
                  <a:ext cx="106" cy="0"/>
                </a:xfrm>
                <a:prstGeom prst="line">
                  <a:avLst/>
                </a:prstGeom>
                <a:noFill/>
                <a:ln w="9525">
                  <a:solidFill>
                    <a:schemeClr val="tx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grpSp>
          <p:sp>
            <p:nvSpPr>
              <p:cNvPr id="445468" name="Rectangle 23">
                <a:extLst>
                  <a:ext uri="{FF2B5EF4-FFF2-40B4-BE49-F238E27FC236}">
                    <a16:creationId xmlns:a16="http://schemas.microsoft.com/office/drawing/2014/main" id="{866793D5-8B6C-41AB-9B1E-792358BB6423}"/>
                  </a:ext>
                </a:extLst>
              </p:cNvPr>
              <p:cNvSpPr>
                <a:spLocks noChangeArrowheads="1"/>
              </p:cNvSpPr>
              <p:nvPr/>
            </p:nvSpPr>
            <p:spPr bwMode="auto">
              <a:xfrm>
                <a:off x="5097" y="3293"/>
                <a:ext cx="31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SC</a:t>
                </a:r>
                <a:endParaRPr kumimoji="0" lang="en-US" altLang="zh-CN" sz="2000">
                  <a:solidFill>
                    <a:srgbClr val="000000"/>
                  </a:solidFill>
                  <a:ea typeface="宋体" panose="02010600030101010101" pitchFamily="2" charset="-122"/>
                </a:endParaRPr>
              </a:p>
            </p:txBody>
          </p:sp>
          <p:sp>
            <p:nvSpPr>
              <p:cNvPr id="445469" name="Oval 24">
                <a:extLst>
                  <a:ext uri="{FF2B5EF4-FFF2-40B4-BE49-F238E27FC236}">
                    <a16:creationId xmlns:a16="http://schemas.microsoft.com/office/drawing/2014/main" id="{3C323E16-CCA8-46C4-8D70-B82EB61FB664}"/>
                  </a:ext>
                </a:extLst>
              </p:cNvPr>
              <p:cNvSpPr>
                <a:spLocks noChangeArrowheads="1"/>
              </p:cNvSpPr>
              <p:nvPr/>
            </p:nvSpPr>
            <p:spPr bwMode="auto">
              <a:xfrm>
                <a:off x="5301" y="3743"/>
                <a:ext cx="50" cy="50"/>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70" name="Rectangle 25">
                <a:extLst>
                  <a:ext uri="{FF2B5EF4-FFF2-40B4-BE49-F238E27FC236}">
                    <a16:creationId xmlns:a16="http://schemas.microsoft.com/office/drawing/2014/main" id="{B5645282-6CA7-40D8-8965-877432090D0B}"/>
                  </a:ext>
                </a:extLst>
              </p:cNvPr>
              <p:cNvSpPr>
                <a:spLocks noChangeArrowheads="1"/>
              </p:cNvSpPr>
              <p:nvPr/>
            </p:nvSpPr>
            <p:spPr bwMode="auto">
              <a:xfrm>
                <a:off x="3876" y="2788"/>
                <a:ext cx="22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i</a:t>
                </a:r>
                <a:endParaRPr kumimoji="0" lang="en-US" altLang="zh-CN" sz="2000">
                  <a:solidFill>
                    <a:srgbClr val="000000"/>
                  </a:solidFill>
                  <a:ea typeface="宋体" panose="02010600030101010101" pitchFamily="2" charset="-122"/>
                </a:endParaRPr>
              </a:p>
            </p:txBody>
          </p:sp>
          <p:sp>
            <p:nvSpPr>
              <p:cNvPr id="445471" name="Rectangle 26">
                <a:extLst>
                  <a:ext uri="{FF2B5EF4-FFF2-40B4-BE49-F238E27FC236}">
                    <a16:creationId xmlns:a16="http://schemas.microsoft.com/office/drawing/2014/main" id="{5E52CC73-A30B-4E8E-BE9E-12688DD6737D}"/>
                  </a:ext>
                </a:extLst>
              </p:cNvPr>
              <p:cNvSpPr>
                <a:spLocks noChangeArrowheads="1"/>
              </p:cNvSpPr>
              <p:nvPr/>
            </p:nvSpPr>
            <p:spPr bwMode="auto">
              <a:xfrm>
                <a:off x="3787" y="3339"/>
                <a:ext cx="209"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45472" name="Freeform 27">
                <a:extLst>
                  <a:ext uri="{FF2B5EF4-FFF2-40B4-BE49-F238E27FC236}">
                    <a16:creationId xmlns:a16="http://schemas.microsoft.com/office/drawing/2014/main" id="{766C926A-6A30-4A0A-A8CA-9B422D109A56}"/>
                  </a:ext>
                </a:extLst>
              </p:cNvPr>
              <p:cNvSpPr>
                <a:spLocks/>
              </p:cNvSpPr>
              <p:nvPr/>
            </p:nvSpPr>
            <p:spPr bwMode="auto">
              <a:xfrm>
                <a:off x="4381" y="2603"/>
                <a:ext cx="790" cy="395"/>
              </a:xfrm>
              <a:custGeom>
                <a:avLst/>
                <a:gdLst>
                  <a:gd name="T0" fmla="*/ 0 w 876"/>
                  <a:gd name="T1" fmla="*/ 1 h 531"/>
                  <a:gd name="T2" fmla="*/ 0 w 876"/>
                  <a:gd name="T3" fmla="*/ 0 h 531"/>
                  <a:gd name="T4" fmla="*/ 74 w 876"/>
                  <a:gd name="T5" fmla="*/ 0 h 531"/>
                  <a:gd name="T6" fmla="*/ 74 w 876"/>
                  <a:gd name="T7" fmla="*/ 1 h 531"/>
                  <a:gd name="T8" fmla="*/ 0 60000 65536"/>
                  <a:gd name="T9" fmla="*/ 0 60000 65536"/>
                  <a:gd name="T10" fmla="*/ 0 60000 65536"/>
                  <a:gd name="T11" fmla="*/ 0 60000 65536"/>
                  <a:gd name="T12" fmla="*/ 0 w 876"/>
                  <a:gd name="T13" fmla="*/ 0 h 531"/>
                  <a:gd name="T14" fmla="*/ 876 w 876"/>
                  <a:gd name="T15" fmla="*/ 531 h 531"/>
                </a:gdLst>
                <a:ahLst/>
                <a:cxnLst>
                  <a:cxn ang="T8">
                    <a:pos x="T0" y="T1"/>
                  </a:cxn>
                  <a:cxn ang="T9">
                    <a:pos x="T2" y="T3"/>
                  </a:cxn>
                  <a:cxn ang="T10">
                    <a:pos x="T4" y="T5"/>
                  </a:cxn>
                  <a:cxn ang="T11">
                    <a:pos x="T6" y="T7"/>
                  </a:cxn>
                </a:cxnLst>
                <a:rect l="T12" t="T13" r="T14" b="T15"/>
                <a:pathLst>
                  <a:path w="876" h="531">
                    <a:moveTo>
                      <a:pt x="0" y="531"/>
                    </a:moveTo>
                    <a:lnTo>
                      <a:pt x="0" y="0"/>
                    </a:lnTo>
                    <a:lnTo>
                      <a:pt x="876" y="0"/>
                    </a:lnTo>
                    <a:lnTo>
                      <a:pt x="876" y="523"/>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5473" name="Rectangle 28">
                <a:extLst>
                  <a:ext uri="{FF2B5EF4-FFF2-40B4-BE49-F238E27FC236}">
                    <a16:creationId xmlns:a16="http://schemas.microsoft.com/office/drawing/2014/main" id="{D486C06F-30CC-4DBA-9841-10116B185003}"/>
                  </a:ext>
                </a:extLst>
              </p:cNvPr>
              <p:cNvSpPr>
                <a:spLocks noChangeArrowheads="1"/>
              </p:cNvSpPr>
              <p:nvPr/>
            </p:nvSpPr>
            <p:spPr bwMode="auto">
              <a:xfrm rot="5400000">
                <a:off x="4738" y="2431"/>
                <a:ext cx="58" cy="327"/>
              </a:xfrm>
              <a:prstGeom prst="rect">
                <a:avLst/>
              </a:prstGeom>
              <a:solidFill>
                <a:schemeClr val="bg1"/>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74" name="Oval 29">
                <a:extLst>
                  <a:ext uri="{FF2B5EF4-FFF2-40B4-BE49-F238E27FC236}">
                    <a16:creationId xmlns:a16="http://schemas.microsoft.com/office/drawing/2014/main" id="{400505B2-22F4-4E41-A43D-D00471A51CE9}"/>
                  </a:ext>
                </a:extLst>
              </p:cNvPr>
              <p:cNvSpPr>
                <a:spLocks noChangeArrowheads="1"/>
              </p:cNvSpPr>
              <p:nvPr/>
            </p:nvSpPr>
            <p:spPr bwMode="auto">
              <a:xfrm>
                <a:off x="4161" y="2969"/>
                <a:ext cx="50" cy="50"/>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75" name="Oval 30">
                <a:extLst>
                  <a:ext uri="{FF2B5EF4-FFF2-40B4-BE49-F238E27FC236}">
                    <a16:creationId xmlns:a16="http://schemas.microsoft.com/office/drawing/2014/main" id="{1887FAB4-345E-4E43-A1C3-0D0ADC4886EB}"/>
                  </a:ext>
                </a:extLst>
              </p:cNvPr>
              <p:cNvSpPr>
                <a:spLocks noChangeArrowheads="1"/>
              </p:cNvSpPr>
              <p:nvPr/>
            </p:nvSpPr>
            <p:spPr bwMode="auto">
              <a:xfrm>
                <a:off x="4161" y="3743"/>
                <a:ext cx="51" cy="50"/>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76" name="Rectangle 31">
                <a:extLst>
                  <a:ext uri="{FF2B5EF4-FFF2-40B4-BE49-F238E27FC236}">
                    <a16:creationId xmlns:a16="http://schemas.microsoft.com/office/drawing/2014/main" id="{C1258E3B-28AE-4D10-9EA8-9A9D9B1690E0}"/>
                  </a:ext>
                </a:extLst>
              </p:cNvPr>
              <p:cNvSpPr>
                <a:spLocks noChangeArrowheads="1"/>
              </p:cNvSpPr>
              <p:nvPr/>
            </p:nvSpPr>
            <p:spPr bwMode="auto">
              <a:xfrm>
                <a:off x="4629" y="1979"/>
                <a:ext cx="22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F</a:t>
                </a:r>
                <a:endParaRPr kumimoji="0" lang="en-US" altLang="zh-CN" sz="2000">
                  <a:solidFill>
                    <a:srgbClr val="000000"/>
                  </a:solidFill>
                  <a:ea typeface="宋体" panose="02010600030101010101" pitchFamily="2" charset="-122"/>
                </a:endParaRPr>
              </a:p>
            </p:txBody>
          </p:sp>
          <p:sp>
            <p:nvSpPr>
              <p:cNvPr id="445477" name="Rectangle 32">
                <a:extLst>
                  <a:ext uri="{FF2B5EF4-FFF2-40B4-BE49-F238E27FC236}">
                    <a16:creationId xmlns:a16="http://schemas.microsoft.com/office/drawing/2014/main" id="{DE9FB09B-12C6-45B9-BA59-F101B8825CC8}"/>
                  </a:ext>
                </a:extLst>
              </p:cNvPr>
              <p:cNvSpPr>
                <a:spLocks noChangeArrowheads="1"/>
              </p:cNvSpPr>
              <p:nvPr/>
            </p:nvSpPr>
            <p:spPr bwMode="auto">
              <a:xfrm>
                <a:off x="4738" y="2623"/>
                <a:ext cx="222"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F</a:t>
                </a:r>
                <a:endParaRPr kumimoji="0" lang="en-US" altLang="zh-CN" sz="2000">
                  <a:solidFill>
                    <a:srgbClr val="000000"/>
                  </a:solidFill>
                  <a:ea typeface="宋体" panose="02010600030101010101" pitchFamily="2" charset="-122"/>
                </a:endParaRPr>
              </a:p>
            </p:txBody>
          </p:sp>
          <p:sp>
            <p:nvSpPr>
              <p:cNvPr id="445478" name="Line 33">
                <a:extLst>
                  <a:ext uri="{FF2B5EF4-FFF2-40B4-BE49-F238E27FC236}">
                    <a16:creationId xmlns:a16="http://schemas.microsoft.com/office/drawing/2014/main" id="{5199651B-C6D0-4B89-8A7C-02C81AF5DF84}"/>
                  </a:ext>
                </a:extLst>
              </p:cNvPr>
              <p:cNvSpPr>
                <a:spLocks noChangeShapeType="1"/>
              </p:cNvSpPr>
              <p:nvPr/>
            </p:nvSpPr>
            <p:spPr bwMode="auto">
              <a:xfrm>
                <a:off x="4110" y="3347"/>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5479" name="Line 34">
                <a:extLst>
                  <a:ext uri="{FF2B5EF4-FFF2-40B4-BE49-F238E27FC236}">
                    <a16:creationId xmlns:a16="http://schemas.microsoft.com/office/drawing/2014/main" id="{35F32E5D-4C26-4595-A1E0-7C225354B7E8}"/>
                  </a:ext>
                </a:extLst>
              </p:cNvPr>
              <p:cNvSpPr>
                <a:spLocks noChangeShapeType="1"/>
              </p:cNvSpPr>
              <p:nvPr/>
            </p:nvSpPr>
            <p:spPr bwMode="auto">
              <a:xfrm>
                <a:off x="4110" y="3395"/>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5480" name="Line 35">
                <a:extLst>
                  <a:ext uri="{FF2B5EF4-FFF2-40B4-BE49-F238E27FC236}">
                    <a16:creationId xmlns:a16="http://schemas.microsoft.com/office/drawing/2014/main" id="{AB3BA699-5CB3-44F2-AF96-3A3CA0792FF9}"/>
                  </a:ext>
                </a:extLst>
              </p:cNvPr>
              <p:cNvSpPr>
                <a:spLocks noChangeShapeType="1"/>
              </p:cNvSpPr>
              <p:nvPr/>
            </p:nvSpPr>
            <p:spPr bwMode="auto">
              <a:xfrm>
                <a:off x="4182" y="3395"/>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5481" name="Line 36">
                <a:extLst>
                  <a:ext uri="{FF2B5EF4-FFF2-40B4-BE49-F238E27FC236}">
                    <a16:creationId xmlns:a16="http://schemas.microsoft.com/office/drawing/2014/main" id="{BB0BCD22-6EF8-41C6-B5CF-F938201521F4}"/>
                  </a:ext>
                </a:extLst>
              </p:cNvPr>
              <p:cNvSpPr>
                <a:spLocks noChangeShapeType="1"/>
              </p:cNvSpPr>
              <p:nvPr/>
            </p:nvSpPr>
            <p:spPr bwMode="auto">
              <a:xfrm flipV="1">
                <a:off x="4182" y="3011"/>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5482" name="Oval 37">
                <a:extLst>
                  <a:ext uri="{FF2B5EF4-FFF2-40B4-BE49-F238E27FC236}">
                    <a16:creationId xmlns:a16="http://schemas.microsoft.com/office/drawing/2014/main" id="{CA69B713-2421-497E-9803-47BDA4084658}"/>
                  </a:ext>
                </a:extLst>
              </p:cNvPr>
              <p:cNvSpPr>
                <a:spLocks noChangeArrowheads="1"/>
              </p:cNvSpPr>
              <p:nvPr/>
            </p:nvSpPr>
            <p:spPr bwMode="auto">
              <a:xfrm>
                <a:off x="3750" y="3743"/>
                <a:ext cx="51" cy="50"/>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83" name="Oval 38">
                <a:extLst>
                  <a:ext uri="{FF2B5EF4-FFF2-40B4-BE49-F238E27FC236}">
                    <a16:creationId xmlns:a16="http://schemas.microsoft.com/office/drawing/2014/main" id="{431F0391-EC6E-4F55-A21F-2A1F783453FD}"/>
                  </a:ext>
                </a:extLst>
              </p:cNvPr>
              <p:cNvSpPr>
                <a:spLocks noChangeArrowheads="1"/>
              </p:cNvSpPr>
              <p:nvPr/>
            </p:nvSpPr>
            <p:spPr bwMode="auto">
              <a:xfrm>
                <a:off x="3750" y="2975"/>
                <a:ext cx="51" cy="50"/>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84" name="Line 39">
                <a:extLst>
                  <a:ext uri="{FF2B5EF4-FFF2-40B4-BE49-F238E27FC236}">
                    <a16:creationId xmlns:a16="http://schemas.microsoft.com/office/drawing/2014/main" id="{421E513A-F0CC-4774-B7C8-49E1EB8FC3F6}"/>
                  </a:ext>
                </a:extLst>
              </p:cNvPr>
              <p:cNvSpPr>
                <a:spLocks noChangeShapeType="1"/>
              </p:cNvSpPr>
              <p:nvPr/>
            </p:nvSpPr>
            <p:spPr bwMode="auto">
              <a:xfrm>
                <a:off x="4718" y="2243"/>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5485" name="Line 40">
                <a:extLst>
                  <a:ext uri="{FF2B5EF4-FFF2-40B4-BE49-F238E27FC236}">
                    <a16:creationId xmlns:a16="http://schemas.microsoft.com/office/drawing/2014/main" id="{C568B97D-24B9-4574-B0F4-56A1E4914D83}"/>
                  </a:ext>
                </a:extLst>
              </p:cNvPr>
              <p:cNvSpPr>
                <a:spLocks noChangeShapeType="1"/>
              </p:cNvSpPr>
              <p:nvPr/>
            </p:nvSpPr>
            <p:spPr bwMode="auto">
              <a:xfrm>
                <a:off x="4782" y="2243"/>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5486" name="Freeform 41">
                <a:extLst>
                  <a:ext uri="{FF2B5EF4-FFF2-40B4-BE49-F238E27FC236}">
                    <a16:creationId xmlns:a16="http://schemas.microsoft.com/office/drawing/2014/main" id="{8B1750B2-6920-40DA-8A0C-3E71896859FB}"/>
                  </a:ext>
                </a:extLst>
              </p:cNvPr>
              <p:cNvSpPr>
                <a:spLocks/>
              </p:cNvSpPr>
              <p:nvPr/>
            </p:nvSpPr>
            <p:spPr bwMode="auto">
              <a:xfrm>
                <a:off x="4382" y="2315"/>
                <a:ext cx="336" cy="336"/>
              </a:xfrm>
              <a:custGeom>
                <a:avLst/>
                <a:gdLst>
                  <a:gd name="T0" fmla="*/ 0 w 336"/>
                  <a:gd name="T1" fmla="*/ 336 h 336"/>
                  <a:gd name="T2" fmla="*/ 0 w 336"/>
                  <a:gd name="T3" fmla="*/ 0 h 336"/>
                  <a:gd name="T4" fmla="*/ 336 w 336"/>
                  <a:gd name="T5" fmla="*/ 0 h 336"/>
                  <a:gd name="T6" fmla="*/ 0 60000 65536"/>
                  <a:gd name="T7" fmla="*/ 0 60000 65536"/>
                  <a:gd name="T8" fmla="*/ 0 60000 65536"/>
                  <a:gd name="T9" fmla="*/ 0 w 336"/>
                  <a:gd name="T10" fmla="*/ 0 h 336"/>
                  <a:gd name="T11" fmla="*/ 336 w 336"/>
                  <a:gd name="T12" fmla="*/ 336 h 336"/>
                </a:gdLst>
                <a:ahLst/>
                <a:cxnLst>
                  <a:cxn ang="T6">
                    <a:pos x="T0" y="T1"/>
                  </a:cxn>
                  <a:cxn ang="T7">
                    <a:pos x="T2" y="T3"/>
                  </a:cxn>
                  <a:cxn ang="T8">
                    <a:pos x="T4" y="T5"/>
                  </a:cxn>
                </a:cxnLst>
                <a:rect l="T9" t="T10" r="T11" b="T12"/>
                <a:pathLst>
                  <a:path w="336" h="336">
                    <a:moveTo>
                      <a:pt x="0" y="336"/>
                    </a:moveTo>
                    <a:lnTo>
                      <a:pt x="0" y="0"/>
                    </a:lnTo>
                    <a:lnTo>
                      <a:pt x="3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45487" name="Freeform 42">
                <a:extLst>
                  <a:ext uri="{FF2B5EF4-FFF2-40B4-BE49-F238E27FC236}">
                    <a16:creationId xmlns:a16="http://schemas.microsoft.com/office/drawing/2014/main" id="{676F548A-EB8D-4D37-8AC2-2AB851E55C61}"/>
                  </a:ext>
                </a:extLst>
              </p:cNvPr>
              <p:cNvSpPr>
                <a:spLocks/>
              </p:cNvSpPr>
              <p:nvPr/>
            </p:nvSpPr>
            <p:spPr bwMode="auto">
              <a:xfrm flipH="1">
                <a:off x="4786" y="2315"/>
                <a:ext cx="381" cy="336"/>
              </a:xfrm>
              <a:custGeom>
                <a:avLst/>
                <a:gdLst>
                  <a:gd name="T0" fmla="*/ 0 w 336"/>
                  <a:gd name="T1" fmla="*/ 336 h 336"/>
                  <a:gd name="T2" fmla="*/ 0 w 336"/>
                  <a:gd name="T3" fmla="*/ 0 h 336"/>
                  <a:gd name="T4" fmla="*/ 6855 w 336"/>
                  <a:gd name="T5" fmla="*/ 0 h 336"/>
                  <a:gd name="T6" fmla="*/ 0 60000 65536"/>
                  <a:gd name="T7" fmla="*/ 0 60000 65536"/>
                  <a:gd name="T8" fmla="*/ 0 60000 65536"/>
                  <a:gd name="T9" fmla="*/ 0 w 336"/>
                  <a:gd name="T10" fmla="*/ 0 h 336"/>
                  <a:gd name="T11" fmla="*/ 336 w 336"/>
                  <a:gd name="T12" fmla="*/ 336 h 336"/>
                </a:gdLst>
                <a:ahLst/>
                <a:cxnLst>
                  <a:cxn ang="T6">
                    <a:pos x="T0" y="T1"/>
                  </a:cxn>
                  <a:cxn ang="T7">
                    <a:pos x="T2" y="T3"/>
                  </a:cxn>
                  <a:cxn ang="T8">
                    <a:pos x="T4" y="T5"/>
                  </a:cxn>
                </a:cxnLst>
                <a:rect l="T9" t="T10" r="T11" b="T12"/>
                <a:pathLst>
                  <a:path w="336" h="336">
                    <a:moveTo>
                      <a:pt x="0" y="336"/>
                    </a:moveTo>
                    <a:lnTo>
                      <a:pt x="0" y="0"/>
                    </a:lnTo>
                    <a:lnTo>
                      <a:pt x="3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45488" name="Line 43">
                <a:extLst>
                  <a:ext uri="{FF2B5EF4-FFF2-40B4-BE49-F238E27FC236}">
                    <a16:creationId xmlns:a16="http://schemas.microsoft.com/office/drawing/2014/main" id="{1D6514FE-8DD9-4422-8D30-9914983AAD5B}"/>
                  </a:ext>
                </a:extLst>
              </p:cNvPr>
              <p:cNvSpPr>
                <a:spLocks noChangeShapeType="1"/>
              </p:cNvSpPr>
              <p:nvPr/>
            </p:nvSpPr>
            <p:spPr bwMode="auto">
              <a:xfrm rot="-5400000">
                <a:off x="3424" y="3249"/>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445455" name="Text Box 46">
              <a:extLst>
                <a:ext uri="{FF2B5EF4-FFF2-40B4-BE49-F238E27FC236}">
                  <a16:creationId xmlns:a16="http://schemas.microsoft.com/office/drawing/2014/main" id="{1CB54939-BEA8-4011-9B60-C9159BEEA779}"/>
                </a:ext>
              </a:extLst>
            </p:cNvPr>
            <p:cNvSpPr txBox="1">
              <a:spLocks noChangeArrowheads="1"/>
            </p:cNvSpPr>
            <p:nvPr/>
          </p:nvSpPr>
          <p:spPr bwMode="auto">
            <a:xfrm>
              <a:off x="3268" y="3793"/>
              <a:ext cx="23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图</a:t>
              </a:r>
              <a:r>
                <a:rPr kumimoji="0" lang="en-US" altLang="zh-CN" sz="2000">
                  <a:solidFill>
                    <a:srgbClr val="000000"/>
                  </a:solidFill>
                  <a:latin typeface="楷体_GB2312" pitchFamily="49" charset="-122"/>
                </a:rPr>
                <a:t>5-19 </a:t>
              </a:r>
              <a:r>
                <a:rPr kumimoji="0" lang="zh-CN" altLang="en-US" sz="2000">
                  <a:solidFill>
                    <a:srgbClr val="000000"/>
                  </a:solidFill>
                  <a:latin typeface="楷体_GB2312" pitchFamily="49" charset="-122"/>
                </a:rPr>
                <a:t>电荷放大器原理电路图</a:t>
              </a:r>
            </a:p>
          </p:txBody>
        </p:sp>
      </p:grpSp>
      <p:cxnSp>
        <p:nvCxnSpPr>
          <p:cNvPr id="445449" name="直接连接符 52">
            <a:extLst>
              <a:ext uri="{FF2B5EF4-FFF2-40B4-BE49-F238E27FC236}">
                <a16:creationId xmlns:a16="http://schemas.microsoft.com/office/drawing/2014/main" id="{CA56CAD7-66D8-4D2D-A396-E82353D5227A}"/>
              </a:ext>
            </a:extLst>
          </p:cNvPr>
          <p:cNvCxnSpPr>
            <a:cxnSpLocks noChangeShapeType="1"/>
          </p:cNvCxnSpPr>
          <p:nvPr/>
        </p:nvCxnSpPr>
        <p:spPr bwMode="auto">
          <a:xfrm>
            <a:off x="1042988" y="6524625"/>
            <a:ext cx="7207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cxnSp>
        <p:nvCxnSpPr>
          <p:cNvPr id="445450" name="直接连接符 55">
            <a:extLst>
              <a:ext uri="{FF2B5EF4-FFF2-40B4-BE49-F238E27FC236}">
                <a16:creationId xmlns:a16="http://schemas.microsoft.com/office/drawing/2014/main" id="{82F229C4-563D-45D8-AB28-0BBB9E3CEB07}"/>
              </a:ext>
            </a:extLst>
          </p:cNvPr>
          <p:cNvCxnSpPr>
            <a:cxnSpLocks noChangeShapeType="1"/>
          </p:cNvCxnSpPr>
          <p:nvPr/>
        </p:nvCxnSpPr>
        <p:spPr bwMode="auto">
          <a:xfrm>
            <a:off x="1908175" y="5949950"/>
            <a:ext cx="792163" cy="0"/>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cxnSp>
        <p:nvCxnSpPr>
          <p:cNvPr id="445451" name="直接连接符 57">
            <a:extLst>
              <a:ext uri="{FF2B5EF4-FFF2-40B4-BE49-F238E27FC236}">
                <a16:creationId xmlns:a16="http://schemas.microsoft.com/office/drawing/2014/main" id="{E0B6DF82-CFCC-47F6-AE06-CAC9DCEDC5E0}"/>
              </a:ext>
            </a:extLst>
          </p:cNvPr>
          <p:cNvCxnSpPr>
            <a:cxnSpLocks noChangeShapeType="1"/>
          </p:cNvCxnSpPr>
          <p:nvPr/>
        </p:nvCxnSpPr>
        <p:spPr bwMode="auto">
          <a:xfrm>
            <a:off x="3132138" y="6165850"/>
            <a:ext cx="935037" cy="0"/>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sp>
        <p:nvSpPr>
          <p:cNvPr id="445452" name="矩形 60">
            <a:extLst>
              <a:ext uri="{FF2B5EF4-FFF2-40B4-BE49-F238E27FC236}">
                <a16:creationId xmlns:a16="http://schemas.microsoft.com/office/drawing/2014/main" id="{1FDD0302-5376-469C-880B-5CBF879A1252}"/>
              </a:ext>
            </a:extLst>
          </p:cNvPr>
          <p:cNvSpPr>
            <a:spLocks noChangeArrowheads="1"/>
          </p:cNvSpPr>
          <p:nvPr/>
        </p:nvSpPr>
        <p:spPr bwMode="auto">
          <a:xfrm>
            <a:off x="2051050" y="5949950"/>
            <a:ext cx="5365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sz="2000" i="1">
                <a:solidFill>
                  <a:srgbClr val="000000"/>
                </a:solidFill>
              </a:rPr>
              <a:t>C’</a:t>
            </a:r>
            <a:r>
              <a:rPr lang="en-US" altLang="zh-CN" sz="2000" baseline="-25000">
                <a:solidFill>
                  <a:srgbClr val="000000"/>
                </a:solidFill>
              </a:rPr>
              <a:t>F</a:t>
            </a:r>
            <a:endParaRPr kumimoji="0" lang="zh-CN" altLang="en-US" sz="2000">
              <a:solidFill>
                <a:srgbClr val="000000"/>
              </a:solidFill>
            </a:endParaRPr>
          </a:p>
        </p:txBody>
      </p:sp>
      <p:sp>
        <p:nvSpPr>
          <p:cNvPr id="445453" name="矩形 61">
            <a:extLst>
              <a:ext uri="{FF2B5EF4-FFF2-40B4-BE49-F238E27FC236}">
                <a16:creationId xmlns:a16="http://schemas.microsoft.com/office/drawing/2014/main" id="{7F3EE19F-3F07-4775-A77A-CE51D8EF2CB7}"/>
              </a:ext>
            </a:extLst>
          </p:cNvPr>
          <p:cNvSpPr>
            <a:spLocks noChangeArrowheads="1"/>
          </p:cNvSpPr>
          <p:nvPr/>
        </p:nvSpPr>
        <p:spPr bwMode="auto">
          <a:xfrm>
            <a:off x="3348038" y="6165850"/>
            <a:ext cx="6254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sz="2000" i="1">
                <a:solidFill>
                  <a:srgbClr val="000000"/>
                </a:solidFill>
              </a:rPr>
              <a:t>1/R’</a:t>
            </a:r>
            <a:endParaRPr kumimoji="0" lang="zh-CN" altLang="en-US" sz="2000">
              <a:solidFill>
                <a:srgbClr val="000000"/>
              </a:solidFill>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Text Box 4">
            <a:extLst>
              <a:ext uri="{FF2B5EF4-FFF2-40B4-BE49-F238E27FC236}">
                <a16:creationId xmlns:a16="http://schemas.microsoft.com/office/drawing/2014/main" id="{78C11A55-E368-469B-A243-5F85F21F0860}"/>
              </a:ext>
            </a:extLst>
          </p:cNvPr>
          <p:cNvSpPr txBox="1">
            <a:spLocks noChangeArrowheads="1"/>
          </p:cNvSpPr>
          <p:nvPr/>
        </p:nvSpPr>
        <p:spPr bwMode="auto">
          <a:xfrm>
            <a:off x="755650" y="1341438"/>
            <a:ext cx="19431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等效电路：</a:t>
            </a:r>
          </a:p>
        </p:txBody>
      </p:sp>
      <p:grpSp>
        <p:nvGrpSpPr>
          <p:cNvPr id="446467" name="Group 43">
            <a:extLst>
              <a:ext uri="{FF2B5EF4-FFF2-40B4-BE49-F238E27FC236}">
                <a16:creationId xmlns:a16="http://schemas.microsoft.com/office/drawing/2014/main" id="{8616CF78-646C-4D75-9841-6073DCB3EACF}"/>
              </a:ext>
            </a:extLst>
          </p:cNvPr>
          <p:cNvGrpSpPr>
            <a:grpSpLocks/>
          </p:cNvGrpSpPr>
          <p:nvPr/>
        </p:nvGrpSpPr>
        <p:grpSpPr bwMode="auto">
          <a:xfrm>
            <a:off x="1187450" y="1484313"/>
            <a:ext cx="6264275" cy="2798762"/>
            <a:chOff x="925" y="527"/>
            <a:chExt cx="3946" cy="1763"/>
          </a:xfrm>
        </p:grpSpPr>
        <p:grpSp>
          <p:nvGrpSpPr>
            <p:cNvPr id="446481" name="Group 41">
              <a:extLst>
                <a:ext uri="{FF2B5EF4-FFF2-40B4-BE49-F238E27FC236}">
                  <a16:creationId xmlns:a16="http://schemas.microsoft.com/office/drawing/2014/main" id="{565CC57C-222A-4010-B031-FD4E1CD673E4}"/>
                </a:ext>
              </a:extLst>
            </p:cNvPr>
            <p:cNvGrpSpPr>
              <a:grpSpLocks/>
            </p:cNvGrpSpPr>
            <p:nvPr/>
          </p:nvGrpSpPr>
          <p:grpSpPr bwMode="auto">
            <a:xfrm>
              <a:off x="1156" y="527"/>
              <a:ext cx="3357" cy="1452"/>
              <a:chOff x="1140" y="532"/>
              <a:chExt cx="3085" cy="1401"/>
            </a:xfrm>
          </p:grpSpPr>
          <p:sp>
            <p:nvSpPr>
              <p:cNvPr id="446483" name="AutoShape 6">
                <a:extLst>
                  <a:ext uri="{FF2B5EF4-FFF2-40B4-BE49-F238E27FC236}">
                    <a16:creationId xmlns:a16="http://schemas.microsoft.com/office/drawing/2014/main" id="{F02E7717-FEC8-49F2-837E-C2FDA9AAE2D3}"/>
                  </a:ext>
                </a:extLst>
              </p:cNvPr>
              <p:cNvSpPr>
                <a:spLocks noChangeArrowheads="1"/>
              </p:cNvSpPr>
              <p:nvPr/>
            </p:nvSpPr>
            <p:spPr bwMode="auto">
              <a:xfrm rot="5400000">
                <a:off x="3101" y="662"/>
                <a:ext cx="447" cy="625"/>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484" name="Rectangle 7">
                <a:extLst>
                  <a:ext uri="{FF2B5EF4-FFF2-40B4-BE49-F238E27FC236}">
                    <a16:creationId xmlns:a16="http://schemas.microsoft.com/office/drawing/2014/main" id="{99222F5A-0D83-453B-912B-A12559A636D0}"/>
                  </a:ext>
                </a:extLst>
              </p:cNvPr>
              <p:cNvSpPr>
                <a:spLocks noChangeArrowheads="1"/>
              </p:cNvSpPr>
              <p:nvPr/>
            </p:nvSpPr>
            <p:spPr bwMode="auto">
              <a:xfrm>
                <a:off x="3054" y="869"/>
                <a:ext cx="313"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i="1">
                    <a:solidFill>
                      <a:srgbClr val="000000"/>
                    </a:solidFill>
                    <a:ea typeface="宋体" panose="02010600030101010101" pitchFamily="2" charset="-122"/>
                  </a:rPr>
                  <a:t>－</a:t>
                </a:r>
                <a:r>
                  <a:rPr kumimoji="0" lang="en-US" altLang="zh-CN" sz="2000" i="1">
                    <a:solidFill>
                      <a:srgbClr val="000000"/>
                    </a:solidFill>
                    <a:ea typeface="宋体" panose="02010600030101010101" pitchFamily="2" charset="-122"/>
                  </a:rPr>
                  <a:t>A</a:t>
                </a:r>
                <a:r>
                  <a:rPr kumimoji="0" lang="en-US" altLang="zh-CN" sz="2000" baseline="-25000">
                    <a:solidFill>
                      <a:srgbClr val="000000"/>
                    </a:solidFill>
                    <a:ea typeface="宋体" panose="02010600030101010101" pitchFamily="2" charset="-122"/>
                  </a:rPr>
                  <a:t>0</a:t>
                </a:r>
                <a:endParaRPr kumimoji="0" lang="en-US" altLang="zh-CN" sz="2000" i="1">
                  <a:solidFill>
                    <a:srgbClr val="000000"/>
                  </a:solidFill>
                  <a:ea typeface="宋体" panose="02010600030101010101" pitchFamily="2" charset="-122"/>
                </a:endParaRPr>
              </a:p>
            </p:txBody>
          </p:sp>
          <p:sp>
            <p:nvSpPr>
              <p:cNvPr id="446485" name="Line 8">
                <a:extLst>
                  <a:ext uri="{FF2B5EF4-FFF2-40B4-BE49-F238E27FC236}">
                    <a16:creationId xmlns:a16="http://schemas.microsoft.com/office/drawing/2014/main" id="{99DC73E9-6DF7-4AA1-B413-626D2776ED0E}"/>
                  </a:ext>
                </a:extLst>
              </p:cNvPr>
              <p:cNvSpPr>
                <a:spLocks noChangeShapeType="1"/>
              </p:cNvSpPr>
              <p:nvPr/>
            </p:nvSpPr>
            <p:spPr bwMode="auto">
              <a:xfrm>
                <a:off x="3637" y="970"/>
                <a:ext cx="2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6486" name="Oval 9">
                <a:extLst>
                  <a:ext uri="{FF2B5EF4-FFF2-40B4-BE49-F238E27FC236}">
                    <a16:creationId xmlns:a16="http://schemas.microsoft.com/office/drawing/2014/main" id="{B3539FF4-F80A-4CBC-9D0F-5ABABCB6AE61}"/>
                  </a:ext>
                </a:extLst>
              </p:cNvPr>
              <p:cNvSpPr>
                <a:spLocks noChangeArrowheads="1"/>
              </p:cNvSpPr>
              <p:nvPr/>
            </p:nvSpPr>
            <p:spPr bwMode="auto">
              <a:xfrm>
                <a:off x="3929" y="972"/>
                <a:ext cx="48" cy="48"/>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487" name="Freeform 10">
                <a:extLst>
                  <a:ext uri="{FF2B5EF4-FFF2-40B4-BE49-F238E27FC236}">
                    <a16:creationId xmlns:a16="http://schemas.microsoft.com/office/drawing/2014/main" id="{13A8FA2E-17CE-4F88-B084-BCCD9DBAB681}"/>
                  </a:ext>
                </a:extLst>
              </p:cNvPr>
              <p:cNvSpPr>
                <a:spLocks/>
              </p:cNvSpPr>
              <p:nvPr/>
            </p:nvSpPr>
            <p:spPr bwMode="auto">
              <a:xfrm>
                <a:off x="1370" y="964"/>
                <a:ext cx="2571" cy="938"/>
              </a:xfrm>
              <a:custGeom>
                <a:avLst/>
                <a:gdLst>
                  <a:gd name="T0" fmla="*/ 6224 w 2426"/>
                  <a:gd name="T1" fmla="*/ 0 h 872"/>
                  <a:gd name="T2" fmla="*/ 0 w 2426"/>
                  <a:gd name="T3" fmla="*/ 0 h 872"/>
                  <a:gd name="T4" fmla="*/ 2 w 2426"/>
                  <a:gd name="T5" fmla="*/ 5018 h 872"/>
                  <a:gd name="T6" fmla="*/ 9775 w 2426"/>
                  <a:gd name="T7" fmla="*/ 5018 h 872"/>
                  <a:gd name="T8" fmla="*/ 0 60000 65536"/>
                  <a:gd name="T9" fmla="*/ 0 60000 65536"/>
                  <a:gd name="T10" fmla="*/ 0 60000 65536"/>
                  <a:gd name="T11" fmla="*/ 0 60000 65536"/>
                  <a:gd name="T12" fmla="*/ 0 w 2426"/>
                  <a:gd name="T13" fmla="*/ 0 h 872"/>
                  <a:gd name="T14" fmla="*/ 2426 w 2426"/>
                  <a:gd name="T15" fmla="*/ 872 h 872"/>
                </a:gdLst>
                <a:ahLst/>
                <a:cxnLst>
                  <a:cxn ang="T8">
                    <a:pos x="T0" y="T1"/>
                  </a:cxn>
                  <a:cxn ang="T9">
                    <a:pos x="T2" y="T3"/>
                  </a:cxn>
                  <a:cxn ang="T10">
                    <a:pos x="T4" y="T5"/>
                  </a:cxn>
                  <a:cxn ang="T11">
                    <a:pos x="T6" y="T7"/>
                  </a:cxn>
                </a:cxnLst>
                <a:rect l="T12" t="T13" r="T14" b="T15"/>
                <a:pathLst>
                  <a:path w="2426" h="872">
                    <a:moveTo>
                      <a:pt x="1545" y="0"/>
                    </a:moveTo>
                    <a:lnTo>
                      <a:pt x="0" y="0"/>
                    </a:lnTo>
                    <a:lnTo>
                      <a:pt x="2" y="872"/>
                    </a:lnTo>
                    <a:lnTo>
                      <a:pt x="2426" y="87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6488" name="Line 11">
                <a:extLst>
                  <a:ext uri="{FF2B5EF4-FFF2-40B4-BE49-F238E27FC236}">
                    <a16:creationId xmlns:a16="http://schemas.microsoft.com/office/drawing/2014/main" id="{AEAA0B56-767A-4461-9940-4A0F7F3E58F1}"/>
                  </a:ext>
                </a:extLst>
              </p:cNvPr>
              <p:cNvSpPr>
                <a:spLocks noChangeShapeType="1"/>
              </p:cNvSpPr>
              <p:nvPr/>
            </p:nvSpPr>
            <p:spPr bwMode="auto">
              <a:xfrm>
                <a:off x="1682" y="969"/>
                <a:ext cx="1" cy="9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6489" name="Line 12">
                <a:extLst>
                  <a:ext uri="{FF2B5EF4-FFF2-40B4-BE49-F238E27FC236}">
                    <a16:creationId xmlns:a16="http://schemas.microsoft.com/office/drawing/2014/main" id="{7EDCC283-0386-4483-AAC2-D4E12F0222A9}"/>
                  </a:ext>
                </a:extLst>
              </p:cNvPr>
              <p:cNvSpPr>
                <a:spLocks noChangeShapeType="1"/>
              </p:cNvSpPr>
              <p:nvPr/>
            </p:nvSpPr>
            <p:spPr bwMode="auto">
              <a:xfrm>
                <a:off x="2628" y="964"/>
                <a:ext cx="1" cy="9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6490" name="Oval 13">
                <a:extLst>
                  <a:ext uri="{FF2B5EF4-FFF2-40B4-BE49-F238E27FC236}">
                    <a16:creationId xmlns:a16="http://schemas.microsoft.com/office/drawing/2014/main" id="{ECD5196F-FF06-4339-8AD9-87F24DFC0B3D}"/>
                  </a:ext>
                </a:extLst>
              </p:cNvPr>
              <p:cNvSpPr>
                <a:spLocks noChangeArrowheads="1"/>
              </p:cNvSpPr>
              <p:nvPr/>
            </p:nvSpPr>
            <p:spPr bwMode="auto">
              <a:xfrm rot="5400000">
                <a:off x="1255" y="1282"/>
                <a:ext cx="262" cy="250"/>
              </a:xfrm>
              <a:prstGeom prst="ellipse">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491" name="Line 14">
                <a:extLst>
                  <a:ext uri="{FF2B5EF4-FFF2-40B4-BE49-F238E27FC236}">
                    <a16:creationId xmlns:a16="http://schemas.microsoft.com/office/drawing/2014/main" id="{B7070548-4A8E-4E1A-AA36-79BA6521B862}"/>
                  </a:ext>
                </a:extLst>
              </p:cNvPr>
              <p:cNvSpPr>
                <a:spLocks noChangeShapeType="1"/>
              </p:cNvSpPr>
              <p:nvPr/>
            </p:nvSpPr>
            <p:spPr bwMode="auto">
              <a:xfrm rot="5400000" flipH="1">
                <a:off x="1365" y="1303"/>
                <a:ext cx="0" cy="20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6492" name="Rectangle 15">
                <a:extLst>
                  <a:ext uri="{FF2B5EF4-FFF2-40B4-BE49-F238E27FC236}">
                    <a16:creationId xmlns:a16="http://schemas.microsoft.com/office/drawing/2014/main" id="{3275842A-9C47-42E2-9909-C57839D88E84}"/>
                  </a:ext>
                </a:extLst>
              </p:cNvPr>
              <p:cNvSpPr>
                <a:spLocks noChangeArrowheads="1"/>
              </p:cNvSpPr>
              <p:nvPr/>
            </p:nvSpPr>
            <p:spPr bwMode="auto">
              <a:xfrm>
                <a:off x="1641" y="1276"/>
                <a:ext cx="79" cy="320"/>
              </a:xfrm>
              <a:prstGeom prst="rect">
                <a:avLst/>
              </a:prstGeom>
              <a:solidFill>
                <a:schemeClr val="bg1"/>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493" name="Rectangle 16">
                <a:extLst>
                  <a:ext uri="{FF2B5EF4-FFF2-40B4-BE49-F238E27FC236}">
                    <a16:creationId xmlns:a16="http://schemas.microsoft.com/office/drawing/2014/main" id="{70E98254-9CB3-40FC-9741-FE08DF5CBED4}"/>
                  </a:ext>
                </a:extLst>
              </p:cNvPr>
              <p:cNvSpPr>
                <a:spLocks noChangeArrowheads="1"/>
              </p:cNvSpPr>
              <p:nvPr/>
            </p:nvSpPr>
            <p:spPr bwMode="auto">
              <a:xfrm>
                <a:off x="2595" y="1276"/>
                <a:ext cx="79" cy="319"/>
              </a:xfrm>
              <a:prstGeom prst="rect">
                <a:avLst/>
              </a:prstGeom>
              <a:solidFill>
                <a:schemeClr val="bg1"/>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494" name="Rectangle 17">
                <a:extLst>
                  <a:ext uri="{FF2B5EF4-FFF2-40B4-BE49-F238E27FC236}">
                    <a16:creationId xmlns:a16="http://schemas.microsoft.com/office/drawing/2014/main" id="{CE356921-9C58-4874-8192-2C25284E44CF}"/>
                  </a:ext>
                </a:extLst>
              </p:cNvPr>
              <p:cNvSpPr>
                <a:spLocks noChangeArrowheads="1"/>
              </p:cNvSpPr>
              <p:nvPr/>
            </p:nvSpPr>
            <p:spPr bwMode="auto">
              <a:xfrm>
                <a:off x="1970" y="1539"/>
                <a:ext cx="24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46495" name="Rectangle 18">
                <a:extLst>
                  <a:ext uri="{FF2B5EF4-FFF2-40B4-BE49-F238E27FC236}">
                    <a16:creationId xmlns:a16="http://schemas.microsoft.com/office/drawing/2014/main" id="{CE309E7F-F230-4E3E-B0D1-4754DB2A4D4D}"/>
                  </a:ext>
                </a:extLst>
              </p:cNvPr>
              <p:cNvSpPr>
                <a:spLocks noChangeArrowheads="1"/>
              </p:cNvSpPr>
              <p:nvPr/>
            </p:nvSpPr>
            <p:spPr bwMode="auto">
              <a:xfrm>
                <a:off x="1761" y="1539"/>
                <a:ext cx="24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46496" name="Rectangle 19">
                <a:extLst>
                  <a:ext uri="{FF2B5EF4-FFF2-40B4-BE49-F238E27FC236}">
                    <a16:creationId xmlns:a16="http://schemas.microsoft.com/office/drawing/2014/main" id="{A38647BF-40AE-4270-A38F-8D241509588F}"/>
                  </a:ext>
                </a:extLst>
              </p:cNvPr>
              <p:cNvSpPr>
                <a:spLocks noChangeArrowheads="1"/>
              </p:cNvSpPr>
              <p:nvPr/>
            </p:nvSpPr>
            <p:spPr bwMode="auto">
              <a:xfrm>
                <a:off x="2678" y="1539"/>
                <a:ext cx="24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i="1">
                    <a:solidFill>
                      <a:srgbClr val="000000"/>
                    </a:solidFill>
                    <a:ea typeface="宋体" panose="02010600030101010101" pitchFamily="2" charset="-122"/>
                    <a:cs typeface="Times New Roman" panose="02020603050405020304" pitchFamily="18" charset="0"/>
                  </a:rPr>
                  <a:t>'</a:t>
                </a:r>
              </a:p>
            </p:txBody>
          </p:sp>
          <p:sp>
            <p:nvSpPr>
              <p:cNvPr id="446497" name="Rectangle 20">
                <a:extLst>
                  <a:ext uri="{FF2B5EF4-FFF2-40B4-BE49-F238E27FC236}">
                    <a16:creationId xmlns:a16="http://schemas.microsoft.com/office/drawing/2014/main" id="{D65CBA8F-873E-456C-A42F-C73556964E58}"/>
                  </a:ext>
                </a:extLst>
              </p:cNvPr>
              <p:cNvSpPr>
                <a:spLocks noChangeArrowheads="1"/>
              </p:cNvSpPr>
              <p:nvPr/>
            </p:nvSpPr>
            <p:spPr bwMode="auto">
              <a:xfrm>
                <a:off x="2970" y="1539"/>
                <a:ext cx="249"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i="1">
                    <a:solidFill>
                      <a:srgbClr val="000000"/>
                    </a:solidFill>
                    <a:ea typeface="宋体" panose="02010600030101010101" pitchFamily="2" charset="-122"/>
                    <a:cs typeface="Times New Roman" panose="02020603050405020304" pitchFamily="18" charset="0"/>
                  </a:rPr>
                  <a:t>'</a:t>
                </a:r>
                <a:endParaRPr kumimoji="0" lang="en-US" altLang="zh-CN" sz="2000">
                  <a:solidFill>
                    <a:srgbClr val="000000"/>
                  </a:solidFill>
                  <a:ea typeface="宋体" panose="02010600030101010101" pitchFamily="2" charset="-122"/>
                  <a:cs typeface="Times New Roman" panose="02020603050405020304" pitchFamily="18" charset="0"/>
                </a:endParaRPr>
              </a:p>
            </p:txBody>
          </p:sp>
          <p:sp>
            <p:nvSpPr>
              <p:cNvPr id="446498" name="Rectangle 21">
                <a:extLst>
                  <a:ext uri="{FF2B5EF4-FFF2-40B4-BE49-F238E27FC236}">
                    <a16:creationId xmlns:a16="http://schemas.microsoft.com/office/drawing/2014/main" id="{2B51E63B-161B-403D-B80F-F6670D9B525C}"/>
                  </a:ext>
                </a:extLst>
              </p:cNvPr>
              <p:cNvSpPr>
                <a:spLocks noChangeArrowheads="1"/>
              </p:cNvSpPr>
              <p:nvPr/>
            </p:nvSpPr>
            <p:spPr bwMode="auto">
              <a:xfrm>
                <a:off x="3885" y="1309"/>
                <a:ext cx="34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SC</a:t>
                </a:r>
                <a:endParaRPr kumimoji="0" lang="en-US" altLang="zh-CN" sz="2000">
                  <a:solidFill>
                    <a:srgbClr val="000000"/>
                  </a:solidFill>
                  <a:ea typeface="宋体" panose="02010600030101010101" pitchFamily="2" charset="-122"/>
                </a:endParaRPr>
              </a:p>
            </p:txBody>
          </p:sp>
          <p:sp>
            <p:nvSpPr>
              <p:cNvPr id="446499" name="Oval 22">
                <a:extLst>
                  <a:ext uri="{FF2B5EF4-FFF2-40B4-BE49-F238E27FC236}">
                    <a16:creationId xmlns:a16="http://schemas.microsoft.com/office/drawing/2014/main" id="{4F2AE146-9DDF-48FE-B5A6-021B45E8517F}"/>
                  </a:ext>
                </a:extLst>
              </p:cNvPr>
              <p:cNvSpPr>
                <a:spLocks noChangeArrowheads="1"/>
              </p:cNvSpPr>
              <p:nvPr/>
            </p:nvSpPr>
            <p:spPr bwMode="auto">
              <a:xfrm>
                <a:off x="3929" y="1875"/>
                <a:ext cx="47" cy="48"/>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00" name="Rectangle 23">
                <a:extLst>
                  <a:ext uri="{FF2B5EF4-FFF2-40B4-BE49-F238E27FC236}">
                    <a16:creationId xmlns:a16="http://schemas.microsoft.com/office/drawing/2014/main" id="{9A77165A-0EB2-4F25-94DB-614663D7B9EB}"/>
                  </a:ext>
                </a:extLst>
              </p:cNvPr>
              <p:cNvSpPr>
                <a:spLocks noChangeArrowheads="1"/>
              </p:cNvSpPr>
              <p:nvPr/>
            </p:nvSpPr>
            <p:spPr bwMode="auto">
              <a:xfrm>
                <a:off x="2512" y="532"/>
                <a:ext cx="24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a:t>
                </a:r>
                <a:endParaRPr kumimoji="0" lang="en-US" altLang="zh-CN" sz="2000">
                  <a:solidFill>
                    <a:srgbClr val="000000"/>
                  </a:solidFill>
                  <a:ea typeface="宋体" panose="02010600030101010101" pitchFamily="2" charset="-122"/>
                </a:endParaRPr>
              </a:p>
            </p:txBody>
          </p:sp>
          <p:sp>
            <p:nvSpPr>
              <p:cNvPr id="446501" name="Oval 24">
                <a:extLst>
                  <a:ext uri="{FF2B5EF4-FFF2-40B4-BE49-F238E27FC236}">
                    <a16:creationId xmlns:a16="http://schemas.microsoft.com/office/drawing/2014/main" id="{CFD176B6-2EB9-48B0-A007-59D18703004D}"/>
                  </a:ext>
                </a:extLst>
              </p:cNvPr>
              <p:cNvSpPr>
                <a:spLocks noChangeArrowheads="1"/>
              </p:cNvSpPr>
              <p:nvPr/>
            </p:nvSpPr>
            <p:spPr bwMode="auto">
              <a:xfrm>
                <a:off x="2303" y="936"/>
                <a:ext cx="47" cy="49"/>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02" name="Oval 25">
                <a:extLst>
                  <a:ext uri="{FF2B5EF4-FFF2-40B4-BE49-F238E27FC236}">
                    <a16:creationId xmlns:a16="http://schemas.microsoft.com/office/drawing/2014/main" id="{808C1C49-E3DC-40DC-BE7C-E83675BCE7C7}"/>
                  </a:ext>
                </a:extLst>
              </p:cNvPr>
              <p:cNvSpPr>
                <a:spLocks noChangeArrowheads="1"/>
              </p:cNvSpPr>
              <p:nvPr/>
            </p:nvSpPr>
            <p:spPr bwMode="auto">
              <a:xfrm>
                <a:off x="2303" y="1875"/>
                <a:ext cx="47" cy="49"/>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03" name="Rectangle 26">
                <a:extLst>
                  <a:ext uri="{FF2B5EF4-FFF2-40B4-BE49-F238E27FC236}">
                    <a16:creationId xmlns:a16="http://schemas.microsoft.com/office/drawing/2014/main" id="{221C9024-826D-4200-AE85-B631574D233B}"/>
                  </a:ext>
                </a:extLst>
              </p:cNvPr>
              <p:cNvSpPr>
                <a:spLocks noChangeArrowheads="1"/>
              </p:cNvSpPr>
              <p:nvPr/>
            </p:nvSpPr>
            <p:spPr bwMode="auto">
              <a:xfrm>
                <a:off x="1140" y="1110"/>
                <a:ext cx="24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q</a:t>
                </a:r>
                <a:endParaRPr kumimoji="0" lang="en-US" altLang="zh-CN" sz="2000">
                  <a:solidFill>
                    <a:srgbClr val="000000"/>
                  </a:solidFill>
                  <a:ea typeface="宋体" panose="02010600030101010101" pitchFamily="2" charset="-122"/>
                </a:endParaRPr>
              </a:p>
            </p:txBody>
          </p:sp>
          <p:sp>
            <p:nvSpPr>
              <p:cNvPr id="446504" name="Oval 27">
                <a:extLst>
                  <a:ext uri="{FF2B5EF4-FFF2-40B4-BE49-F238E27FC236}">
                    <a16:creationId xmlns:a16="http://schemas.microsoft.com/office/drawing/2014/main" id="{A582C16E-7FF1-4D2F-AE5C-67CD4D1B1BAA}"/>
                  </a:ext>
                </a:extLst>
              </p:cNvPr>
              <p:cNvSpPr>
                <a:spLocks noChangeArrowheads="1"/>
              </p:cNvSpPr>
              <p:nvPr/>
            </p:nvSpPr>
            <p:spPr bwMode="auto">
              <a:xfrm>
                <a:off x="1970" y="1876"/>
                <a:ext cx="54" cy="54"/>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05" name="Line 28">
                <a:extLst>
                  <a:ext uri="{FF2B5EF4-FFF2-40B4-BE49-F238E27FC236}">
                    <a16:creationId xmlns:a16="http://schemas.microsoft.com/office/drawing/2014/main" id="{0A73E34C-F281-49E3-B94F-9ABC074F39EF}"/>
                  </a:ext>
                </a:extLst>
              </p:cNvPr>
              <p:cNvSpPr>
                <a:spLocks noChangeShapeType="1"/>
              </p:cNvSpPr>
              <p:nvPr/>
            </p:nvSpPr>
            <p:spPr bwMode="auto">
              <a:xfrm>
                <a:off x="1928" y="1424"/>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06" name="Line 29">
                <a:extLst>
                  <a:ext uri="{FF2B5EF4-FFF2-40B4-BE49-F238E27FC236}">
                    <a16:creationId xmlns:a16="http://schemas.microsoft.com/office/drawing/2014/main" id="{1A3A6EC4-DF23-48D1-86E6-76A9A00DF272}"/>
                  </a:ext>
                </a:extLst>
              </p:cNvPr>
              <p:cNvSpPr>
                <a:spLocks noChangeShapeType="1"/>
              </p:cNvSpPr>
              <p:nvPr/>
            </p:nvSpPr>
            <p:spPr bwMode="auto">
              <a:xfrm>
                <a:off x="1936" y="1495"/>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07" name="Line 30">
                <a:extLst>
                  <a:ext uri="{FF2B5EF4-FFF2-40B4-BE49-F238E27FC236}">
                    <a16:creationId xmlns:a16="http://schemas.microsoft.com/office/drawing/2014/main" id="{690D51F9-5A67-4ED1-A691-517B3C8F5448}"/>
                  </a:ext>
                </a:extLst>
              </p:cNvPr>
              <p:cNvSpPr>
                <a:spLocks noChangeShapeType="1"/>
              </p:cNvSpPr>
              <p:nvPr/>
            </p:nvSpPr>
            <p:spPr bwMode="auto">
              <a:xfrm>
                <a:off x="2012" y="1495"/>
                <a:ext cx="0" cy="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08" name="Line 31">
                <a:extLst>
                  <a:ext uri="{FF2B5EF4-FFF2-40B4-BE49-F238E27FC236}">
                    <a16:creationId xmlns:a16="http://schemas.microsoft.com/office/drawing/2014/main" id="{615DC0C1-250E-4A2B-B6DD-D522F2260D88}"/>
                  </a:ext>
                </a:extLst>
              </p:cNvPr>
              <p:cNvSpPr>
                <a:spLocks noChangeShapeType="1"/>
              </p:cNvSpPr>
              <p:nvPr/>
            </p:nvSpPr>
            <p:spPr bwMode="auto">
              <a:xfrm>
                <a:off x="2012" y="979"/>
                <a:ext cx="0" cy="4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09" name="Oval 32">
                <a:extLst>
                  <a:ext uri="{FF2B5EF4-FFF2-40B4-BE49-F238E27FC236}">
                    <a16:creationId xmlns:a16="http://schemas.microsoft.com/office/drawing/2014/main" id="{B673DABE-7CB5-49E5-8F89-F822E0BA3564}"/>
                  </a:ext>
                </a:extLst>
              </p:cNvPr>
              <p:cNvSpPr>
                <a:spLocks noChangeArrowheads="1"/>
              </p:cNvSpPr>
              <p:nvPr/>
            </p:nvSpPr>
            <p:spPr bwMode="auto">
              <a:xfrm>
                <a:off x="1970" y="934"/>
                <a:ext cx="54" cy="54"/>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10" name="Oval 33">
                <a:extLst>
                  <a:ext uri="{FF2B5EF4-FFF2-40B4-BE49-F238E27FC236}">
                    <a16:creationId xmlns:a16="http://schemas.microsoft.com/office/drawing/2014/main" id="{DD8B89A0-94B1-461D-898E-BFCC0177ED9F}"/>
                  </a:ext>
                </a:extLst>
              </p:cNvPr>
              <p:cNvSpPr>
                <a:spLocks noChangeArrowheads="1"/>
              </p:cNvSpPr>
              <p:nvPr/>
            </p:nvSpPr>
            <p:spPr bwMode="auto">
              <a:xfrm>
                <a:off x="1678" y="938"/>
                <a:ext cx="47" cy="49"/>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11" name="Oval 34">
                <a:extLst>
                  <a:ext uri="{FF2B5EF4-FFF2-40B4-BE49-F238E27FC236}">
                    <a16:creationId xmlns:a16="http://schemas.microsoft.com/office/drawing/2014/main" id="{D5EF64F5-6647-45E3-BAC3-1CBD64206C91}"/>
                  </a:ext>
                </a:extLst>
              </p:cNvPr>
              <p:cNvSpPr>
                <a:spLocks noChangeArrowheads="1"/>
              </p:cNvSpPr>
              <p:nvPr/>
            </p:nvSpPr>
            <p:spPr bwMode="auto">
              <a:xfrm>
                <a:off x="1678" y="1885"/>
                <a:ext cx="48" cy="48"/>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12" name="Oval 35">
                <a:extLst>
                  <a:ext uri="{FF2B5EF4-FFF2-40B4-BE49-F238E27FC236}">
                    <a16:creationId xmlns:a16="http://schemas.microsoft.com/office/drawing/2014/main" id="{E107C8E3-7E14-4DC0-AB17-77CC6AE1C38D}"/>
                  </a:ext>
                </a:extLst>
              </p:cNvPr>
              <p:cNvSpPr>
                <a:spLocks noChangeArrowheads="1"/>
              </p:cNvSpPr>
              <p:nvPr/>
            </p:nvSpPr>
            <p:spPr bwMode="auto">
              <a:xfrm>
                <a:off x="2875" y="1876"/>
                <a:ext cx="54" cy="54"/>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13" name="Line 36">
                <a:extLst>
                  <a:ext uri="{FF2B5EF4-FFF2-40B4-BE49-F238E27FC236}">
                    <a16:creationId xmlns:a16="http://schemas.microsoft.com/office/drawing/2014/main" id="{25B35C85-C949-4F25-82DC-4B857F6DE587}"/>
                  </a:ext>
                </a:extLst>
              </p:cNvPr>
              <p:cNvSpPr>
                <a:spLocks noChangeShapeType="1"/>
              </p:cNvSpPr>
              <p:nvPr/>
            </p:nvSpPr>
            <p:spPr bwMode="auto">
              <a:xfrm>
                <a:off x="2818" y="1424"/>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14" name="Line 37">
                <a:extLst>
                  <a:ext uri="{FF2B5EF4-FFF2-40B4-BE49-F238E27FC236}">
                    <a16:creationId xmlns:a16="http://schemas.microsoft.com/office/drawing/2014/main" id="{26DC3DD9-5396-4A04-8C1A-8590B83724F0}"/>
                  </a:ext>
                </a:extLst>
              </p:cNvPr>
              <p:cNvSpPr>
                <a:spLocks noChangeShapeType="1"/>
              </p:cNvSpPr>
              <p:nvPr/>
            </p:nvSpPr>
            <p:spPr bwMode="auto">
              <a:xfrm>
                <a:off x="2818" y="1476"/>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15" name="Line 38">
                <a:extLst>
                  <a:ext uri="{FF2B5EF4-FFF2-40B4-BE49-F238E27FC236}">
                    <a16:creationId xmlns:a16="http://schemas.microsoft.com/office/drawing/2014/main" id="{9B80AA58-060E-4404-8655-A62337E3FA0A}"/>
                  </a:ext>
                </a:extLst>
              </p:cNvPr>
              <p:cNvSpPr>
                <a:spLocks noChangeShapeType="1"/>
              </p:cNvSpPr>
              <p:nvPr/>
            </p:nvSpPr>
            <p:spPr bwMode="auto">
              <a:xfrm>
                <a:off x="2894" y="1476"/>
                <a:ext cx="0" cy="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16" name="Line 39">
                <a:extLst>
                  <a:ext uri="{FF2B5EF4-FFF2-40B4-BE49-F238E27FC236}">
                    <a16:creationId xmlns:a16="http://schemas.microsoft.com/office/drawing/2014/main" id="{E6082C90-1135-4C2F-B58F-B0706AB1CB83}"/>
                  </a:ext>
                </a:extLst>
              </p:cNvPr>
              <p:cNvSpPr>
                <a:spLocks noChangeShapeType="1"/>
              </p:cNvSpPr>
              <p:nvPr/>
            </p:nvSpPr>
            <p:spPr bwMode="auto">
              <a:xfrm>
                <a:off x="2894" y="960"/>
                <a:ext cx="0" cy="4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17" name="Oval 40">
                <a:extLst>
                  <a:ext uri="{FF2B5EF4-FFF2-40B4-BE49-F238E27FC236}">
                    <a16:creationId xmlns:a16="http://schemas.microsoft.com/office/drawing/2014/main" id="{1190C181-CB9E-48F0-923A-6AFEF08B5DFB}"/>
                  </a:ext>
                </a:extLst>
              </p:cNvPr>
              <p:cNvSpPr>
                <a:spLocks noChangeArrowheads="1"/>
              </p:cNvSpPr>
              <p:nvPr/>
            </p:nvSpPr>
            <p:spPr bwMode="auto">
              <a:xfrm>
                <a:off x="2875" y="934"/>
                <a:ext cx="54" cy="54"/>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pSp>
        <p:sp>
          <p:nvSpPr>
            <p:cNvPr id="446482" name="Text Box 42">
              <a:extLst>
                <a:ext uri="{FF2B5EF4-FFF2-40B4-BE49-F238E27FC236}">
                  <a16:creationId xmlns:a16="http://schemas.microsoft.com/office/drawing/2014/main" id="{A2CC91A9-B8B8-4BBF-B8AA-9B9171E3E5F1}"/>
                </a:ext>
              </a:extLst>
            </p:cNvPr>
            <p:cNvSpPr txBox="1">
              <a:spLocks noChangeArrowheads="1"/>
            </p:cNvSpPr>
            <p:nvPr/>
          </p:nvSpPr>
          <p:spPr bwMode="auto">
            <a:xfrm>
              <a:off x="925" y="2024"/>
              <a:ext cx="39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50000"/>
                </a:spcBef>
                <a:buSzTx/>
                <a:buFontTx/>
                <a:buNone/>
              </a:pPr>
              <a:r>
                <a:rPr kumimoji="0" lang="zh-CN" altLang="en-US" sz="1800">
                  <a:solidFill>
                    <a:srgbClr val="000000"/>
                  </a:solidFill>
                  <a:latin typeface="楷体_GB2312" pitchFamily="49" charset="-122"/>
                </a:rPr>
                <a:t>图</a:t>
              </a:r>
              <a:r>
                <a:rPr kumimoji="0" lang="en-US" altLang="zh-CN" sz="1800">
                  <a:solidFill>
                    <a:srgbClr val="000000"/>
                  </a:solidFill>
                  <a:latin typeface="楷体_GB2312" pitchFamily="49" charset="-122"/>
                </a:rPr>
                <a:t>5-20 </a:t>
              </a:r>
              <a:r>
                <a:rPr kumimoji="0" lang="zh-CN" altLang="en-US" sz="1800">
                  <a:solidFill>
                    <a:srgbClr val="000000"/>
                  </a:solidFill>
                  <a:latin typeface="楷体_GB2312" pitchFamily="49" charset="-122"/>
                </a:rPr>
                <a:t>压电传感器接至电荷放大器的等效电路图</a:t>
              </a:r>
            </a:p>
          </p:txBody>
        </p:sp>
      </p:grpSp>
      <p:sp>
        <p:nvSpPr>
          <p:cNvPr id="446468" name="Text Box 45">
            <a:extLst>
              <a:ext uri="{FF2B5EF4-FFF2-40B4-BE49-F238E27FC236}">
                <a16:creationId xmlns:a16="http://schemas.microsoft.com/office/drawing/2014/main" id="{1337F979-F250-409E-89E2-4C4503B42DDB}"/>
              </a:ext>
            </a:extLst>
          </p:cNvPr>
          <p:cNvSpPr txBox="1">
            <a:spLocks noChangeArrowheads="1"/>
          </p:cNvSpPr>
          <p:nvPr/>
        </p:nvSpPr>
        <p:spPr bwMode="auto">
          <a:xfrm>
            <a:off x="611188" y="4581525"/>
            <a:ext cx="15478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sz="2000">
                <a:solidFill>
                  <a:srgbClr val="000000"/>
                </a:solidFill>
              </a:rPr>
              <a:t>“</a:t>
            </a:r>
            <a:r>
              <a:rPr kumimoji="0" lang="zh-CN" altLang="en-US" sz="2000">
                <a:solidFill>
                  <a:srgbClr val="FF0000"/>
                </a:solidFill>
              </a:rPr>
              <a:t>密勒效应</a:t>
            </a:r>
            <a:r>
              <a:rPr kumimoji="0" lang="zh-CN" altLang="en-US" sz="2000">
                <a:solidFill>
                  <a:srgbClr val="000000"/>
                </a:solidFill>
              </a:rPr>
              <a:t>”</a:t>
            </a:r>
          </a:p>
        </p:txBody>
      </p:sp>
      <p:graphicFrame>
        <p:nvGraphicFramePr>
          <p:cNvPr id="446469" name="Object 46">
            <a:extLst>
              <a:ext uri="{FF2B5EF4-FFF2-40B4-BE49-F238E27FC236}">
                <a16:creationId xmlns:a16="http://schemas.microsoft.com/office/drawing/2014/main" id="{0F0654DA-7E66-45F1-ABF5-EB649C266626}"/>
              </a:ext>
            </a:extLst>
          </p:cNvPr>
          <p:cNvGraphicFramePr>
            <a:graphicFrameLocks noChangeAspect="1"/>
          </p:cNvGraphicFramePr>
          <p:nvPr/>
        </p:nvGraphicFramePr>
        <p:xfrm>
          <a:off x="3203575" y="4724400"/>
          <a:ext cx="2160588" cy="506413"/>
        </p:xfrm>
        <a:graphic>
          <a:graphicData uri="http://schemas.openxmlformats.org/presentationml/2006/ole">
            <mc:AlternateContent xmlns:mc="http://schemas.openxmlformats.org/markup-compatibility/2006">
              <mc:Choice xmlns:v="urn:schemas-microsoft-com:vml" Requires="v">
                <p:oleObj spid="_x0000_s446536" name="Equation" r:id="rId4" imgW="812447" imgH="190417" progId="Equation.DSMT4">
                  <p:embed/>
                </p:oleObj>
              </mc:Choice>
              <mc:Fallback>
                <p:oleObj name="Equation" r:id="rId4" imgW="812447" imgH="190417" progId="Equation.DSMT4">
                  <p:embed/>
                  <p:pic>
                    <p:nvPicPr>
                      <p:cNvPr id="0" name="Object 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575" y="4724400"/>
                        <a:ext cx="2160588"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6470" name="Object 47">
            <a:extLst>
              <a:ext uri="{FF2B5EF4-FFF2-40B4-BE49-F238E27FC236}">
                <a16:creationId xmlns:a16="http://schemas.microsoft.com/office/drawing/2014/main" id="{330CDB1E-7FF6-4019-AD07-E6775D0ECF63}"/>
              </a:ext>
            </a:extLst>
          </p:cNvPr>
          <p:cNvGraphicFramePr>
            <a:graphicFrameLocks noChangeAspect="1"/>
          </p:cNvGraphicFramePr>
          <p:nvPr/>
        </p:nvGraphicFramePr>
        <p:xfrm>
          <a:off x="3203575" y="5589588"/>
          <a:ext cx="2449513" cy="484187"/>
        </p:xfrm>
        <a:graphic>
          <a:graphicData uri="http://schemas.openxmlformats.org/presentationml/2006/ole">
            <mc:AlternateContent xmlns:mc="http://schemas.openxmlformats.org/markup-compatibility/2006">
              <mc:Choice xmlns:v="urn:schemas-microsoft-com:vml" Requires="v">
                <p:oleObj spid="_x0000_s446537" name="Equation" r:id="rId6" imgW="965200" imgH="190500" progId="Equation.DSMT4">
                  <p:embed/>
                </p:oleObj>
              </mc:Choice>
              <mc:Fallback>
                <p:oleObj name="Equation" r:id="rId6" imgW="965200" imgH="190500" progId="Equation.DSMT4">
                  <p:embed/>
                  <p:pic>
                    <p:nvPicPr>
                      <p:cNvPr id="0" name="Object 4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3575" y="5589588"/>
                        <a:ext cx="2449513"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 name="矩形 43">
            <a:extLst>
              <a:ext uri="{FF2B5EF4-FFF2-40B4-BE49-F238E27FC236}">
                <a16:creationId xmlns:a16="http://schemas.microsoft.com/office/drawing/2014/main" id="{0C98F7A9-07D1-432B-B68F-2463897FD691}"/>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5" name="灯片编号占位符 5">
            <a:extLst>
              <a:ext uri="{FF2B5EF4-FFF2-40B4-BE49-F238E27FC236}">
                <a16:creationId xmlns:a16="http://schemas.microsoft.com/office/drawing/2014/main" id="{F43BCB34-63B6-4DE3-AC54-35789AE5EE69}"/>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0B808267-7161-4BBB-90C4-B7EEE2DC3950}" type="slidenum">
              <a:rPr lang="en-US" altLang="zh-CN" sz="1400">
                <a:solidFill>
                  <a:srgbClr val="000000"/>
                </a:solidFill>
                <a:ea typeface="宋体" panose="02010600030101010101" pitchFamily="2" charset="-122"/>
              </a:rPr>
              <a:pPr eaLnBrk="1" hangingPunct="1"/>
              <a:t>65</a:t>
            </a:fld>
            <a:endParaRPr lang="en-US" altLang="zh-CN" sz="1400">
              <a:solidFill>
                <a:srgbClr val="000000"/>
              </a:solidFill>
              <a:ea typeface="宋体" panose="02010600030101010101" pitchFamily="2" charset="-122"/>
            </a:endParaRPr>
          </a:p>
        </p:txBody>
      </p:sp>
      <p:sp>
        <p:nvSpPr>
          <p:cNvPr id="446473" name="Text Box 4">
            <a:extLst>
              <a:ext uri="{FF2B5EF4-FFF2-40B4-BE49-F238E27FC236}">
                <a16:creationId xmlns:a16="http://schemas.microsoft.com/office/drawing/2014/main" id="{269DAD50-C1B1-4A2B-A965-04486DBD8D86}"/>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压电传感器的前置测量电路（续）</a:t>
            </a:r>
          </a:p>
        </p:txBody>
      </p:sp>
      <p:sp>
        <p:nvSpPr>
          <p:cNvPr id="446474" name="Rectangle 17">
            <a:extLst>
              <a:ext uri="{FF2B5EF4-FFF2-40B4-BE49-F238E27FC236}">
                <a16:creationId xmlns:a16="http://schemas.microsoft.com/office/drawing/2014/main" id="{D93F8DDE-F689-435C-AECE-70E95A8E75AA}"/>
              </a:ext>
            </a:extLst>
          </p:cNvPr>
          <p:cNvSpPr>
            <a:spLocks noChangeArrowheads="1"/>
          </p:cNvSpPr>
          <p:nvPr/>
        </p:nvSpPr>
        <p:spPr bwMode="auto">
          <a:xfrm>
            <a:off x="3492500" y="3141663"/>
            <a:ext cx="4302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c</a:t>
            </a:r>
            <a:endParaRPr kumimoji="0" lang="en-US" altLang="zh-CN" sz="2000">
              <a:solidFill>
                <a:srgbClr val="000000"/>
              </a:solidFill>
              <a:ea typeface="宋体" panose="02010600030101010101" pitchFamily="2" charset="-122"/>
            </a:endParaRPr>
          </a:p>
        </p:txBody>
      </p:sp>
      <p:sp>
        <p:nvSpPr>
          <p:cNvPr id="446475" name="Line 30">
            <a:extLst>
              <a:ext uri="{FF2B5EF4-FFF2-40B4-BE49-F238E27FC236}">
                <a16:creationId xmlns:a16="http://schemas.microsoft.com/office/drawing/2014/main" id="{E2E8F846-86DB-47C6-83C6-5A554EB91683}"/>
              </a:ext>
            </a:extLst>
          </p:cNvPr>
          <p:cNvSpPr>
            <a:spLocks noChangeShapeType="1"/>
          </p:cNvSpPr>
          <p:nvPr/>
        </p:nvSpPr>
        <p:spPr bwMode="auto">
          <a:xfrm>
            <a:off x="3565525" y="3068638"/>
            <a:ext cx="0" cy="679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476" name="Line 31">
            <a:extLst>
              <a:ext uri="{FF2B5EF4-FFF2-40B4-BE49-F238E27FC236}">
                <a16:creationId xmlns:a16="http://schemas.microsoft.com/office/drawing/2014/main" id="{D442E781-0DB9-4C5F-BBFD-AC972ECF589B}"/>
              </a:ext>
            </a:extLst>
          </p:cNvPr>
          <p:cNvSpPr>
            <a:spLocks noChangeShapeType="1"/>
          </p:cNvSpPr>
          <p:nvPr/>
        </p:nvSpPr>
        <p:spPr bwMode="auto">
          <a:xfrm>
            <a:off x="3565525" y="2220913"/>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477" name="Line 28">
            <a:extLst>
              <a:ext uri="{FF2B5EF4-FFF2-40B4-BE49-F238E27FC236}">
                <a16:creationId xmlns:a16="http://schemas.microsoft.com/office/drawing/2014/main" id="{E622ADC2-80EE-462E-8983-F894C906B09A}"/>
              </a:ext>
            </a:extLst>
          </p:cNvPr>
          <p:cNvSpPr>
            <a:spLocks noChangeShapeType="1"/>
          </p:cNvSpPr>
          <p:nvPr/>
        </p:nvSpPr>
        <p:spPr bwMode="auto">
          <a:xfrm>
            <a:off x="3419475" y="3068638"/>
            <a:ext cx="2635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478" name="Line 28">
            <a:extLst>
              <a:ext uri="{FF2B5EF4-FFF2-40B4-BE49-F238E27FC236}">
                <a16:creationId xmlns:a16="http://schemas.microsoft.com/office/drawing/2014/main" id="{8E6D8885-0B78-4F31-B48F-995DF3180A5F}"/>
              </a:ext>
            </a:extLst>
          </p:cNvPr>
          <p:cNvSpPr>
            <a:spLocks noChangeShapeType="1"/>
          </p:cNvSpPr>
          <p:nvPr/>
        </p:nvSpPr>
        <p:spPr bwMode="auto">
          <a:xfrm>
            <a:off x="3419475" y="2924175"/>
            <a:ext cx="2635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479" name="Oval 24">
            <a:extLst>
              <a:ext uri="{FF2B5EF4-FFF2-40B4-BE49-F238E27FC236}">
                <a16:creationId xmlns:a16="http://schemas.microsoft.com/office/drawing/2014/main" id="{7A318841-E951-46F1-B76E-7A492E23D065}"/>
              </a:ext>
            </a:extLst>
          </p:cNvPr>
          <p:cNvSpPr>
            <a:spLocks noChangeArrowheads="1"/>
          </p:cNvSpPr>
          <p:nvPr/>
        </p:nvSpPr>
        <p:spPr bwMode="auto">
          <a:xfrm>
            <a:off x="4059238" y="2133600"/>
            <a:ext cx="80962" cy="79375"/>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480" name="Oval 25">
            <a:extLst>
              <a:ext uri="{FF2B5EF4-FFF2-40B4-BE49-F238E27FC236}">
                <a16:creationId xmlns:a16="http://schemas.microsoft.com/office/drawing/2014/main" id="{2A8A9833-89C0-4D42-A3D6-C082A5DA1F3F}"/>
              </a:ext>
            </a:extLst>
          </p:cNvPr>
          <p:cNvSpPr>
            <a:spLocks noChangeArrowheads="1"/>
          </p:cNvSpPr>
          <p:nvPr/>
        </p:nvSpPr>
        <p:spPr bwMode="auto">
          <a:xfrm>
            <a:off x="4067175" y="3716338"/>
            <a:ext cx="82550" cy="80962"/>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7490" name="Object 4">
            <a:extLst>
              <a:ext uri="{FF2B5EF4-FFF2-40B4-BE49-F238E27FC236}">
                <a16:creationId xmlns:a16="http://schemas.microsoft.com/office/drawing/2014/main" id="{A40E8E14-934D-4A8E-8701-1BE40DDF00F3}"/>
              </a:ext>
            </a:extLst>
          </p:cNvPr>
          <p:cNvGraphicFramePr>
            <a:graphicFrameLocks noChangeAspect="1"/>
          </p:cNvGraphicFramePr>
          <p:nvPr/>
        </p:nvGraphicFramePr>
        <p:xfrm>
          <a:off x="1979613" y="1700213"/>
          <a:ext cx="6045200" cy="1287462"/>
        </p:xfrm>
        <a:graphic>
          <a:graphicData uri="http://schemas.openxmlformats.org/presentationml/2006/ole">
            <mc:AlternateContent xmlns:mc="http://schemas.openxmlformats.org/markup-compatibility/2006">
              <mc:Choice xmlns:v="urn:schemas-microsoft-com:vml" Requires="v">
                <p:oleObj spid="_x0000_s447515" name="Equation" r:id="rId4" imgW="2743200" imgH="584200" progId="Equation.DSMT4">
                  <p:embed/>
                </p:oleObj>
              </mc:Choice>
              <mc:Fallback>
                <p:oleObj name="Equation" r:id="rId4" imgW="2743200" imgH="5842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1700213"/>
                        <a:ext cx="6045200" cy="1287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7491" name="Text Box 5">
            <a:extLst>
              <a:ext uri="{FF2B5EF4-FFF2-40B4-BE49-F238E27FC236}">
                <a16:creationId xmlns:a16="http://schemas.microsoft.com/office/drawing/2014/main" id="{9AC619D3-2242-423D-8154-550F8352BB15}"/>
              </a:ext>
            </a:extLst>
          </p:cNvPr>
          <p:cNvSpPr txBox="1">
            <a:spLocks noChangeArrowheads="1"/>
          </p:cNvSpPr>
          <p:nvPr/>
        </p:nvSpPr>
        <p:spPr bwMode="auto">
          <a:xfrm>
            <a:off x="395288" y="1196975"/>
            <a:ext cx="396081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运放输入电压为</a:t>
            </a:r>
          </a:p>
        </p:txBody>
      </p:sp>
      <p:sp>
        <p:nvSpPr>
          <p:cNvPr id="447492" name="Text Box 6">
            <a:extLst>
              <a:ext uri="{FF2B5EF4-FFF2-40B4-BE49-F238E27FC236}">
                <a16:creationId xmlns:a16="http://schemas.microsoft.com/office/drawing/2014/main" id="{35103424-D89E-4454-BBB9-4F4C589EB462}"/>
              </a:ext>
            </a:extLst>
          </p:cNvPr>
          <p:cNvSpPr txBox="1">
            <a:spLocks noChangeArrowheads="1"/>
          </p:cNvSpPr>
          <p:nvPr/>
        </p:nvSpPr>
        <p:spPr bwMode="auto">
          <a:xfrm>
            <a:off x="395288" y="3284538"/>
            <a:ext cx="396081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运放输出电压为</a:t>
            </a:r>
          </a:p>
        </p:txBody>
      </p:sp>
      <p:graphicFrame>
        <p:nvGraphicFramePr>
          <p:cNvPr id="447493" name="Object 7">
            <a:extLst>
              <a:ext uri="{FF2B5EF4-FFF2-40B4-BE49-F238E27FC236}">
                <a16:creationId xmlns:a16="http://schemas.microsoft.com/office/drawing/2014/main" id="{8723E0FA-92A9-4ED8-9D11-48D640D60C70}"/>
              </a:ext>
            </a:extLst>
          </p:cNvPr>
          <p:cNvGraphicFramePr>
            <a:graphicFrameLocks noChangeAspect="1"/>
          </p:cNvGraphicFramePr>
          <p:nvPr/>
        </p:nvGraphicFramePr>
        <p:xfrm>
          <a:off x="971550" y="4076700"/>
          <a:ext cx="7051675" cy="1260475"/>
        </p:xfrm>
        <a:graphic>
          <a:graphicData uri="http://schemas.openxmlformats.org/presentationml/2006/ole">
            <mc:AlternateContent xmlns:mc="http://schemas.openxmlformats.org/markup-compatibility/2006">
              <mc:Choice xmlns:v="urn:schemas-microsoft-com:vml" Requires="v">
                <p:oleObj spid="_x0000_s447516" name="Equation" r:id="rId6" imgW="3263900" imgH="584200" progId="Equation.DSMT4">
                  <p:embed/>
                </p:oleObj>
              </mc:Choice>
              <mc:Fallback>
                <p:oleObj name="Equation" r:id="rId6" imgW="3263900" imgH="5842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4076700"/>
                        <a:ext cx="7051675"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矩形 7">
            <a:extLst>
              <a:ext uri="{FF2B5EF4-FFF2-40B4-BE49-F238E27FC236}">
                <a16:creationId xmlns:a16="http://schemas.microsoft.com/office/drawing/2014/main" id="{203C0C71-592A-4935-BF7B-98250D2CD7F4}"/>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灯片编号占位符 5">
            <a:extLst>
              <a:ext uri="{FF2B5EF4-FFF2-40B4-BE49-F238E27FC236}">
                <a16:creationId xmlns:a16="http://schemas.microsoft.com/office/drawing/2014/main" id="{8B25B763-B4F1-47C8-8E7F-ED4273756BE5}"/>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3AD61EBA-900D-4FF2-971F-EEC32D800921}" type="slidenum">
              <a:rPr lang="en-US" altLang="zh-CN" sz="1400">
                <a:solidFill>
                  <a:srgbClr val="000000"/>
                </a:solidFill>
                <a:ea typeface="宋体" panose="02010600030101010101" pitchFamily="2" charset="-122"/>
              </a:rPr>
              <a:pPr eaLnBrk="1" hangingPunct="1"/>
              <a:t>66</a:t>
            </a:fld>
            <a:endParaRPr lang="en-US" altLang="zh-CN" sz="1400">
              <a:solidFill>
                <a:srgbClr val="000000"/>
              </a:solidFill>
              <a:ea typeface="宋体" panose="02010600030101010101" pitchFamily="2" charset="-122"/>
            </a:endParaRPr>
          </a:p>
        </p:txBody>
      </p:sp>
      <p:sp>
        <p:nvSpPr>
          <p:cNvPr id="447496" name="Text Box 4">
            <a:extLst>
              <a:ext uri="{FF2B5EF4-FFF2-40B4-BE49-F238E27FC236}">
                <a16:creationId xmlns:a16="http://schemas.microsoft.com/office/drawing/2014/main" id="{A1304AA9-29BE-49EE-9AE5-B5965813DE4F}"/>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压电传感器的前置测量电路（续）</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Text Box 6">
            <a:extLst>
              <a:ext uri="{FF2B5EF4-FFF2-40B4-BE49-F238E27FC236}">
                <a16:creationId xmlns:a16="http://schemas.microsoft.com/office/drawing/2014/main" id="{0A868FAA-DE28-4B9D-9D36-D606C0771BC8}"/>
              </a:ext>
            </a:extLst>
          </p:cNvPr>
          <p:cNvSpPr txBox="1">
            <a:spLocks noChangeArrowheads="1"/>
          </p:cNvSpPr>
          <p:nvPr/>
        </p:nvSpPr>
        <p:spPr bwMode="auto">
          <a:xfrm>
            <a:off x="611188" y="2420938"/>
            <a:ext cx="28797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90000"/>
              </a:spcBef>
              <a:buClr>
                <a:srgbClr val="B2B2B2"/>
              </a:buClr>
              <a:buSzTx/>
              <a:buFont typeface="Wingdings" panose="05000000000000000000" pitchFamily="2" charset="2"/>
              <a:buNone/>
            </a:pPr>
            <a:r>
              <a:rPr lang="zh-CN" altLang="en-US" sz="2000">
                <a:solidFill>
                  <a:srgbClr val="000000"/>
                </a:solidFill>
              </a:rPr>
              <a:t>当</a:t>
            </a:r>
            <a:r>
              <a:rPr lang="en-US" altLang="zh-CN" sz="2000" i="1">
                <a:solidFill>
                  <a:srgbClr val="000000"/>
                </a:solidFill>
              </a:rPr>
              <a:t>A</a:t>
            </a:r>
            <a:r>
              <a:rPr lang="en-US" altLang="zh-CN" sz="2000" baseline="-25000">
                <a:solidFill>
                  <a:srgbClr val="000000"/>
                </a:solidFill>
              </a:rPr>
              <a:t>0</a:t>
            </a:r>
            <a:r>
              <a:rPr lang="zh-CN" altLang="en-US" sz="2000">
                <a:solidFill>
                  <a:srgbClr val="000000"/>
                </a:solidFill>
              </a:rPr>
              <a:t>足够大时，</a:t>
            </a:r>
            <a:endParaRPr kumimoji="0" lang="zh-CN" altLang="en-US" sz="2000">
              <a:solidFill>
                <a:srgbClr val="000000"/>
              </a:solidFill>
            </a:endParaRPr>
          </a:p>
        </p:txBody>
      </p:sp>
      <p:graphicFrame>
        <p:nvGraphicFramePr>
          <p:cNvPr id="448515" name="Object 7">
            <a:extLst>
              <a:ext uri="{FF2B5EF4-FFF2-40B4-BE49-F238E27FC236}">
                <a16:creationId xmlns:a16="http://schemas.microsoft.com/office/drawing/2014/main" id="{B7EE0087-E4C9-4773-A26D-0165F61769E0}"/>
              </a:ext>
            </a:extLst>
          </p:cNvPr>
          <p:cNvGraphicFramePr>
            <a:graphicFrameLocks noChangeAspect="1"/>
          </p:cNvGraphicFramePr>
          <p:nvPr/>
        </p:nvGraphicFramePr>
        <p:xfrm>
          <a:off x="2411413" y="1196975"/>
          <a:ext cx="3744912" cy="930275"/>
        </p:xfrm>
        <a:graphic>
          <a:graphicData uri="http://schemas.openxmlformats.org/presentationml/2006/ole">
            <mc:AlternateContent xmlns:mc="http://schemas.openxmlformats.org/markup-compatibility/2006">
              <mc:Choice xmlns:v="urn:schemas-microsoft-com:vml" Requires="v">
                <p:oleObj spid="_x0000_s448568" name="公式" r:id="rId4" imgW="1943100" imgH="482600" progId="Equation.3">
                  <p:embed/>
                </p:oleObj>
              </mc:Choice>
              <mc:Fallback>
                <p:oleObj name="公式" r:id="rId4" imgW="1943100" imgH="4826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1196975"/>
                        <a:ext cx="3744912" cy="930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8516" name="Object 8">
            <a:extLst>
              <a:ext uri="{FF2B5EF4-FFF2-40B4-BE49-F238E27FC236}">
                <a16:creationId xmlns:a16="http://schemas.microsoft.com/office/drawing/2014/main" id="{6A2A1E36-07DA-471A-A80B-395C07CCBE5F}"/>
              </a:ext>
            </a:extLst>
          </p:cNvPr>
          <p:cNvGraphicFramePr>
            <a:graphicFrameLocks noChangeAspect="1"/>
          </p:cNvGraphicFramePr>
          <p:nvPr/>
        </p:nvGraphicFramePr>
        <p:xfrm>
          <a:off x="2627313" y="2852738"/>
          <a:ext cx="2887662" cy="930275"/>
        </p:xfrm>
        <a:graphic>
          <a:graphicData uri="http://schemas.openxmlformats.org/presentationml/2006/ole">
            <mc:AlternateContent xmlns:mc="http://schemas.openxmlformats.org/markup-compatibility/2006">
              <mc:Choice xmlns:v="urn:schemas-microsoft-com:vml" Requires="v">
                <p:oleObj spid="_x0000_s448569" name="公式" r:id="rId6" imgW="1497950" imgH="482391" progId="Equation.3">
                  <p:embed/>
                </p:oleObj>
              </mc:Choice>
              <mc:Fallback>
                <p:oleObj name="公式" r:id="rId6" imgW="1497950" imgH="482391"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313" y="2852738"/>
                        <a:ext cx="2887662" cy="930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8517" name="Object 9">
            <a:extLst>
              <a:ext uri="{FF2B5EF4-FFF2-40B4-BE49-F238E27FC236}">
                <a16:creationId xmlns:a16="http://schemas.microsoft.com/office/drawing/2014/main" id="{FFB00210-3CEC-4403-98DE-E612DC655F1B}"/>
              </a:ext>
            </a:extLst>
          </p:cNvPr>
          <p:cNvGraphicFramePr>
            <a:graphicFrameLocks noChangeAspect="1"/>
          </p:cNvGraphicFramePr>
          <p:nvPr/>
        </p:nvGraphicFramePr>
        <p:xfrm>
          <a:off x="4730750" y="4291013"/>
          <a:ext cx="114300" cy="215900"/>
        </p:xfrm>
        <a:graphic>
          <a:graphicData uri="http://schemas.openxmlformats.org/presentationml/2006/ole">
            <mc:AlternateContent xmlns:mc="http://schemas.openxmlformats.org/markup-compatibility/2006">
              <mc:Choice xmlns:v="urn:schemas-microsoft-com:vml" Requires="v">
                <p:oleObj spid="_x0000_s448570" name="公式" r:id="rId8" imgW="114151" imgH="215619" progId="Equation.3">
                  <p:embed/>
                </p:oleObj>
              </mc:Choice>
              <mc:Fallback>
                <p:oleObj name="公式" r:id="rId8" imgW="114151" imgH="215619"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0750" y="4291013"/>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8518" name="Object 10">
            <a:extLst>
              <a:ext uri="{FF2B5EF4-FFF2-40B4-BE49-F238E27FC236}">
                <a16:creationId xmlns:a16="http://schemas.microsoft.com/office/drawing/2014/main" id="{028D6094-08FD-4055-8023-D9E58A42B748}"/>
              </a:ext>
            </a:extLst>
          </p:cNvPr>
          <p:cNvGraphicFramePr>
            <a:graphicFrameLocks noChangeAspect="1"/>
          </p:cNvGraphicFramePr>
          <p:nvPr/>
        </p:nvGraphicFramePr>
        <p:xfrm>
          <a:off x="2312988" y="4508500"/>
          <a:ext cx="5457825" cy="979488"/>
        </p:xfrm>
        <a:graphic>
          <a:graphicData uri="http://schemas.openxmlformats.org/presentationml/2006/ole">
            <mc:AlternateContent xmlns:mc="http://schemas.openxmlformats.org/markup-compatibility/2006">
              <mc:Choice xmlns:v="urn:schemas-microsoft-com:vml" Requires="v">
                <p:oleObj spid="_x0000_s448571" name="Equation" r:id="rId10" imgW="2832100" imgH="508000" progId="Equation.DSMT4">
                  <p:embed/>
                </p:oleObj>
              </mc:Choice>
              <mc:Fallback>
                <p:oleObj name="Equation" r:id="rId10" imgW="2832100" imgH="50800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12988" y="4508500"/>
                        <a:ext cx="5457825" cy="979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8519" name="Object 12">
            <a:extLst>
              <a:ext uri="{FF2B5EF4-FFF2-40B4-BE49-F238E27FC236}">
                <a16:creationId xmlns:a16="http://schemas.microsoft.com/office/drawing/2014/main" id="{8504273D-7B62-4F9B-871A-93ACCF051AD6}"/>
              </a:ext>
            </a:extLst>
          </p:cNvPr>
          <p:cNvGraphicFramePr>
            <a:graphicFrameLocks noChangeAspect="1"/>
          </p:cNvGraphicFramePr>
          <p:nvPr/>
        </p:nvGraphicFramePr>
        <p:xfrm>
          <a:off x="755650" y="4076700"/>
          <a:ext cx="1584325" cy="379413"/>
        </p:xfrm>
        <a:graphic>
          <a:graphicData uri="http://schemas.openxmlformats.org/presentationml/2006/ole">
            <mc:AlternateContent xmlns:mc="http://schemas.openxmlformats.org/markup-compatibility/2006">
              <mc:Choice xmlns:v="urn:schemas-microsoft-com:vml" Requires="v">
                <p:oleObj spid="_x0000_s448572" name="公式" r:id="rId12" imgW="952087" imgH="228501" progId="Equation.3">
                  <p:embed/>
                </p:oleObj>
              </mc:Choice>
              <mc:Fallback>
                <p:oleObj name="公式" r:id="rId12" imgW="952087" imgH="228501"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5650" y="4076700"/>
                        <a:ext cx="1584325"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矩形 22">
            <a:extLst>
              <a:ext uri="{FF2B5EF4-FFF2-40B4-BE49-F238E27FC236}">
                <a16:creationId xmlns:a16="http://schemas.microsoft.com/office/drawing/2014/main" id="{4F20AD0C-253A-4B92-B928-F9482006C534}"/>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4" name="灯片编号占位符 5">
            <a:extLst>
              <a:ext uri="{FF2B5EF4-FFF2-40B4-BE49-F238E27FC236}">
                <a16:creationId xmlns:a16="http://schemas.microsoft.com/office/drawing/2014/main" id="{38032E55-AECC-4F14-92B6-42CC2E1CE95A}"/>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3E80EFFB-5BFA-4DF9-99F1-081A7D0C94DB}" type="slidenum">
              <a:rPr lang="en-US" altLang="zh-CN" sz="1400">
                <a:solidFill>
                  <a:srgbClr val="000000"/>
                </a:solidFill>
                <a:ea typeface="宋体" panose="02010600030101010101" pitchFamily="2" charset="-122"/>
              </a:rPr>
              <a:pPr eaLnBrk="1" hangingPunct="1"/>
              <a:t>67</a:t>
            </a:fld>
            <a:endParaRPr lang="en-US" altLang="zh-CN" sz="1400">
              <a:solidFill>
                <a:srgbClr val="000000"/>
              </a:solidFill>
              <a:ea typeface="宋体" panose="02010600030101010101" pitchFamily="2" charset="-122"/>
            </a:endParaRPr>
          </a:p>
        </p:txBody>
      </p:sp>
      <p:sp>
        <p:nvSpPr>
          <p:cNvPr id="448522" name="Text Box 4">
            <a:extLst>
              <a:ext uri="{FF2B5EF4-FFF2-40B4-BE49-F238E27FC236}">
                <a16:creationId xmlns:a16="http://schemas.microsoft.com/office/drawing/2014/main" id="{5C7915A9-1EB3-4166-ABFE-427EC38160A5}"/>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压电传感器的前置测量电路（续）</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9538" name="Object 9">
            <a:extLst>
              <a:ext uri="{FF2B5EF4-FFF2-40B4-BE49-F238E27FC236}">
                <a16:creationId xmlns:a16="http://schemas.microsoft.com/office/drawing/2014/main" id="{9C1E2625-8BE5-4D8A-9FDC-4ABF376E749B}"/>
              </a:ext>
            </a:extLst>
          </p:cNvPr>
          <p:cNvGraphicFramePr>
            <a:graphicFrameLocks noChangeAspect="1"/>
          </p:cNvGraphicFramePr>
          <p:nvPr/>
        </p:nvGraphicFramePr>
        <p:xfrm>
          <a:off x="4514850" y="3643313"/>
          <a:ext cx="114300" cy="215900"/>
        </p:xfrm>
        <a:graphic>
          <a:graphicData uri="http://schemas.openxmlformats.org/presentationml/2006/ole">
            <mc:AlternateContent xmlns:mc="http://schemas.openxmlformats.org/markup-compatibility/2006">
              <mc:Choice xmlns:v="urn:schemas-microsoft-com:vml" Requires="v">
                <p:oleObj spid="_x0000_s449638" name="公式" r:id="rId4" imgW="114151" imgH="215619" progId="Equation.3">
                  <p:embed/>
                </p:oleObj>
              </mc:Choice>
              <mc:Fallback>
                <p:oleObj name="公式" r:id="rId4" imgW="114151" imgH="215619"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643313"/>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9539" name="Group 15">
            <a:extLst>
              <a:ext uri="{FF2B5EF4-FFF2-40B4-BE49-F238E27FC236}">
                <a16:creationId xmlns:a16="http://schemas.microsoft.com/office/drawing/2014/main" id="{807A5344-88D5-44A9-9DF4-8F37AC7A9D1E}"/>
              </a:ext>
            </a:extLst>
          </p:cNvPr>
          <p:cNvGrpSpPr>
            <a:grpSpLocks/>
          </p:cNvGrpSpPr>
          <p:nvPr/>
        </p:nvGrpSpPr>
        <p:grpSpPr bwMode="auto">
          <a:xfrm>
            <a:off x="539750" y="1916113"/>
            <a:ext cx="4103688" cy="2601912"/>
            <a:chOff x="22" y="2568"/>
            <a:chExt cx="2141" cy="1353"/>
          </a:xfrm>
        </p:grpSpPr>
        <p:grpSp>
          <p:nvGrpSpPr>
            <p:cNvPr id="449573" name="Group 16">
              <a:extLst>
                <a:ext uri="{FF2B5EF4-FFF2-40B4-BE49-F238E27FC236}">
                  <a16:creationId xmlns:a16="http://schemas.microsoft.com/office/drawing/2014/main" id="{E11EA406-98AE-4BD8-B215-5645A4A72E57}"/>
                </a:ext>
              </a:extLst>
            </p:cNvPr>
            <p:cNvGrpSpPr>
              <a:grpSpLocks/>
            </p:cNvGrpSpPr>
            <p:nvPr/>
          </p:nvGrpSpPr>
          <p:grpSpPr bwMode="auto">
            <a:xfrm>
              <a:off x="567" y="2568"/>
              <a:ext cx="1542" cy="1044"/>
              <a:chOff x="431" y="2568"/>
              <a:chExt cx="1542" cy="1044"/>
            </a:xfrm>
          </p:grpSpPr>
          <p:sp>
            <p:nvSpPr>
              <p:cNvPr id="449578" name="Line 17">
                <a:extLst>
                  <a:ext uri="{FF2B5EF4-FFF2-40B4-BE49-F238E27FC236}">
                    <a16:creationId xmlns:a16="http://schemas.microsoft.com/office/drawing/2014/main" id="{5F75DC6C-C05C-4100-AB4C-6C5B34D3C2DA}"/>
                  </a:ext>
                </a:extLst>
              </p:cNvPr>
              <p:cNvSpPr>
                <a:spLocks noChangeShapeType="1"/>
              </p:cNvSpPr>
              <p:nvPr/>
            </p:nvSpPr>
            <p:spPr bwMode="auto">
              <a:xfrm>
                <a:off x="431" y="3612"/>
                <a:ext cx="154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9579" name="Line 18">
                <a:extLst>
                  <a:ext uri="{FF2B5EF4-FFF2-40B4-BE49-F238E27FC236}">
                    <a16:creationId xmlns:a16="http://schemas.microsoft.com/office/drawing/2014/main" id="{678377DE-BF47-440A-B647-976FA0A7D593}"/>
                  </a:ext>
                </a:extLst>
              </p:cNvPr>
              <p:cNvSpPr>
                <a:spLocks noChangeShapeType="1"/>
              </p:cNvSpPr>
              <p:nvPr/>
            </p:nvSpPr>
            <p:spPr bwMode="auto">
              <a:xfrm flipV="1">
                <a:off x="431" y="2568"/>
                <a:ext cx="0" cy="10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9580" name="Line 19">
                <a:extLst>
                  <a:ext uri="{FF2B5EF4-FFF2-40B4-BE49-F238E27FC236}">
                    <a16:creationId xmlns:a16="http://schemas.microsoft.com/office/drawing/2014/main" id="{92D81C1F-A59C-48CB-ADC7-33BB3DFFFB3E}"/>
                  </a:ext>
                </a:extLst>
              </p:cNvPr>
              <p:cNvSpPr>
                <a:spLocks noChangeShapeType="1"/>
              </p:cNvSpPr>
              <p:nvPr/>
            </p:nvSpPr>
            <p:spPr bwMode="auto">
              <a:xfrm flipV="1">
                <a:off x="431" y="3067"/>
                <a:ext cx="362" cy="5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9581" name="Line 20">
                <a:extLst>
                  <a:ext uri="{FF2B5EF4-FFF2-40B4-BE49-F238E27FC236}">
                    <a16:creationId xmlns:a16="http://schemas.microsoft.com/office/drawing/2014/main" id="{C6A20D7C-E49D-494B-9DFC-61D814AB614D}"/>
                  </a:ext>
                </a:extLst>
              </p:cNvPr>
              <p:cNvSpPr>
                <a:spLocks noChangeShapeType="1"/>
              </p:cNvSpPr>
              <p:nvPr/>
            </p:nvSpPr>
            <p:spPr bwMode="auto">
              <a:xfrm>
                <a:off x="793" y="3067"/>
                <a:ext cx="9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9582" name="Line 21">
                <a:extLst>
                  <a:ext uri="{FF2B5EF4-FFF2-40B4-BE49-F238E27FC236}">
                    <a16:creationId xmlns:a16="http://schemas.microsoft.com/office/drawing/2014/main" id="{3B90624F-4D96-477B-97DD-E01A4D8EBE59}"/>
                  </a:ext>
                </a:extLst>
              </p:cNvPr>
              <p:cNvSpPr>
                <a:spLocks noChangeShapeType="1"/>
              </p:cNvSpPr>
              <p:nvPr/>
            </p:nvSpPr>
            <p:spPr bwMode="auto">
              <a:xfrm>
                <a:off x="793" y="3067"/>
                <a:ext cx="0" cy="54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9583" name="Line 22">
                <a:extLst>
                  <a:ext uri="{FF2B5EF4-FFF2-40B4-BE49-F238E27FC236}">
                    <a16:creationId xmlns:a16="http://schemas.microsoft.com/office/drawing/2014/main" id="{A3B228A5-9621-4AF7-84A2-276B21B88507}"/>
                  </a:ext>
                </a:extLst>
              </p:cNvPr>
              <p:cNvSpPr>
                <a:spLocks noChangeShapeType="1"/>
              </p:cNvSpPr>
              <p:nvPr/>
            </p:nvSpPr>
            <p:spPr bwMode="auto">
              <a:xfrm>
                <a:off x="1338" y="3067"/>
                <a:ext cx="0" cy="54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49574" name="Text Box 23">
              <a:extLst>
                <a:ext uri="{FF2B5EF4-FFF2-40B4-BE49-F238E27FC236}">
                  <a16:creationId xmlns:a16="http://schemas.microsoft.com/office/drawing/2014/main" id="{76D2FE7F-6A61-45A4-A451-92308C5F899F}"/>
                </a:ext>
              </a:extLst>
            </p:cNvPr>
            <p:cNvSpPr txBox="1">
              <a:spLocks noChangeArrowheads="1"/>
            </p:cNvSpPr>
            <p:nvPr/>
          </p:nvSpPr>
          <p:spPr bwMode="auto">
            <a:xfrm>
              <a:off x="22" y="2659"/>
              <a:ext cx="6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400">
                  <a:solidFill>
                    <a:srgbClr val="000000"/>
                  </a:solidFill>
                  <a:latin typeface="楷体_GB2312" pitchFamily="49" charset="-122"/>
                </a:rPr>
                <a:t>|</a:t>
              </a:r>
              <a:r>
                <a:rPr lang="en-US" altLang="zh-CN" sz="1400" i="1">
                  <a:solidFill>
                    <a:srgbClr val="000000"/>
                  </a:solidFill>
                </a:rPr>
                <a:t>K</a:t>
              </a:r>
              <a:r>
                <a:rPr lang="en-US" altLang="zh-CN" sz="1400" i="1" baseline="-25000">
                  <a:solidFill>
                    <a:srgbClr val="000000"/>
                  </a:solidFill>
                </a:rPr>
                <a:t>u</a:t>
              </a:r>
              <a:r>
                <a:rPr lang="en-US" altLang="zh-CN" sz="1400" i="1">
                  <a:solidFill>
                    <a:srgbClr val="000000"/>
                  </a:solidFill>
                </a:rPr>
                <a:t>(jw)|</a:t>
              </a:r>
              <a:endParaRPr lang="en-US" altLang="zh-CN" sz="1400" i="1" baseline="-25000">
                <a:solidFill>
                  <a:srgbClr val="000000"/>
                </a:solidFill>
              </a:endParaRPr>
            </a:p>
          </p:txBody>
        </p:sp>
        <p:sp>
          <p:nvSpPr>
            <p:cNvPr id="449575" name="Text Box 24">
              <a:extLst>
                <a:ext uri="{FF2B5EF4-FFF2-40B4-BE49-F238E27FC236}">
                  <a16:creationId xmlns:a16="http://schemas.microsoft.com/office/drawing/2014/main" id="{A6B95635-2960-4A8B-88A0-8B50D3781965}"/>
                </a:ext>
              </a:extLst>
            </p:cNvPr>
            <p:cNvSpPr txBox="1">
              <a:spLocks noChangeArrowheads="1"/>
            </p:cNvSpPr>
            <p:nvPr/>
          </p:nvSpPr>
          <p:spPr bwMode="auto">
            <a:xfrm>
              <a:off x="612" y="3657"/>
              <a:ext cx="635"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800" i="1">
                  <a:solidFill>
                    <a:srgbClr val="000000"/>
                  </a:solidFill>
                </a:rPr>
                <a:t>ω</a:t>
              </a:r>
              <a:r>
                <a:rPr lang="en-US" altLang="zh-CN" sz="800" i="1">
                  <a:solidFill>
                    <a:srgbClr val="000000"/>
                  </a:solidFill>
                </a:rPr>
                <a:t>L</a:t>
              </a:r>
              <a:r>
                <a:rPr lang="en-US" altLang="zh-CN" sz="1800" i="1">
                  <a:solidFill>
                    <a:srgbClr val="000000"/>
                  </a:solidFill>
                </a:rPr>
                <a:t>=1/</a:t>
              </a:r>
              <a:r>
                <a:rPr lang="el-GR" altLang="zh-CN" sz="1800" i="1">
                  <a:solidFill>
                    <a:srgbClr val="000000"/>
                  </a:solidFill>
                  <a:latin typeface="楷体_GB2312" pitchFamily="49" charset="-122"/>
                  <a:cs typeface="Times New Roman" panose="02020603050405020304" pitchFamily="18" charset="0"/>
                </a:rPr>
                <a:t>τ</a:t>
              </a:r>
              <a:endParaRPr lang="el-GR" altLang="zh-CN" sz="1800" i="1" baseline="-25000">
                <a:solidFill>
                  <a:srgbClr val="000000"/>
                </a:solidFill>
                <a:latin typeface="楷体_GB2312" pitchFamily="49" charset="-122"/>
                <a:cs typeface="Times New Roman" panose="02020603050405020304" pitchFamily="18" charset="0"/>
              </a:endParaRPr>
            </a:p>
          </p:txBody>
        </p:sp>
        <p:sp>
          <p:nvSpPr>
            <p:cNvPr id="449576" name="Text Box 25">
              <a:extLst>
                <a:ext uri="{FF2B5EF4-FFF2-40B4-BE49-F238E27FC236}">
                  <a16:creationId xmlns:a16="http://schemas.microsoft.com/office/drawing/2014/main" id="{E3026863-AE8E-4377-BB12-E75FB100B042}"/>
                </a:ext>
              </a:extLst>
            </p:cNvPr>
            <p:cNvSpPr txBox="1">
              <a:spLocks noChangeArrowheads="1"/>
            </p:cNvSpPr>
            <p:nvPr/>
          </p:nvSpPr>
          <p:spPr bwMode="auto">
            <a:xfrm>
              <a:off x="1938" y="3612"/>
              <a:ext cx="225"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l-GR" altLang="zh-CN" sz="1800" i="1">
                  <a:solidFill>
                    <a:srgbClr val="000000"/>
                  </a:solidFill>
                  <a:latin typeface="Calibri" panose="020F0502020204030204" pitchFamily="34" charset="0"/>
                </a:rPr>
                <a:t>ω</a:t>
              </a:r>
              <a:endParaRPr lang="el-GR" altLang="zh-CN" sz="1800" i="1" baseline="-25000">
                <a:solidFill>
                  <a:srgbClr val="000000"/>
                </a:solidFill>
                <a:latin typeface="楷体_GB2312" pitchFamily="49" charset="-122"/>
                <a:cs typeface="Times New Roman" panose="02020603050405020304" pitchFamily="18" charset="0"/>
              </a:endParaRPr>
            </a:p>
          </p:txBody>
        </p:sp>
        <p:sp>
          <p:nvSpPr>
            <p:cNvPr id="449577" name="Text Box 26">
              <a:extLst>
                <a:ext uri="{FF2B5EF4-FFF2-40B4-BE49-F238E27FC236}">
                  <a16:creationId xmlns:a16="http://schemas.microsoft.com/office/drawing/2014/main" id="{0B1C078E-A0DF-4A68-9375-FEA3D7FFF346}"/>
                </a:ext>
              </a:extLst>
            </p:cNvPr>
            <p:cNvSpPr txBox="1">
              <a:spLocks noChangeArrowheads="1"/>
            </p:cNvSpPr>
            <p:nvPr/>
          </p:nvSpPr>
          <p:spPr bwMode="auto">
            <a:xfrm>
              <a:off x="1338" y="3203"/>
              <a:ext cx="6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400" i="1">
                  <a:solidFill>
                    <a:srgbClr val="000000"/>
                  </a:solidFill>
                </a:rPr>
                <a:t>K</a:t>
              </a:r>
              <a:r>
                <a:rPr lang="en-US" altLang="zh-CN" sz="1400" i="1" baseline="-25000">
                  <a:solidFill>
                    <a:srgbClr val="000000"/>
                  </a:solidFill>
                </a:rPr>
                <a:t>u</a:t>
              </a:r>
              <a:r>
                <a:rPr lang="en-US" altLang="zh-CN" sz="1400" i="1">
                  <a:solidFill>
                    <a:srgbClr val="000000"/>
                  </a:solidFill>
                </a:rPr>
                <a:t>(</a:t>
              </a:r>
              <a:r>
                <a:rPr lang="en-US" altLang="zh-CN" sz="1400" i="1">
                  <a:solidFill>
                    <a:srgbClr val="000000"/>
                  </a:solidFill>
                  <a:cs typeface="Times New Roman" panose="02020603050405020304" pitchFamily="18" charset="0"/>
                </a:rPr>
                <a:t>∞</a:t>
              </a:r>
              <a:r>
                <a:rPr lang="en-US" altLang="zh-CN" sz="1400" i="1">
                  <a:solidFill>
                    <a:srgbClr val="000000"/>
                  </a:solidFill>
                </a:rPr>
                <a:t>)</a:t>
              </a:r>
              <a:endParaRPr lang="en-US" altLang="zh-CN" sz="1400" i="1" baseline="-25000">
                <a:solidFill>
                  <a:srgbClr val="000000"/>
                </a:solidFill>
              </a:endParaRPr>
            </a:p>
          </p:txBody>
        </p:sp>
      </p:grpSp>
      <p:sp>
        <p:nvSpPr>
          <p:cNvPr id="23" name="矩形 22">
            <a:extLst>
              <a:ext uri="{FF2B5EF4-FFF2-40B4-BE49-F238E27FC236}">
                <a16:creationId xmlns:a16="http://schemas.microsoft.com/office/drawing/2014/main" id="{48852141-BAB6-4131-8BC8-1207688D0748}"/>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4" name="灯片编号占位符 5">
            <a:extLst>
              <a:ext uri="{FF2B5EF4-FFF2-40B4-BE49-F238E27FC236}">
                <a16:creationId xmlns:a16="http://schemas.microsoft.com/office/drawing/2014/main" id="{94B8434E-D94D-4737-8195-9EFF6D9790FA}"/>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8E0B92A3-749C-43DB-B0B0-88659B377273}" type="slidenum">
              <a:rPr lang="en-US" altLang="zh-CN" sz="1400">
                <a:solidFill>
                  <a:srgbClr val="000000"/>
                </a:solidFill>
                <a:ea typeface="宋体" panose="02010600030101010101" pitchFamily="2" charset="-122"/>
              </a:rPr>
              <a:pPr eaLnBrk="1" hangingPunct="1"/>
              <a:t>68</a:t>
            </a:fld>
            <a:endParaRPr lang="en-US" altLang="zh-CN" sz="1400">
              <a:solidFill>
                <a:srgbClr val="000000"/>
              </a:solidFill>
              <a:ea typeface="宋体" panose="02010600030101010101" pitchFamily="2" charset="-122"/>
            </a:endParaRPr>
          </a:p>
        </p:txBody>
      </p:sp>
      <p:sp>
        <p:nvSpPr>
          <p:cNvPr id="449542" name="Text Box 4">
            <a:extLst>
              <a:ext uri="{FF2B5EF4-FFF2-40B4-BE49-F238E27FC236}">
                <a16:creationId xmlns:a16="http://schemas.microsoft.com/office/drawing/2014/main" id="{130BB6D3-133B-481A-A377-4A2D7C6A082B}"/>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压电传感器的前置测量电路（续）</a:t>
            </a:r>
          </a:p>
        </p:txBody>
      </p:sp>
      <p:graphicFrame>
        <p:nvGraphicFramePr>
          <p:cNvPr id="449543" name="Object 10">
            <a:extLst>
              <a:ext uri="{FF2B5EF4-FFF2-40B4-BE49-F238E27FC236}">
                <a16:creationId xmlns:a16="http://schemas.microsoft.com/office/drawing/2014/main" id="{3E42D435-CE50-4390-8194-0498F6AB0CD4}"/>
              </a:ext>
            </a:extLst>
          </p:cNvPr>
          <p:cNvGraphicFramePr>
            <a:graphicFrameLocks noChangeAspect="1"/>
          </p:cNvGraphicFramePr>
          <p:nvPr/>
        </p:nvGraphicFramePr>
        <p:xfrm>
          <a:off x="1187450" y="1125538"/>
          <a:ext cx="5545138" cy="993775"/>
        </p:xfrm>
        <a:graphic>
          <a:graphicData uri="http://schemas.openxmlformats.org/presentationml/2006/ole">
            <mc:AlternateContent xmlns:mc="http://schemas.openxmlformats.org/markup-compatibility/2006">
              <mc:Choice xmlns:v="urn:schemas-microsoft-com:vml" Requires="v">
                <p:oleObj spid="_x0000_s449639" name="Equation" r:id="rId6" imgW="2832100" imgH="508000" progId="Equation.DSMT4">
                  <p:embed/>
                </p:oleObj>
              </mc:Choice>
              <mc:Fallback>
                <p:oleObj name="Equation" r:id="rId6" imgW="2832100" imgH="5080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7450" y="1125538"/>
                        <a:ext cx="5545138"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9544" name="Object 14">
            <a:extLst>
              <a:ext uri="{FF2B5EF4-FFF2-40B4-BE49-F238E27FC236}">
                <a16:creationId xmlns:a16="http://schemas.microsoft.com/office/drawing/2014/main" id="{401CD4B5-E175-4E0A-BAA7-DA6B9FA8A1DD}"/>
              </a:ext>
            </a:extLst>
          </p:cNvPr>
          <p:cNvGraphicFramePr>
            <a:graphicFrameLocks noChangeAspect="1"/>
          </p:cNvGraphicFramePr>
          <p:nvPr/>
        </p:nvGraphicFramePr>
        <p:xfrm>
          <a:off x="1835150" y="4437063"/>
          <a:ext cx="1695450" cy="585787"/>
        </p:xfrm>
        <a:graphic>
          <a:graphicData uri="http://schemas.openxmlformats.org/presentationml/2006/ole">
            <mc:AlternateContent xmlns:mc="http://schemas.openxmlformats.org/markup-compatibility/2006">
              <mc:Choice xmlns:v="urn:schemas-microsoft-com:vml" Requires="v">
                <p:oleObj spid="_x0000_s449640" name="Equation" r:id="rId8" imgW="1244600" imgH="431800" progId="Equation.DSMT4">
                  <p:embed/>
                </p:oleObj>
              </mc:Choice>
              <mc:Fallback>
                <p:oleObj name="Equation" r:id="rId8" imgW="1244600" imgH="431800"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5150" y="4437063"/>
                        <a:ext cx="1695450" cy="585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9545" name="组合 50">
            <a:extLst>
              <a:ext uri="{FF2B5EF4-FFF2-40B4-BE49-F238E27FC236}">
                <a16:creationId xmlns:a16="http://schemas.microsoft.com/office/drawing/2014/main" id="{76298221-F512-495E-842B-D299F9A616C4}"/>
              </a:ext>
            </a:extLst>
          </p:cNvPr>
          <p:cNvGrpSpPr>
            <a:grpSpLocks/>
          </p:cNvGrpSpPr>
          <p:nvPr/>
        </p:nvGrpSpPr>
        <p:grpSpPr bwMode="auto">
          <a:xfrm>
            <a:off x="5003800" y="2276475"/>
            <a:ext cx="3529013" cy="2146300"/>
            <a:chOff x="5076056" y="4191000"/>
            <a:chExt cx="3887787" cy="2578165"/>
          </a:xfrm>
        </p:grpSpPr>
        <p:grpSp>
          <p:nvGrpSpPr>
            <p:cNvPr id="449550" name="Group 18">
              <a:extLst>
                <a:ext uri="{FF2B5EF4-FFF2-40B4-BE49-F238E27FC236}">
                  <a16:creationId xmlns:a16="http://schemas.microsoft.com/office/drawing/2014/main" id="{7E017089-E02C-4B3D-83D6-CC29B0934071}"/>
                </a:ext>
              </a:extLst>
            </p:cNvPr>
            <p:cNvGrpSpPr>
              <a:grpSpLocks/>
            </p:cNvGrpSpPr>
            <p:nvPr/>
          </p:nvGrpSpPr>
          <p:grpSpPr bwMode="auto">
            <a:xfrm>
              <a:off x="5076056" y="4191000"/>
              <a:ext cx="3887787" cy="2578165"/>
              <a:chOff x="1104" y="192"/>
              <a:chExt cx="3168" cy="3976"/>
            </a:xfrm>
          </p:grpSpPr>
          <p:grpSp>
            <p:nvGrpSpPr>
              <p:cNvPr id="449552" name="Group 19">
                <a:extLst>
                  <a:ext uri="{FF2B5EF4-FFF2-40B4-BE49-F238E27FC236}">
                    <a16:creationId xmlns:a16="http://schemas.microsoft.com/office/drawing/2014/main" id="{B97FABCD-09A8-4CFF-8003-537D81CB188F}"/>
                  </a:ext>
                </a:extLst>
              </p:cNvPr>
              <p:cNvGrpSpPr>
                <a:grpSpLocks/>
              </p:cNvGrpSpPr>
              <p:nvPr/>
            </p:nvGrpSpPr>
            <p:grpSpPr bwMode="auto">
              <a:xfrm>
                <a:off x="1104" y="192"/>
                <a:ext cx="3168" cy="3976"/>
                <a:chOff x="1104" y="192"/>
                <a:chExt cx="3168" cy="3976"/>
              </a:xfrm>
            </p:grpSpPr>
            <p:sp>
              <p:nvSpPr>
                <p:cNvPr id="449555" name="Line 20">
                  <a:extLst>
                    <a:ext uri="{FF2B5EF4-FFF2-40B4-BE49-F238E27FC236}">
                      <a16:creationId xmlns:a16="http://schemas.microsoft.com/office/drawing/2014/main" id="{60BAB6F6-03A0-49D7-A102-D7B47A6B2562}"/>
                    </a:ext>
                  </a:extLst>
                </p:cNvPr>
                <p:cNvSpPr>
                  <a:spLocks noChangeShapeType="1"/>
                </p:cNvSpPr>
                <p:nvPr/>
              </p:nvSpPr>
              <p:spPr bwMode="auto">
                <a:xfrm>
                  <a:off x="1872" y="2640"/>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49556" name="Group 21">
                  <a:extLst>
                    <a:ext uri="{FF2B5EF4-FFF2-40B4-BE49-F238E27FC236}">
                      <a16:creationId xmlns:a16="http://schemas.microsoft.com/office/drawing/2014/main" id="{8B4657A5-8826-41E3-A102-52B5A55D62A3}"/>
                    </a:ext>
                  </a:extLst>
                </p:cNvPr>
                <p:cNvGrpSpPr>
                  <a:grpSpLocks/>
                </p:cNvGrpSpPr>
                <p:nvPr/>
              </p:nvGrpSpPr>
              <p:grpSpPr bwMode="auto">
                <a:xfrm>
                  <a:off x="1104" y="192"/>
                  <a:ext cx="3168" cy="3976"/>
                  <a:chOff x="1104" y="192"/>
                  <a:chExt cx="3168" cy="3976"/>
                </a:xfrm>
              </p:grpSpPr>
              <p:sp>
                <p:nvSpPr>
                  <p:cNvPr id="449557" name="Rectangle 22">
                    <a:extLst>
                      <a:ext uri="{FF2B5EF4-FFF2-40B4-BE49-F238E27FC236}">
                        <a16:creationId xmlns:a16="http://schemas.microsoft.com/office/drawing/2014/main" id="{4B3533CD-34FF-411D-918C-FAC809E89164}"/>
                      </a:ext>
                    </a:extLst>
                  </p:cNvPr>
                  <p:cNvSpPr>
                    <a:spLocks noChangeArrowheads="1"/>
                  </p:cNvSpPr>
                  <p:nvPr/>
                </p:nvSpPr>
                <p:spPr bwMode="auto">
                  <a:xfrm>
                    <a:off x="1872" y="461"/>
                    <a:ext cx="2400" cy="31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9558" name="Text Box 23">
                    <a:extLst>
                      <a:ext uri="{FF2B5EF4-FFF2-40B4-BE49-F238E27FC236}">
                        <a16:creationId xmlns:a16="http://schemas.microsoft.com/office/drawing/2014/main" id="{B66FC8D0-DCAF-4FF1-BB86-F3D000E37FD9}"/>
                      </a:ext>
                    </a:extLst>
                  </p:cNvPr>
                  <p:cNvSpPr txBox="1">
                    <a:spLocks noChangeArrowheads="1"/>
                  </p:cNvSpPr>
                  <p:nvPr/>
                </p:nvSpPr>
                <p:spPr bwMode="auto">
                  <a:xfrm>
                    <a:off x="1397" y="3348"/>
                    <a:ext cx="287"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φ</a:t>
                    </a:r>
                  </a:p>
                </p:txBody>
              </p:sp>
              <p:sp>
                <p:nvSpPr>
                  <p:cNvPr id="449559" name="Text Box 24">
                    <a:extLst>
                      <a:ext uri="{FF2B5EF4-FFF2-40B4-BE49-F238E27FC236}">
                        <a16:creationId xmlns:a16="http://schemas.microsoft.com/office/drawing/2014/main" id="{4ED35E45-0690-4BDE-A82D-7206D95F2C2F}"/>
                      </a:ext>
                    </a:extLst>
                  </p:cNvPr>
                  <p:cNvSpPr txBox="1">
                    <a:spLocks noChangeArrowheads="1"/>
                  </p:cNvSpPr>
                  <p:nvPr/>
                </p:nvSpPr>
                <p:spPr bwMode="auto">
                  <a:xfrm>
                    <a:off x="3072" y="2831"/>
                    <a:ext cx="768" cy="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ωτ</a:t>
                    </a:r>
                  </a:p>
                </p:txBody>
              </p:sp>
              <p:sp>
                <p:nvSpPr>
                  <p:cNvPr id="449560" name="Text Box 25">
                    <a:extLst>
                      <a:ext uri="{FF2B5EF4-FFF2-40B4-BE49-F238E27FC236}">
                        <a16:creationId xmlns:a16="http://schemas.microsoft.com/office/drawing/2014/main" id="{ECB74F2D-EA83-4889-BD2A-EFF2E8431FFE}"/>
                      </a:ext>
                    </a:extLst>
                  </p:cNvPr>
                  <p:cNvSpPr txBox="1">
                    <a:spLocks noChangeArrowheads="1"/>
                  </p:cNvSpPr>
                  <p:nvPr/>
                </p:nvSpPr>
                <p:spPr bwMode="auto">
                  <a:xfrm>
                    <a:off x="1584" y="3456"/>
                    <a:ext cx="288" cy="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endParaRPr lang="en-US" altLang="zh-CN" b="1">
                      <a:solidFill>
                        <a:srgbClr val="000000"/>
                      </a:solidFill>
                      <a:ea typeface="宋体" panose="02010600030101010101" pitchFamily="2" charset="-122"/>
                    </a:endParaRPr>
                  </a:p>
                </p:txBody>
              </p:sp>
              <p:sp>
                <p:nvSpPr>
                  <p:cNvPr id="449561" name="Text Box 26">
                    <a:extLst>
                      <a:ext uri="{FF2B5EF4-FFF2-40B4-BE49-F238E27FC236}">
                        <a16:creationId xmlns:a16="http://schemas.microsoft.com/office/drawing/2014/main" id="{50B363D1-9BA2-4657-B20E-5A1C13A50BC0}"/>
                      </a:ext>
                    </a:extLst>
                  </p:cNvPr>
                  <p:cNvSpPr txBox="1">
                    <a:spLocks noChangeArrowheads="1"/>
                  </p:cNvSpPr>
                  <p:nvPr/>
                </p:nvSpPr>
                <p:spPr bwMode="auto">
                  <a:xfrm>
                    <a:off x="1536" y="2400"/>
                    <a:ext cx="671" cy="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10000"/>
                      </a:spcBef>
                      <a:buSzTx/>
                      <a:buFontTx/>
                      <a:buNone/>
                    </a:pPr>
                    <a:r>
                      <a:rPr lang="en-US" altLang="zh-CN" b="1">
                        <a:solidFill>
                          <a:srgbClr val="000000"/>
                        </a:solidFill>
                        <a:ea typeface="宋体" panose="02010600030101010101" pitchFamily="2" charset="-122"/>
                      </a:rPr>
                      <a:t>0</a:t>
                    </a:r>
                  </a:p>
                  <a:p>
                    <a:pPr algn="l">
                      <a:lnSpc>
                        <a:spcPct val="100000"/>
                      </a:lnSpc>
                      <a:spcBef>
                        <a:spcPct val="10000"/>
                      </a:spcBef>
                      <a:buSzTx/>
                      <a:buFontTx/>
                      <a:buNone/>
                    </a:pPr>
                    <a:r>
                      <a:rPr lang="en-US" altLang="zh-CN" b="1">
                        <a:solidFill>
                          <a:srgbClr val="000000"/>
                        </a:solidFill>
                        <a:ea typeface="宋体" panose="02010600030101010101" pitchFamily="2" charset="-122"/>
                      </a:rPr>
                      <a:t>90</a:t>
                    </a:r>
                  </a:p>
                </p:txBody>
              </p:sp>
              <p:sp>
                <p:nvSpPr>
                  <p:cNvPr id="449562" name="Text Box 27">
                    <a:extLst>
                      <a:ext uri="{FF2B5EF4-FFF2-40B4-BE49-F238E27FC236}">
                        <a16:creationId xmlns:a16="http://schemas.microsoft.com/office/drawing/2014/main" id="{E5B9D5AD-EF25-48A0-8C5B-D75B71BA77F6}"/>
                      </a:ext>
                    </a:extLst>
                  </p:cNvPr>
                  <p:cNvSpPr txBox="1">
                    <a:spLocks noChangeArrowheads="1"/>
                  </p:cNvSpPr>
                  <p:nvPr/>
                </p:nvSpPr>
                <p:spPr bwMode="auto">
                  <a:xfrm>
                    <a:off x="1488" y="383"/>
                    <a:ext cx="624"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1.0</a:t>
                    </a:r>
                  </a:p>
                </p:txBody>
              </p:sp>
              <p:sp>
                <p:nvSpPr>
                  <p:cNvPr id="449563" name="Text Box 28">
                    <a:extLst>
                      <a:ext uri="{FF2B5EF4-FFF2-40B4-BE49-F238E27FC236}">
                        <a16:creationId xmlns:a16="http://schemas.microsoft.com/office/drawing/2014/main" id="{4292A0F9-0594-4D5D-AFB9-2741DE81D102}"/>
                      </a:ext>
                    </a:extLst>
                  </p:cNvPr>
                  <p:cNvSpPr txBox="1">
                    <a:spLocks noChangeArrowheads="1"/>
                  </p:cNvSpPr>
                  <p:nvPr/>
                </p:nvSpPr>
                <p:spPr bwMode="auto">
                  <a:xfrm>
                    <a:off x="1104" y="192"/>
                    <a:ext cx="52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50000"/>
                      </a:lnSpc>
                      <a:spcBef>
                        <a:spcPct val="50000"/>
                      </a:spcBef>
                      <a:buSzTx/>
                      <a:buFontTx/>
                      <a:buNone/>
                    </a:pPr>
                    <a:endParaRPr lang="en-US" altLang="zh-CN" b="1" u="sng" baseline="-25000">
                      <a:solidFill>
                        <a:srgbClr val="000000"/>
                      </a:solidFill>
                      <a:ea typeface="宋体" panose="02010600030101010101" pitchFamily="2" charset="-122"/>
                    </a:endParaRPr>
                  </a:p>
                </p:txBody>
              </p:sp>
              <p:sp>
                <p:nvSpPr>
                  <p:cNvPr id="449564" name="Line 29">
                    <a:extLst>
                      <a:ext uri="{FF2B5EF4-FFF2-40B4-BE49-F238E27FC236}">
                        <a16:creationId xmlns:a16="http://schemas.microsoft.com/office/drawing/2014/main" id="{153D81AE-215E-42EB-BB6E-761A87A941C5}"/>
                      </a:ext>
                    </a:extLst>
                  </p:cNvPr>
                  <p:cNvSpPr>
                    <a:spLocks noChangeShapeType="1"/>
                  </p:cNvSpPr>
                  <p:nvPr/>
                </p:nvSpPr>
                <p:spPr bwMode="auto">
                  <a:xfrm flipV="1">
                    <a:off x="3024" y="25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9565" name="Line 30">
                    <a:extLst>
                      <a:ext uri="{FF2B5EF4-FFF2-40B4-BE49-F238E27FC236}">
                        <a16:creationId xmlns:a16="http://schemas.microsoft.com/office/drawing/2014/main" id="{42BDC519-35EC-440C-B9F2-6086D7F2FDFE}"/>
                      </a:ext>
                    </a:extLst>
                  </p:cNvPr>
                  <p:cNvSpPr>
                    <a:spLocks noChangeShapeType="1"/>
                  </p:cNvSpPr>
                  <p:nvPr/>
                </p:nvSpPr>
                <p:spPr bwMode="auto">
                  <a:xfrm flipV="1">
                    <a:off x="2448" y="25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9566" name="Line 31">
                    <a:extLst>
                      <a:ext uri="{FF2B5EF4-FFF2-40B4-BE49-F238E27FC236}">
                        <a16:creationId xmlns:a16="http://schemas.microsoft.com/office/drawing/2014/main" id="{F74AF336-9424-464E-A71C-20AA6523A4AA}"/>
                      </a:ext>
                    </a:extLst>
                  </p:cNvPr>
                  <p:cNvSpPr>
                    <a:spLocks noChangeShapeType="1"/>
                  </p:cNvSpPr>
                  <p:nvPr/>
                </p:nvSpPr>
                <p:spPr bwMode="auto">
                  <a:xfrm flipV="1">
                    <a:off x="3648" y="25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9567" name="Line 32">
                    <a:extLst>
                      <a:ext uri="{FF2B5EF4-FFF2-40B4-BE49-F238E27FC236}">
                        <a16:creationId xmlns:a16="http://schemas.microsoft.com/office/drawing/2014/main" id="{2BC3B324-586B-44A4-9EA6-90D29DF3FB22}"/>
                      </a:ext>
                    </a:extLst>
                  </p:cNvPr>
                  <p:cNvSpPr>
                    <a:spLocks noChangeShapeType="1"/>
                  </p:cNvSpPr>
                  <p:nvPr/>
                </p:nvSpPr>
                <p:spPr bwMode="auto">
                  <a:xfrm>
                    <a:off x="1872" y="172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9568" name="Text Box 33">
                    <a:extLst>
                      <a:ext uri="{FF2B5EF4-FFF2-40B4-BE49-F238E27FC236}">
                        <a16:creationId xmlns:a16="http://schemas.microsoft.com/office/drawing/2014/main" id="{1A0ABF15-6224-4F55-BB1E-58D802A7D353}"/>
                      </a:ext>
                    </a:extLst>
                  </p:cNvPr>
                  <p:cNvSpPr txBox="1">
                    <a:spLocks noChangeArrowheads="1"/>
                  </p:cNvSpPr>
                  <p:nvPr/>
                </p:nvSpPr>
                <p:spPr bwMode="auto">
                  <a:xfrm>
                    <a:off x="1488" y="1632"/>
                    <a:ext cx="672"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0.5</a:t>
                    </a:r>
                  </a:p>
                </p:txBody>
              </p:sp>
              <p:sp>
                <p:nvSpPr>
                  <p:cNvPr id="449569" name="Text Box 34">
                    <a:extLst>
                      <a:ext uri="{FF2B5EF4-FFF2-40B4-BE49-F238E27FC236}">
                        <a16:creationId xmlns:a16="http://schemas.microsoft.com/office/drawing/2014/main" id="{0DF55FCF-1E0A-4EC0-A9CD-0636A9430A79}"/>
                      </a:ext>
                    </a:extLst>
                  </p:cNvPr>
                  <p:cNvSpPr txBox="1">
                    <a:spLocks noChangeArrowheads="1"/>
                  </p:cNvSpPr>
                  <p:nvPr/>
                </p:nvSpPr>
                <p:spPr bwMode="auto">
                  <a:xfrm>
                    <a:off x="2257" y="2687"/>
                    <a:ext cx="287"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1</a:t>
                    </a:r>
                  </a:p>
                </p:txBody>
              </p:sp>
              <p:sp>
                <p:nvSpPr>
                  <p:cNvPr id="449570" name="Text Box 35">
                    <a:extLst>
                      <a:ext uri="{FF2B5EF4-FFF2-40B4-BE49-F238E27FC236}">
                        <a16:creationId xmlns:a16="http://schemas.microsoft.com/office/drawing/2014/main" id="{E22F6A8A-E414-449D-B429-5185A3F071F6}"/>
                      </a:ext>
                    </a:extLst>
                  </p:cNvPr>
                  <p:cNvSpPr txBox="1">
                    <a:spLocks noChangeArrowheads="1"/>
                  </p:cNvSpPr>
                  <p:nvPr/>
                </p:nvSpPr>
                <p:spPr bwMode="auto">
                  <a:xfrm>
                    <a:off x="2880" y="2687"/>
                    <a:ext cx="289"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2</a:t>
                    </a:r>
                  </a:p>
                </p:txBody>
              </p:sp>
              <p:sp>
                <p:nvSpPr>
                  <p:cNvPr id="449571" name="Text Box 36">
                    <a:extLst>
                      <a:ext uri="{FF2B5EF4-FFF2-40B4-BE49-F238E27FC236}">
                        <a16:creationId xmlns:a16="http://schemas.microsoft.com/office/drawing/2014/main" id="{429DFD1C-5D0E-4EA1-94A8-451114772113}"/>
                      </a:ext>
                    </a:extLst>
                  </p:cNvPr>
                  <p:cNvSpPr txBox="1">
                    <a:spLocks noChangeArrowheads="1"/>
                  </p:cNvSpPr>
                  <p:nvPr/>
                </p:nvSpPr>
                <p:spPr bwMode="auto">
                  <a:xfrm>
                    <a:off x="3456" y="2687"/>
                    <a:ext cx="288"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3</a:t>
                    </a:r>
                  </a:p>
                </p:txBody>
              </p:sp>
              <p:sp>
                <p:nvSpPr>
                  <p:cNvPr id="449572" name="Text Box 37">
                    <a:extLst>
                      <a:ext uri="{FF2B5EF4-FFF2-40B4-BE49-F238E27FC236}">
                        <a16:creationId xmlns:a16="http://schemas.microsoft.com/office/drawing/2014/main" id="{8032D480-29E6-44FA-A4F5-96EE0DC95F75}"/>
                      </a:ext>
                    </a:extLst>
                  </p:cNvPr>
                  <p:cNvSpPr txBox="1">
                    <a:spLocks noChangeArrowheads="1"/>
                  </p:cNvSpPr>
                  <p:nvPr/>
                </p:nvSpPr>
                <p:spPr bwMode="auto">
                  <a:xfrm>
                    <a:off x="3984" y="2687"/>
                    <a:ext cx="288"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4</a:t>
                    </a:r>
                  </a:p>
                </p:txBody>
              </p:sp>
            </p:grpSp>
          </p:grpSp>
          <p:sp>
            <p:nvSpPr>
              <p:cNvPr id="449553" name="Freeform 38">
                <a:extLst>
                  <a:ext uri="{FF2B5EF4-FFF2-40B4-BE49-F238E27FC236}">
                    <a16:creationId xmlns:a16="http://schemas.microsoft.com/office/drawing/2014/main" id="{CF051011-B7C9-4218-A0A5-9A0C4D49CFD6}"/>
                  </a:ext>
                </a:extLst>
              </p:cNvPr>
              <p:cNvSpPr>
                <a:spLocks/>
              </p:cNvSpPr>
              <p:nvPr/>
            </p:nvSpPr>
            <p:spPr bwMode="auto">
              <a:xfrm>
                <a:off x="1872" y="488"/>
                <a:ext cx="1344" cy="2152"/>
              </a:xfrm>
              <a:custGeom>
                <a:avLst/>
                <a:gdLst>
                  <a:gd name="T0" fmla="*/ 0 w 2400"/>
                  <a:gd name="T1" fmla="*/ 2152 h 2152"/>
                  <a:gd name="T2" fmla="*/ 1 w 2400"/>
                  <a:gd name="T3" fmla="*/ 1768 h 2152"/>
                  <a:gd name="T4" fmla="*/ 1 w 2400"/>
                  <a:gd name="T5" fmla="*/ 1240 h 2152"/>
                  <a:gd name="T6" fmla="*/ 1 w 2400"/>
                  <a:gd name="T7" fmla="*/ 568 h 2152"/>
                  <a:gd name="T8" fmla="*/ 1 w 2400"/>
                  <a:gd name="T9" fmla="*/ 88 h 2152"/>
                  <a:gd name="T10" fmla="*/ 1 w 2400"/>
                  <a:gd name="T11" fmla="*/ 40 h 2152"/>
                  <a:gd name="T12" fmla="*/ 0 60000 65536"/>
                  <a:gd name="T13" fmla="*/ 0 60000 65536"/>
                  <a:gd name="T14" fmla="*/ 0 60000 65536"/>
                  <a:gd name="T15" fmla="*/ 0 60000 65536"/>
                  <a:gd name="T16" fmla="*/ 0 60000 65536"/>
                  <a:gd name="T17" fmla="*/ 0 60000 65536"/>
                  <a:gd name="T18" fmla="*/ 0 w 2400"/>
                  <a:gd name="T19" fmla="*/ 0 h 2152"/>
                  <a:gd name="T20" fmla="*/ 2400 w 2400"/>
                  <a:gd name="T21" fmla="*/ 2152 h 2152"/>
                </a:gdLst>
                <a:ahLst/>
                <a:cxnLst>
                  <a:cxn ang="T12">
                    <a:pos x="T0" y="T1"/>
                  </a:cxn>
                  <a:cxn ang="T13">
                    <a:pos x="T2" y="T3"/>
                  </a:cxn>
                  <a:cxn ang="T14">
                    <a:pos x="T4" y="T5"/>
                  </a:cxn>
                  <a:cxn ang="T15">
                    <a:pos x="T6" y="T7"/>
                  </a:cxn>
                  <a:cxn ang="T16">
                    <a:pos x="T8" y="T9"/>
                  </a:cxn>
                  <a:cxn ang="T17">
                    <a:pos x="T10" y="T11"/>
                  </a:cxn>
                </a:cxnLst>
                <a:rect l="T18" t="T19" r="T20" b="T21"/>
                <a:pathLst>
                  <a:path w="2400" h="2152">
                    <a:moveTo>
                      <a:pt x="0" y="2152"/>
                    </a:moveTo>
                    <a:cubicBezTo>
                      <a:pt x="52" y="2036"/>
                      <a:pt x="104" y="1920"/>
                      <a:pt x="192" y="1768"/>
                    </a:cubicBezTo>
                    <a:cubicBezTo>
                      <a:pt x="280" y="1616"/>
                      <a:pt x="376" y="1440"/>
                      <a:pt x="528" y="1240"/>
                    </a:cubicBezTo>
                    <a:cubicBezTo>
                      <a:pt x="680" y="1040"/>
                      <a:pt x="896" y="760"/>
                      <a:pt x="1104" y="568"/>
                    </a:cubicBezTo>
                    <a:cubicBezTo>
                      <a:pt x="1312" y="376"/>
                      <a:pt x="1560" y="176"/>
                      <a:pt x="1776" y="88"/>
                    </a:cubicBezTo>
                    <a:cubicBezTo>
                      <a:pt x="1992" y="0"/>
                      <a:pt x="2196" y="20"/>
                      <a:pt x="2400" y="40"/>
                    </a:cubicBezTo>
                  </a:path>
                </a:pathLst>
              </a:custGeom>
              <a:noFill/>
              <a:ln w="38100">
                <a:solidFill>
                  <a:srgbClr val="FF505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9554" name="Freeform 39">
                <a:extLst>
                  <a:ext uri="{FF2B5EF4-FFF2-40B4-BE49-F238E27FC236}">
                    <a16:creationId xmlns:a16="http://schemas.microsoft.com/office/drawing/2014/main" id="{9A07EE20-D41F-43F7-99B6-7B44B9A0C352}"/>
                  </a:ext>
                </a:extLst>
              </p:cNvPr>
              <p:cNvSpPr>
                <a:spLocks/>
              </p:cNvSpPr>
              <p:nvPr/>
            </p:nvSpPr>
            <p:spPr bwMode="auto">
              <a:xfrm>
                <a:off x="1872" y="2640"/>
                <a:ext cx="2283" cy="1056"/>
              </a:xfrm>
              <a:custGeom>
                <a:avLst/>
                <a:gdLst>
                  <a:gd name="T0" fmla="*/ 0 w 2400"/>
                  <a:gd name="T1" fmla="*/ 0 h 1056"/>
                  <a:gd name="T2" fmla="*/ 143 w 2400"/>
                  <a:gd name="T3" fmla="*/ 336 h 1056"/>
                  <a:gd name="T4" fmla="*/ 239 w 2400"/>
                  <a:gd name="T5" fmla="*/ 720 h 1056"/>
                  <a:gd name="T6" fmla="*/ 667 w 2400"/>
                  <a:gd name="T7" fmla="*/ 1008 h 1056"/>
                  <a:gd name="T8" fmla="*/ 1192 w 2400"/>
                  <a:gd name="T9" fmla="*/ 1008 h 1056"/>
                  <a:gd name="T10" fmla="*/ 0 60000 65536"/>
                  <a:gd name="T11" fmla="*/ 0 60000 65536"/>
                  <a:gd name="T12" fmla="*/ 0 60000 65536"/>
                  <a:gd name="T13" fmla="*/ 0 60000 65536"/>
                  <a:gd name="T14" fmla="*/ 0 60000 65536"/>
                  <a:gd name="T15" fmla="*/ 0 w 2400"/>
                  <a:gd name="T16" fmla="*/ 0 h 1056"/>
                  <a:gd name="T17" fmla="*/ 2400 w 2400"/>
                  <a:gd name="T18" fmla="*/ 1056 h 1056"/>
                </a:gdLst>
                <a:ahLst/>
                <a:cxnLst>
                  <a:cxn ang="T10">
                    <a:pos x="T0" y="T1"/>
                  </a:cxn>
                  <a:cxn ang="T11">
                    <a:pos x="T2" y="T3"/>
                  </a:cxn>
                  <a:cxn ang="T12">
                    <a:pos x="T4" y="T5"/>
                  </a:cxn>
                  <a:cxn ang="T13">
                    <a:pos x="T6" y="T7"/>
                  </a:cxn>
                  <a:cxn ang="T14">
                    <a:pos x="T8" y="T9"/>
                  </a:cxn>
                </a:cxnLst>
                <a:rect l="T15" t="T16" r="T17" b="T18"/>
                <a:pathLst>
                  <a:path w="2400" h="1056">
                    <a:moveTo>
                      <a:pt x="0" y="0"/>
                    </a:moveTo>
                    <a:cubicBezTo>
                      <a:pt x="104" y="108"/>
                      <a:pt x="208" y="216"/>
                      <a:pt x="288" y="336"/>
                    </a:cubicBezTo>
                    <a:cubicBezTo>
                      <a:pt x="368" y="456"/>
                      <a:pt x="304" y="608"/>
                      <a:pt x="480" y="720"/>
                    </a:cubicBezTo>
                    <a:cubicBezTo>
                      <a:pt x="656" y="832"/>
                      <a:pt x="1024" y="960"/>
                      <a:pt x="1344" y="1008"/>
                    </a:cubicBezTo>
                    <a:cubicBezTo>
                      <a:pt x="1664" y="1056"/>
                      <a:pt x="2224" y="1008"/>
                      <a:pt x="2400" y="1008"/>
                    </a:cubicBezTo>
                  </a:path>
                </a:pathLst>
              </a:custGeom>
              <a:noFill/>
              <a:ln w="38100">
                <a:solidFill>
                  <a:srgbClr val="00CC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49551" name="Freeform 38">
              <a:extLst>
                <a:ext uri="{FF2B5EF4-FFF2-40B4-BE49-F238E27FC236}">
                  <a16:creationId xmlns:a16="http://schemas.microsoft.com/office/drawing/2014/main" id="{87098682-E4D6-4124-94DB-D1F99E806A7A}"/>
                </a:ext>
              </a:extLst>
            </p:cNvPr>
            <p:cNvSpPr>
              <a:spLocks/>
            </p:cNvSpPr>
            <p:nvPr/>
          </p:nvSpPr>
          <p:spPr bwMode="auto">
            <a:xfrm>
              <a:off x="7596336" y="4365104"/>
              <a:ext cx="1361761" cy="45719"/>
            </a:xfrm>
            <a:custGeom>
              <a:avLst/>
              <a:gdLst>
                <a:gd name="T0" fmla="*/ 0 w 2400"/>
                <a:gd name="T1" fmla="*/ 2147483647 h 2152"/>
                <a:gd name="T2" fmla="*/ 2147483647 w 2400"/>
                <a:gd name="T3" fmla="*/ 2147483647 h 2152"/>
                <a:gd name="T4" fmla="*/ 2147483647 w 2400"/>
                <a:gd name="T5" fmla="*/ 2147483647 h 2152"/>
                <a:gd name="T6" fmla="*/ 2147483647 w 2400"/>
                <a:gd name="T7" fmla="*/ 2147483647 h 2152"/>
                <a:gd name="T8" fmla="*/ 2147483647 w 2400"/>
                <a:gd name="T9" fmla="*/ 2147483647 h 2152"/>
                <a:gd name="T10" fmla="*/ 2147483647 w 2400"/>
                <a:gd name="T11" fmla="*/ 2147483647 h 2152"/>
                <a:gd name="T12" fmla="*/ 0 60000 65536"/>
                <a:gd name="T13" fmla="*/ 0 60000 65536"/>
                <a:gd name="T14" fmla="*/ 0 60000 65536"/>
                <a:gd name="T15" fmla="*/ 0 60000 65536"/>
                <a:gd name="T16" fmla="*/ 0 60000 65536"/>
                <a:gd name="T17" fmla="*/ 0 60000 65536"/>
                <a:gd name="T18" fmla="*/ 0 w 2400"/>
                <a:gd name="T19" fmla="*/ 0 h 2152"/>
                <a:gd name="T20" fmla="*/ 2400 w 2400"/>
                <a:gd name="T21" fmla="*/ 2152 h 2152"/>
              </a:gdLst>
              <a:ahLst/>
              <a:cxnLst>
                <a:cxn ang="T12">
                  <a:pos x="T0" y="T1"/>
                </a:cxn>
                <a:cxn ang="T13">
                  <a:pos x="T2" y="T3"/>
                </a:cxn>
                <a:cxn ang="T14">
                  <a:pos x="T4" y="T5"/>
                </a:cxn>
                <a:cxn ang="T15">
                  <a:pos x="T6" y="T7"/>
                </a:cxn>
                <a:cxn ang="T16">
                  <a:pos x="T8" y="T9"/>
                </a:cxn>
                <a:cxn ang="T17">
                  <a:pos x="T10" y="T11"/>
                </a:cxn>
              </a:cxnLst>
              <a:rect l="T18" t="T19" r="T20" b="T21"/>
              <a:pathLst>
                <a:path w="2400" h="2152">
                  <a:moveTo>
                    <a:pt x="0" y="2152"/>
                  </a:moveTo>
                  <a:cubicBezTo>
                    <a:pt x="52" y="2036"/>
                    <a:pt x="104" y="1920"/>
                    <a:pt x="192" y="1768"/>
                  </a:cubicBezTo>
                  <a:cubicBezTo>
                    <a:pt x="280" y="1616"/>
                    <a:pt x="376" y="1440"/>
                    <a:pt x="528" y="1240"/>
                  </a:cubicBezTo>
                  <a:cubicBezTo>
                    <a:pt x="680" y="1040"/>
                    <a:pt x="896" y="760"/>
                    <a:pt x="1104" y="568"/>
                  </a:cubicBezTo>
                  <a:cubicBezTo>
                    <a:pt x="1312" y="376"/>
                    <a:pt x="1560" y="176"/>
                    <a:pt x="1776" y="88"/>
                  </a:cubicBezTo>
                  <a:cubicBezTo>
                    <a:pt x="1992" y="0"/>
                    <a:pt x="2196" y="20"/>
                    <a:pt x="2400" y="40"/>
                  </a:cubicBezTo>
                </a:path>
              </a:pathLst>
            </a:custGeom>
            <a:noFill/>
            <a:ln w="38100">
              <a:solidFill>
                <a:srgbClr val="FF505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449546" name="Object 11">
            <a:extLst>
              <a:ext uri="{FF2B5EF4-FFF2-40B4-BE49-F238E27FC236}">
                <a16:creationId xmlns:a16="http://schemas.microsoft.com/office/drawing/2014/main" id="{B4A6D059-11A0-49FE-A73C-929DC4EFB7B5}"/>
              </a:ext>
            </a:extLst>
          </p:cNvPr>
          <p:cNvGraphicFramePr>
            <a:graphicFrameLocks noChangeAspect="1"/>
          </p:cNvGraphicFramePr>
          <p:nvPr/>
        </p:nvGraphicFramePr>
        <p:xfrm>
          <a:off x="1187450" y="5229225"/>
          <a:ext cx="1944688" cy="476250"/>
        </p:xfrm>
        <a:graphic>
          <a:graphicData uri="http://schemas.openxmlformats.org/presentationml/2006/ole">
            <mc:AlternateContent xmlns:mc="http://schemas.openxmlformats.org/markup-compatibility/2006">
              <mc:Choice xmlns:v="urn:schemas-microsoft-com:vml" Requires="v">
                <p:oleObj spid="_x0000_s449641" name="公式" r:id="rId10" imgW="1104421" imgH="215806" progId="Equation.3">
                  <p:embed/>
                </p:oleObj>
              </mc:Choice>
              <mc:Fallback>
                <p:oleObj name="公式" r:id="rId10" imgW="1104421" imgH="215806"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87450" y="5229225"/>
                        <a:ext cx="194468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9547" name="Object 13">
            <a:extLst>
              <a:ext uri="{FF2B5EF4-FFF2-40B4-BE49-F238E27FC236}">
                <a16:creationId xmlns:a16="http://schemas.microsoft.com/office/drawing/2014/main" id="{04E109DD-1418-4179-9EB2-B0985B1250AA}"/>
              </a:ext>
            </a:extLst>
          </p:cNvPr>
          <p:cNvGraphicFramePr>
            <a:graphicFrameLocks noChangeAspect="1"/>
          </p:cNvGraphicFramePr>
          <p:nvPr/>
        </p:nvGraphicFramePr>
        <p:xfrm>
          <a:off x="3419475" y="5013325"/>
          <a:ext cx="2570163" cy="930275"/>
        </p:xfrm>
        <a:graphic>
          <a:graphicData uri="http://schemas.openxmlformats.org/presentationml/2006/ole">
            <mc:AlternateContent xmlns:mc="http://schemas.openxmlformats.org/markup-compatibility/2006">
              <mc:Choice xmlns:v="urn:schemas-microsoft-com:vml" Requires="v">
                <p:oleObj spid="_x0000_s449642" name="公式" r:id="rId12" imgW="1333500" imgH="482600" progId="Equation.3">
                  <p:embed/>
                </p:oleObj>
              </mc:Choice>
              <mc:Fallback>
                <p:oleObj name="公式" r:id="rId12" imgW="1333500" imgH="482600"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19475" y="5013325"/>
                        <a:ext cx="2570163" cy="930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9548" name="Object 15">
            <a:extLst>
              <a:ext uri="{FF2B5EF4-FFF2-40B4-BE49-F238E27FC236}">
                <a16:creationId xmlns:a16="http://schemas.microsoft.com/office/drawing/2014/main" id="{8B3E39BE-9710-4C47-9844-18C42332CFEC}"/>
              </a:ext>
            </a:extLst>
          </p:cNvPr>
          <p:cNvGraphicFramePr>
            <a:graphicFrameLocks noChangeAspect="1"/>
          </p:cNvGraphicFramePr>
          <p:nvPr/>
        </p:nvGraphicFramePr>
        <p:xfrm>
          <a:off x="6372225" y="5805488"/>
          <a:ext cx="1665288" cy="833437"/>
        </p:xfrm>
        <a:graphic>
          <a:graphicData uri="http://schemas.openxmlformats.org/presentationml/2006/ole">
            <mc:AlternateContent xmlns:mc="http://schemas.openxmlformats.org/markup-compatibility/2006">
              <mc:Choice xmlns:v="urn:schemas-microsoft-com:vml" Requires="v">
                <p:oleObj spid="_x0000_s449643" name="Equation" r:id="rId14" imgW="863225" imgH="431613" progId="Equation.DSMT4">
                  <p:embed/>
                </p:oleObj>
              </mc:Choice>
              <mc:Fallback>
                <p:oleObj name="Equation" r:id="rId14" imgW="863225" imgH="431613"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72225" y="5805488"/>
                        <a:ext cx="1665288" cy="833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9549" name="TextBox 78">
            <a:extLst>
              <a:ext uri="{FF2B5EF4-FFF2-40B4-BE49-F238E27FC236}">
                <a16:creationId xmlns:a16="http://schemas.microsoft.com/office/drawing/2014/main" id="{9BA440F0-B1B9-4E49-B211-A9217C8EBA80}"/>
              </a:ext>
            </a:extLst>
          </p:cNvPr>
          <p:cNvSpPr txBox="1">
            <a:spLocks noChangeArrowheads="1"/>
          </p:cNvSpPr>
          <p:nvPr/>
        </p:nvSpPr>
        <p:spPr bwMode="auto">
          <a:xfrm>
            <a:off x="5003800" y="5949950"/>
            <a:ext cx="151288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sz="2800">
                <a:solidFill>
                  <a:srgbClr val="FF0000"/>
                </a:solidFill>
                <a:latin typeface="楷体_GB2312" pitchFamily="49" charset="-122"/>
              </a:rPr>
              <a:t>理论值：</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Text Box 4">
            <a:extLst>
              <a:ext uri="{FF2B5EF4-FFF2-40B4-BE49-F238E27FC236}">
                <a16:creationId xmlns:a16="http://schemas.microsoft.com/office/drawing/2014/main" id="{65784C91-E8A6-486F-95E3-911D75F84791}"/>
              </a:ext>
            </a:extLst>
          </p:cNvPr>
          <p:cNvSpPr txBox="1">
            <a:spLocks noChangeArrowheads="1"/>
          </p:cNvSpPr>
          <p:nvPr/>
        </p:nvSpPr>
        <p:spPr bwMode="auto">
          <a:xfrm>
            <a:off x="1042988" y="2060575"/>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则误差为</a:t>
            </a:r>
          </a:p>
        </p:txBody>
      </p:sp>
      <p:graphicFrame>
        <p:nvGraphicFramePr>
          <p:cNvPr id="450563" name="Object 5">
            <a:extLst>
              <a:ext uri="{FF2B5EF4-FFF2-40B4-BE49-F238E27FC236}">
                <a16:creationId xmlns:a16="http://schemas.microsoft.com/office/drawing/2014/main" id="{946B9512-6DCE-4C5F-A88F-43108D192636}"/>
              </a:ext>
            </a:extLst>
          </p:cNvPr>
          <p:cNvGraphicFramePr>
            <a:graphicFrameLocks noChangeAspect="1"/>
          </p:cNvGraphicFramePr>
          <p:nvPr/>
        </p:nvGraphicFramePr>
        <p:xfrm>
          <a:off x="2411413" y="1916113"/>
          <a:ext cx="3095625" cy="808037"/>
        </p:xfrm>
        <a:graphic>
          <a:graphicData uri="http://schemas.openxmlformats.org/presentationml/2006/ole">
            <mc:AlternateContent xmlns:mc="http://schemas.openxmlformats.org/markup-compatibility/2006">
              <mc:Choice xmlns:v="urn:schemas-microsoft-com:vml" Requires="v">
                <p:oleObj spid="_x0000_s450642" name="Equation" r:id="rId4" imgW="1752600" imgH="457200" progId="Equation.DSMT4">
                  <p:embed/>
                </p:oleObj>
              </mc:Choice>
              <mc:Fallback>
                <p:oleObj name="Equation" r:id="rId4" imgW="1752600" imgH="4572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1916113"/>
                        <a:ext cx="3095625" cy="808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564" name="Text Box 6">
            <a:extLst>
              <a:ext uri="{FF2B5EF4-FFF2-40B4-BE49-F238E27FC236}">
                <a16:creationId xmlns:a16="http://schemas.microsoft.com/office/drawing/2014/main" id="{444CBE63-F760-409D-B118-C41AC882E2E5}"/>
              </a:ext>
            </a:extLst>
          </p:cNvPr>
          <p:cNvSpPr txBox="1">
            <a:spLocks noChangeArrowheads="1"/>
          </p:cNvSpPr>
          <p:nvPr/>
        </p:nvSpPr>
        <p:spPr bwMode="auto">
          <a:xfrm>
            <a:off x="1187450" y="2781300"/>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若</a:t>
            </a:r>
          </a:p>
        </p:txBody>
      </p:sp>
      <p:graphicFrame>
        <p:nvGraphicFramePr>
          <p:cNvPr id="450565" name="Object 7">
            <a:extLst>
              <a:ext uri="{FF2B5EF4-FFF2-40B4-BE49-F238E27FC236}">
                <a16:creationId xmlns:a16="http://schemas.microsoft.com/office/drawing/2014/main" id="{81CB6736-962B-4734-8834-7A2E1076FD5B}"/>
              </a:ext>
            </a:extLst>
          </p:cNvPr>
          <p:cNvGraphicFramePr>
            <a:graphicFrameLocks noChangeAspect="1"/>
          </p:cNvGraphicFramePr>
          <p:nvPr/>
        </p:nvGraphicFramePr>
        <p:xfrm>
          <a:off x="1692275" y="2852738"/>
          <a:ext cx="6508750" cy="412750"/>
        </p:xfrm>
        <a:graphic>
          <a:graphicData uri="http://schemas.openxmlformats.org/presentationml/2006/ole">
            <mc:AlternateContent xmlns:mc="http://schemas.openxmlformats.org/markup-compatibility/2006">
              <mc:Choice xmlns:v="urn:schemas-microsoft-com:vml" Requires="v">
                <p:oleObj spid="_x0000_s450643" name="Equation" r:id="rId6" imgW="3810000" imgH="241300" progId="Equation.DSMT4">
                  <p:embed/>
                </p:oleObj>
              </mc:Choice>
              <mc:Fallback>
                <p:oleObj name="Equation" r:id="rId6" imgW="3810000" imgH="2413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2852738"/>
                        <a:ext cx="650875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566" name="Text Box 8">
            <a:extLst>
              <a:ext uri="{FF2B5EF4-FFF2-40B4-BE49-F238E27FC236}">
                <a16:creationId xmlns:a16="http://schemas.microsoft.com/office/drawing/2014/main" id="{CECB5579-5818-471E-9B76-87641E312512}"/>
              </a:ext>
            </a:extLst>
          </p:cNvPr>
          <p:cNvSpPr txBox="1">
            <a:spLocks noChangeArrowheads="1"/>
          </p:cNvSpPr>
          <p:nvPr/>
        </p:nvSpPr>
        <p:spPr bwMode="auto">
          <a:xfrm>
            <a:off x="1187450" y="3429000"/>
            <a:ext cx="381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当要求       ，则有</a:t>
            </a:r>
          </a:p>
        </p:txBody>
      </p:sp>
      <p:graphicFrame>
        <p:nvGraphicFramePr>
          <p:cNvPr id="450567" name="Object 10">
            <a:extLst>
              <a:ext uri="{FF2B5EF4-FFF2-40B4-BE49-F238E27FC236}">
                <a16:creationId xmlns:a16="http://schemas.microsoft.com/office/drawing/2014/main" id="{3FEE2AE8-DAA7-4825-AEF5-915791E053EE}"/>
              </a:ext>
            </a:extLst>
          </p:cNvPr>
          <p:cNvGraphicFramePr>
            <a:graphicFrameLocks noChangeAspect="1"/>
          </p:cNvGraphicFramePr>
          <p:nvPr/>
        </p:nvGraphicFramePr>
        <p:xfrm>
          <a:off x="2124075" y="3500438"/>
          <a:ext cx="792163" cy="300037"/>
        </p:xfrm>
        <a:graphic>
          <a:graphicData uri="http://schemas.openxmlformats.org/presentationml/2006/ole">
            <mc:AlternateContent xmlns:mc="http://schemas.openxmlformats.org/markup-compatibility/2006">
              <mc:Choice xmlns:v="urn:schemas-microsoft-com:vml" Requires="v">
                <p:oleObj spid="_x0000_s450644" name="Equation" r:id="rId8" imgW="469696" imgH="177723" progId="Equation.DSMT4">
                  <p:embed/>
                </p:oleObj>
              </mc:Choice>
              <mc:Fallback>
                <p:oleObj name="Equation" r:id="rId8" imgW="469696" imgH="177723"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4075" y="3500438"/>
                        <a:ext cx="792163" cy="300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568" name="Object 11">
            <a:extLst>
              <a:ext uri="{FF2B5EF4-FFF2-40B4-BE49-F238E27FC236}">
                <a16:creationId xmlns:a16="http://schemas.microsoft.com/office/drawing/2014/main" id="{4E5C9B4F-E38D-429E-8A75-93A97DA5979F}"/>
              </a:ext>
            </a:extLst>
          </p:cNvPr>
          <p:cNvGraphicFramePr>
            <a:graphicFrameLocks noChangeAspect="1"/>
          </p:cNvGraphicFramePr>
          <p:nvPr/>
        </p:nvGraphicFramePr>
        <p:xfrm>
          <a:off x="2700338" y="3933825"/>
          <a:ext cx="2447925" cy="768350"/>
        </p:xfrm>
        <a:graphic>
          <a:graphicData uri="http://schemas.openxmlformats.org/presentationml/2006/ole">
            <mc:AlternateContent xmlns:mc="http://schemas.openxmlformats.org/markup-compatibility/2006">
              <mc:Choice xmlns:v="urn:schemas-microsoft-com:vml" Requires="v">
                <p:oleObj spid="_x0000_s450645" name="Equation" r:id="rId10" imgW="1498600" imgH="469900" progId="Equation.DSMT4">
                  <p:embed/>
                </p:oleObj>
              </mc:Choice>
              <mc:Fallback>
                <p:oleObj name="Equation" r:id="rId10" imgW="1498600" imgH="46990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00338" y="3933825"/>
                        <a:ext cx="2447925"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569" name="Text Box 12">
            <a:extLst>
              <a:ext uri="{FF2B5EF4-FFF2-40B4-BE49-F238E27FC236}">
                <a16:creationId xmlns:a16="http://schemas.microsoft.com/office/drawing/2014/main" id="{EF7EE0F4-2322-4F98-AF4E-3EB4AFC78175}"/>
              </a:ext>
            </a:extLst>
          </p:cNvPr>
          <p:cNvSpPr txBox="1">
            <a:spLocks noChangeArrowheads="1"/>
          </p:cNvSpPr>
          <p:nvPr/>
        </p:nvSpPr>
        <p:spPr bwMode="auto">
          <a:xfrm>
            <a:off x="1042988" y="5732463"/>
            <a:ext cx="6913562"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zh-CN" altLang="en-US" sz="2000">
                <a:solidFill>
                  <a:srgbClr val="000000"/>
                </a:solidFill>
              </a:rPr>
              <a:t>对线性集成运算放大器来说，这些要求是不难达到的，因此</a:t>
            </a:r>
            <a:r>
              <a:rPr lang="zh-CN" altLang="en-US" sz="2000" i="1">
                <a:solidFill>
                  <a:srgbClr val="FF0000"/>
                </a:solidFill>
              </a:rPr>
              <a:t>放大倍数</a:t>
            </a:r>
            <a:r>
              <a:rPr lang="en-US" altLang="zh-CN" sz="2000" i="1">
                <a:solidFill>
                  <a:srgbClr val="FF0000"/>
                </a:solidFill>
              </a:rPr>
              <a:t>A</a:t>
            </a:r>
            <a:r>
              <a:rPr lang="en-US" altLang="zh-CN" sz="2000" i="1" baseline="-25000">
                <a:solidFill>
                  <a:srgbClr val="FF0000"/>
                </a:solidFill>
              </a:rPr>
              <a:t>0</a:t>
            </a:r>
            <a:r>
              <a:rPr lang="zh-CN" altLang="en-US" sz="2000" i="1">
                <a:solidFill>
                  <a:srgbClr val="FF0000"/>
                </a:solidFill>
              </a:rPr>
              <a:t>对测量精度通常无影响。</a:t>
            </a:r>
            <a:endParaRPr kumimoji="0" lang="zh-CN" altLang="en-US" sz="2000">
              <a:solidFill>
                <a:srgbClr val="FF0000"/>
              </a:solidFill>
            </a:endParaRPr>
          </a:p>
        </p:txBody>
      </p:sp>
      <p:sp>
        <p:nvSpPr>
          <p:cNvPr id="450570" name="Text Box 13">
            <a:extLst>
              <a:ext uri="{FF2B5EF4-FFF2-40B4-BE49-F238E27FC236}">
                <a16:creationId xmlns:a16="http://schemas.microsoft.com/office/drawing/2014/main" id="{47395911-7FC9-4CFD-8DF6-1B0C1BDCBCF8}"/>
              </a:ext>
            </a:extLst>
          </p:cNvPr>
          <p:cNvSpPr txBox="1">
            <a:spLocks noChangeArrowheads="1"/>
          </p:cNvSpPr>
          <p:nvPr/>
        </p:nvSpPr>
        <p:spPr bwMode="auto">
          <a:xfrm>
            <a:off x="285750" y="214313"/>
            <a:ext cx="518477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90000"/>
              </a:spcBef>
              <a:buClr>
                <a:srgbClr val="B2B2B2"/>
              </a:buClr>
              <a:buSzTx/>
              <a:buFont typeface="Wingdings" panose="05000000000000000000" pitchFamily="2" charset="2"/>
              <a:buNone/>
            </a:pPr>
            <a:r>
              <a:rPr lang="zh-CN" altLang="en-US" i="1">
                <a:solidFill>
                  <a:srgbClr val="3333CC"/>
                </a:solidFill>
              </a:rPr>
              <a:t>分析</a:t>
            </a:r>
            <a:r>
              <a:rPr lang="en-US" altLang="zh-CN" i="1">
                <a:solidFill>
                  <a:srgbClr val="3333CC"/>
                </a:solidFill>
              </a:rPr>
              <a:t>_</a:t>
            </a:r>
            <a:r>
              <a:rPr lang="zh-CN" altLang="en-US" i="1">
                <a:solidFill>
                  <a:srgbClr val="3333CC"/>
                </a:solidFill>
              </a:rPr>
              <a:t>开环放大倍数</a:t>
            </a:r>
            <a:r>
              <a:rPr lang="en-US" altLang="zh-CN" i="1">
                <a:solidFill>
                  <a:srgbClr val="3333CC"/>
                </a:solidFill>
              </a:rPr>
              <a:t>A</a:t>
            </a:r>
            <a:r>
              <a:rPr lang="en-US" altLang="zh-CN" i="1" baseline="-25000">
                <a:solidFill>
                  <a:srgbClr val="3333CC"/>
                </a:solidFill>
              </a:rPr>
              <a:t>0</a:t>
            </a:r>
            <a:r>
              <a:rPr lang="zh-CN" altLang="en-US" i="1">
                <a:solidFill>
                  <a:srgbClr val="3333CC"/>
                </a:solidFill>
              </a:rPr>
              <a:t>对精度的影响</a:t>
            </a:r>
            <a:endParaRPr kumimoji="0" lang="zh-CN" altLang="en-US" i="1">
              <a:solidFill>
                <a:srgbClr val="3333CC"/>
              </a:solidFill>
            </a:endParaRPr>
          </a:p>
        </p:txBody>
      </p:sp>
      <p:graphicFrame>
        <p:nvGraphicFramePr>
          <p:cNvPr id="450571" name="Object 14">
            <a:extLst>
              <a:ext uri="{FF2B5EF4-FFF2-40B4-BE49-F238E27FC236}">
                <a16:creationId xmlns:a16="http://schemas.microsoft.com/office/drawing/2014/main" id="{879A35BD-CBD8-4092-A8DB-91A5C6E50B70}"/>
              </a:ext>
            </a:extLst>
          </p:cNvPr>
          <p:cNvGraphicFramePr>
            <a:graphicFrameLocks noChangeAspect="1"/>
          </p:cNvGraphicFramePr>
          <p:nvPr/>
        </p:nvGraphicFramePr>
        <p:xfrm>
          <a:off x="2195513" y="1052513"/>
          <a:ext cx="2663825" cy="696912"/>
        </p:xfrm>
        <a:graphic>
          <a:graphicData uri="http://schemas.openxmlformats.org/presentationml/2006/ole">
            <mc:AlternateContent xmlns:mc="http://schemas.openxmlformats.org/markup-compatibility/2006">
              <mc:Choice xmlns:v="urn:schemas-microsoft-com:vml" Requires="v">
                <p:oleObj spid="_x0000_s450646" name="Equation" r:id="rId12" imgW="1701800" imgH="444500" progId="Equation.DSMT4">
                  <p:embed/>
                </p:oleObj>
              </mc:Choice>
              <mc:Fallback>
                <p:oleObj name="Equation" r:id="rId12" imgW="1701800" imgH="444500"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95513" y="1052513"/>
                        <a:ext cx="2663825" cy="69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572" name="Object 15">
            <a:extLst>
              <a:ext uri="{FF2B5EF4-FFF2-40B4-BE49-F238E27FC236}">
                <a16:creationId xmlns:a16="http://schemas.microsoft.com/office/drawing/2014/main" id="{8F82A39D-8446-4205-AC26-20B58EA02B62}"/>
              </a:ext>
            </a:extLst>
          </p:cNvPr>
          <p:cNvGraphicFramePr>
            <a:graphicFrameLocks noChangeAspect="1"/>
          </p:cNvGraphicFramePr>
          <p:nvPr/>
        </p:nvGraphicFramePr>
        <p:xfrm>
          <a:off x="5364163" y="1052513"/>
          <a:ext cx="1366837" cy="738187"/>
        </p:xfrm>
        <a:graphic>
          <a:graphicData uri="http://schemas.openxmlformats.org/presentationml/2006/ole">
            <mc:AlternateContent xmlns:mc="http://schemas.openxmlformats.org/markup-compatibility/2006">
              <mc:Choice xmlns:v="urn:schemas-microsoft-com:vml" Requires="v">
                <p:oleObj spid="_x0000_s450647" name="Equation" r:id="rId14" imgW="799753" imgH="431613" progId="Equation.DSMT4">
                  <p:embed/>
                </p:oleObj>
              </mc:Choice>
              <mc:Fallback>
                <p:oleObj name="Equation" r:id="rId14" imgW="799753" imgH="431613"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64163" y="1052513"/>
                        <a:ext cx="1366837" cy="73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矩形 15">
            <a:extLst>
              <a:ext uri="{FF2B5EF4-FFF2-40B4-BE49-F238E27FC236}">
                <a16:creationId xmlns:a16="http://schemas.microsoft.com/office/drawing/2014/main" id="{49CD0D75-909E-444E-A54D-0AF710216437}"/>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17" name="灯片编号占位符 5">
            <a:extLst>
              <a:ext uri="{FF2B5EF4-FFF2-40B4-BE49-F238E27FC236}">
                <a16:creationId xmlns:a16="http://schemas.microsoft.com/office/drawing/2014/main" id="{A2E057D8-C524-4771-BEFF-FA2C6B1C43B3}"/>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42098C8-41E1-40F9-9060-E75AA832B1E3}" type="slidenum">
              <a:rPr lang="en-US" altLang="zh-CN" sz="1400">
                <a:solidFill>
                  <a:srgbClr val="000000"/>
                </a:solidFill>
                <a:ea typeface="宋体" panose="02010600030101010101" pitchFamily="2" charset="-122"/>
              </a:rPr>
              <a:pPr eaLnBrk="1" hangingPunct="1"/>
              <a:t>69</a:t>
            </a:fld>
            <a:endParaRPr lang="en-US" altLang="zh-CN" sz="1400">
              <a:solidFill>
                <a:srgbClr val="000000"/>
              </a:solidFill>
              <a:ea typeface="宋体" panose="02010600030101010101" pitchFamily="2" charset="-122"/>
            </a:endParaRPr>
          </a:p>
        </p:txBody>
      </p:sp>
      <p:sp>
        <p:nvSpPr>
          <p:cNvPr id="450575" name="Text Box 12">
            <a:extLst>
              <a:ext uri="{FF2B5EF4-FFF2-40B4-BE49-F238E27FC236}">
                <a16:creationId xmlns:a16="http://schemas.microsoft.com/office/drawing/2014/main" id="{1D2F2360-0E03-4383-9390-11099A2C3695}"/>
              </a:ext>
            </a:extLst>
          </p:cNvPr>
          <p:cNvSpPr txBox="1">
            <a:spLocks noChangeArrowheads="1"/>
          </p:cNvSpPr>
          <p:nvPr/>
        </p:nvSpPr>
        <p:spPr bwMode="auto">
          <a:xfrm>
            <a:off x="5435600" y="4868863"/>
            <a:ext cx="1439863"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zh-CN" altLang="en-US" sz="1800">
                <a:solidFill>
                  <a:srgbClr val="000000"/>
                </a:solidFill>
              </a:rPr>
              <a:t>得   </a:t>
            </a:r>
            <a:r>
              <a:rPr kumimoji="0" lang="en-US" altLang="zh-CN" sz="1800" i="1">
                <a:solidFill>
                  <a:srgbClr val="000000"/>
                </a:solidFill>
              </a:rPr>
              <a:t>A</a:t>
            </a:r>
            <a:r>
              <a:rPr kumimoji="0" lang="en-US" altLang="zh-CN" sz="1800" baseline="-25000">
                <a:solidFill>
                  <a:srgbClr val="000000"/>
                </a:solidFill>
              </a:rPr>
              <a:t>0</a:t>
            </a:r>
            <a:r>
              <a:rPr kumimoji="0" lang="en-US" altLang="zh-CN" sz="1800">
                <a:solidFill>
                  <a:srgbClr val="000000"/>
                </a:solidFill>
              </a:rPr>
              <a:t>≥10</a:t>
            </a:r>
            <a:r>
              <a:rPr kumimoji="0" lang="en-US" altLang="zh-CN" sz="1800" baseline="30000">
                <a:solidFill>
                  <a:srgbClr val="000000"/>
                </a:solidFill>
              </a:rPr>
              <a:t>6</a:t>
            </a:r>
            <a:endParaRPr kumimoji="0" lang="zh-CN" altLang="en-US" sz="2000">
              <a:solidFill>
                <a:srgbClr val="000000"/>
              </a:solidFill>
            </a:endParaRPr>
          </a:p>
        </p:txBody>
      </p:sp>
      <p:graphicFrame>
        <p:nvGraphicFramePr>
          <p:cNvPr id="450576" name="Object 8">
            <a:extLst>
              <a:ext uri="{FF2B5EF4-FFF2-40B4-BE49-F238E27FC236}">
                <a16:creationId xmlns:a16="http://schemas.microsoft.com/office/drawing/2014/main" id="{3A434EA8-63CC-45E0-B66B-1F00CC2CC633}"/>
              </a:ext>
            </a:extLst>
          </p:cNvPr>
          <p:cNvGraphicFramePr>
            <a:graphicFrameLocks noChangeAspect="1"/>
          </p:cNvGraphicFramePr>
          <p:nvPr/>
        </p:nvGraphicFramePr>
        <p:xfrm>
          <a:off x="2700338" y="4724400"/>
          <a:ext cx="2697162" cy="768350"/>
        </p:xfrm>
        <a:graphic>
          <a:graphicData uri="http://schemas.openxmlformats.org/presentationml/2006/ole">
            <mc:AlternateContent xmlns:mc="http://schemas.openxmlformats.org/markup-compatibility/2006">
              <mc:Choice xmlns:v="urn:schemas-microsoft-com:vml" Requires="v">
                <p:oleObj spid="_x0000_s450648" name="Equation" r:id="rId16" imgW="1651000" imgH="469900" progId="Equation.DSMT4">
                  <p:embed/>
                </p:oleObj>
              </mc:Choice>
              <mc:Fallback>
                <p:oleObj name="Equation" r:id="rId16" imgW="1651000" imgH="469900" progId="Equation.DSMT4">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00338" y="4724400"/>
                        <a:ext cx="2697162"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577" name="Text Box 12">
            <a:extLst>
              <a:ext uri="{FF2B5EF4-FFF2-40B4-BE49-F238E27FC236}">
                <a16:creationId xmlns:a16="http://schemas.microsoft.com/office/drawing/2014/main" id="{E03B6B14-9E7E-4048-8C84-984E31862098}"/>
              </a:ext>
            </a:extLst>
          </p:cNvPr>
          <p:cNvSpPr txBox="1">
            <a:spLocks noChangeArrowheads="1"/>
          </p:cNvSpPr>
          <p:nvPr/>
        </p:nvSpPr>
        <p:spPr bwMode="auto">
          <a:xfrm>
            <a:off x="5435600" y="4076700"/>
            <a:ext cx="1439863"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zh-CN" altLang="en-US" sz="1800">
                <a:solidFill>
                  <a:srgbClr val="000000"/>
                </a:solidFill>
              </a:rPr>
              <a:t>得   </a:t>
            </a:r>
            <a:r>
              <a:rPr kumimoji="0" lang="en-US" altLang="zh-CN" sz="1800" i="1">
                <a:solidFill>
                  <a:srgbClr val="000000"/>
                </a:solidFill>
              </a:rPr>
              <a:t>A</a:t>
            </a:r>
            <a:r>
              <a:rPr kumimoji="0" lang="en-US" altLang="zh-CN" sz="1800" baseline="-25000">
                <a:solidFill>
                  <a:srgbClr val="000000"/>
                </a:solidFill>
              </a:rPr>
              <a:t>0</a:t>
            </a:r>
            <a:r>
              <a:rPr kumimoji="0" lang="en-US" altLang="zh-CN" sz="1800">
                <a:solidFill>
                  <a:srgbClr val="000000"/>
                </a:solidFill>
              </a:rPr>
              <a:t>≥10</a:t>
            </a:r>
            <a:r>
              <a:rPr kumimoji="0" lang="en-US" altLang="zh-CN" sz="1800" baseline="30000">
                <a:solidFill>
                  <a:srgbClr val="000000"/>
                </a:solidFill>
              </a:rPr>
              <a:t>4</a:t>
            </a:r>
            <a:endParaRPr kumimoji="0" lang="zh-CN" altLang="en-US" sz="2000">
              <a:solidFill>
                <a:srgbClr val="000000"/>
              </a:solidFill>
            </a:endParaRPr>
          </a:p>
        </p:txBody>
      </p:sp>
      <p:sp>
        <p:nvSpPr>
          <p:cNvPr id="450578" name="Text Box 12">
            <a:extLst>
              <a:ext uri="{FF2B5EF4-FFF2-40B4-BE49-F238E27FC236}">
                <a16:creationId xmlns:a16="http://schemas.microsoft.com/office/drawing/2014/main" id="{2727CD85-2972-43E8-91D6-26158E6BD4FE}"/>
              </a:ext>
            </a:extLst>
          </p:cNvPr>
          <p:cNvSpPr txBox="1">
            <a:spLocks noChangeArrowheads="1"/>
          </p:cNvSpPr>
          <p:nvPr/>
        </p:nvSpPr>
        <p:spPr bwMode="auto">
          <a:xfrm>
            <a:off x="2124075" y="4797425"/>
            <a:ext cx="5762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zh-CN" altLang="en-US" sz="2000">
                <a:solidFill>
                  <a:srgbClr val="000000"/>
                </a:solidFill>
              </a:rPr>
              <a:t>若</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Text Box 13">
            <a:extLst>
              <a:ext uri="{FF2B5EF4-FFF2-40B4-BE49-F238E27FC236}">
                <a16:creationId xmlns:a16="http://schemas.microsoft.com/office/drawing/2014/main" id="{2A775680-ED62-4EB3-9A37-CFB3985A2659}"/>
              </a:ext>
            </a:extLst>
          </p:cNvPr>
          <p:cNvSpPr txBox="1">
            <a:spLocks noChangeArrowheads="1"/>
          </p:cNvSpPr>
          <p:nvPr/>
        </p:nvSpPr>
        <p:spPr bwMode="auto">
          <a:xfrm>
            <a:off x="285750" y="214313"/>
            <a:ext cx="5184775"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90000"/>
              </a:spcBef>
              <a:buClr>
                <a:srgbClr val="B2B2B2"/>
              </a:buClr>
              <a:buSzTx/>
              <a:buFont typeface="Wingdings" panose="05000000000000000000" pitchFamily="2" charset="2"/>
              <a:buNone/>
            </a:pPr>
            <a:r>
              <a:rPr lang="zh-CN" altLang="en-US" sz="2800" b="1">
                <a:solidFill>
                  <a:srgbClr val="3333CC"/>
                </a:solidFill>
              </a:rPr>
              <a:t>前置电路接电荷放大器的特点：</a:t>
            </a:r>
            <a:endParaRPr kumimoji="0" lang="zh-CN" altLang="en-US" sz="2800" b="1">
              <a:solidFill>
                <a:srgbClr val="3333CC"/>
              </a:solidFill>
            </a:endParaRPr>
          </a:p>
        </p:txBody>
      </p:sp>
      <p:sp>
        <p:nvSpPr>
          <p:cNvPr id="16" name="矩形 15">
            <a:extLst>
              <a:ext uri="{FF2B5EF4-FFF2-40B4-BE49-F238E27FC236}">
                <a16:creationId xmlns:a16="http://schemas.microsoft.com/office/drawing/2014/main" id="{58A70B59-FC3D-4D4E-AF20-091D017E2197}"/>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17" name="灯片编号占位符 5">
            <a:extLst>
              <a:ext uri="{FF2B5EF4-FFF2-40B4-BE49-F238E27FC236}">
                <a16:creationId xmlns:a16="http://schemas.microsoft.com/office/drawing/2014/main" id="{E7F2FA9A-6E75-49D4-8F6E-8ED04559E6C7}"/>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CF741898-4334-4713-A1E2-CD06255E2631}" type="slidenum">
              <a:rPr lang="en-US" altLang="zh-CN" sz="1400">
                <a:solidFill>
                  <a:srgbClr val="000000"/>
                </a:solidFill>
                <a:ea typeface="宋体" panose="02010600030101010101" pitchFamily="2" charset="-122"/>
              </a:rPr>
              <a:pPr eaLnBrk="1" hangingPunct="1"/>
              <a:t>70</a:t>
            </a:fld>
            <a:endParaRPr lang="en-US" altLang="zh-CN" sz="1400">
              <a:solidFill>
                <a:srgbClr val="000000"/>
              </a:solidFill>
              <a:ea typeface="宋体" panose="02010600030101010101" pitchFamily="2" charset="-122"/>
            </a:endParaRPr>
          </a:p>
        </p:txBody>
      </p:sp>
      <p:sp>
        <p:nvSpPr>
          <p:cNvPr id="451589" name="Text Box 4">
            <a:extLst>
              <a:ext uri="{FF2B5EF4-FFF2-40B4-BE49-F238E27FC236}">
                <a16:creationId xmlns:a16="http://schemas.microsoft.com/office/drawing/2014/main" id="{A17FA671-D3DE-48A1-B211-1F6F21FF447D}"/>
              </a:ext>
            </a:extLst>
          </p:cNvPr>
          <p:cNvSpPr txBox="1">
            <a:spLocks noChangeArrowheads="1"/>
          </p:cNvSpPr>
          <p:nvPr/>
        </p:nvSpPr>
        <p:spPr bwMode="auto">
          <a:xfrm>
            <a:off x="500063" y="1571625"/>
            <a:ext cx="7993062" cy="386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sz="2800">
                <a:solidFill>
                  <a:srgbClr val="000000"/>
                </a:solidFill>
                <a:latin typeface="楷体_GB2312" pitchFamily="49" charset="-122"/>
              </a:rPr>
              <a:t>●</a:t>
            </a:r>
            <a:r>
              <a:rPr kumimoji="0" lang="zh-CN" altLang="en-US" sz="2800">
                <a:solidFill>
                  <a:srgbClr val="000000"/>
                </a:solidFill>
                <a:latin typeface="楷体_GB2312" pitchFamily="49" charset="-122"/>
              </a:rPr>
              <a:t>用高增益的运算放大器形成电短路的边界条件；</a:t>
            </a:r>
          </a:p>
          <a:p>
            <a:pPr algn="l" eaLnBrk="1" hangingPunct="1">
              <a:spcBef>
                <a:spcPct val="0"/>
              </a:spcBef>
              <a:buSzTx/>
              <a:buFontTx/>
              <a:buNone/>
            </a:pPr>
            <a:r>
              <a:rPr kumimoji="0" lang="zh-CN" altLang="en-US" sz="2800">
                <a:solidFill>
                  <a:srgbClr val="000000"/>
                </a:solidFill>
                <a:latin typeface="楷体_GB2312" pitchFamily="49" charset="-122"/>
              </a:rPr>
              <a:t>●更换电缆无需重新校准灵敏度；</a:t>
            </a:r>
          </a:p>
          <a:p>
            <a:pPr algn="l" eaLnBrk="1" hangingPunct="1">
              <a:spcBef>
                <a:spcPct val="0"/>
              </a:spcBef>
              <a:buSzTx/>
              <a:buFontTx/>
              <a:buNone/>
            </a:pPr>
            <a:r>
              <a:rPr kumimoji="0" lang="zh-CN" altLang="en-US" sz="2800">
                <a:solidFill>
                  <a:srgbClr val="000000"/>
                </a:solidFill>
                <a:latin typeface="楷体_GB2312" pitchFamily="49" charset="-122"/>
              </a:rPr>
              <a:t>●灵敏度取决于已知的、固定的</a:t>
            </a:r>
            <a:r>
              <a:rPr kumimoji="0" lang="en-US" altLang="zh-CN" sz="2800">
                <a:solidFill>
                  <a:srgbClr val="000000"/>
                </a:solidFill>
                <a:latin typeface="楷体_GB2312" pitchFamily="49" charset="-122"/>
              </a:rPr>
              <a:t>R</a:t>
            </a:r>
            <a:r>
              <a:rPr kumimoji="0" lang="en-US" altLang="zh-CN" sz="2800" baseline="-25000">
                <a:solidFill>
                  <a:srgbClr val="000000"/>
                </a:solidFill>
                <a:latin typeface="楷体_GB2312" pitchFamily="49" charset="-122"/>
              </a:rPr>
              <a:t>F</a:t>
            </a:r>
            <a:r>
              <a:rPr kumimoji="0" lang="zh-CN" altLang="en-US" sz="2800">
                <a:solidFill>
                  <a:srgbClr val="000000"/>
                </a:solidFill>
                <a:latin typeface="楷体_GB2312" pitchFamily="49" charset="-122"/>
              </a:rPr>
              <a:t>和</a:t>
            </a:r>
            <a:r>
              <a:rPr kumimoji="0" lang="en-US" altLang="zh-CN" sz="2800">
                <a:solidFill>
                  <a:srgbClr val="000000"/>
                </a:solidFill>
                <a:latin typeface="楷体_GB2312" pitchFamily="49" charset="-122"/>
              </a:rPr>
              <a:t>C</a:t>
            </a:r>
            <a:r>
              <a:rPr kumimoji="0" lang="en-US" altLang="zh-CN" sz="2800" baseline="-25000">
                <a:solidFill>
                  <a:srgbClr val="000000"/>
                </a:solidFill>
                <a:latin typeface="楷体_GB2312" pitchFamily="49" charset="-122"/>
              </a:rPr>
              <a:t>F</a:t>
            </a:r>
            <a:r>
              <a:rPr kumimoji="0" lang="zh-CN" altLang="en-US" sz="2800">
                <a:solidFill>
                  <a:srgbClr val="000000"/>
                </a:solidFill>
                <a:latin typeface="楷体_GB2312" pitchFamily="49" charset="-122"/>
              </a:rPr>
              <a:t>，有利于灵敏度的稳定和调整；</a:t>
            </a:r>
          </a:p>
          <a:p>
            <a:pPr algn="l" eaLnBrk="1" hangingPunct="1">
              <a:spcBef>
                <a:spcPct val="0"/>
              </a:spcBef>
              <a:buSzTx/>
              <a:buFontTx/>
              <a:buNone/>
            </a:pPr>
            <a:r>
              <a:rPr kumimoji="0" lang="zh-CN" altLang="en-US" sz="2800">
                <a:solidFill>
                  <a:srgbClr val="000000"/>
                </a:solidFill>
                <a:latin typeface="楷体_GB2312" pitchFamily="49" charset="-122"/>
              </a:rPr>
              <a:t>●电荷放大器时间 常数相当大，可用于准静态测量。</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76E0EA22-59EB-4B1D-8012-A2FBAB421D56}"/>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16" name="页脚占位符 6">
            <a:extLst>
              <a:ext uri="{FF2B5EF4-FFF2-40B4-BE49-F238E27FC236}">
                <a16:creationId xmlns:a16="http://schemas.microsoft.com/office/drawing/2014/main" id="{406C0BB7-94E1-4C93-BD91-ABFC96F7421B}"/>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17" name="灯片编号占位符 5">
            <a:extLst>
              <a:ext uri="{FF2B5EF4-FFF2-40B4-BE49-F238E27FC236}">
                <a16:creationId xmlns:a16="http://schemas.microsoft.com/office/drawing/2014/main" id="{5ACA09D8-D336-45C9-A751-C76E0103E759}"/>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D3967F84-98EC-42A7-9C66-E484C71677B1}" type="slidenum">
              <a:rPr lang="en-US" altLang="zh-CN" sz="1400">
                <a:solidFill>
                  <a:srgbClr val="000000"/>
                </a:solidFill>
                <a:ea typeface="宋体" panose="02010600030101010101" pitchFamily="2" charset="-122"/>
              </a:rPr>
              <a:pPr eaLnBrk="1" hangingPunct="1"/>
              <a:t>71</a:t>
            </a:fld>
            <a:endParaRPr lang="en-US" altLang="zh-CN" sz="1400">
              <a:solidFill>
                <a:srgbClr val="000000"/>
              </a:solidFill>
              <a:ea typeface="宋体" panose="02010600030101010101" pitchFamily="2" charset="-122"/>
            </a:endParaRPr>
          </a:p>
        </p:txBody>
      </p:sp>
      <p:sp>
        <p:nvSpPr>
          <p:cNvPr id="452613" name="Rectangle 4">
            <a:extLst>
              <a:ext uri="{FF2B5EF4-FFF2-40B4-BE49-F238E27FC236}">
                <a16:creationId xmlns:a16="http://schemas.microsoft.com/office/drawing/2014/main" id="{8793A61E-B06C-4005-82D0-85EAA66D4235}"/>
              </a:ext>
            </a:extLst>
          </p:cNvPr>
          <p:cNvSpPr>
            <a:spLocks noRot="1" noChangeArrowheads="1"/>
          </p:cNvSpPr>
          <p:nvPr/>
        </p:nvSpPr>
        <p:spPr bwMode="auto">
          <a:xfrm>
            <a:off x="4572000" y="1052513"/>
            <a:ext cx="424815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10000"/>
              </a:spcBef>
              <a:buSzTx/>
              <a:buFontTx/>
              <a:buNone/>
            </a:pPr>
            <a:r>
              <a:rPr lang="en-US" altLang="zh-CN">
                <a:solidFill>
                  <a:srgbClr val="000000"/>
                </a:solidFill>
                <a:latin typeface="华文仿宋" panose="02010600040101010101" pitchFamily="2" charset="-122"/>
                <a:ea typeface="华文仿宋" panose="02010600040101010101" pitchFamily="2" charset="-122"/>
              </a:rPr>
              <a:t>__</a:t>
            </a:r>
            <a:r>
              <a:rPr lang="zh-CN" altLang="en-US">
                <a:solidFill>
                  <a:srgbClr val="000000"/>
                </a:solidFill>
                <a:latin typeface="华文仿宋" panose="02010600040101010101" pitchFamily="2" charset="-122"/>
                <a:ea typeface="华文仿宋" panose="02010600040101010101" pitchFamily="2" charset="-122"/>
              </a:rPr>
              <a:t>以纵向压缩型加速度计为例</a:t>
            </a:r>
          </a:p>
        </p:txBody>
      </p:sp>
      <p:sp>
        <p:nvSpPr>
          <p:cNvPr id="452614" name="Rectangle 4">
            <a:extLst>
              <a:ext uri="{FF2B5EF4-FFF2-40B4-BE49-F238E27FC236}">
                <a16:creationId xmlns:a16="http://schemas.microsoft.com/office/drawing/2014/main" id="{8C7E32E4-450B-4CE6-948A-FF8549E4DD27}"/>
              </a:ext>
            </a:extLst>
          </p:cNvPr>
          <p:cNvSpPr>
            <a:spLocks noRot="1" noChangeArrowheads="1"/>
          </p:cNvSpPr>
          <p:nvPr/>
        </p:nvSpPr>
        <p:spPr bwMode="auto">
          <a:xfrm>
            <a:off x="323850" y="188913"/>
            <a:ext cx="5329238"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10000"/>
              </a:spcBef>
              <a:buSzTx/>
              <a:buFontTx/>
              <a:buNone/>
            </a:pPr>
            <a:r>
              <a:rPr lang="en-US" altLang="zh-CN" sz="3600">
                <a:solidFill>
                  <a:srgbClr val="C00000"/>
                </a:solidFill>
                <a:latin typeface="黑体" panose="02010609060101010101" pitchFamily="49" charset="-122"/>
                <a:ea typeface="黑体" panose="02010609060101010101" pitchFamily="49" charset="-122"/>
              </a:rPr>
              <a:t>3 </a:t>
            </a:r>
            <a:r>
              <a:rPr lang="zh-CN" altLang="en-US" sz="3600">
                <a:solidFill>
                  <a:srgbClr val="C00000"/>
                </a:solidFill>
                <a:latin typeface="黑体" panose="02010609060101010101" pitchFamily="49" charset="-122"/>
                <a:ea typeface="黑体" panose="02010609060101010101" pitchFamily="49" charset="-122"/>
              </a:rPr>
              <a:t>传感器系统的频响分析</a:t>
            </a:r>
          </a:p>
        </p:txBody>
      </p:sp>
      <p:sp>
        <p:nvSpPr>
          <p:cNvPr id="452615" name="Rectangle 4">
            <a:extLst>
              <a:ext uri="{FF2B5EF4-FFF2-40B4-BE49-F238E27FC236}">
                <a16:creationId xmlns:a16="http://schemas.microsoft.com/office/drawing/2014/main" id="{833D87C6-4F79-4918-90A6-04F9A3BDE044}"/>
              </a:ext>
            </a:extLst>
          </p:cNvPr>
          <p:cNvSpPr>
            <a:spLocks noRot="1" noChangeArrowheads="1"/>
          </p:cNvSpPr>
          <p:nvPr/>
        </p:nvSpPr>
        <p:spPr bwMode="auto">
          <a:xfrm>
            <a:off x="357188" y="1285875"/>
            <a:ext cx="388937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10000"/>
              </a:spcBef>
              <a:buSzTx/>
              <a:buFontTx/>
              <a:buNone/>
            </a:pPr>
            <a:r>
              <a:rPr lang="en-US" altLang="zh-CN" sz="2800">
                <a:solidFill>
                  <a:srgbClr val="000000"/>
                </a:solidFill>
                <a:latin typeface="黑体" panose="02010609060101010101" pitchFamily="49" charset="-122"/>
                <a:ea typeface="黑体" panose="02010609060101010101" pitchFamily="49" charset="-122"/>
              </a:rPr>
              <a:t>3.1 </a:t>
            </a:r>
            <a:r>
              <a:rPr lang="zh-CN" altLang="en-US" sz="2800">
                <a:solidFill>
                  <a:srgbClr val="000000"/>
                </a:solidFill>
                <a:latin typeface="黑体" panose="02010609060101010101" pitchFamily="49" charset="-122"/>
                <a:ea typeface="黑体" panose="02010609060101010101" pitchFamily="49" charset="-122"/>
              </a:rPr>
              <a:t>结构及</a:t>
            </a:r>
            <a:r>
              <a:rPr kumimoji="0" lang="zh-CN" altLang="en-US" sz="2800">
                <a:solidFill>
                  <a:srgbClr val="000000"/>
                </a:solidFill>
                <a:latin typeface="黑体" panose="02010609060101010101" pitchFamily="49" charset="-122"/>
                <a:ea typeface="黑体" panose="02010609060101010101" pitchFamily="49" charset="-122"/>
              </a:rPr>
              <a:t>工作原理</a:t>
            </a:r>
            <a:endParaRPr lang="zh-CN" altLang="en-US" sz="2800">
              <a:solidFill>
                <a:srgbClr val="000000"/>
              </a:solidFill>
              <a:latin typeface="黑体" panose="02010609060101010101" pitchFamily="49" charset="-122"/>
              <a:ea typeface="黑体" panose="02010609060101010101" pitchFamily="49" charset="-122"/>
            </a:endParaRPr>
          </a:p>
        </p:txBody>
      </p:sp>
      <p:sp>
        <p:nvSpPr>
          <p:cNvPr id="452616" name="Text Box 7">
            <a:extLst>
              <a:ext uri="{FF2B5EF4-FFF2-40B4-BE49-F238E27FC236}">
                <a16:creationId xmlns:a16="http://schemas.microsoft.com/office/drawing/2014/main" id="{8C749B15-C5D4-4392-B23F-FDA90A86D36B}"/>
              </a:ext>
            </a:extLst>
          </p:cNvPr>
          <p:cNvSpPr txBox="1">
            <a:spLocks noChangeArrowheads="1"/>
          </p:cNvSpPr>
          <p:nvPr/>
        </p:nvSpPr>
        <p:spPr bwMode="auto">
          <a:xfrm>
            <a:off x="395288" y="2565400"/>
            <a:ext cx="5040312"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0"/>
              </a:spcBef>
              <a:buSzTx/>
              <a:buFontTx/>
              <a:buNone/>
            </a:pPr>
            <a:r>
              <a:rPr lang="zh-CN" altLang="en-US" sz="2000">
                <a:solidFill>
                  <a:srgbClr val="000000"/>
                </a:solidFill>
                <a:latin typeface="楷体_GB2312" pitchFamily="49" charset="-122"/>
              </a:rPr>
              <a:t>结构：一般有</a:t>
            </a:r>
            <a:r>
              <a:rPr lang="zh-CN" altLang="en-US" sz="2000">
                <a:solidFill>
                  <a:srgbClr val="FF0000"/>
                </a:solidFill>
                <a:latin typeface="楷体_GB2312" pitchFamily="49" charset="-122"/>
              </a:rPr>
              <a:t>纵向效应型</a:t>
            </a:r>
            <a:r>
              <a:rPr lang="zh-CN" altLang="en-US" sz="2000">
                <a:solidFill>
                  <a:srgbClr val="000000"/>
                </a:solidFill>
                <a:latin typeface="楷体_GB2312" pitchFamily="49" charset="-122"/>
              </a:rPr>
              <a:t>、</a:t>
            </a:r>
            <a:r>
              <a:rPr lang="zh-CN" altLang="en-US" sz="2000">
                <a:solidFill>
                  <a:srgbClr val="FF0000"/>
                </a:solidFill>
                <a:latin typeface="楷体_GB2312" pitchFamily="49" charset="-122"/>
              </a:rPr>
              <a:t>横向效应型</a:t>
            </a:r>
            <a:r>
              <a:rPr lang="zh-CN" altLang="en-US" sz="2000">
                <a:solidFill>
                  <a:srgbClr val="000000"/>
                </a:solidFill>
                <a:latin typeface="楷体_GB2312" pitchFamily="49" charset="-122"/>
              </a:rPr>
              <a:t>和</a:t>
            </a:r>
            <a:r>
              <a:rPr lang="zh-CN" altLang="en-US" sz="2000">
                <a:solidFill>
                  <a:srgbClr val="FF0000"/>
                </a:solidFill>
                <a:latin typeface="楷体_GB2312" pitchFamily="49" charset="-122"/>
              </a:rPr>
              <a:t>剪切效应型</a:t>
            </a:r>
            <a:r>
              <a:rPr lang="zh-CN" altLang="en-US" sz="2000">
                <a:solidFill>
                  <a:srgbClr val="000000"/>
                </a:solidFill>
                <a:latin typeface="楷体_GB2312" pitchFamily="49" charset="-122"/>
              </a:rPr>
              <a:t>三种，纵向效应型最常见。</a:t>
            </a:r>
          </a:p>
        </p:txBody>
      </p:sp>
      <p:sp>
        <p:nvSpPr>
          <p:cNvPr id="452617" name="Text Box 44">
            <a:extLst>
              <a:ext uri="{FF2B5EF4-FFF2-40B4-BE49-F238E27FC236}">
                <a16:creationId xmlns:a16="http://schemas.microsoft.com/office/drawing/2014/main" id="{34D650A3-A084-4401-95E8-C61CF4A23692}"/>
              </a:ext>
            </a:extLst>
          </p:cNvPr>
          <p:cNvSpPr txBox="1">
            <a:spLocks noChangeArrowheads="1"/>
          </p:cNvSpPr>
          <p:nvPr/>
        </p:nvSpPr>
        <p:spPr bwMode="auto">
          <a:xfrm>
            <a:off x="1071563" y="3571875"/>
            <a:ext cx="3816350"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0"/>
              </a:spcBef>
              <a:buSzTx/>
              <a:buFontTx/>
              <a:buNone/>
            </a:pPr>
            <a:r>
              <a:rPr lang="zh-CN" altLang="en-US" sz="1800">
                <a:solidFill>
                  <a:srgbClr val="000000"/>
                </a:solidFill>
                <a:latin typeface="楷体_GB2312" pitchFamily="49" charset="-122"/>
              </a:rPr>
              <a:t>压电陶瓷片和质量块为环型，通过螺母弹簧对质量块预先加载，使之压紧在压电陶瓷片上。测量时将传感器基座与被测对象牢牢紧固在一起。输出信号由电极引出。</a:t>
            </a:r>
          </a:p>
        </p:txBody>
      </p:sp>
      <p:pic>
        <p:nvPicPr>
          <p:cNvPr id="46" name="Picture 3" descr="未标题-1 拷贝">
            <a:extLst>
              <a:ext uri="{FF2B5EF4-FFF2-40B4-BE49-F238E27FC236}">
                <a16:creationId xmlns:a16="http://schemas.microsoft.com/office/drawing/2014/main" id="{49AAB783-A6CC-4E8B-96BB-8BA0E027CB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0" y="1857375"/>
            <a:ext cx="29972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dissolve">
                                      <p:cBhvr>
                                        <p:cTn id="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F86485F4-B184-4066-AEDE-8EFFD2296FA1}"/>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1" name="灯片编号占位符 5">
            <a:extLst>
              <a:ext uri="{FF2B5EF4-FFF2-40B4-BE49-F238E27FC236}">
                <a16:creationId xmlns:a16="http://schemas.microsoft.com/office/drawing/2014/main" id="{1A4C88F3-275A-4927-9EB5-BEB2B3F20954}"/>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1426C726-E63A-4295-8DF4-75C28053FC25}" type="slidenum">
              <a:rPr lang="en-US" altLang="zh-CN" sz="1400">
                <a:solidFill>
                  <a:srgbClr val="000000"/>
                </a:solidFill>
                <a:ea typeface="宋体" panose="02010600030101010101" pitchFamily="2" charset="-122"/>
              </a:rPr>
              <a:pPr eaLnBrk="1" hangingPunct="1"/>
              <a:t>72</a:t>
            </a:fld>
            <a:endParaRPr lang="en-US" altLang="zh-CN" sz="1400">
              <a:solidFill>
                <a:srgbClr val="000000"/>
              </a:solidFill>
              <a:ea typeface="宋体" panose="02010600030101010101" pitchFamily="2" charset="-122"/>
            </a:endParaRPr>
          </a:p>
        </p:txBody>
      </p:sp>
      <p:sp>
        <p:nvSpPr>
          <p:cNvPr id="453636" name="Rectangle 4">
            <a:extLst>
              <a:ext uri="{FF2B5EF4-FFF2-40B4-BE49-F238E27FC236}">
                <a16:creationId xmlns:a16="http://schemas.microsoft.com/office/drawing/2014/main" id="{F70DD7E2-0C04-48E8-91B7-BF8DD2F60CAA}"/>
              </a:ext>
            </a:extLst>
          </p:cNvPr>
          <p:cNvSpPr>
            <a:spLocks noRot="1" noChangeArrowheads="1"/>
          </p:cNvSpPr>
          <p:nvPr/>
        </p:nvSpPr>
        <p:spPr bwMode="auto">
          <a:xfrm>
            <a:off x="323850" y="188913"/>
            <a:ext cx="626427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10000"/>
              </a:spcBef>
              <a:buSzTx/>
              <a:buFontTx/>
              <a:buNone/>
            </a:pPr>
            <a:r>
              <a:rPr lang="en-US" altLang="zh-CN" sz="3600">
                <a:solidFill>
                  <a:srgbClr val="C00000"/>
                </a:solidFill>
                <a:latin typeface="黑体" panose="02010609060101010101" pitchFamily="49" charset="-122"/>
                <a:ea typeface="黑体" panose="02010609060101010101" pitchFamily="49" charset="-122"/>
              </a:rPr>
              <a:t>4 </a:t>
            </a:r>
            <a:r>
              <a:rPr lang="zh-CN" altLang="en-US" sz="3600">
                <a:solidFill>
                  <a:srgbClr val="C00000"/>
                </a:solidFill>
                <a:latin typeface="黑体" panose="02010609060101010101" pitchFamily="49" charset="-122"/>
                <a:ea typeface="黑体" panose="02010609060101010101" pitchFamily="49" charset="-122"/>
              </a:rPr>
              <a:t>压电式传感器的误差分析</a:t>
            </a:r>
          </a:p>
        </p:txBody>
      </p:sp>
      <p:sp>
        <p:nvSpPr>
          <p:cNvPr id="453637" name="Text Box 7">
            <a:extLst>
              <a:ext uri="{FF2B5EF4-FFF2-40B4-BE49-F238E27FC236}">
                <a16:creationId xmlns:a16="http://schemas.microsoft.com/office/drawing/2014/main" id="{10B74AD7-E6B7-4DEE-BE68-8AC3FAF80F68}"/>
              </a:ext>
            </a:extLst>
          </p:cNvPr>
          <p:cNvSpPr txBox="1">
            <a:spLocks noChangeArrowheads="1"/>
          </p:cNvSpPr>
          <p:nvPr/>
        </p:nvSpPr>
        <p:spPr bwMode="auto">
          <a:xfrm>
            <a:off x="357188" y="1357313"/>
            <a:ext cx="4214812"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sz="2800" b="1">
                <a:solidFill>
                  <a:srgbClr val="0070C0"/>
                </a:solidFill>
                <a:latin typeface="楷体_GB2312" pitchFamily="49" charset="-122"/>
              </a:rPr>
              <a:t>4.1 </a:t>
            </a:r>
            <a:r>
              <a:rPr kumimoji="0" lang="zh-CN" altLang="en-US" sz="2800" b="1">
                <a:solidFill>
                  <a:srgbClr val="0070C0"/>
                </a:solidFill>
                <a:latin typeface="楷体_GB2312" pitchFamily="49" charset="-122"/>
              </a:rPr>
              <a:t>频率响应误差</a:t>
            </a:r>
            <a:endParaRPr kumimoji="0" lang="en-US" altLang="zh-CN" sz="2800" b="1">
              <a:solidFill>
                <a:srgbClr val="0070C0"/>
              </a:solidFill>
              <a:latin typeface="楷体_GB2312" pitchFamily="49" charset="-122"/>
            </a:endParaRPr>
          </a:p>
        </p:txBody>
      </p:sp>
      <p:graphicFrame>
        <p:nvGraphicFramePr>
          <p:cNvPr id="453638" name="Object 8">
            <a:extLst>
              <a:ext uri="{FF2B5EF4-FFF2-40B4-BE49-F238E27FC236}">
                <a16:creationId xmlns:a16="http://schemas.microsoft.com/office/drawing/2014/main" id="{209B0A9F-8751-4E41-8069-66371AFBC3D0}"/>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453669" name="Equation" r:id="rId3" imgW="435285" imgH="677109" progId="Equation.DSMT4">
                  <p:embed/>
                </p:oleObj>
              </mc:Choice>
              <mc:Fallback>
                <p:oleObj name="Equation" r:id="rId3" imgW="435285" imgH="677109"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3639" name="Object 9">
            <a:extLst>
              <a:ext uri="{FF2B5EF4-FFF2-40B4-BE49-F238E27FC236}">
                <a16:creationId xmlns:a16="http://schemas.microsoft.com/office/drawing/2014/main" id="{C23B873E-FA20-4D37-92C8-E882B154C877}"/>
              </a:ext>
            </a:extLst>
          </p:cNvPr>
          <p:cNvGraphicFramePr>
            <a:graphicFrameLocks noChangeAspect="1"/>
          </p:cNvGraphicFramePr>
          <p:nvPr/>
        </p:nvGraphicFramePr>
        <p:xfrm>
          <a:off x="2857500" y="4286250"/>
          <a:ext cx="4968875" cy="1009650"/>
        </p:xfrm>
        <a:graphic>
          <a:graphicData uri="http://schemas.openxmlformats.org/presentationml/2006/ole">
            <mc:AlternateContent xmlns:mc="http://schemas.openxmlformats.org/markup-compatibility/2006">
              <mc:Choice xmlns:v="urn:schemas-microsoft-com:vml" Requires="v">
                <p:oleObj spid="_x0000_s453670" name="Equation" r:id="rId5" imgW="2311400" imgH="469900" progId="Equation.DSMT4">
                  <p:embed/>
                </p:oleObj>
              </mc:Choice>
              <mc:Fallback>
                <p:oleObj name="Equation" r:id="rId5" imgW="2311400" imgH="4699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7500" y="4286250"/>
                        <a:ext cx="4968875" cy="1009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3640" name="Object 10">
            <a:extLst>
              <a:ext uri="{FF2B5EF4-FFF2-40B4-BE49-F238E27FC236}">
                <a16:creationId xmlns:a16="http://schemas.microsoft.com/office/drawing/2014/main" id="{51E1FB1F-7DB3-4B8C-A0FE-C9507D94C8B7}"/>
              </a:ext>
            </a:extLst>
          </p:cNvPr>
          <p:cNvGraphicFramePr>
            <a:graphicFrameLocks noChangeAspect="1"/>
          </p:cNvGraphicFramePr>
          <p:nvPr/>
        </p:nvGraphicFramePr>
        <p:xfrm>
          <a:off x="1908175" y="2349500"/>
          <a:ext cx="5976938" cy="1223963"/>
        </p:xfrm>
        <a:graphic>
          <a:graphicData uri="http://schemas.openxmlformats.org/presentationml/2006/ole">
            <mc:AlternateContent xmlns:mc="http://schemas.openxmlformats.org/markup-compatibility/2006">
              <mc:Choice xmlns:v="urn:schemas-microsoft-com:vml" Requires="v">
                <p:oleObj spid="_x0000_s453671" name="Equation" r:id="rId7" imgW="3225800" imgH="660400" progId="Equation.DSMT4">
                  <p:embed/>
                </p:oleObj>
              </mc:Choice>
              <mc:Fallback>
                <p:oleObj name="Equation" r:id="rId7" imgW="3225800" imgH="6604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2349500"/>
                        <a:ext cx="5976938" cy="122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3641" name="Text Box 7">
            <a:extLst>
              <a:ext uri="{FF2B5EF4-FFF2-40B4-BE49-F238E27FC236}">
                <a16:creationId xmlns:a16="http://schemas.microsoft.com/office/drawing/2014/main" id="{8056DA8B-244C-495E-B1E9-4A41C8073B7B}"/>
              </a:ext>
            </a:extLst>
          </p:cNvPr>
          <p:cNvSpPr txBox="1">
            <a:spLocks noChangeArrowheads="1"/>
          </p:cNvSpPr>
          <p:nvPr/>
        </p:nvSpPr>
        <p:spPr bwMode="auto">
          <a:xfrm>
            <a:off x="285750" y="3929063"/>
            <a:ext cx="257175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800">
                <a:solidFill>
                  <a:srgbClr val="000000"/>
                </a:solidFill>
                <a:latin typeface="楷体_GB2312" pitchFamily="49" charset="-122"/>
              </a:rPr>
              <a:t>理想条件下：</a:t>
            </a:r>
            <a:endParaRPr kumimoji="0" lang="en-US" altLang="zh-CN" sz="2800" b="1">
              <a:solidFill>
                <a:srgbClr val="000000"/>
              </a:solidFill>
              <a:latin typeface="楷体_GB2312" pitchFamily="49" charset="-122"/>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a:extLst>
              <a:ext uri="{FF2B5EF4-FFF2-40B4-BE49-F238E27FC236}">
                <a16:creationId xmlns:a16="http://schemas.microsoft.com/office/drawing/2014/main" id="{37A5DD83-5A71-42FC-AB5D-284DA6B55858}"/>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54659" name="Rectangle 3">
            <a:extLst>
              <a:ext uri="{FF2B5EF4-FFF2-40B4-BE49-F238E27FC236}">
                <a16:creationId xmlns:a16="http://schemas.microsoft.com/office/drawing/2014/main" id="{74DC65BB-38B7-418D-8710-F43B4EDCCBCC}"/>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54660" name="Rectangle 4">
            <a:extLst>
              <a:ext uri="{FF2B5EF4-FFF2-40B4-BE49-F238E27FC236}">
                <a16:creationId xmlns:a16="http://schemas.microsoft.com/office/drawing/2014/main" id="{64CD6F64-012F-4410-BE54-E709C4C44B67}"/>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54661" name="Rectangle 5">
            <a:extLst>
              <a:ext uri="{FF2B5EF4-FFF2-40B4-BE49-F238E27FC236}">
                <a16:creationId xmlns:a16="http://schemas.microsoft.com/office/drawing/2014/main" id="{626B86C1-7AAD-43FE-A608-D490A334CB1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54662" name="Rectangle 6">
            <a:extLst>
              <a:ext uri="{FF2B5EF4-FFF2-40B4-BE49-F238E27FC236}">
                <a16:creationId xmlns:a16="http://schemas.microsoft.com/office/drawing/2014/main" id="{33EE69B6-CCF6-44A9-A779-4DF4FF0EE81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aphicFrame>
        <p:nvGraphicFramePr>
          <p:cNvPr id="454663" name="Object 7">
            <a:extLst>
              <a:ext uri="{FF2B5EF4-FFF2-40B4-BE49-F238E27FC236}">
                <a16:creationId xmlns:a16="http://schemas.microsoft.com/office/drawing/2014/main" id="{566B76F4-23E8-4196-A290-BDA076D9E206}"/>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454698" name="Equation" r:id="rId3" imgW="435285" imgH="677109" progId="Equation.DSMT4">
                  <p:embed/>
                </p:oleObj>
              </mc:Choice>
              <mc:Fallback>
                <p:oleObj name="Equation" r:id="rId3" imgW="435285" imgH="677109"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4664" name="Text Box 8">
            <a:extLst>
              <a:ext uri="{FF2B5EF4-FFF2-40B4-BE49-F238E27FC236}">
                <a16:creationId xmlns:a16="http://schemas.microsoft.com/office/drawing/2014/main" id="{E4897ABA-ED15-408F-BC2D-CB7628ED43FA}"/>
              </a:ext>
            </a:extLst>
          </p:cNvPr>
          <p:cNvSpPr txBox="1">
            <a:spLocks noChangeArrowheads="1"/>
          </p:cNvSpPr>
          <p:nvPr/>
        </p:nvSpPr>
        <p:spPr bwMode="auto">
          <a:xfrm>
            <a:off x="714375" y="3643313"/>
            <a:ext cx="10715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高频：</a:t>
            </a:r>
          </a:p>
        </p:txBody>
      </p:sp>
      <p:graphicFrame>
        <p:nvGraphicFramePr>
          <p:cNvPr id="454665" name="Object 9">
            <a:extLst>
              <a:ext uri="{FF2B5EF4-FFF2-40B4-BE49-F238E27FC236}">
                <a16:creationId xmlns:a16="http://schemas.microsoft.com/office/drawing/2014/main" id="{C1A3181D-6656-4C64-9AA2-65584DB86688}"/>
              </a:ext>
            </a:extLst>
          </p:cNvPr>
          <p:cNvGraphicFramePr>
            <a:graphicFrameLocks noGrp="1" noChangeAspect="1"/>
          </p:cNvGraphicFramePr>
          <p:nvPr>
            <p:ph sz="half" idx="1"/>
          </p:nvPr>
        </p:nvGraphicFramePr>
        <p:xfrm>
          <a:off x="2786063" y="1285875"/>
          <a:ext cx="3768725" cy="2979738"/>
        </p:xfrm>
        <a:graphic>
          <a:graphicData uri="http://schemas.openxmlformats.org/presentationml/2006/ole">
            <mc:AlternateContent xmlns:mc="http://schemas.openxmlformats.org/markup-compatibility/2006">
              <mc:Choice xmlns:v="urn:schemas-microsoft-com:vml" Requires="v">
                <p:oleObj spid="_x0000_s454699" name="Equation" r:id="rId5" imgW="1879600" imgH="1485900" progId="Equation.DSMT4">
                  <p:embed/>
                </p:oleObj>
              </mc:Choice>
              <mc:Fallback>
                <p:oleObj name="Equation" r:id="rId5" imgW="1879600" imgH="14859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86063" y="1285875"/>
                        <a:ext cx="3768725" cy="297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4666" name="Object 10">
            <a:extLst>
              <a:ext uri="{FF2B5EF4-FFF2-40B4-BE49-F238E27FC236}">
                <a16:creationId xmlns:a16="http://schemas.microsoft.com/office/drawing/2014/main" id="{75C5BA9E-BD1B-48B4-BEF2-30E1F5F3C23C}"/>
              </a:ext>
            </a:extLst>
          </p:cNvPr>
          <p:cNvGraphicFramePr>
            <a:graphicFrameLocks noGrp="1" noChangeAspect="1"/>
          </p:cNvGraphicFramePr>
          <p:nvPr>
            <p:ph sz="half" idx="2"/>
          </p:nvPr>
        </p:nvGraphicFramePr>
        <p:xfrm>
          <a:off x="2071688" y="4643438"/>
          <a:ext cx="6192837" cy="1547812"/>
        </p:xfrm>
        <a:graphic>
          <a:graphicData uri="http://schemas.openxmlformats.org/presentationml/2006/ole">
            <mc:AlternateContent xmlns:mc="http://schemas.openxmlformats.org/markup-compatibility/2006">
              <mc:Choice xmlns:v="urn:schemas-microsoft-com:vml" Requires="v">
                <p:oleObj spid="_x0000_s454700" name="Equation" r:id="rId7" imgW="2794000" imgH="698500" progId="Equation.DSMT4">
                  <p:embed/>
                </p:oleObj>
              </mc:Choice>
              <mc:Fallback>
                <p:oleObj name="Equation" r:id="rId7" imgW="2794000" imgH="6985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71688" y="4643438"/>
                        <a:ext cx="6192837" cy="1547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矩形 10">
            <a:extLst>
              <a:ext uri="{FF2B5EF4-FFF2-40B4-BE49-F238E27FC236}">
                <a16:creationId xmlns:a16="http://schemas.microsoft.com/office/drawing/2014/main" id="{702B0AAA-4BFE-4AF6-BB0F-EE8EC3305A73}"/>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12" name="灯片编号占位符 5">
            <a:extLst>
              <a:ext uri="{FF2B5EF4-FFF2-40B4-BE49-F238E27FC236}">
                <a16:creationId xmlns:a16="http://schemas.microsoft.com/office/drawing/2014/main" id="{3AD67736-DED1-45B8-A9BA-25F18C49B8EA}"/>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53E36A46-2C0D-4C54-92DD-2AEB6DA4C56A}" type="slidenum">
              <a:rPr lang="en-US" altLang="zh-CN" sz="1400">
                <a:solidFill>
                  <a:srgbClr val="000000"/>
                </a:solidFill>
                <a:ea typeface="宋体" panose="02010600030101010101" pitchFamily="2" charset="-122"/>
              </a:rPr>
              <a:pPr eaLnBrk="1" hangingPunct="1"/>
              <a:t>73</a:t>
            </a:fld>
            <a:endParaRPr lang="en-US" altLang="zh-CN" sz="1400">
              <a:solidFill>
                <a:srgbClr val="000000"/>
              </a:solidFill>
              <a:ea typeface="宋体" panose="02010600030101010101" pitchFamily="2" charset="-122"/>
            </a:endParaRPr>
          </a:p>
        </p:txBody>
      </p:sp>
      <p:sp>
        <p:nvSpPr>
          <p:cNvPr id="454669" name="Text Box 7">
            <a:extLst>
              <a:ext uri="{FF2B5EF4-FFF2-40B4-BE49-F238E27FC236}">
                <a16:creationId xmlns:a16="http://schemas.microsoft.com/office/drawing/2014/main" id="{6572BDB2-631A-4FB7-B13C-CC9033016595}"/>
              </a:ext>
            </a:extLst>
          </p:cNvPr>
          <p:cNvSpPr txBox="1">
            <a:spLocks noChangeArrowheads="1"/>
          </p:cNvSpPr>
          <p:nvPr/>
        </p:nvSpPr>
        <p:spPr bwMode="auto">
          <a:xfrm>
            <a:off x="357188" y="214313"/>
            <a:ext cx="4214812"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sz="2800" b="1">
                <a:solidFill>
                  <a:srgbClr val="0070C0"/>
                </a:solidFill>
                <a:latin typeface="楷体_GB2312" pitchFamily="49" charset="-122"/>
              </a:rPr>
              <a:t>4.1 </a:t>
            </a:r>
            <a:r>
              <a:rPr kumimoji="0" lang="zh-CN" altLang="en-US" sz="2800" b="1">
                <a:solidFill>
                  <a:srgbClr val="0070C0"/>
                </a:solidFill>
                <a:latin typeface="楷体_GB2312" pitchFamily="49" charset="-122"/>
              </a:rPr>
              <a:t>频率响应误差（续）</a:t>
            </a:r>
            <a:endParaRPr kumimoji="0" lang="en-US" altLang="zh-CN" sz="2800" b="1">
              <a:solidFill>
                <a:srgbClr val="0070C0"/>
              </a:solidFill>
              <a:latin typeface="楷体_GB2312" pitchFamily="49" charset="-122"/>
            </a:endParaRPr>
          </a:p>
        </p:txBody>
      </p:sp>
      <p:sp>
        <p:nvSpPr>
          <p:cNvPr id="454670" name="Text Box 8">
            <a:extLst>
              <a:ext uri="{FF2B5EF4-FFF2-40B4-BE49-F238E27FC236}">
                <a16:creationId xmlns:a16="http://schemas.microsoft.com/office/drawing/2014/main" id="{22D750B1-BAF0-4E46-AEEA-FBD1343CFC83}"/>
              </a:ext>
            </a:extLst>
          </p:cNvPr>
          <p:cNvSpPr txBox="1">
            <a:spLocks noChangeArrowheads="1"/>
          </p:cNvSpPr>
          <p:nvPr/>
        </p:nvSpPr>
        <p:spPr bwMode="auto">
          <a:xfrm>
            <a:off x="1071563" y="1428750"/>
            <a:ext cx="11430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低频：</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4">
            <a:extLst>
              <a:ext uri="{FF2B5EF4-FFF2-40B4-BE49-F238E27FC236}">
                <a16:creationId xmlns:a16="http://schemas.microsoft.com/office/drawing/2014/main" id="{C66E6EA8-4D10-4624-AD94-AD146AFEF910}"/>
              </a:ext>
            </a:extLst>
          </p:cNvPr>
          <p:cNvSpPr>
            <a:spLocks noChangeArrowheads="1"/>
          </p:cNvSpPr>
          <p:nvPr/>
        </p:nvSpPr>
        <p:spPr bwMode="auto">
          <a:xfrm>
            <a:off x="468313" y="3860800"/>
            <a:ext cx="8351837"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sz="2000">
                <a:solidFill>
                  <a:srgbClr val="000000"/>
                </a:solidFill>
              </a:rPr>
              <a:t>  </a:t>
            </a:r>
            <a:r>
              <a:rPr kumimoji="0" lang="zh-CN" altLang="en-US">
                <a:solidFill>
                  <a:srgbClr val="000000"/>
                </a:solidFill>
              </a:rPr>
              <a:t>霍尔传感器是利用半导体材料的霍尔效应进行测量的一种传感器。它可以直接测量磁场及微位移量，也可以间接测量液位、压力等工业生产过程参数。目前霍尔传感器已从分立元件发展到了集成电路的阶段，正越来越受到人们的重视，应用日益广泛。</a:t>
            </a:r>
          </a:p>
        </p:txBody>
      </p:sp>
      <p:sp>
        <p:nvSpPr>
          <p:cNvPr id="54275" name="Rectangle 5">
            <a:extLst>
              <a:ext uri="{FF2B5EF4-FFF2-40B4-BE49-F238E27FC236}">
                <a16:creationId xmlns:a16="http://schemas.microsoft.com/office/drawing/2014/main" id="{A6DBC1D5-108A-422C-B93F-F43A25086089}"/>
              </a:ext>
            </a:extLst>
          </p:cNvPr>
          <p:cNvSpPr>
            <a:spLocks noChangeArrowheads="1"/>
          </p:cNvSpPr>
          <p:nvPr/>
        </p:nvSpPr>
        <p:spPr bwMode="auto">
          <a:xfrm>
            <a:off x="395288" y="115888"/>
            <a:ext cx="7272337"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C00000"/>
                </a:solidFill>
                <a:effectLst>
                  <a:outerShdw blurRad="38100" dist="38100" dir="2700000" algn="tl">
                    <a:srgbClr val="C0C0C0"/>
                  </a:outerShdw>
                </a:effectLst>
                <a:latin typeface="Arial" charset="0"/>
                <a:ea typeface="黑体" pitchFamily="2" charset="-122"/>
                <a:sym typeface="Symbol" pitchFamily="18" charset="2"/>
              </a:rPr>
              <a:t>1 </a:t>
            </a:r>
            <a:r>
              <a:rPr lang="zh-CN" altLang="en-US" sz="3600" b="1" dirty="0">
                <a:solidFill>
                  <a:srgbClr val="C00000"/>
                </a:solidFill>
                <a:effectLst>
                  <a:outerShdw blurRad="38100" dist="38100" dir="2700000" algn="tl">
                    <a:srgbClr val="C0C0C0"/>
                  </a:outerShdw>
                </a:effectLst>
                <a:latin typeface="Arial" charset="0"/>
                <a:ea typeface="黑体" pitchFamily="2" charset="-122"/>
                <a:sym typeface="Symbol" pitchFamily="18" charset="2"/>
              </a:rPr>
              <a:t>霍尔传感器（ </a:t>
            </a:r>
            <a:r>
              <a:rPr lang="de-DE" altLang="zh-CN" sz="3600" b="1" dirty="0">
                <a:solidFill>
                  <a:srgbClr val="C00000"/>
                </a:solidFill>
                <a:effectLst>
                  <a:outerShdw blurRad="38100" dist="38100" dir="2700000" algn="tl">
                    <a:srgbClr val="C0C0C0"/>
                  </a:outerShdw>
                </a:effectLst>
                <a:latin typeface="Arial" charset="0"/>
                <a:ea typeface="黑体" pitchFamily="2" charset="-122"/>
                <a:sym typeface="Symbol" pitchFamily="18" charset="2"/>
              </a:rPr>
              <a:t>Hall-sensors</a:t>
            </a:r>
            <a:r>
              <a:rPr lang="zh-CN" altLang="en-US" sz="3600" b="1" dirty="0">
                <a:solidFill>
                  <a:srgbClr val="C00000"/>
                </a:solidFill>
                <a:effectLst>
                  <a:outerShdw blurRad="38100" dist="38100" dir="2700000" algn="tl">
                    <a:srgbClr val="C0C0C0"/>
                  </a:outerShdw>
                </a:effectLst>
                <a:latin typeface="Arial" charset="0"/>
                <a:ea typeface="黑体" pitchFamily="2" charset="-122"/>
                <a:sym typeface="Symbol" pitchFamily="18" charset="2"/>
              </a:rPr>
              <a:t>）</a:t>
            </a:r>
            <a:endParaRPr lang="en-US" altLang="zh-CN" sz="3600" b="1" dirty="0">
              <a:solidFill>
                <a:srgbClr val="C00000"/>
              </a:solidFill>
              <a:effectLst>
                <a:outerShdw blurRad="38100" dist="38100" dir="2700000" algn="tl">
                  <a:srgbClr val="C0C0C0"/>
                </a:outerShdw>
              </a:effectLst>
              <a:latin typeface="Arial" charset="0"/>
              <a:ea typeface="黑体" pitchFamily="2" charset="-122"/>
              <a:sym typeface="Symbol" pitchFamily="18" charset="2"/>
            </a:endParaRPr>
          </a:p>
        </p:txBody>
      </p:sp>
      <p:sp>
        <p:nvSpPr>
          <p:cNvPr id="455684" name="Rectangle 6">
            <a:extLst>
              <a:ext uri="{FF2B5EF4-FFF2-40B4-BE49-F238E27FC236}">
                <a16:creationId xmlns:a16="http://schemas.microsoft.com/office/drawing/2014/main" id="{595AC9CA-7E13-4E88-B4AE-A2FF6FC525FD}"/>
              </a:ext>
            </a:extLst>
          </p:cNvPr>
          <p:cNvSpPr>
            <a:spLocks noChangeArrowheads="1"/>
          </p:cNvSpPr>
          <p:nvPr/>
        </p:nvSpPr>
        <p:spPr bwMode="auto">
          <a:xfrm>
            <a:off x="468313" y="1700213"/>
            <a:ext cx="8496300" cy="224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0000"/>
                </a:solidFill>
              </a:rPr>
              <a:t>  半导体磁传感器的优势在于，它们的制造技术和微电子集成电路技术兼容，可以量产，大幅降低了生产成本；输出信号可供计算机和各种仪器设备直接使用，非常方便；抗蚀性强，磁场对器件的作用不受使用环境中的光线、尘埃、油污、盐雾及其它化学气氛的影响；结构牢固、耐震动、耐冲击和寿命长。</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6706" name="Rectangle 7">
            <a:extLst>
              <a:ext uri="{FF2B5EF4-FFF2-40B4-BE49-F238E27FC236}">
                <a16:creationId xmlns:a16="http://schemas.microsoft.com/office/drawing/2014/main" id="{620E1668-2485-4AD1-8257-E84BFF623C4C}"/>
              </a:ext>
            </a:extLst>
          </p:cNvPr>
          <p:cNvSpPr>
            <a:spLocks noChangeArrowheads="1"/>
          </p:cNvSpPr>
          <p:nvPr/>
        </p:nvSpPr>
        <p:spPr bwMode="auto">
          <a:xfrm>
            <a:off x="755650" y="1125538"/>
            <a:ext cx="754380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20000"/>
              </a:lnSpc>
              <a:buClr>
                <a:srgbClr val="00CC99"/>
              </a:buClr>
              <a:buSzTx/>
              <a:buFontTx/>
              <a:buNone/>
            </a:pPr>
            <a:r>
              <a:rPr kumimoji="0" lang="zh-CN" altLang="en-US" b="1">
                <a:solidFill>
                  <a:srgbClr val="000000"/>
                </a:solidFill>
              </a:rPr>
              <a:t>霍尔元件是霍尔传感器的敏感元件和转换元件，它是利用某些</a:t>
            </a:r>
            <a:r>
              <a:rPr kumimoji="0" lang="zh-CN" altLang="en-US" b="1">
                <a:solidFill>
                  <a:srgbClr val="FF0000"/>
                </a:solidFill>
              </a:rPr>
              <a:t>半导体材料</a:t>
            </a:r>
            <a:r>
              <a:rPr kumimoji="0" lang="zh-CN" altLang="en-US" b="1">
                <a:solidFill>
                  <a:srgbClr val="000000"/>
                </a:solidFill>
              </a:rPr>
              <a:t>的霍尔效应原理制成的。所谓</a:t>
            </a:r>
            <a:r>
              <a:rPr kumimoji="0" lang="zh-CN" altLang="en-US" b="1">
                <a:solidFill>
                  <a:srgbClr val="FF0000"/>
                </a:solidFill>
              </a:rPr>
              <a:t>霍尔效应</a:t>
            </a:r>
            <a:r>
              <a:rPr kumimoji="0" lang="zh-CN" altLang="en-US" b="1">
                <a:solidFill>
                  <a:srgbClr val="000000"/>
                </a:solidFill>
              </a:rPr>
              <a:t>是指置于磁场中的</a:t>
            </a:r>
            <a:r>
              <a:rPr kumimoji="0" lang="zh-CN" altLang="en-US" b="1">
                <a:solidFill>
                  <a:srgbClr val="FF0000"/>
                </a:solidFill>
              </a:rPr>
              <a:t>导体或半导体</a:t>
            </a:r>
            <a:r>
              <a:rPr kumimoji="0" lang="zh-CN" altLang="en-US" b="1">
                <a:solidFill>
                  <a:srgbClr val="000000"/>
                </a:solidFill>
              </a:rPr>
              <a:t>中通入电流时，若电流与磁场垂直，则在与磁场和电流都垂直的方向上出现一个电势差。</a:t>
            </a:r>
          </a:p>
        </p:txBody>
      </p:sp>
      <p:pic>
        <p:nvPicPr>
          <p:cNvPr id="456707" name="Picture 9">
            <a:extLst>
              <a:ext uri="{FF2B5EF4-FFF2-40B4-BE49-F238E27FC236}">
                <a16:creationId xmlns:a16="http://schemas.microsoft.com/office/drawing/2014/main" id="{A5BD562E-9C2C-4617-81A4-28BBE21DD7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3860800"/>
            <a:ext cx="3495675"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6708" name="Rectangle 11">
            <a:extLst>
              <a:ext uri="{FF2B5EF4-FFF2-40B4-BE49-F238E27FC236}">
                <a16:creationId xmlns:a16="http://schemas.microsoft.com/office/drawing/2014/main" id="{5BA9F117-8029-478C-A130-93C6D392BB6C}"/>
              </a:ext>
            </a:extLst>
          </p:cNvPr>
          <p:cNvSpPr>
            <a:spLocks noChangeArrowheads="1"/>
          </p:cNvSpPr>
          <p:nvPr/>
        </p:nvSpPr>
        <p:spPr bwMode="auto">
          <a:xfrm>
            <a:off x="5076825" y="4581525"/>
            <a:ext cx="316865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en-US" altLang="zh-CN" b="1">
                <a:solidFill>
                  <a:srgbClr val="000000"/>
                </a:solidFill>
              </a:rPr>
              <a:t>RH</a:t>
            </a:r>
            <a:r>
              <a:rPr kumimoji="0" lang="zh-CN" altLang="en-US" b="1">
                <a:solidFill>
                  <a:srgbClr val="000000"/>
                </a:solidFill>
              </a:rPr>
              <a:t>为霍尔系数，它反映材料霍尔效应的强弱，</a:t>
            </a:r>
            <a:r>
              <a:rPr kumimoji="0" lang="en-US" altLang="zh-CN" b="1">
                <a:solidFill>
                  <a:srgbClr val="000000"/>
                </a:solidFill>
              </a:rPr>
              <a:t>KH</a:t>
            </a:r>
            <a:r>
              <a:rPr kumimoji="0" lang="zh-CN" altLang="en-US" b="1">
                <a:solidFill>
                  <a:srgbClr val="000000"/>
                </a:solidFill>
              </a:rPr>
              <a:t>为霍尔灵敏度</a:t>
            </a:r>
          </a:p>
        </p:txBody>
      </p:sp>
      <p:graphicFrame>
        <p:nvGraphicFramePr>
          <p:cNvPr id="456709" name="Object 6">
            <a:extLst>
              <a:ext uri="{FF2B5EF4-FFF2-40B4-BE49-F238E27FC236}">
                <a16:creationId xmlns:a16="http://schemas.microsoft.com/office/drawing/2014/main" id="{0ECBB6AE-763C-4451-B243-CB3BB012DF5B}"/>
              </a:ext>
            </a:extLst>
          </p:cNvPr>
          <p:cNvGraphicFramePr>
            <a:graphicFrameLocks/>
          </p:cNvGraphicFramePr>
          <p:nvPr/>
        </p:nvGraphicFramePr>
        <p:xfrm>
          <a:off x="4427538" y="3429000"/>
          <a:ext cx="4032250" cy="865188"/>
        </p:xfrm>
        <a:graphic>
          <a:graphicData uri="http://schemas.openxmlformats.org/presentationml/2006/ole">
            <mc:AlternateContent xmlns:mc="http://schemas.openxmlformats.org/markup-compatibility/2006">
              <mc:Choice xmlns:v="urn:schemas-microsoft-com:vml" Requires="v">
                <p:oleObj spid="_x0000_s456720" r:id="rId4" imgW="1892905" imgH="393635" progId="Equation.3">
                  <p:embed/>
                </p:oleObj>
              </mc:Choice>
              <mc:Fallback>
                <p:oleObj r:id="rId4" imgW="1892905" imgH="393635"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7538" y="3429000"/>
                        <a:ext cx="4032250" cy="865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5">
            <a:extLst>
              <a:ext uri="{FF2B5EF4-FFF2-40B4-BE49-F238E27FC236}">
                <a16:creationId xmlns:a16="http://schemas.microsoft.com/office/drawing/2014/main" id="{A9B9396B-13D8-4FDB-886D-69BAE9072EEA}"/>
              </a:ext>
            </a:extLst>
          </p:cNvPr>
          <p:cNvSpPr>
            <a:spLocks noChangeArrowheads="1"/>
          </p:cNvSpPr>
          <p:nvPr/>
        </p:nvSpPr>
        <p:spPr bwMode="auto">
          <a:xfrm>
            <a:off x="395288" y="115888"/>
            <a:ext cx="3455987"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1.1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工作原理</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7730" name="Picture 5" descr="C:\Documents and Settings\chl\My Documents\7t04.tif">
            <a:hlinkClick r:id="rId2"/>
            <a:extLst>
              <a:ext uri="{FF2B5EF4-FFF2-40B4-BE49-F238E27FC236}">
                <a16:creationId xmlns:a16="http://schemas.microsoft.com/office/drawing/2014/main" id="{D7BD23AB-242E-4D3D-A294-D2554C530013}"/>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763713" y="3284538"/>
            <a:ext cx="251460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7731" name="Picture 6" descr="C:\Documents and Settings\chl\My Documents\7t05.tif">
            <a:hlinkClick r:id="rId2"/>
            <a:extLst>
              <a:ext uri="{FF2B5EF4-FFF2-40B4-BE49-F238E27FC236}">
                <a16:creationId xmlns:a16="http://schemas.microsoft.com/office/drawing/2014/main" id="{C8B11C8C-C0C3-437D-B856-EDA74921BA45}"/>
              </a:ext>
            </a:extLst>
          </p:cNvPr>
          <p:cNvPicPr>
            <a:picLocks noChangeAspect="1" noChangeArrowheads="1"/>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4859338" y="3429000"/>
            <a:ext cx="2895600"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7732" name="Rectangle 7">
            <a:extLst>
              <a:ext uri="{FF2B5EF4-FFF2-40B4-BE49-F238E27FC236}">
                <a16:creationId xmlns:a16="http://schemas.microsoft.com/office/drawing/2014/main" id="{0E62B2BE-82F7-42DF-8EF1-A1F943CDC434}"/>
              </a:ext>
            </a:extLst>
          </p:cNvPr>
          <p:cNvSpPr>
            <a:spLocks noChangeArrowheads="1"/>
          </p:cNvSpPr>
          <p:nvPr/>
        </p:nvSpPr>
        <p:spPr bwMode="auto">
          <a:xfrm>
            <a:off x="468313" y="1557338"/>
            <a:ext cx="8207375"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en-US" altLang="zh-CN">
                <a:solidFill>
                  <a:srgbClr val="000000"/>
                </a:solidFill>
              </a:rPr>
              <a:t>1</a:t>
            </a:r>
            <a:r>
              <a:rPr kumimoji="0" lang="zh-CN" altLang="en-US">
                <a:solidFill>
                  <a:srgbClr val="000000"/>
                </a:solidFill>
              </a:rPr>
              <a:t>、温度误差及补偿</a:t>
            </a:r>
          </a:p>
          <a:p>
            <a:pPr algn="l" eaLnBrk="1" hangingPunct="1">
              <a:lnSpc>
                <a:spcPct val="120000"/>
              </a:lnSpc>
              <a:spcBef>
                <a:spcPct val="0"/>
              </a:spcBef>
              <a:buSzTx/>
              <a:buFontTx/>
              <a:buNone/>
            </a:pPr>
            <a:r>
              <a:rPr kumimoji="0" lang="zh-CN" altLang="en-US">
                <a:solidFill>
                  <a:srgbClr val="000000"/>
                </a:solidFill>
              </a:rPr>
              <a:t>  霍尔元件的温度特性是指元件内阻及输出与温度之间的关系。半导体材料由于电阻率、迁移率以及载流子浓度随温度变化，所以霍尔元件的内阻、输出电压等也将随温度而变化。</a:t>
            </a:r>
          </a:p>
        </p:txBody>
      </p:sp>
      <p:sp>
        <p:nvSpPr>
          <p:cNvPr id="457733" name="Rectangle 8">
            <a:hlinkClick r:id="rId7"/>
            <a:extLst>
              <a:ext uri="{FF2B5EF4-FFF2-40B4-BE49-F238E27FC236}">
                <a16:creationId xmlns:a16="http://schemas.microsoft.com/office/drawing/2014/main" id="{C8989CA4-F3B5-4FCA-B53F-BD6269A4CC8E}"/>
              </a:ext>
            </a:extLst>
          </p:cNvPr>
          <p:cNvSpPr>
            <a:spLocks noChangeArrowheads="1"/>
          </p:cNvSpPr>
          <p:nvPr/>
        </p:nvSpPr>
        <p:spPr bwMode="auto">
          <a:xfrm>
            <a:off x="1692275" y="5805488"/>
            <a:ext cx="2590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0"/>
              </a:spcBef>
              <a:buSzTx/>
              <a:buFontTx/>
              <a:buNone/>
            </a:pPr>
            <a:r>
              <a:rPr kumimoji="0" lang="zh-CN" altLang="en-US" sz="1200">
                <a:solidFill>
                  <a:srgbClr val="000000"/>
                </a:solidFill>
                <a:latin typeface="黑体" panose="02010609060101010101" pitchFamily="49" charset="-122"/>
              </a:rPr>
              <a:t> </a:t>
            </a:r>
            <a:r>
              <a:rPr kumimoji="0" lang="zh-CN" altLang="en-US" sz="1800">
                <a:solidFill>
                  <a:srgbClr val="000000"/>
                </a:solidFill>
                <a:latin typeface="黑体" panose="02010609060101010101" pitchFamily="49" charset="-122"/>
              </a:rPr>
              <a:t>内阻与温度关系曲线</a:t>
            </a:r>
            <a:r>
              <a:rPr kumimoji="0" lang="zh-CN" altLang="en-US" sz="1200">
                <a:solidFill>
                  <a:srgbClr val="000000"/>
                </a:solidFill>
                <a:ea typeface="宋体" panose="02010600030101010101" pitchFamily="2" charset="-122"/>
              </a:rPr>
              <a:t> </a:t>
            </a:r>
          </a:p>
        </p:txBody>
      </p:sp>
      <p:sp>
        <p:nvSpPr>
          <p:cNvPr id="457734" name="Rectangle 9">
            <a:hlinkClick r:id="rId2"/>
            <a:extLst>
              <a:ext uri="{FF2B5EF4-FFF2-40B4-BE49-F238E27FC236}">
                <a16:creationId xmlns:a16="http://schemas.microsoft.com/office/drawing/2014/main" id="{271E2EAF-0F07-4A05-A537-50320A982979}"/>
              </a:ext>
            </a:extLst>
          </p:cNvPr>
          <p:cNvSpPr>
            <a:spLocks noChangeArrowheads="1"/>
          </p:cNvSpPr>
          <p:nvPr/>
        </p:nvSpPr>
        <p:spPr bwMode="auto">
          <a:xfrm>
            <a:off x="4932363" y="5805488"/>
            <a:ext cx="3095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0"/>
              </a:spcBef>
              <a:buSzTx/>
              <a:buFontTx/>
              <a:buNone/>
            </a:pPr>
            <a:r>
              <a:rPr kumimoji="0" lang="zh-CN" altLang="en-US" sz="1800">
                <a:solidFill>
                  <a:srgbClr val="000000"/>
                </a:solidFill>
                <a:latin typeface="黑体" panose="02010609060101010101" pitchFamily="49" charset="-122"/>
              </a:rPr>
              <a:t>输出电势与温度关系曲线</a:t>
            </a:r>
            <a:r>
              <a:rPr kumimoji="0" lang="zh-CN" altLang="en-US" sz="2000">
                <a:solidFill>
                  <a:srgbClr val="000000"/>
                </a:solidFill>
                <a:latin typeface="黑体" panose="02010609060101010101" pitchFamily="49" charset="-122"/>
              </a:rPr>
              <a:t> </a:t>
            </a:r>
          </a:p>
        </p:txBody>
      </p:sp>
      <p:sp>
        <p:nvSpPr>
          <p:cNvPr id="9" name="Rectangle 5">
            <a:extLst>
              <a:ext uri="{FF2B5EF4-FFF2-40B4-BE49-F238E27FC236}">
                <a16:creationId xmlns:a16="http://schemas.microsoft.com/office/drawing/2014/main" id="{87D76E9B-E7FE-4355-B92C-D1FF4AB7237A}"/>
              </a:ext>
            </a:extLst>
          </p:cNvPr>
          <p:cNvSpPr>
            <a:spLocks noChangeArrowheads="1"/>
          </p:cNvSpPr>
          <p:nvPr/>
        </p:nvSpPr>
        <p:spPr bwMode="auto">
          <a:xfrm>
            <a:off x="395288" y="115888"/>
            <a:ext cx="6192837"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1.3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误差分析及误差补偿方法</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4">
            <a:extLst>
              <a:ext uri="{FF2B5EF4-FFF2-40B4-BE49-F238E27FC236}">
                <a16:creationId xmlns:a16="http://schemas.microsoft.com/office/drawing/2014/main" id="{EA3471F8-660B-4C80-8A1E-4B85EF80F690}"/>
              </a:ext>
            </a:extLst>
          </p:cNvPr>
          <p:cNvSpPr>
            <a:spLocks noChangeArrowheads="1"/>
          </p:cNvSpPr>
          <p:nvPr/>
        </p:nvSpPr>
        <p:spPr bwMode="auto">
          <a:xfrm>
            <a:off x="684213" y="1009650"/>
            <a:ext cx="7488237"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0000"/>
                </a:solidFill>
                <a:latin typeface="黑体" panose="02010609060101010101" pitchFamily="49" charset="-122"/>
              </a:rPr>
              <a:t>    可以看出：砷化铟的内阻温度系数最小，其次是锗和硅，锑化铟最大。除了锑化铟的内阻温度系数为负之外，其余均为正温度系数。</a:t>
            </a:r>
          </a:p>
          <a:p>
            <a:pPr algn="l" eaLnBrk="1" hangingPunct="1">
              <a:lnSpc>
                <a:spcPct val="120000"/>
              </a:lnSpc>
              <a:spcBef>
                <a:spcPct val="0"/>
              </a:spcBef>
              <a:buSzTx/>
              <a:buFontTx/>
              <a:buNone/>
            </a:pPr>
            <a:r>
              <a:rPr kumimoji="0" lang="zh-CN" altLang="en-US">
                <a:solidFill>
                  <a:srgbClr val="000000"/>
                </a:solidFill>
                <a:latin typeface="黑体" panose="02010609060101010101" pitchFamily="49" charset="-122"/>
              </a:rPr>
              <a:t>    霍尔电压的温度系数硅最小，且在温度范围内是正值，其次是砷化铟，它是值在左右温度下由正变负；再次是锗，而锑化铟的值最大且为负数，在低温下其霍尔电压将是的霍尔电压的3倍，到了高温，霍尔电压降为时的15%。</a:t>
            </a:r>
          </a:p>
        </p:txBody>
      </p:sp>
      <p:sp>
        <p:nvSpPr>
          <p:cNvPr id="3" name="Rectangle 5">
            <a:extLst>
              <a:ext uri="{FF2B5EF4-FFF2-40B4-BE49-F238E27FC236}">
                <a16:creationId xmlns:a16="http://schemas.microsoft.com/office/drawing/2014/main" id="{6224BD15-8086-4325-AB13-F73384C4DF4A}"/>
              </a:ext>
            </a:extLst>
          </p:cNvPr>
          <p:cNvSpPr>
            <a:spLocks noChangeArrowheads="1"/>
          </p:cNvSpPr>
          <p:nvPr/>
        </p:nvSpPr>
        <p:spPr bwMode="auto">
          <a:xfrm>
            <a:off x="395288" y="115888"/>
            <a:ext cx="8137525"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1.3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误差分析及误差补偿方法（续）</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4">
            <a:extLst>
              <a:ext uri="{FF2B5EF4-FFF2-40B4-BE49-F238E27FC236}">
                <a16:creationId xmlns:a16="http://schemas.microsoft.com/office/drawing/2014/main" id="{35D63A02-BD29-4683-B432-D72B800B48CC}"/>
              </a:ext>
            </a:extLst>
          </p:cNvPr>
          <p:cNvSpPr>
            <a:spLocks noChangeArrowheads="1"/>
          </p:cNvSpPr>
          <p:nvPr/>
        </p:nvSpPr>
        <p:spPr bwMode="auto">
          <a:xfrm>
            <a:off x="539750" y="1125538"/>
            <a:ext cx="7488238" cy="2308225"/>
          </a:xfrm>
          <a:prstGeom prst="rect">
            <a:avLst/>
          </a:prstGeom>
          <a:noFill/>
          <a:ln w="9525">
            <a:noFill/>
            <a:miter lim="800000"/>
            <a:headEnd/>
            <a:tailEnd/>
          </a:ln>
        </p:spPr>
        <p:txBody>
          <a:bodyPr>
            <a:spAutoFit/>
          </a:bodyPr>
          <a:lstStyle/>
          <a:p>
            <a:pPr algn="l">
              <a:lnSpc>
                <a:spcPct val="120000"/>
              </a:lnSpc>
              <a:spcBef>
                <a:spcPct val="0"/>
              </a:spcBef>
              <a:buSzTx/>
              <a:buFontTx/>
              <a:buNone/>
              <a:defRPr/>
            </a:pPr>
            <a:r>
              <a:rPr kumimoji="0" lang="en-US" altLang="zh-CN" dirty="0">
                <a:solidFill>
                  <a:srgbClr val="000000"/>
                </a:solidFill>
              </a:rPr>
              <a:t>1</a:t>
            </a:r>
            <a:r>
              <a:rPr kumimoji="0" lang="zh-CN" altLang="en-US" dirty="0">
                <a:solidFill>
                  <a:srgbClr val="000000"/>
                </a:solidFill>
              </a:rPr>
              <a:t>） </a:t>
            </a:r>
            <a:r>
              <a:rPr kumimoji="0" lang="zh-CN" altLang="en-US" b="1" dirty="0">
                <a:solidFill>
                  <a:srgbClr val="000000"/>
                </a:solidFill>
                <a:effectLst>
                  <a:outerShdw blurRad="38100" dist="38100" dir="2700000" algn="tl">
                    <a:srgbClr val="000000">
                      <a:alpha val="43137"/>
                    </a:srgbClr>
                  </a:outerShdw>
                </a:effectLst>
              </a:rPr>
              <a:t>利用输入回路的串联电阻进行补偿</a:t>
            </a:r>
          </a:p>
          <a:p>
            <a:pPr algn="l">
              <a:lnSpc>
                <a:spcPct val="120000"/>
              </a:lnSpc>
              <a:spcBef>
                <a:spcPct val="0"/>
              </a:spcBef>
              <a:buSzTx/>
              <a:buFontTx/>
              <a:buNone/>
              <a:defRPr/>
            </a:pPr>
            <a:r>
              <a:rPr kumimoji="0" lang="zh-CN" altLang="en-US" dirty="0">
                <a:solidFill>
                  <a:srgbClr val="000000"/>
                </a:solidFill>
              </a:rPr>
              <a:t>图中的四端元件是霍尔元件的符号。两个输入端串联补偿电阻</a:t>
            </a:r>
            <a:r>
              <a:rPr kumimoji="0" lang="en-US" altLang="zh-CN" dirty="0">
                <a:solidFill>
                  <a:srgbClr val="000000"/>
                </a:solidFill>
              </a:rPr>
              <a:t>R</a:t>
            </a:r>
            <a:r>
              <a:rPr kumimoji="0" lang="zh-CN" altLang="en-US" dirty="0">
                <a:solidFill>
                  <a:srgbClr val="000000"/>
                </a:solidFill>
              </a:rPr>
              <a:t>并接恒电源，输出端开路。根据温度特性，元件霍尔系数和输入内阻与温度之间的关系式为：  </a:t>
            </a:r>
            <a:r>
              <a:rPr kumimoji="0" lang="en-US" altLang="zh-CN" i="1" dirty="0" err="1">
                <a:solidFill>
                  <a:srgbClr val="000000"/>
                </a:solidFill>
              </a:rPr>
              <a:t>R</a:t>
            </a:r>
            <a:r>
              <a:rPr kumimoji="0" lang="en-US" altLang="zh-CN" i="1" baseline="-25000" dirty="0" err="1">
                <a:solidFill>
                  <a:srgbClr val="000000"/>
                </a:solidFill>
              </a:rPr>
              <a:t>Ht</a:t>
            </a:r>
            <a:r>
              <a:rPr kumimoji="0" lang="en-US" altLang="zh-CN" dirty="0">
                <a:solidFill>
                  <a:srgbClr val="000000"/>
                </a:solidFill>
              </a:rPr>
              <a:t>=</a:t>
            </a:r>
            <a:r>
              <a:rPr kumimoji="0" lang="en-US" altLang="zh-CN" i="1" dirty="0">
                <a:solidFill>
                  <a:srgbClr val="000000"/>
                </a:solidFill>
              </a:rPr>
              <a:t>R</a:t>
            </a:r>
            <a:r>
              <a:rPr kumimoji="0" lang="en-US" altLang="zh-CN" i="1" baseline="-25000" dirty="0">
                <a:solidFill>
                  <a:srgbClr val="000000"/>
                </a:solidFill>
              </a:rPr>
              <a:t>H0</a:t>
            </a:r>
            <a:r>
              <a:rPr kumimoji="0" lang="en-US" altLang="zh-CN" i="1" dirty="0">
                <a:solidFill>
                  <a:srgbClr val="000000"/>
                </a:solidFill>
              </a:rPr>
              <a:t>(1+αt)          </a:t>
            </a:r>
            <a:r>
              <a:rPr kumimoji="0" lang="en-US" altLang="zh-CN" i="1" dirty="0" err="1">
                <a:solidFill>
                  <a:srgbClr val="000000"/>
                </a:solidFill>
              </a:rPr>
              <a:t>R</a:t>
            </a:r>
            <a:r>
              <a:rPr kumimoji="0" lang="en-US" altLang="zh-CN" i="1" baseline="-25000" dirty="0" err="1">
                <a:solidFill>
                  <a:srgbClr val="000000"/>
                </a:solidFill>
              </a:rPr>
              <a:t>it</a:t>
            </a:r>
            <a:r>
              <a:rPr kumimoji="0" lang="en-US" altLang="zh-CN" dirty="0">
                <a:solidFill>
                  <a:srgbClr val="000000"/>
                </a:solidFill>
              </a:rPr>
              <a:t>=</a:t>
            </a:r>
            <a:r>
              <a:rPr kumimoji="0" lang="en-US" altLang="zh-CN" i="1" dirty="0">
                <a:solidFill>
                  <a:srgbClr val="000000"/>
                </a:solidFill>
              </a:rPr>
              <a:t>R</a:t>
            </a:r>
            <a:r>
              <a:rPr kumimoji="0" lang="en-US" altLang="zh-CN" i="1" baseline="-25000" dirty="0">
                <a:solidFill>
                  <a:srgbClr val="000000"/>
                </a:solidFill>
              </a:rPr>
              <a:t>i0</a:t>
            </a:r>
            <a:r>
              <a:rPr kumimoji="0" lang="en-US" altLang="zh-CN" i="1" dirty="0">
                <a:solidFill>
                  <a:srgbClr val="000000"/>
                </a:solidFill>
              </a:rPr>
              <a:t>(1+βt)</a:t>
            </a:r>
            <a:endParaRPr kumimoji="0" lang="zh-CN" altLang="en-US" i="1" dirty="0">
              <a:solidFill>
                <a:srgbClr val="000000"/>
              </a:solidFill>
            </a:endParaRPr>
          </a:p>
        </p:txBody>
      </p:sp>
      <p:pic>
        <p:nvPicPr>
          <p:cNvPr id="459779" name="Picture 6" descr="C:\Documents and Settings\chl\My Documents\7t07.tif">
            <a:hlinkClick r:id="rId2"/>
            <a:extLst>
              <a:ext uri="{FF2B5EF4-FFF2-40B4-BE49-F238E27FC236}">
                <a16:creationId xmlns:a16="http://schemas.microsoft.com/office/drawing/2014/main" id="{9ED1C7C4-F0FB-438C-AA60-6E5D4D61D4EC}"/>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468313" y="3573463"/>
            <a:ext cx="2652712"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9780" name="Rectangle 7">
            <a:extLst>
              <a:ext uri="{FF2B5EF4-FFF2-40B4-BE49-F238E27FC236}">
                <a16:creationId xmlns:a16="http://schemas.microsoft.com/office/drawing/2014/main" id="{2D725E1C-7A66-4A41-A1EB-1E68E91C2ACC}"/>
              </a:ext>
            </a:extLst>
          </p:cNvPr>
          <p:cNvSpPr>
            <a:spLocks noChangeArrowheads="1"/>
          </p:cNvSpPr>
          <p:nvPr/>
        </p:nvSpPr>
        <p:spPr bwMode="auto">
          <a:xfrm>
            <a:off x="3203575" y="3500438"/>
            <a:ext cx="5616575"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0000"/>
                </a:solidFill>
              </a:rPr>
              <a:t>式中，</a:t>
            </a:r>
            <a:r>
              <a:rPr kumimoji="0" lang="en-US" altLang="zh-CN" i="1">
                <a:solidFill>
                  <a:srgbClr val="000000"/>
                </a:solidFill>
              </a:rPr>
              <a:t>R</a:t>
            </a:r>
            <a:r>
              <a:rPr kumimoji="0" lang="en-US" altLang="zh-CN" i="1" baseline="-25000">
                <a:solidFill>
                  <a:srgbClr val="000000"/>
                </a:solidFill>
              </a:rPr>
              <a:t>Ht</a:t>
            </a:r>
            <a:r>
              <a:rPr kumimoji="0" lang="zh-CN" altLang="en-US">
                <a:solidFill>
                  <a:srgbClr val="000000"/>
                </a:solidFill>
              </a:rPr>
              <a:t>为温度为</a:t>
            </a:r>
            <a:r>
              <a:rPr kumimoji="0" lang="zh-CN" altLang="en-US" i="1">
                <a:solidFill>
                  <a:srgbClr val="000000"/>
                </a:solidFill>
              </a:rPr>
              <a:t>ｔ</a:t>
            </a:r>
            <a:r>
              <a:rPr kumimoji="0" lang="zh-CN" altLang="en-US">
                <a:solidFill>
                  <a:srgbClr val="000000"/>
                </a:solidFill>
              </a:rPr>
              <a:t>时霍尔系数；</a:t>
            </a:r>
            <a:r>
              <a:rPr kumimoji="0" lang="en-US" altLang="zh-CN" i="1">
                <a:solidFill>
                  <a:srgbClr val="000000"/>
                </a:solidFill>
              </a:rPr>
              <a:t>R</a:t>
            </a:r>
            <a:r>
              <a:rPr kumimoji="0" lang="en-US" altLang="zh-CN" i="1" baseline="-25000">
                <a:solidFill>
                  <a:srgbClr val="000000"/>
                </a:solidFill>
              </a:rPr>
              <a:t>H0</a:t>
            </a:r>
            <a:r>
              <a:rPr kumimoji="0" lang="zh-CN" altLang="en-US">
                <a:solidFill>
                  <a:srgbClr val="000000"/>
                </a:solidFill>
              </a:rPr>
              <a:t>为0℃时的霍尔系数；</a:t>
            </a:r>
            <a:r>
              <a:rPr kumimoji="0" lang="en-US" altLang="zh-CN" i="1">
                <a:solidFill>
                  <a:srgbClr val="000000"/>
                </a:solidFill>
              </a:rPr>
              <a:t>R</a:t>
            </a:r>
            <a:r>
              <a:rPr kumimoji="0" lang="en-US" altLang="zh-CN" i="1" baseline="-25000">
                <a:solidFill>
                  <a:srgbClr val="000000"/>
                </a:solidFill>
              </a:rPr>
              <a:t>it</a:t>
            </a:r>
            <a:r>
              <a:rPr kumimoji="0" lang="zh-CN" altLang="en-US">
                <a:solidFill>
                  <a:srgbClr val="000000"/>
                </a:solidFill>
              </a:rPr>
              <a:t>为温度为</a:t>
            </a:r>
            <a:r>
              <a:rPr kumimoji="0" lang="zh-CN" altLang="en-US" i="1">
                <a:solidFill>
                  <a:srgbClr val="000000"/>
                </a:solidFill>
              </a:rPr>
              <a:t>ｔ</a:t>
            </a:r>
            <a:r>
              <a:rPr kumimoji="0" lang="zh-CN" altLang="en-US">
                <a:solidFill>
                  <a:srgbClr val="000000"/>
                </a:solidFill>
              </a:rPr>
              <a:t>时的输入电阻；</a:t>
            </a:r>
            <a:r>
              <a:rPr kumimoji="0" lang="en-US" altLang="zh-CN" i="1">
                <a:solidFill>
                  <a:srgbClr val="000000"/>
                </a:solidFill>
              </a:rPr>
              <a:t>R</a:t>
            </a:r>
            <a:r>
              <a:rPr kumimoji="0" lang="en-US" altLang="zh-CN" i="1" baseline="-25000">
                <a:solidFill>
                  <a:srgbClr val="000000"/>
                </a:solidFill>
              </a:rPr>
              <a:t>i0</a:t>
            </a:r>
            <a:r>
              <a:rPr kumimoji="0" lang="zh-CN" altLang="en-US">
                <a:solidFill>
                  <a:srgbClr val="000000"/>
                </a:solidFill>
              </a:rPr>
              <a:t>为0℃时的输入电阻；</a:t>
            </a:r>
            <a:r>
              <a:rPr kumimoji="0" lang="en-US" altLang="zh-CN" i="1">
                <a:solidFill>
                  <a:srgbClr val="000000"/>
                </a:solidFill>
              </a:rPr>
              <a:t>α</a:t>
            </a:r>
            <a:r>
              <a:rPr kumimoji="0" lang="zh-CN" altLang="en-US">
                <a:solidFill>
                  <a:srgbClr val="000000"/>
                </a:solidFill>
              </a:rPr>
              <a:t>为霍尔电压的温度系数,</a:t>
            </a:r>
            <a:r>
              <a:rPr kumimoji="0" lang="zh-CN" altLang="en-US" i="1">
                <a:solidFill>
                  <a:srgbClr val="000000"/>
                </a:solidFill>
              </a:rPr>
              <a:t> </a:t>
            </a:r>
            <a:r>
              <a:rPr kumimoji="0" lang="en-US" altLang="zh-CN" i="1">
                <a:solidFill>
                  <a:srgbClr val="000000"/>
                </a:solidFill>
              </a:rPr>
              <a:t>β</a:t>
            </a:r>
            <a:r>
              <a:rPr kumimoji="0" lang="zh-CN" altLang="en-US">
                <a:solidFill>
                  <a:srgbClr val="000000"/>
                </a:solidFill>
              </a:rPr>
              <a:t>为输入电阻的温度系数。当温度变化</a:t>
            </a:r>
            <a:r>
              <a:rPr kumimoji="0" lang="en-US" altLang="zh-CN" i="1">
                <a:solidFill>
                  <a:srgbClr val="000000"/>
                </a:solidFill>
              </a:rPr>
              <a:t>Δt</a:t>
            </a:r>
            <a:r>
              <a:rPr kumimoji="0" lang="zh-CN" altLang="en-US">
                <a:solidFill>
                  <a:srgbClr val="000000"/>
                </a:solidFill>
              </a:rPr>
              <a:t>时，其增量为: </a:t>
            </a:r>
            <a:r>
              <a:rPr kumimoji="0" lang="en-US" altLang="zh-CN" i="1">
                <a:solidFill>
                  <a:srgbClr val="000000"/>
                </a:solidFill>
              </a:rPr>
              <a:t>ΔR</a:t>
            </a:r>
            <a:r>
              <a:rPr kumimoji="0" lang="en-US" altLang="zh-CN" i="1" baseline="-25000">
                <a:solidFill>
                  <a:srgbClr val="000000"/>
                </a:solidFill>
              </a:rPr>
              <a:t>H</a:t>
            </a:r>
            <a:r>
              <a:rPr kumimoji="0" lang="en-US" altLang="zh-CN">
                <a:solidFill>
                  <a:srgbClr val="000000"/>
                </a:solidFill>
              </a:rPr>
              <a:t>=</a:t>
            </a:r>
            <a:r>
              <a:rPr kumimoji="0" lang="en-US" altLang="zh-CN" i="1">
                <a:solidFill>
                  <a:srgbClr val="000000"/>
                </a:solidFill>
              </a:rPr>
              <a:t>R</a:t>
            </a:r>
            <a:r>
              <a:rPr kumimoji="0" lang="en-US" altLang="zh-CN" i="1" baseline="-25000">
                <a:solidFill>
                  <a:srgbClr val="000000"/>
                </a:solidFill>
              </a:rPr>
              <a:t>H0</a:t>
            </a:r>
            <a:r>
              <a:rPr kumimoji="0" lang="en-US" altLang="zh-CN" i="1">
                <a:solidFill>
                  <a:srgbClr val="000000"/>
                </a:solidFill>
              </a:rPr>
              <a:t>αΔt  ΔR</a:t>
            </a:r>
            <a:r>
              <a:rPr kumimoji="0" lang="en-US" altLang="zh-CN" i="1" baseline="-25000">
                <a:solidFill>
                  <a:srgbClr val="000000"/>
                </a:solidFill>
              </a:rPr>
              <a:t>i</a:t>
            </a:r>
            <a:r>
              <a:rPr kumimoji="0" lang="en-US" altLang="zh-CN">
                <a:solidFill>
                  <a:srgbClr val="000000"/>
                </a:solidFill>
              </a:rPr>
              <a:t>=</a:t>
            </a:r>
            <a:r>
              <a:rPr kumimoji="0" lang="en-US" altLang="zh-CN" i="1">
                <a:solidFill>
                  <a:srgbClr val="000000"/>
                </a:solidFill>
              </a:rPr>
              <a:t>R</a:t>
            </a:r>
            <a:r>
              <a:rPr kumimoji="0" lang="en-US" altLang="zh-CN" i="1" baseline="-25000">
                <a:solidFill>
                  <a:srgbClr val="000000"/>
                </a:solidFill>
              </a:rPr>
              <a:t>i0</a:t>
            </a:r>
            <a:r>
              <a:rPr kumimoji="0" lang="en-US" altLang="zh-CN" i="1">
                <a:solidFill>
                  <a:srgbClr val="000000"/>
                </a:solidFill>
              </a:rPr>
              <a:t>βΔt</a:t>
            </a:r>
            <a:endParaRPr kumimoji="0" lang="zh-CN" altLang="en-US" i="1">
              <a:solidFill>
                <a:srgbClr val="000000"/>
              </a:solidFill>
            </a:endParaRPr>
          </a:p>
        </p:txBody>
      </p:sp>
      <p:sp>
        <p:nvSpPr>
          <p:cNvPr id="5" name="Rectangle 5">
            <a:extLst>
              <a:ext uri="{FF2B5EF4-FFF2-40B4-BE49-F238E27FC236}">
                <a16:creationId xmlns:a16="http://schemas.microsoft.com/office/drawing/2014/main" id="{A813FB55-53C2-4287-B8EE-ABDC73FA95E8}"/>
              </a:ext>
            </a:extLst>
          </p:cNvPr>
          <p:cNvSpPr>
            <a:spLocks noChangeArrowheads="1"/>
          </p:cNvSpPr>
          <p:nvPr/>
        </p:nvSpPr>
        <p:spPr bwMode="auto">
          <a:xfrm>
            <a:off x="395288" y="115888"/>
            <a:ext cx="8137525"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1.3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误差分析及误差补偿方法（续）</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4">
            <a:extLst>
              <a:ext uri="{FF2B5EF4-FFF2-40B4-BE49-F238E27FC236}">
                <a16:creationId xmlns:a16="http://schemas.microsoft.com/office/drawing/2014/main" id="{52F9FA3F-BB01-41EA-BE5E-3EEA2B2B51B9}"/>
              </a:ext>
            </a:extLst>
          </p:cNvPr>
          <p:cNvSpPr>
            <a:spLocks noChangeArrowheads="1"/>
          </p:cNvSpPr>
          <p:nvPr/>
        </p:nvSpPr>
        <p:spPr bwMode="auto">
          <a:xfrm>
            <a:off x="611188" y="1125538"/>
            <a:ext cx="8353425" cy="548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0000"/>
                </a:solidFill>
              </a:rPr>
              <a:t>根据式中</a:t>
            </a:r>
            <a:r>
              <a:rPr kumimoji="0" lang="en-US" altLang="zh-CN">
                <a:solidFill>
                  <a:srgbClr val="000000"/>
                </a:solidFill>
              </a:rPr>
              <a:t>U</a:t>
            </a:r>
            <a:r>
              <a:rPr kumimoji="0" lang="en-US" altLang="zh-CN" baseline="-25000">
                <a:solidFill>
                  <a:srgbClr val="000000"/>
                </a:solidFill>
              </a:rPr>
              <a:t>H</a:t>
            </a:r>
            <a:r>
              <a:rPr kumimoji="0" lang="en-US" altLang="zh-CN">
                <a:solidFill>
                  <a:srgbClr val="000000"/>
                </a:solidFill>
              </a:rPr>
              <a:t>=R</a:t>
            </a:r>
            <a:r>
              <a:rPr kumimoji="0" lang="en-US" altLang="zh-CN" baseline="-25000">
                <a:solidFill>
                  <a:srgbClr val="000000"/>
                </a:solidFill>
              </a:rPr>
              <a:t>H</a:t>
            </a:r>
            <a:r>
              <a:rPr kumimoji="0" lang="en-US" altLang="zh-CN">
                <a:solidFill>
                  <a:srgbClr val="000000"/>
                </a:solidFill>
              </a:rPr>
              <a:t>IB/d</a:t>
            </a:r>
            <a:r>
              <a:rPr kumimoji="0" lang="zh-CN" altLang="en-US">
                <a:solidFill>
                  <a:srgbClr val="000000"/>
                </a:solidFill>
              </a:rPr>
              <a:t>  及</a:t>
            </a:r>
            <a:r>
              <a:rPr kumimoji="0" lang="en-US" altLang="zh-CN" i="1">
                <a:solidFill>
                  <a:srgbClr val="000000"/>
                </a:solidFill>
              </a:rPr>
              <a:t>I</a:t>
            </a:r>
            <a:r>
              <a:rPr kumimoji="0" lang="en-US" altLang="zh-CN">
                <a:solidFill>
                  <a:srgbClr val="000000"/>
                </a:solidFill>
              </a:rPr>
              <a:t>=</a:t>
            </a:r>
            <a:r>
              <a:rPr kumimoji="0" lang="en-US" altLang="zh-CN" i="1">
                <a:solidFill>
                  <a:srgbClr val="000000"/>
                </a:solidFill>
              </a:rPr>
              <a:t>E/(R</a:t>
            </a:r>
            <a:r>
              <a:rPr kumimoji="0" lang="en-US" altLang="zh-CN">
                <a:solidFill>
                  <a:srgbClr val="000000"/>
                </a:solidFill>
              </a:rPr>
              <a:t>+</a:t>
            </a:r>
            <a:r>
              <a:rPr kumimoji="0" lang="en-US" altLang="zh-CN" i="1">
                <a:solidFill>
                  <a:srgbClr val="000000"/>
                </a:solidFill>
              </a:rPr>
              <a:t>Ri)</a:t>
            </a:r>
            <a:r>
              <a:rPr kumimoji="0" lang="en-US" altLang="zh-CN">
                <a:solidFill>
                  <a:srgbClr val="000000"/>
                </a:solidFill>
              </a:rPr>
              <a:t>，</a:t>
            </a:r>
            <a:r>
              <a:rPr kumimoji="0" lang="zh-CN" altLang="en-US">
                <a:solidFill>
                  <a:srgbClr val="000000"/>
                </a:solidFill>
              </a:rPr>
              <a:t>可得出霍尔电压随温度变化的关系式为</a:t>
            </a:r>
          </a:p>
          <a:p>
            <a:pPr algn="l" eaLnBrk="1" hangingPunct="1">
              <a:lnSpc>
                <a:spcPct val="120000"/>
              </a:lnSpc>
              <a:spcBef>
                <a:spcPct val="0"/>
              </a:spcBef>
              <a:buSzTx/>
              <a:buFontTx/>
              <a:buNone/>
            </a:pPr>
            <a:endParaRPr kumimoji="0" lang="zh-CN" altLang="en-US" sz="2000">
              <a:solidFill>
                <a:srgbClr val="000000"/>
              </a:solidFill>
            </a:endParaRPr>
          </a:p>
          <a:p>
            <a:pPr algn="l" eaLnBrk="1" hangingPunct="1">
              <a:lnSpc>
                <a:spcPct val="120000"/>
              </a:lnSpc>
              <a:spcBef>
                <a:spcPct val="0"/>
              </a:spcBef>
              <a:buSzTx/>
              <a:buFontTx/>
              <a:buNone/>
            </a:pPr>
            <a:endParaRPr kumimoji="0" lang="zh-CN" altLang="en-US" sz="2000">
              <a:solidFill>
                <a:srgbClr val="000000"/>
              </a:solidFill>
            </a:endParaRPr>
          </a:p>
          <a:p>
            <a:pPr algn="l" eaLnBrk="1" hangingPunct="1">
              <a:lnSpc>
                <a:spcPct val="120000"/>
              </a:lnSpc>
              <a:spcBef>
                <a:spcPct val="0"/>
              </a:spcBef>
              <a:buSzTx/>
              <a:buFontTx/>
              <a:buNone/>
            </a:pPr>
            <a:r>
              <a:rPr kumimoji="0" lang="zh-CN" altLang="en-US">
                <a:solidFill>
                  <a:srgbClr val="000000"/>
                </a:solidFill>
              </a:rPr>
              <a:t>对上式求温度的导数，可得增量表达式  </a:t>
            </a:r>
          </a:p>
          <a:p>
            <a:pPr algn="l" eaLnBrk="1" hangingPunct="1">
              <a:lnSpc>
                <a:spcPct val="120000"/>
              </a:lnSpc>
              <a:spcBef>
                <a:spcPct val="0"/>
              </a:spcBef>
              <a:buSzTx/>
              <a:buFontTx/>
              <a:buNone/>
            </a:pPr>
            <a:endParaRPr kumimoji="0" lang="zh-CN" altLang="en-US" sz="2000">
              <a:solidFill>
                <a:srgbClr val="000000"/>
              </a:solidFill>
            </a:endParaRPr>
          </a:p>
          <a:p>
            <a:pPr algn="l" eaLnBrk="1" hangingPunct="1">
              <a:lnSpc>
                <a:spcPct val="120000"/>
              </a:lnSpc>
              <a:spcBef>
                <a:spcPct val="0"/>
              </a:spcBef>
              <a:buSzTx/>
              <a:buFontTx/>
              <a:buNone/>
            </a:pPr>
            <a:r>
              <a:rPr kumimoji="0" lang="zh-CN" altLang="en-US" sz="2000">
                <a:solidFill>
                  <a:srgbClr val="000000"/>
                </a:solidFill>
              </a:rPr>
              <a:t> </a:t>
            </a:r>
          </a:p>
          <a:p>
            <a:pPr algn="l" eaLnBrk="1" hangingPunct="1">
              <a:lnSpc>
                <a:spcPct val="120000"/>
              </a:lnSpc>
              <a:spcBef>
                <a:spcPct val="0"/>
              </a:spcBef>
              <a:buSzTx/>
              <a:buFontTx/>
              <a:buNone/>
            </a:pPr>
            <a:r>
              <a:rPr kumimoji="0" lang="zh-CN" altLang="en-US">
                <a:solidFill>
                  <a:srgbClr val="000000"/>
                </a:solidFill>
              </a:rPr>
              <a:t>要使温度变化时霍尔电压不变，必须使 </a:t>
            </a:r>
          </a:p>
          <a:p>
            <a:pPr algn="l" eaLnBrk="1" hangingPunct="1">
              <a:lnSpc>
                <a:spcPct val="120000"/>
              </a:lnSpc>
              <a:spcBef>
                <a:spcPct val="0"/>
              </a:spcBef>
              <a:buSzTx/>
              <a:buFontTx/>
              <a:buNone/>
            </a:pPr>
            <a:endParaRPr kumimoji="0" lang="zh-CN" altLang="en-US" sz="2000">
              <a:solidFill>
                <a:srgbClr val="000000"/>
              </a:solidFill>
            </a:endParaRPr>
          </a:p>
          <a:p>
            <a:pPr algn="l" eaLnBrk="1" hangingPunct="1">
              <a:lnSpc>
                <a:spcPct val="120000"/>
              </a:lnSpc>
              <a:spcBef>
                <a:spcPct val="0"/>
              </a:spcBef>
              <a:buSzTx/>
              <a:buFontTx/>
              <a:buNone/>
            </a:pPr>
            <a:r>
              <a:rPr kumimoji="0" lang="zh-CN" altLang="en-US">
                <a:solidFill>
                  <a:srgbClr val="000000"/>
                </a:solidFill>
              </a:rPr>
              <a:t>即</a:t>
            </a:r>
          </a:p>
          <a:p>
            <a:pPr algn="l" eaLnBrk="1" hangingPunct="1">
              <a:lnSpc>
                <a:spcPct val="120000"/>
              </a:lnSpc>
              <a:spcBef>
                <a:spcPct val="0"/>
              </a:spcBef>
              <a:buSzTx/>
              <a:buFontTx/>
              <a:buNone/>
            </a:pPr>
            <a:endParaRPr kumimoji="0" lang="zh-CN" altLang="en-US">
              <a:solidFill>
                <a:srgbClr val="000000"/>
              </a:solidFill>
            </a:endParaRPr>
          </a:p>
          <a:p>
            <a:pPr algn="l" eaLnBrk="1" hangingPunct="1">
              <a:lnSpc>
                <a:spcPct val="120000"/>
              </a:lnSpc>
              <a:spcBef>
                <a:spcPct val="0"/>
              </a:spcBef>
              <a:buSzTx/>
              <a:buFontTx/>
              <a:buNone/>
            </a:pPr>
            <a:r>
              <a:rPr kumimoji="0" lang="zh-CN" altLang="en-US">
                <a:solidFill>
                  <a:srgbClr val="000000"/>
                </a:solidFill>
              </a:rPr>
              <a:t>将元件的</a:t>
            </a:r>
            <a:r>
              <a:rPr kumimoji="0" lang="en-US" altLang="zh-CN" i="1">
                <a:solidFill>
                  <a:srgbClr val="000000"/>
                </a:solidFill>
              </a:rPr>
              <a:t>α</a:t>
            </a:r>
            <a:r>
              <a:rPr kumimoji="0" lang="zh-CN" altLang="en-US" i="1">
                <a:solidFill>
                  <a:srgbClr val="000000"/>
                </a:solidFill>
              </a:rPr>
              <a:t>、</a:t>
            </a:r>
            <a:r>
              <a:rPr kumimoji="0" lang="en-US" altLang="zh-CN" i="1">
                <a:solidFill>
                  <a:srgbClr val="000000"/>
                </a:solidFill>
              </a:rPr>
              <a:t>β</a:t>
            </a:r>
            <a:r>
              <a:rPr kumimoji="0" lang="zh-CN" altLang="en-US">
                <a:solidFill>
                  <a:srgbClr val="000000"/>
                </a:solidFill>
              </a:rPr>
              <a:t>值代入上式，根据</a:t>
            </a:r>
            <a:r>
              <a:rPr kumimoji="0" lang="en-US" altLang="zh-CN" i="1">
                <a:solidFill>
                  <a:srgbClr val="000000"/>
                </a:solidFill>
              </a:rPr>
              <a:t>R</a:t>
            </a:r>
            <a:r>
              <a:rPr kumimoji="0" lang="en-US" altLang="zh-CN" i="1" baseline="-25000">
                <a:solidFill>
                  <a:srgbClr val="000000"/>
                </a:solidFill>
              </a:rPr>
              <a:t>i0</a:t>
            </a:r>
            <a:r>
              <a:rPr kumimoji="0" lang="zh-CN" altLang="en-US">
                <a:solidFill>
                  <a:srgbClr val="000000"/>
                </a:solidFill>
              </a:rPr>
              <a:t>的值就可确定串联电阻</a:t>
            </a:r>
            <a:r>
              <a:rPr kumimoji="0" lang="en-US" altLang="zh-CN" i="1">
                <a:solidFill>
                  <a:srgbClr val="000000"/>
                </a:solidFill>
              </a:rPr>
              <a:t>R</a:t>
            </a:r>
            <a:r>
              <a:rPr kumimoji="0" lang="zh-CN" altLang="en-US">
                <a:solidFill>
                  <a:srgbClr val="000000"/>
                </a:solidFill>
              </a:rPr>
              <a:t>的值。  </a:t>
            </a:r>
          </a:p>
        </p:txBody>
      </p:sp>
      <p:graphicFrame>
        <p:nvGraphicFramePr>
          <p:cNvPr id="460803" name="Object 7">
            <a:extLst>
              <a:ext uri="{FF2B5EF4-FFF2-40B4-BE49-F238E27FC236}">
                <a16:creationId xmlns:a16="http://schemas.microsoft.com/office/drawing/2014/main" id="{2044EFEB-F830-443D-9C19-6AB2415E817C}"/>
              </a:ext>
            </a:extLst>
          </p:cNvPr>
          <p:cNvGraphicFramePr>
            <a:graphicFrameLocks/>
          </p:cNvGraphicFramePr>
          <p:nvPr/>
        </p:nvGraphicFramePr>
        <p:xfrm>
          <a:off x="3348038" y="1917700"/>
          <a:ext cx="2303462" cy="792163"/>
        </p:xfrm>
        <a:graphic>
          <a:graphicData uri="http://schemas.openxmlformats.org/presentationml/2006/ole">
            <mc:AlternateContent xmlns:mc="http://schemas.openxmlformats.org/markup-compatibility/2006">
              <mc:Choice xmlns:v="urn:schemas-microsoft-com:vml" Requires="v">
                <p:oleObj spid="_x0000_s460844" r:id="rId3" imgW="1206835" imgH="431810" progId="Equation.KSEE3">
                  <p:embed/>
                </p:oleObj>
              </mc:Choice>
              <mc:Fallback>
                <p:oleObj r:id="rId3" imgW="1206835" imgH="431810" progId="Equation.KSEE3">
                  <p:embed/>
                  <p:pic>
                    <p:nvPicPr>
                      <p:cNvPr id="0" name="Object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1917700"/>
                        <a:ext cx="2303462"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04" name="Object 8">
            <a:extLst>
              <a:ext uri="{FF2B5EF4-FFF2-40B4-BE49-F238E27FC236}">
                <a16:creationId xmlns:a16="http://schemas.microsoft.com/office/drawing/2014/main" id="{69DB178E-6FE5-4CAE-A9FE-7D86E81EEBAF}"/>
              </a:ext>
            </a:extLst>
          </p:cNvPr>
          <p:cNvGraphicFramePr>
            <a:graphicFrameLocks/>
          </p:cNvGraphicFramePr>
          <p:nvPr/>
        </p:nvGraphicFramePr>
        <p:xfrm>
          <a:off x="2411413" y="3284538"/>
          <a:ext cx="3240087" cy="720725"/>
        </p:xfrm>
        <a:graphic>
          <a:graphicData uri="http://schemas.openxmlformats.org/presentationml/2006/ole">
            <mc:AlternateContent xmlns:mc="http://schemas.openxmlformats.org/markup-compatibility/2006">
              <mc:Choice xmlns:v="urn:schemas-microsoft-com:vml" Requires="v">
                <p:oleObj spid="_x0000_s460845" r:id="rId5" imgW="1702390" imgH="431810" progId="Equation.KSEE3">
                  <p:embed/>
                </p:oleObj>
              </mc:Choice>
              <mc:Fallback>
                <p:oleObj r:id="rId5" imgW="1702390" imgH="431810" progId="Equation.KSEE3">
                  <p:embed/>
                  <p:pic>
                    <p:nvPicPr>
                      <p:cNvPr id="0" name="Object 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3284538"/>
                        <a:ext cx="32400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05" name="Object 9">
            <a:extLst>
              <a:ext uri="{FF2B5EF4-FFF2-40B4-BE49-F238E27FC236}">
                <a16:creationId xmlns:a16="http://schemas.microsoft.com/office/drawing/2014/main" id="{CFA04C8B-6FB2-4602-B4C5-C04A1C7116D9}"/>
              </a:ext>
            </a:extLst>
          </p:cNvPr>
          <p:cNvGraphicFramePr>
            <a:graphicFrameLocks/>
          </p:cNvGraphicFramePr>
          <p:nvPr/>
        </p:nvGraphicFramePr>
        <p:xfrm>
          <a:off x="6084888" y="3933825"/>
          <a:ext cx="2232025" cy="719138"/>
        </p:xfrm>
        <a:graphic>
          <a:graphicData uri="http://schemas.openxmlformats.org/presentationml/2006/ole">
            <mc:AlternateContent xmlns:mc="http://schemas.openxmlformats.org/markup-compatibility/2006">
              <mc:Choice xmlns:v="urn:schemas-microsoft-com:vml" Requires="v">
                <p:oleObj spid="_x0000_s460846" r:id="rId7" imgW="965540" imgH="431810" progId="Equation.KSEE3">
                  <p:embed/>
                </p:oleObj>
              </mc:Choice>
              <mc:Fallback>
                <p:oleObj r:id="rId7" imgW="965540" imgH="431810" progId="Equation.KSEE3">
                  <p:embed/>
                  <p:pic>
                    <p:nvPicPr>
                      <p:cNvPr id="0" name="Object 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84888" y="3933825"/>
                        <a:ext cx="223202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06" name="Object 10">
            <a:extLst>
              <a:ext uri="{FF2B5EF4-FFF2-40B4-BE49-F238E27FC236}">
                <a16:creationId xmlns:a16="http://schemas.microsoft.com/office/drawing/2014/main" id="{DDF47460-6D9F-4120-B610-7A53827119DC}"/>
              </a:ext>
            </a:extLst>
          </p:cNvPr>
          <p:cNvGraphicFramePr>
            <a:graphicFrameLocks/>
          </p:cNvGraphicFramePr>
          <p:nvPr/>
        </p:nvGraphicFramePr>
        <p:xfrm>
          <a:off x="1835150" y="4652963"/>
          <a:ext cx="1800225" cy="792162"/>
        </p:xfrm>
        <a:graphic>
          <a:graphicData uri="http://schemas.openxmlformats.org/presentationml/2006/ole">
            <mc:AlternateContent xmlns:mc="http://schemas.openxmlformats.org/markup-compatibility/2006">
              <mc:Choice xmlns:v="urn:schemas-microsoft-com:vml" Requires="v">
                <p:oleObj spid="_x0000_s460847" r:id="rId9" imgW="965540" imgH="393635" progId="Equation.KSEE3">
                  <p:embed/>
                </p:oleObj>
              </mc:Choice>
              <mc:Fallback>
                <p:oleObj r:id="rId9" imgW="965540" imgH="393635" progId="Equation.KSEE3">
                  <p:embed/>
                  <p:pic>
                    <p:nvPicPr>
                      <p:cNvPr id="0" name="Object 1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5150" y="4652963"/>
                        <a:ext cx="1800225"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5">
            <a:extLst>
              <a:ext uri="{FF2B5EF4-FFF2-40B4-BE49-F238E27FC236}">
                <a16:creationId xmlns:a16="http://schemas.microsoft.com/office/drawing/2014/main" id="{BE218FCD-481D-496D-A255-EE918BA89DF7}"/>
              </a:ext>
            </a:extLst>
          </p:cNvPr>
          <p:cNvSpPr>
            <a:spLocks noChangeArrowheads="1"/>
          </p:cNvSpPr>
          <p:nvPr/>
        </p:nvSpPr>
        <p:spPr bwMode="auto">
          <a:xfrm>
            <a:off x="395288" y="115888"/>
            <a:ext cx="8137525"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1.3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误差分析及误差补偿方法（续）</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1826" name="Picture 4">
            <a:extLst>
              <a:ext uri="{FF2B5EF4-FFF2-40B4-BE49-F238E27FC236}">
                <a16:creationId xmlns:a16="http://schemas.microsoft.com/office/drawing/2014/main" id="{81F5F3AF-2514-4116-92AF-E04C3C7E18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3357563"/>
            <a:ext cx="4032250"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1827" name="Text Box 5">
            <a:extLst>
              <a:ext uri="{FF2B5EF4-FFF2-40B4-BE49-F238E27FC236}">
                <a16:creationId xmlns:a16="http://schemas.microsoft.com/office/drawing/2014/main" id="{1AF48398-F411-44B9-AECA-85B0A6954319}"/>
              </a:ext>
            </a:extLst>
          </p:cNvPr>
          <p:cNvSpPr txBox="1">
            <a:spLocks noChangeArrowheads="1"/>
          </p:cNvSpPr>
          <p:nvPr/>
        </p:nvSpPr>
        <p:spPr bwMode="auto">
          <a:xfrm>
            <a:off x="323850" y="981075"/>
            <a:ext cx="7777163" cy="204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宋体" panose="02010600030101010101" pitchFamily="2" charset="-122"/>
                <a:ea typeface="宋体" panose="02010600030101010101" pitchFamily="2" charset="-122"/>
                <a:cs typeface="Times New Roman" panose="02020603050405020304" pitchFamily="18" charset="0"/>
              </a:rPr>
              <a:t>    </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(2)利用输出回路的负载进行补偿，霍尔元件的输入采用恒流源，使控制电流</a:t>
            </a:r>
            <a:r>
              <a:rPr kumimoji="0" lang="zh-CN" altLang="en-US" i="1">
                <a:solidFill>
                  <a:srgbClr val="000000"/>
                </a:solidFill>
                <a:latin typeface="宋体" panose="02010600030101010101" pitchFamily="2" charset="-122"/>
                <a:ea typeface="宋体" panose="02010600030101010101" pitchFamily="2" charset="-122"/>
                <a:cs typeface="Times New Roman" panose="02020603050405020304" pitchFamily="18" charset="0"/>
              </a:rPr>
              <a:t>Ｉ</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稳定不变。输出回路的输出电阻及霍尔电压与温度之间的关系为</a:t>
            </a:r>
            <a:endPar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algn="l" eaLnBrk="1" hangingPunct="1">
              <a:lnSpc>
                <a:spcPct val="120000"/>
              </a:lnSpc>
              <a:spcBef>
                <a:spcPct val="50000"/>
              </a:spcBef>
              <a:buSzTx/>
              <a:buFontTx/>
              <a:buNone/>
            </a:pP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              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Ht</a:t>
            </a:r>
            <a:r>
              <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H0</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(1+αt)   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vt</a:t>
            </a:r>
            <a:r>
              <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v0</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(1+βt)</a:t>
            </a:r>
            <a:endPar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4" name="Rectangle 5">
            <a:extLst>
              <a:ext uri="{FF2B5EF4-FFF2-40B4-BE49-F238E27FC236}">
                <a16:creationId xmlns:a16="http://schemas.microsoft.com/office/drawing/2014/main" id="{4E6AA5A3-46AA-402A-B588-6F8E25FA8811}"/>
              </a:ext>
            </a:extLst>
          </p:cNvPr>
          <p:cNvSpPr>
            <a:spLocks noChangeArrowheads="1"/>
          </p:cNvSpPr>
          <p:nvPr/>
        </p:nvSpPr>
        <p:spPr bwMode="auto">
          <a:xfrm>
            <a:off x="395288" y="115888"/>
            <a:ext cx="8137525"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1.3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误差分析及误差补偿方法（续）</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Text Box 4">
            <a:extLst>
              <a:ext uri="{FF2B5EF4-FFF2-40B4-BE49-F238E27FC236}">
                <a16:creationId xmlns:a16="http://schemas.microsoft.com/office/drawing/2014/main" id="{A566E6D9-AAAC-4830-830F-A4E2432F0199}"/>
              </a:ext>
            </a:extLst>
          </p:cNvPr>
          <p:cNvSpPr txBox="1">
            <a:spLocks noChangeArrowheads="1"/>
          </p:cNvSpPr>
          <p:nvPr/>
        </p:nvSpPr>
        <p:spPr bwMode="auto">
          <a:xfrm>
            <a:off x="395288" y="1341438"/>
            <a:ext cx="8064500" cy="363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Ht</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为温度为</a:t>
            </a:r>
            <a:r>
              <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rPr>
              <a:t>t</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时的霍尔电压；</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H0</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为0时的霍尔电压；</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vt</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为温度为</a:t>
            </a:r>
            <a:r>
              <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rPr>
              <a:t>t</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时的输出电阻；</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v0</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为０时的输出电阻。负载</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L</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上的电压</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L</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为   </a:t>
            </a:r>
            <a:endPar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algn="l" eaLnBrk="1" hangingPunct="1">
              <a:lnSpc>
                <a:spcPct val="120000"/>
              </a:lnSpc>
              <a:spcBef>
                <a:spcPct val="0"/>
              </a:spcBef>
              <a:buSzTx/>
              <a:buFontTx/>
              <a:buNone/>
            </a:pP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      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L</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H0</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(1+αt) ] 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L</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v0</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(1+βt)+R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L</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                </a:t>
            </a:r>
            <a:endParaRPr kumimoji="0" lang="en-US" altLang="zh-CN">
              <a:solidFill>
                <a:srgbClr val="000000"/>
              </a:solidFill>
              <a:latin typeface="楷体_GB2312" pitchFamily="49" charset="-122"/>
              <a:ea typeface="宋体" panose="02010600030101010101" pitchFamily="2" charset="-122"/>
              <a:cs typeface="Times New Roman" panose="02020603050405020304" pitchFamily="18" charset="0"/>
            </a:endParaRPr>
          </a:p>
          <a:p>
            <a:pPr algn="l" eaLnBrk="1" hangingPunct="1">
              <a:lnSpc>
                <a:spcPct val="120000"/>
              </a:lnSpc>
              <a:spcBef>
                <a:spcPct val="0"/>
              </a:spcBef>
              <a:buSzTx/>
              <a:buFontTx/>
              <a:buNone/>
            </a:pPr>
            <a:r>
              <a:rPr kumimoji="0" lang="zh-CN" altLang="en-US">
                <a:solidFill>
                  <a:srgbClr val="000000"/>
                </a:solidFill>
                <a:latin typeface="楷体_GB2312" pitchFamily="49" charset="-122"/>
                <a:ea typeface="宋体" panose="02010600030101010101" pitchFamily="2" charset="-122"/>
                <a:cs typeface="Times New Roman" panose="02020603050405020304" pitchFamily="18" charset="0"/>
              </a:rPr>
              <a:t>为使</a:t>
            </a:r>
            <a:r>
              <a:rPr kumimoji="0" lang="en-US" altLang="zh-CN" i="1">
                <a:solidFill>
                  <a:srgbClr val="000000"/>
                </a:solidFill>
                <a:latin typeface="楷体_GB2312" pitchFamily="49" charset="-122"/>
                <a:ea typeface="宋体" panose="02010600030101010101" pitchFamily="2" charset="-122"/>
                <a:cs typeface="Times New Roman" panose="02020603050405020304" pitchFamily="18" charset="0"/>
              </a:rPr>
              <a:t>U</a:t>
            </a:r>
            <a:r>
              <a:rPr kumimoji="0" lang="en-US" altLang="zh-CN" i="1" baseline="-25000">
                <a:solidFill>
                  <a:srgbClr val="000000"/>
                </a:solidFill>
                <a:latin typeface="楷体_GB2312" pitchFamily="49" charset="-122"/>
                <a:ea typeface="宋体" panose="02010600030101010101" pitchFamily="2" charset="-122"/>
                <a:cs typeface="Times New Roman" panose="02020603050405020304" pitchFamily="18" charset="0"/>
              </a:rPr>
              <a:t>L</a:t>
            </a:r>
            <a:r>
              <a:rPr kumimoji="0" lang="zh-CN" altLang="en-US">
                <a:solidFill>
                  <a:srgbClr val="000000"/>
                </a:solidFill>
                <a:latin typeface="楷体_GB2312" pitchFamily="49" charset="-122"/>
                <a:ea typeface="宋体" panose="02010600030101010101" pitchFamily="2" charset="-122"/>
                <a:cs typeface="Times New Roman" panose="02020603050405020304" pitchFamily="18" charset="0"/>
              </a:rPr>
              <a:t>不随温度变化，可对上式求导数并使其等于零，可得</a:t>
            </a:r>
          </a:p>
          <a:p>
            <a:pPr algn="l" eaLnBrk="1" hangingPunct="1">
              <a:lnSpc>
                <a:spcPct val="120000"/>
              </a:lnSpc>
              <a:spcBef>
                <a:spcPct val="0"/>
              </a:spcBef>
              <a:buSzTx/>
              <a:buFontTx/>
              <a:buNone/>
            </a:pPr>
            <a:r>
              <a:rPr kumimoji="0" lang="zh-CN" altLang="en-US">
                <a:solidFill>
                  <a:srgbClr val="000000"/>
                </a:solidFill>
                <a:latin typeface="楷体_GB2312" pitchFamily="49" charset="-122"/>
                <a:ea typeface="宋体" panose="02010600030101010101" pitchFamily="2" charset="-122"/>
                <a:cs typeface="Times New Roman" panose="02020603050405020304" pitchFamily="18" charset="0"/>
              </a:rPr>
              <a:t>           </a:t>
            </a:r>
            <a:r>
              <a:rPr kumimoji="0" lang="en-US" altLang="zh-CN" i="1">
                <a:solidFill>
                  <a:srgbClr val="000000"/>
                </a:solidFill>
                <a:latin typeface="楷体_GB2312" pitchFamily="49" charset="-122"/>
                <a:ea typeface="宋体" panose="02010600030101010101" pitchFamily="2" charset="-122"/>
                <a:cs typeface="Times New Roman" panose="02020603050405020304" pitchFamily="18" charset="0"/>
              </a:rPr>
              <a:t>RL/Rv0≈β/α-1≈β/α                          </a:t>
            </a:r>
          </a:p>
          <a:p>
            <a:pPr algn="l" eaLnBrk="1" hangingPunct="1">
              <a:lnSpc>
                <a:spcPct val="120000"/>
              </a:lnSpc>
              <a:spcBef>
                <a:spcPct val="0"/>
              </a:spcBef>
              <a:buSzTx/>
              <a:buFontTx/>
              <a:buNone/>
            </a:pPr>
            <a:r>
              <a:rPr kumimoji="0" lang="zh-CN" altLang="en-US">
                <a:solidFill>
                  <a:srgbClr val="000000"/>
                </a:solidFill>
                <a:latin typeface="楷体_GB2312" pitchFamily="49" charset="-122"/>
                <a:ea typeface="宋体" panose="02010600030101010101" pitchFamily="2" charset="-122"/>
                <a:cs typeface="Times New Roman" panose="02020603050405020304" pitchFamily="18" charset="0"/>
              </a:rPr>
              <a:t>最后，将实际使用的霍尔元件的</a:t>
            </a:r>
            <a:r>
              <a:rPr kumimoji="0" lang="en-US" altLang="zh-CN" i="1">
                <a:solidFill>
                  <a:srgbClr val="000000"/>
                </a:solidFill>
                <a:latin typeface="楷体_GB2312" pitchFamily="49" charset="-122"/>
                <a:ea typeface="宋体" panose="02010600030101010101" pitchFamily="2" charset="-122"/>
                <a:cs typeface="Times New Roman" panose="02020603050405020304" pitchFamily="18" charset="0"/>
              </a:rPr>
              <a:t>α</a:t>
            </a:r>
            <a:r>
              <a:rPr kumimoji="0" lang="zh-CN" altLang="en-US" i="1">
                <a:solidFill>
                  <a:srgbClr val="000000"/>
                </a:solidFill>
                <a:latin typeface="楷体_GB2312" pitchFamily="49" charset="-122"/>
                <a:ea typeface="宋体" panose="02010600030101010101" pitchFamily="2" charset="-122"/>
                <a:cs typeface="Times New Roman" panose="02020603050405020304" pitchFamily="18" charset="0"/>
              </a:rPr>
              <a:t>、</a:t>
            </a:r>
            <a:r>
              <a:rPr kumimoji="0" lang="en-US" altLang="zh-CN" i="1">
                <a:solidFill>
                  <a:srgbClr val="000000"/>
                </a:solidFill>
                <a:latin typeface="楷体_GB2312" pitchFamily="49" charset="-122"/>
                <a:ea typeface="宋体" panose="02010600030101010101" pitchFamily="2" charset="-122"/>
                <a:cs typeface="Times New Roman" panose="02020603050405020304" pitchFamily="18" charset="0"/>
              </a:rPr>
              <a:t>β</a:t>
            </a:r>
            <a:r>
              <a:rPr kumimoji="0" lang="zh-CN" altLang="en-US">
                <a:solidFill>
                  <a:srgbClr val="000000"/>
                </a:solidFill>
                <a:latin typeface="楷体_GB2312" pitchFamily="49" charset="-122"/>
                <a:ea typeface="宋体" panose="02010600030101010101" pitchFamily="2" charset="-122"/>
                <a:cs typeface="Times New Roman" panose="02020603050405020304" pitchFamily="18" charset="0"/>
              </a:rPr>
              <a:t>值代入，便可得出温度补偿时的</a:t>
            </a:r>
            <a:r>
              <a:rPr kumimoji="0" lang="en-US" altLang="zh-CN" i="1">
                <a:solidFill>
                  <a:srgbClr val="000000"/>
                </a:solidFill>
                <a:latin typeface="楷体_GB2312" pitchFamily="49" charset="-122"/>
                <a:ea typeface="宋体" panose="02010600030101010101" pitchFamily="2" charset="-122"/>
                <a:cs typeface="Times New Roman" panose="02020603050405020304" pitchFamily="18" charset="0"/>
              </a:rPr>
              <a:t>RL</a:t>
            </a:r>
            <a:r>
              <a:rPr kumimoji="0" lang="zh-CN" altLang="en-US">
                <a:solidFill>
                  <a:srgbClr val="000000"/>
                </a:solidFill>
                <a:latin typeface="楷体_GB2312" pitchFamily="49" charset="-122"/>
                <a:ea typeface="宋体" panose="02010600030101010101" pitchFamily="2" charset="-122"/>
                <a:cs typeface="Times New Roman" panose="02020603050405020304" pitchFamily="18" charset="0"/>
              </a:rPr>
              <a:t>值。</a:t>
            </a:r>
          </a:p>
        </p:txBody>
      </p:sp>
      <p:sp>
        <p:nvSpPr>
          <p:cNvPr id="3" name="Rectangle 5">
            <a:extLst>
              <a:ext uri="{FF2B5EF4-FFF2-40B4-BE49-F238E27FC236}">
                <a16:creationId xmlns:a16="http://schemas.microsoft.com/office/drawing/2014/main" id="{217B2CEB-D0E0-439F-8763-F7706F5CF351}"/>
              </a:ext>
            </a:extLst>
          </p:cNvPr>
          <p:cNvSpPr>
            <a:spLocks noChangeArrowheads="1"/>
          </p:cNvSpPr>
          <p:nvPr/>
        </p:nvSpPr>
        <p:spPr bwMode="auto">
          <a:xfrm>
            <a:off x="395288" y="115888"/>
            <a:ext cx="8137525"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1.3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误差分析及误差补偿方法（续）</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Text Box 5">
            <a:extLst>
              <a:ext uri="{FF2B5EF4-FFF2-40B4-BE49-F238E27FC236}">
                <a16:creationId xmlns:a16="http://schemas.microsoft.com/office/drawing/2014/main" id="{2F0AC1F9-7C13-410D-A5F0-0E3C9BB41F07}"/>
              </a:ext>
            </a:extLst>
          </p:cNvPr>
          <p:cNvSpPr txBox="1">
            <a:spLocks noChangeArrowheads="1"/>
          </p:cNvSpPr>
          <p:nvPr/>
        </p:nvSpPr>
        <p:spPr bwMode="auto">
          <a:xfrm>
            <a:off x="285750" y="1143000"/>
            <a:ext cx="46482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b="1">
                <a:solidFill>
                  <a:srgbClr val="000000"/>
                </a:solidFill>
                <a:latin typeface="楷体_GB2312" pitchFamily="49" charset="-122"/>
              </a:rPr>
              <a:t> </a:t>
            </a:r>
            <a:r>
              <a:rPr kumimoji="0" lang="en-US" altLang="zh-CN" b="1">
                <a:solidFill>
                  <a:srgbClr val="000000"/>
                </a:solidFill>
                <a:latin typeface="楷体_GB2312" pitchFamily="49" charset="-122"/>
              </a:rPr>
              <a:t>1.1 </a:t>
            </a:r>
            <a:r>
              <a:rPr kumimoji="0" lang="zh-CN" altLang="en-US" b="1">
                <a:solidFill>
                  <a:srgbClr val="000000"/>
                </a:solidFill>
                <a:latin typeface="楷体_GB2312" pitchFamily="49" charset="-122"/>
              </a:rPr>
              <a:t>（金属）热电阻工作原理</a:t>
            </a:r>
          </a:p>
        </p:txBody>
      </p:sp>
      <p:sp>
        <p:nvSpPr>
          <p:cNvPr id="10246" name="Text Box 6">
            <a:extLst>
              <a:ext uri="{FF2B5EF4-FFF2-40B4-BE49-F238E27FC236}">
                <a16:creationId xmlns:a16="http://schemas.microsoft.com/office/drawing/2014/main" id="{F95A71D2-02DA-4CA6-8D7A-9A8947A1E428}"/>
              </a:ext>
            </a:extLst>
          </p:cNvPr>
          <p:cNvSpPr txBox="1">
            <a:spLocks noChangeArrowheads="1"/>
          </p:cNvSpPr>
          <p:nvPr/>
        </p:nvSpPr>
        <p:spPr bwMode="auto">
          <a:xfrm>
            <a:off x="381000" y="2179638"/>
            <a:ext cx="83058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在一定温度范围内，大多数金属的电阻率几乎与温度成正比</a:t>
            </a:r>
          </a:p>
        </p:txBody>
      </p:sp>
      <p:graphicFrame>
        <p:nvGraphicFramePr>
          <p:cNvPr id="10247" name="Object 2">
            <a:extLst>
              <a:ext uri="{FF2B5EF4-FFF2-40B4-BE49-F238E27FC236}">
                <a16:creationId xmlns:a16="http://schemas.microsoft.com/office/drawing/2014/main" id="{B7825A90-089A-48BE-A223-A521E25619EE}"/>
              </a:ext>
            </a:extLst>
          </p:cNvPr>
          <p:cNvGraphicFramePr>
            <a:graphicFrameLocks noChangeAspect="1"/>
          </p:cNvGraphicFramePr>
          <p:nvPr/>
        </p:nvGraphicFramePr>
        <p:xfrm>
          <a:off x="2454275" y="2713038"/>
          <a:ext cx="3308350" cy="541337"/>
        </p:xfrm>
        <a:graphic>
          <a:graphicData uri="http://schemas.openxmlformats.org/presentationml/2006/ole">
            <mc:AlternateContent xmlns:mc="http://schemas.openxmlformats.org/markup-compatibility/2006">
              <mc:Choice xmlns:v="urn:schemas-microsoft-com:vml" Requires="v">
                <p:oleObj spid="_x0000_s463919" name="公式" r:id="rId3" imgW="1397000" imgH="228600" progId="Equation.3">
                  <p:embed/>
                </p:oleObj>
              </mc:Choice>
              <mc:Fallback>
                <p:oleObj name="公式" r:id="rId3" imgW="13970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4275" y="2713038"/>
                        <a:ext cx="3308350"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8" name="Line 8">
            <a:extLst>
              <a:ext uri="{FF2B5EF4-FFF2-40B4-BE49-F238E27FC236}">
                <a16:creationId xmlns:a16="http://schemas.microsoft.com/office/drawing/2014/main" id="{AD13BEA0-B546-4CE1-8D93-F21AB71F9547}"/>
              </a:ext>
            </a:extLst>
          </p:cNvPr>
          <p:cNvSpPr>
            <a:spLocks noChangeShapeType="1"/>
          </p:cNvSpPr>
          <p:nvPr/>
        </p:nvSpPr>
        <p:spPr bwMode="auto">
          <a:xfrm flipH="1">
            <a:off x="2057400" y="3170238"/>
            <a:ext cx="609600" cy="381000"/>
          </a:xfrm>
          <a:prstGeom prst="line">
            <a:avLst/>
          </a:prstGeom>
          <a:noFill/>
          <a:ln w="9525">
            <a:solidFill>
              <a:srgbClr val="00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9" name="Text Box 9">
            <a:extLst>
              <a:ext uri="{FF2B5EF4-FFF2-40B4-BE49-F238E27FC236}">
                <a16:creationId xmlns:a16="http://schemas.microsoft.com/office/drawing/2014/main" id="{94024A10-6577-45B8-B7D7-9BFE6425FCBF}"/>
              </a:ext>
            </a:extLst>
          </p:cNvPr>
          <p:cNvSpPr txBox="1">
            <a:spLocks noChangeArrowheads="1"/>
          </p:cNvSpPr>
          <p:nvPr/>
        </p:nvSpPr>
        <p:spPr bwMode="auto">
          <a:xfrm>
            <a:off x="914400" y="3627438"/>
            <a:ext cx="17526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元件在温度</a:t>
            </a:r>
            <a:r>
              <a:rPr kumimoji="0" lang="en-US" altLang="zh-CN" i="1">
                <a:solidFill>
                  <a:srgbClr val="003300"/>
                </a:solidFill>
              </a:rPr>
              <a:t>T</a:t>
            </a:r>
            <a:r>
              <a:rPr kumimoji="0" lang="zh-CN" altLang="en-US">
                <a:solidFill>
                  <a:srgbClr val="003300"/>
                </a:solidFill>
                <a:latin typeface="楷体_GB2312" pitchFamily="49" charset="-122"/>
              </a:rPr>
              <a:t>时的电阻</a:t>
            </a:r>
          </a:p>
        </p:txBody>
      </p:sp>
      <p:sp>
        <p:nvSpPr>
          <p:cNvPr id="10251" name="Line 11">
            <a:extLst>
              <a:ext uri="{FF2B5EF4-FFF2-40B4-BE49-F238E27FC236}">
                <a16:creationId xmlns:a16="http://schemas.microsoft.com/office/drawing/2014/main" id="{D450E0E9-FDAD-4714-B35A-836FC3CC65A3}"/>
              </a:ext>
            </a:extLst>
          </p:cNvPr>
          <p:cNvSpPr>
            <a:spLocks noChangeShapeType="1"/>
          </p:cNvSpPr>
          <p:nvPr/>
        </p:nvSpPr>
        <p:spPr bwMode="auto">
          <a:xfrm>
            <a:off x="3352800" y="3094038"/>
            <a:ext cx="0" cy="533400"/>
          </a:xfrm>
          <a:prstGeom prst="line">
            <a:avLst/>
          </a:prstGeom>
          <a:noFill/>
          <a:ln w="9525">
            <a:solidFill>
              <a:srgbClr val="00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20">
            <a:extLst>
              <a:ext uri="{FF2B5EF4-FFF2-40B4-BE49-F238E27FC236}">
                <a16:creationId xmlns:a16="http://schemas.microsoft.com/office/drawing/2014/main" id="{5DACB311-4057-45AC-B5A8-79AB8094CB7D}"/>
              </a:ext>
            </a:extLst>
          </p:cNvPr>
          <p:cNvGrpSpPr>
            <a:grpSpLocks/>
          </p:cNvGrpSpPr>
          <p:nvPr/>
        </p:nvGrpSpPr>
        <p:grpSpPr bwMode="auto">
          <a:xfrm>
            <a:off x="2895600" y="3703638"/>
            <a:ext cx="1930400" cy="979487"/>
            <a:chOff x="1824" y="1872"/>
            <a:chExt cx="1216" cy="617"/>
          </a:xfrm>
        </p:grpSpPr>
        <p:sp>
          <p:nvSpPr>
            <p:cNvPr id="463890" name="Text Box 12">
              <a:extLst>
                <a:ext uri="{FF2B5EF4-FFF2-40B4-BE49-F238E27FC236}">
                  <a16:creationId xmlns:a16="http://schemas.microsoft.com/office/drawing/2014/main" id="{A25DE7ED-6518-4956-B384-006C37F266F1}"/>
                </a:ext>
              </a:extLst>
            </p:cNvPr>
            <p:cNvSpPr txBox="1">
              <a:spLocks noChangeArrowheads="1"/>
            </p:cNvSpPr>
            <p:nvPr/>
          </p:nvSpPr>
          <p:spPr bwMode="auto">
            <a:xfrm>
              <a:off x="1824" y="1872"/>
              <a:ext cx="1200" cy="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元件在温度   时的电阻</a:t>
              </a:r>
            </a:p>
          </p:txBody>
        </p:sp>
        <p:graphicFrame>
          <p:nvGraphicFramePr>
            <p:cNvPr id="463891" name="Object 4">
              <a:extLst>
                <a:ext uri="{FF2B5EF4-FFF2-40B4-BE49-F238E27FC236}">
                  <a16:creationId xmlns:a16="http://schemas.microsoft.com/office/drawing/2014/main" id="{B80613AB-E091-465A-B560-3EE14380388F}"/>
                </a:ext>
              </a:extLst>
            </p:cNvPr>
            <p:cNvGraphicFramePr>
              <a:graphicFrameLocks noChangeAspect="1"/>
            </p:cNvGraphicFramePr>
            <p:nvPr/>
          </p:nvGraphicFramePr>
          <p:xfrm>
            <a:off x="2832" y="1872"/>
            <a:ext cx="208" cy="288"/>
          </p:xfrm>
          <a:graphic>
            <a:graphicData uri="http://schemas.openxmlformats.org/presentationml/2006/ole">
              <mc:AlternateContent xmlns:mc="http://schemas.openxmlformats.org/markup-compatibility/2006">
                <mc:Choice xmlns:v="urn:schemas-microsoft-com:vml" Requires="v">
                  <p:oleObj spid="_x0000_s463920" name="公式" r:id="rId5" imgW="165028" imgH="228501" progId="Equation.3">
                    <p:embed/>
                  </p:oleObj>
                </mc:Choice>
                <mc:Fallback>
                  <p:oleObj name="公式" r:id="rId5" imgW="165028" imgH="228501"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2" y="1872"/>
                          <a:ext cx="2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254" name="Line 14">
            <a:extLst>
              <a:ext uri="{FF2B5EF4-FFF2-40B4-BE49-F238E27FC236}">
                <a16:creationId xmlns:a16="http://schemas.microsoft.com/office/drawing/2014/main" id="{DA0DBAD0-CBF3-4B82-A717-605D7C36B811}"/>
              </a:ext>
            </a:extLst>
          </p:cNvPr>
          <p:cNvSpPr>
            <a:spLocks noChangeShapeType="1"/>
          </p:cNvSpPr>
          <p:nvPr/>
        </p:nvSpPr>
        <p:spPr bwMode="auto">
          <a:xfrm>
            <a:off x="4343400" y="3170238"/>
            <a:ext cx="1447800" cy="228600"/>
          </a:xfrm>
          <a:prstGeom prst="line">
            <a:avLst/>
          </a:prstGeom>
          <a:noFill/>
          <a:ln w="9525">
            <a:solidFill>
              <a:srgbClr val="00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 name="Group 21">
            <a:extLst>
              <a:ext uri="{FF2B5EF4-FFF2-40B4-BE49-F238E27FC236}">
                <a16:creationId xmlns:a16="http://schemas.microsoft.com/office/drawing/2014/main" id="{0CABD1E4-F545-4318-A36A-C92E084DAAA5}"/>
              </a:ext>
            </a:extLst>
          </p:cNvPr>
          <p:cNvGrpSpPr>
            <a:grpSpLocks/>
          </p:cNvGrpSpPr>
          <p:nvPr/>
        </p:nvGrpSpPr>
        <p:grpSpPr bwMode="auto">
          <a:xfrm>
            <a:off x="5486400" y="3475038"/>
            <a:ext cx="2971800" cy="534987"/>
            <a:chOff x="3456" y="1728"/>
            <a:chExt cx="1872" cy="337"/>
          </a:xfrm>
        </p:grpSpPr>
        <p:sp>
          <p:nvSpPr>
            <p:cNvPr id="463888" name="Text Box 15">
              <a:extLst>
                <a:ext uri="{FF2B5EF4-FFF2-40B4-BE49-F238E27FC236}">
                  <a16:creationId xmlns:a16="http://schemas.microsoft.com/office/drawing/2014/main" id="{015BB8D6-A21C-4CF5-BE75-5535A89C2D0A}"/>
                </a:ext>
              </a:extLst>
            </p:cNvPr>
            <p:cNvSpPr txBox="1">
              <a:spLocks noChangeArrowheads="1"/>
            </p:cNvSpPr>
            <p:nvPr/>
          </p:nvSpPr>
          <p:spPr bwMode="auto">
            <a:xfrm>
              <a:off x="3600" y="1728"/>
              <a:ext cx="172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时</a:t>
              </a:r>
              <a:r>
                <a:rPr kumimoji="0" lang="zh-CN" altLang="en-US">
                  <a:solidFill>
                    <a:srgbClr val="000000"/>
                  </a:solidFill>
                  <a:latin typeface="楷体_GB2312" pitchFamily="49" charset="-122"/>
                </a:rPr>
                <a:t>电阻温度系数</a:t>
              </a:r>
            </a:p>
          </p:txBody>
        </p:sp>
        <p:graphicFrame>
          <p:nvGraphicFramePr>
            <p:cNvPr id="463889" name="Object 3">
              <a:extLst>
                <a:ext uri="{FF2B5EF4-FFF2-40B4-BE49-F238E27FC236}">
                  <a16:creationId xmlns:a16="http://schemas.microsoft.com/office/drawing/2014/main" id="{6849CA5B-99CF-4B14-BDC2-FE50E6D8C0D7}"/>
                </a:ext>
              </a:extLst>
            </p:cNvPr>
            <p:cNvGraphicFramePr>
              <a:graphicFrameLocks noChangeAspect="1"/>
            </p:cNvGraphicFramePr>
            <p:nvPr/>
          </p:nvGraphicFramePr>
          <p:xfrm>
            <a:off x="3456" y="1746"/>
            <a:ext cx="208" cy="288"/>
          </p:xfrm>
          <a:graphic>
            <a:graphicData uri="http://schemas.openxmlformats.org/presentationml/2006/ole">
              <mc:AlternateContent xmlns:mc="http://schemas.openxmlformats.org/markup-compatibility/2006">
                <mc:Choice xmlns:v="urn:schemas-microsoft-com:vml" Requires="v">
                  <p:oleObj spid="_x0000_s463921" name="公式" r:id="rId7" imgW="165028" imgH="228501" progId="Equation.3">
                    <p:embed/>
                  </p:oleObj>
                </mc:Choice>
                <mc:Fallback>
                  <p:oleObj name="公式" r:id="rId7" imgW="165028" imgH="228501"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6" y="1746"/>
                          <a:ext cx="2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257" name="Text Box 17">
            <a:extLst>
              <a:ext uri="{FF2B5EF4-FFF2-40B4-BE49-F238E27FC236}">
                <a16:creationId xmlns:a16="http://schemas.microsoft.com/office/drawing/2014/main" id="{0C7439CC-E7AB-4266-A216-B6F9E3C79C00}"/>
              </a:ext>
            </a:extLst>
          </p:cNvPr>
          <p:cNvSpPr txBox="1">
            <a:spLocks noChangeArrowheads="1"/>
          </p:cNvSpPr>
          <p:nvPr/>
        </p:nvSpPr>
        <p:spPr bwMode="auto">
          <a:xfrm>
            <a:off x="5562600" y="3856038"/>
            <a:ext cx="282575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表征电阻的阻值随温度而变化的程度</a:t>
            </a:r>
          </a:p>
        </p:txBody>
      </p:sp>
      <p:sp>
        <p:nvSpPr>
          <p:cNvPr id="10258" name="Text Box 18">
            <a:extLst>
              <a:ext uri="{FF2B5EF4-FFF2-40B4-BE49-F238E27FC236}">
                <a16:creationId xmlns:a16="http://schemas.microsoft.com/office/drawing/2014/main" id="{88E3F7B4-F4A5-4161-8F73-340E54B640BA}"/>
              </a:ext>
            </a:extLst>
          </p:cNvPr>
          <p:cNvSpPr txBox="1">
            <a:spLocks noChangeArrowheads="1"/>
          </p:cNvSpPr>
          <p:nvPr/>
        </p:nvSpPr>
        <p:spPr bwMode="auto">
          <a:xfrm>
            <a:off x="611188" y="4868863"/>
            <a:ext cx="72390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金属的温度系数为正，即阻值随温度的升高而增加</a:t>
            </a:r>
          </a:p>
        </p:txBody>
      </p:sp>
      <p:sp>
        <p:nvSpPr>
          <p:cNvPr id="10259" name="Text Box 19">
            <a:extLst>
              <a:ext uri="{FF2B5EF4-FFF2-40B4-BE49-F238E27FC236}">
                <a16:creationId xmlns:a16="http://schemas.microsoft.com/office/drawing/2014/main" id="{219463F2-2DE8-4D87-8413-5E69F931B9F9}"/>
              </a:ext>
            </a:extLst>
          </p:cNvPr>
          <p:cNvSpPr txBox="1">
            <a:spLocks noChangeArrowheads="1"/>
          </p:cNvSpPr>
          <p:nvPr/>
        </p:nvSpPr>
        <p:spPr bwMode="auto">
          <a:xfrm>
            <a:off x="838200" y="5578475"/>
            <a:ext cx="747871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测温材料：</a:t>
            </a:r>
            <a:r>
              <a:rPr kumimoji="0" lang="zh-CN" altLang="en-US">
                <a:solidFill>
                  <a:srgbClr val="000000"/>
                </a:solidFill>
                <a:latin typeface="楷体_GB2312" pitchFamily="49" charset="-122"/>
              </a:rPr>
              <a:t>线性、稳定性、较高的电阻率</a:t>
            </a: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铂和铜</a:t>
            </a:r>
          </a:p>
        </p:txBody>
      </p:sp>
      <p:sp>
        <p:nvSpPr>
          <p:cNvPr id="19" name="Rectangle 2">
            <a:extLst>
              <a:ext uri="{FF2B5EF4-FFF2-40B4-BE49-F238E27FC236}">
                <a16:creationId xmlns:a16="http://schemas.microsoft.com/office/drawing/2014/main" id="{DBDE3741-2C90-46E7-A1B5-E7B282A5E5F5}"/>
              </a:ext>
            </a:extLst>
          </p:cNvPr>
          <p:cNvSpPr txBox="1">
            <a:spLocks noChangeArrowheads="1"/>
          </p:cNvSpPr>
          <p:nvPr/>
        </p:nvSpPr>
        <p:spPr>
          <a:xfrm>
            <a:off x="500063" y="142875"/>
            <a:ext cx="3357562" cy="769938"/>
          </a:xfrm>
          <a:prstGeom prst="rect">
            <a:avLst/>
          </a:prstGeom>
        </p:spPr>
        <p:txBody>
          <a:bodyPr/>
          <a:lstStyle/>
          <a:p>
            <a:pPr algn="l">
              <a:lnSpc>
                <a:spcPct val="100000"/>
              </a:lnSpc>
              <a:spcBef>
                <a:spcPct val="0"/>
              </a:spcBef>
              <a:buSzTx/>
              <a:buFontTx/>
              <a:buNone/>
              <a:defRPr/>
            </a:pPr>
            <a:r>
              <a:rPr lang="en-US" altLang="zh-CN" sz="4000" b="1" kern="0" dirty="0">
                <a:solidFill>
                  <a:srgbClr val="C00000"/>
                </a:solidFill>
                <a:latin typeface="Times New Roman"/>
                <a:ea typeface="宋体"/>
                <a:cs typeface="Times New Roman" pitchFamily="18" charset="0"/>
              </a:rPr>
              <a:t>1 </a:t>
            </a:r>
            <a:r>
              <a:rPr lang="zh-CN" altLang="en-US" sz="4000" b="1" kern="0" dirty="0">
                <a:solidFill>
                  <a:srgbClr val="C00000"/>
                </a:solidFill>
                <a:latin typeface="Times New Roman"/>
                <a:ea typeface="宋体"/>
                <a:cs typeface="Times New Roman" pitchFamily="18" charset="0"/>
              </a:rPr>
              <a:t>金属热电阻</a:t>
            </a:r>
            <a:endParaRPr lang="zh-CN" altLang="en-US" sz="4000" kern="0" dirty="0">
              <a:solidFill>
                <a:srgbClr val="C00000"/>
              </a:solidFill>
              <a:latin typeface="黑体" pitchFamily="2" charset="-122"/>
              <a:ea typeface="黑体" pitchFamily="2" charset="-122"/>
            </a:endParaRPr>
          </a:p>
        </p:txBody>
      </p:sp>
      <p:sp>
        <p:nvSpPr>
          <p:cNvPr id="20" name="Text Box 5">
            <a:extLst>
              <a:ext uri="{FF2B5EF4-FFF2-40B4-BE49-F238E27FC236}">
                <a16:creationId xmlns:a16="http://schemas.microsoft.com/office/drawing/2014/main" id="{8F2385E1-3A9D-4FEE-A28B-76FCFCEB19A1}"/>
              </a:ext>
            </a:extLst>
          </p:cNvPr>
          <p:cNvSpPr txBox="1">
            <a:spLocks noChangeArrowheads="1"/>
          </p:cNvSpPr>
          <p:nvPr/>
        </p:nvSpPr>
        <p:spPr bwMode="auto">
          <a:xfrm>
            <a:off x="468313" y="1700213"/>
            <a:ext cx="79248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FF0000"/>
                </a:solidFill>
                <a:latin typeface="楷体_GB2312" pitchFamily="49" charset="-122"/>
              </a:rPr>
              <a:t>热电阻效应</a:t>
            </a:r>
            <a:r>
              <a:rPr kumimoji="0" lang="en-US" altLang="zh-CN">
                <a:solidFill>
                  <a:srgbClr val="003300"/>
                </a:solidFill>
                <a:latin typeface="楷体_GB2312" pitchFamily="49" charset="-122"/>
              </a:rPr>
              <a:t>:</a:t>
            </a:r>
            <a:r>
              <a:rPr kumimoji="0" lang="zh-CN" altLang="en-US">
                <a:solidFill>
                  <a:srgbClr val="003300"/>
                </a:solidFill>
                <a:latin typeface="楷体_GB2312" pitchFamily="49" charset="-122"/>
              </a:rPr>
              <a:t>物质的</a:t>
            </a:r>
            <a:r>
              <a:rPr kumimoji="0" lang="zh-CN" altLang="en-US">
                <a:solidFill>
                  <a:srgbClr val="000000"/>
                </a:solidFill>
                <a:latin typeface="楷体_GB2312" pitchFamily="49" charset="-122"/>
              </a:rPr>
              <a:t>电阻率</a:t>
            </a:r>
            <a:r>
              <a:rPr kumimoji="0" lang="zh-CN" altLang="en-US">
                <a:solidFill>
                  <a:srgbClr val="003300"/>
                </a:solidFill>
                <a:latin typeface="楷体_GB2312" pitchFamily="49" charset="-122"/>
              </a:rPr>
              <a:t>随其本身的</a:t>
            </a:r>
            <a:r>
              <a:rPr kumimoji="0" lang="zh-CN" altLang="en-US">
                <a:solidFill>
                  <a:srgbClr val="000000"/>
                </a:solidFill>
                <a:latin typeface="楷体_GB2312" pitchFamily="49" charset="-122"/>
              </a:rPr>
              <a:t>温度</a:t>
            </a:r>
            <a:r>
              <a:rPr kumimoji="0" lang="zh-CN" altLang="en-US">
                <a:solidFill>
                  <a:srgbClr val="003300"/>
                </a:solidFill>
                <a:latin typeface="楷体_GB2312" pitchFamily="49" charset="-122"/>
              </a:rPr>
              <a:t>而变化的现象</a:t>
            </a:r>
            <a:r>
              <a:rPr kumimoji="0" lang="en-US" altLang="zh-CN">
                <a:solidFill>
                  <a:srgbClr val="003300"/>
                </a:solidFill>
                <a:latin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wipe(left)">
                                      <p:cBhvr>
                                        <p:cTn id="7" dur="500"/>
                                        <p:tgtEl>
                                          <p:spTgt spid="102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6"/>
                                        </p:tgtEl>
                                        <p:attrNameLst>
                                          <p:attrName>style.visibility</p:attrName>
                                        </p:attrNameLst>
                                      </p:cBhvr>
                                      <p:to>
                                        <p:strVal val="visible"/>
                                      </p:to>
                                    </p:set>
                                    <p:animEffect transition="in" filter="wipe(left)">
                                      <p:cBhvr>
                                        <p:cTn id="12" dur="500"/>
                                        <p:tgtEl>
                                          <p:spTgt spid="102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47"/>
                                        </p:tgtEl>
                                        <p:attrNameLst>
                                          <p:attrName>style.visibility</p:attrName>
                                        </p:attrNameLst>
                                      </p:cBhvr>
                                      <p:to>
                                        <p:strVal val="visible"/>
                                      </p:to>
                                    </p:set>
                                    <p:animEffect transition="in" filter="wipe(left)">
                                      <p:cBhvr>
                                        <p:cTn id="17" dur="500"/>
                                        <p:tgtEl>
                                          <p:spTgt spid="102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0248"/>
                                        </p:tgtEl>
                                        <p:attrNameLst>
                                          <p:attrName>style.visibility</p:attrName>
                                        </p:attrNameLst>
                                      </p:cBhvr>
                                      <p:to>
                                        <p:strVal val="visible"/>
                                      </p:to>
                                    </p:set>
                                    <p:animEffect transition="in" filter="wipe(up)">
                                      <p:cBhvr>
                                        <p:cTn id="22" dur="500"/>
                                        <p:tgtEl>
                                          <p:spTgt spid="10248"/>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0249"/>
                                        </p:tgtEl>
                                        <p:attrNameLst>
                                          <p:attrName>style.visibility</p:attrName>
                                        </p:attrNameLst>
                                      </p:cBhvr>
                                      <p:to>
                                        <p:strVal val="visible"/>
                                      </p:to>
                                    </p:set>
                                    <p:animEffect transition="in" filter="wipe(left)">
                                      <p:cBhvr>
                                        <p:cTn id="26" dur="500"/>
                                        <p:tgtEl>
                                          <p:spTgt spid="1024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0251"/>
                                        </p:tgtEl>
                                        <p:attrNameLst>
                                          <p:attrName>style.visibility</p:attrName>
                                        </p:attrNameLst>
                                      </p:cBhvr>
                                      <p:to>
                                        <p:strVal val="visible"/>
                                      </p:to>
                                    </p:set>
                                    <p:animEffect transition="in" filter="wipe(up)">
                                      <p:cBhvr>
                                        <p:cTn id="31" dur="500"/>
                                        <p:tgtEl>
                                          <p:spTgt spid="10251"/>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0254"/>
                                        </p:tgtEl>
                                        <p:attrNameLst>
                                          <p:attrName>style.visibility</p:attrName>
                                        </p:attrNameLst>
                                      </p:cBhvr>
                                      <p:to>
                                        <p:strVal val="visible"/>
                                      </p:to>
                                    </p:set>
                                    <p:animEffect transition="in" filter="wipe(left)">
                                      <p:cBhvr>
                                        <p:cTn id="40" dur="500"/>
                                        <p:tgtEl>
                                          <p:spTgt spid="1025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left)">
                                      <p:cBhvr>
                                        <p:cTn id="45" dur="500"/>
                                        <p:tgtEl>
                                          <p:spTgt spid="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0257"/>
                                        </p:tgtEl>
                                        <p:attrNameLst>
                                          <p:attrName>style.visibility</p:attrName>
                                        </p:attrNameLst>
                                      </p:cBhvr>
                                      <p:to>
                                        <p:strVal val="visible"/>
                                      </p:to>
                                    </p:set>
                                    <p:animEffect transition="in" filter="wipe(left)">
                                      <p:cBhvr>
                                        <p:cTn id="50" dur="500"/>
                                        <p:tgtEl>
                                          <p:spTgt spid="1025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0258"/>
                                        </p:tgtEl>
                                        <p:attrNameLst>
                                          <p:attrName>style.visibility</p:attrName>
                                        </p:attrNameLst>
                                      </p:cBhvr>
                                      <p:to>
                                        <p:strVal val="visible"/>
                                      </p:to>
                                    </p:set>
                                    <p:animEffect transition="in" filter="wipe(left)">
                                      <p:cBhvr>
                                        <p:cTn id="55" dur="500"/>
                                        <p:tgtEl>
                                          <p:spTgt spid="1025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0259"/>
                                        </p:tgtEl>
                                        <p:attrNameLst>
                                          <p:attrName>style.visibility</p:attrName>
                                        </p:attrNameLst>
                                      </p:cBhvr>
                                      <p:to>
                                        <p:strVal val="visible"/>
                                      </p:to>
                                    </p:set>
                                    <p:animEffect transition="in" filter="wipe(left)">
                                      <p:cBhvr>
                                        <p:cTn id="60" dur="500"/>
                                        <p:tgtEl>
                                          <p:spTgt spid="1025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wipe(left)">
                                      <p:cBhvr>
                                        <p:cTn id="6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p:bldP spid="10246" grpId="0"/>
      <p:bldP spid="10249" grpId="0"/>
      <p:bldP spid="10257" grpId="0"/>
      <p:bldP spid="10258" grpId="0"/>
      <p:bldP spid="10259" grpId="0"/>
      <p:bldP spid="2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Text Box 4">
            <a:extLst>
              <a:ext uri="{FF2B5EF4-FFF2-40B4-BE49-F238E27FC236}">
                <a16:creationId xmlns:a16="http://schemas.microsoft.com/office/drawing/2014/main" id="{0E70A9EB-6E92-427D-8440-C31A37BC3F70}"/>
              </a:ext>
            </a:extLst>
          </p:cNvPr>
          <p:cNvSpPr txBox="1">
            <a:spLocks noChangeArrowheads="1"/>
          </p:cNvSpPr>
          <p:nvPr/>
        </p:nvSpPr>
        <p:spPr bwMode="auto">
          <a:xfrm>
            <a:off x="357188" y="428625"/>
            <a:ext cx="6934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b="1">
                <a:solidFill>
                  <a:srgbClr val="000000"/>
                </a:solidFill>
                <a:latin typeface="楷体_GB2312" pitchFamily="49" charset="-122"/>
              </a:rPr>
              <a:t>1.2 </a:t>
            </a:r>
            <a:r>
              <a:rPr kumimoji="0" lang="zh-CN" altLang="en-US" b="1">
                <a:solidFill>
                  <a:srgbClr val="000000"/>
                </a:solidFill>
                <a:latin typeface="楷体_GB2312" pitchFamily="49" charset="-122"/>
              </a:rPr>
              <a:t>金属热电阻测量与接口电路</a:t>
            </a:r>
          </a:p>
        </p:txBody>
      </p:sp>
      <p:sp>
        <p:nvSpPr>
          <p:cNvPr id="34821" name="Text Box 5">
            <a:extLst>
              <a:ext uri="{FF2B5EF4-FFF2-40B4-BE49-F238E27FC236}">
                <a16:creationId xmlns:a16="http://schemas.microsoft.com/office/drawing/2014/main" id="{CADDC176-F084-47EF-8097-C6CCA390A52A}"/>
              </a:ext>
            </a:extLst>
          </p:cNvPr>
          <p:cNvSpPr txBox="1">
            <a:spLocks noChangeArrowheads="1"/>
          </p:cNvSpPr>
          <p:nvPr/>
        </p:nvSpPr>
        <p:spPr bwMode="auto">
          <a:xfrm>
            <a:off x="708025" y="1541463"/>
            <a:ext cx="26670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桥式测量电路</a:t>
            </a:r>
          </a:p>
        </p:txBody>
      </p:sp>
      <p:sp>
        <p:nvSpPr>
          <p:cNvPr id="34822" name="Text Box 6">
            <a:extLst>
              <a:ext uri="{FF2B5EF4-FFF2-40B4-BE49-F238E27FC236}">
                <a16:creationId xmlns:a16="http://schemas.microsoft.com/office/drawing/2014/main" id="{D9C42303-DDDA-42ED-AE6A-F8E6444E6531}"/>
              </a:ext>
            </a:extLst>
          </p:cNvPr>
          <p:cNvSpPr txBox="1">
            <a:spLocks noChangeArrowheads="1"/>
          </p:cNvSpPr>
          <p:nvPr/>
        </p:nvSpPr>
        <p:spPr bwMode="auto">
          <a:xfrm>
            <a:off x="784225" y="1998663"/>
            <a:ext cx="68580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误差源：                 </a:t>
            </a:r>
          </a:p>
        </p:txBody>
      </p:sp>
      <p:sp>
        <p:nvSpPr>
          <p:cNvPr id="34823" name="Rectangle 7">
            <a:extLst>
              <a:ext uri="{FF2B5EF4-FFF2-40B4-BE49-F238E27FC236}">
                <a16:creationId xmlns:a16="http://schemas.microsoft.com/office/drawing/2014/main" id="{243CF103-7F6E-4B9F-BF69-1DBD18625027}"/>
              </a:ext>
            </a:extLst>
          </p:cNvPr>
          <p:cNvSpPr>
            <a:spLocks noChangeArrowheads="1"/>
          </p:cNvSpPr>
          <p:nvPr/>
        </p:nvSpPr>
        <p:spPr bwMode="auto">
          <a:xfrm>
            <a:off x="250825" y="2455863"/>
            <a:ext cx="69564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3300"/>
                </a:solidFill>
              </a:rPr>
              <a:t>（</a:t>
            </a:r>
            <a:r>
              <a:rPr kumimoji="0" lang="en-US" altLang="zh-CN">
                <a:solidFill>
                  <a:srgbClr val="003300"/>
                </a:solidFill>
              </a:rPr>
              <a:t>1</a:t>
            </a:r>
            <a:r>
              <a:rPr kumimoji="0" lang="zh-CN" altLang="en-US">
                <a:solidFill>
                  <a:srgbClr val="003300"/>
                </a:solidFill>
              </a:rPr>
              <a:t>）引线电阻在温度梯度作用下引起的</a:t>
            </a:r>
            <a:r>
              <a:rPr kumimoji="0" lang="zh-CN" altLang="en-US">
                <a:solidFill>
                  <a:srgbClr val="000000"/>
                </a:solidFill>
              </a:rPr>
              <a:t>电阻误差</a:t>
            </a:r>
            <a:r>
              <a:rPr kumimoji="0" lang="en-US" altLang="zh-CN">
                <a:solidFill>
                  <a:srgbClr val="003300"/>
                </a:solidFill>
              </a:rPr>
              <a:t>;</a:t>
            </a:r>
          </a:p>
        </p:txBody>
      </p:sp>
      <p:sp>
        <p:nvSpPr>
          <p:cNvPr id="34824" name="Rectangle 8">
            <a:extLst>
              <a:ext uri="{FF2B5EF4-FFF2-40B4-BE49-F238E27FC236}">
                <a16:creationId xmlns:a16="http://schemas.microsoft.com/office/drawing/2014/main" id="{B72124DE-59A4-4FCA-8FBC-A1A944013065}"/>
              </a:ext>
            </a:extLst>
          </p:cNvPr>
          <p:cNvSpPr>
            <a:spLocks noChangeArrowheads="1"/>
          </p:cNvSpPr>
          <p:nvPr/>
        </p:nvSpPr>
        <p:spPr bwMode="auto">
          <a:xfrm>
            <a:off x="784225" y="3827463"/>
            <a:ext cx="17240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3300"/>
                </a:solidFill>
              </a:rPr>
              <a:t>消除方法：</a:t>
            </a:r>
          </a:p>
        </p:txBody>
      </p:sp>
      <p:sp>
        <p:nvSpPr>
          <p:cNvPr id="34825" name="Rectangle 9">
            <a:extLst>
              <a:ext uri="{FF2B5EF4-FFF2-40B4-BE49-F238E27FC236}">
                <a16:creationId xmlns:a16="http://schemas.microsoft.com/office/drawing/2014/main" id="{1017D761-4CAA-494D-8EDD-CDD19FEEEBA2}"/>
              </a:ext>
            </a:extLst>
          </p:cNvPr>
          <p:cNvSpPr>
            <a:spLocks noChangeArrowheads="1"/>
          </p:cNvSpPr>
          <p:nvPr/>
        </p:nvSpPr>
        <p:spPr bwMode="auto">
          <a:xfrm>
            <a:off x="250825" y="2913063"/>
            <a:ext cx="48006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3300"/>
                </a:solidFill>
              </a:rPr>
              <a:t>（</a:t>
            </a:r>
            <a:r>
              <a:rPr kumimoji="0" lang="en-US" altLang="zh-CN">
                <a:solidFill>
                  <a:srgbClr val="003300"/>
                </a:solidFill>
              </a:rPr>
              <a:t>2</a:t>
            </a:r>
            <a:r>
              <a:rPr kumimoji="0" lang="zh-CN" altLang="en-US">
                <a:solidFill>
                  <a:srgbClr val="003300"/>
                </a:solidFill>
              </a:rPr>
              <a:t>）各个触点上产生</a:t>
            </a:r>
            <a:r>
              <a:rPr kumimoji="0" lang="zh-CN" altLang="en-US">
                <a:solidFill>
                  <a:srgbClr val="000000"/>
                </a:solidFill>
              </a:rPr>
              <a:t>热电动势</a:t>
            </a:r>
            <a:r>
              <a:rPr kumimoji="0" lang="zh-CN" altLang="en-US">
                <a:solidFill>
                  <a:srgbClr val="003300"/>
                </a:solidFill>
              </a:rPr>
              <a:t>；</a:t>
            </a:r>
          </a:p>
        </p:txBody>
      </p:sp>
      <p:sp>
        <p:nvSpPr>
          <p:cNvPr id="34826" name="Rectangle 10">
            <a:extLst>
              <a:ext uri="{FF2B5EF4-FFF2-40B4-BE49-F238E27FC236}">
                <a16:creationId xmlns:a16="http://schemas.microsoft.com/office/drawing/2014/main" id="{9829BAFF-E00B-4612-A97D-7CBF0801B83D}"/>
              </a:ext>
            </a:extLst>
          </p:cNvPr>
          <p:cNvSpPr>
            <a:spLocks noChangeArrowheads="1"/>
          </p:cNvSpPr>
          <p:nvPr/>
        </p:nvSpPr>
        <p:spPr bwMode="auto">
          <a:xfrm>
            <a:off x="250825" y="3370263"/>
            <a:ext cx="58674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3300"/>
                </a:solidFill>
              </a:rPr>
              <a:t>（</a:t>
            </a:r>
            <a:r>
              <a:rPr kumimoji="0" lang="en-US" altLang="zh-CN">
                <a:solidFill>
                  <a:srgbClr val="003300"/>
                </a:solidFill>
              </a:rPr>
              <a:t>3</a:t>
            </a:r>
            <a:r>
              <a:rPr kumimoji="0" lang="zh-CN" altLang="en-US">
                <a:solidFill>
                  <a:srgbClr val="003300"/>
                </a:solidFill>
              </a:rPr>
              <a:t>）电流流过电阻元件产生的</a:t>
            </a:r>
            <a:r>
              <a:rPr kumimoji="0" lang="zh-CN" altLang="en-US">
                <a:solidFill>
                  <a:srgbClr val="000000"/>
                </a:solidFill>
              </a:rPr>
              <a:t>自热效应</a:t>
            </a:r>
          </a:p>
        </p:txBody>
      </p:sp>
      <p:sp>
        <p:nvSpPr>
          <p:cNvPr id="34827" name="Rectangle 11">
            <a:extLst>
              <a:ext uri="{FF2B5EF4-FFF2-40B4-BE49-F238E27FC236}">
                <a16:creationId xmlns:a16="http://schemas.microsoft.com/office/drawing/2014/main" id="{D7A169D1-46E8-4B9C-9257-0E46A1C23ACA}"/>
              </a:ext>
            </a:extLst>
          </p:cNvPr>
          <p:cNvSpPr>
            <a:spLocks noChangeArrowheads="1"/>
          </p:cNvSpPr>
          <p:nvPr/>
        </p:nvSpPr>
        <p:spPr bwMode="auto">
          <a:xfrm>
            <a:off x="327025" y="4284663"/>
            <a:ext cx="24923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3300"/>
                </a:solidFill>
              </a:rPr>
              <a:t>（</a:t>
            </a:r>
            <a:r>
              <a:rPr kumimoji="0" lang="en-US" altLang="zh-CN">
                <a:solidFill>
                  <a:srgbClr val="003300"/>
                </a:solidFill>
              </a:rPr>
              <a:t>1</a:t>
            </a:r>
            <a:r>
              <a:rPr kumimoji="0" lang="zh-CN" altLang="en-US">
                <a:solidFill>
                  <a:srgbClr val="003300"/>
                </a:solidFill>
              </a:rPr>
              <a:t>）三导线法；</a:t>
            </a:r>
          </a:p>
        </p:txBody>
      </p:sp>
      <p:sp>
        <p:nvSpPr>
          <p:cNvPr id="34830" name="Rectangle 14">
            <a:extLst>
              <a:ext uri="{FF2B5EF4-FFF2-40B4-BE49-F238E27FC236}">
                <a16:creationId xmlns:a16="http://schemas.microsoft.com/office/drawing/2014/main" id="{31E8725D-6CCE-4712-83F0-75F8F8945F9E}"/>
              </a:ext>
            </a:extLst>
          </p:cNvPr>
          <p:cNvSpPr>
            <a:spLocks noChangeArrowheads="1"/>
          </p:cNvSpPr>
          <p:nvPr/>
        </p:nvSpPr>
        <p:spPr bwMode="auto">
          <a:xfrm>
            <a:off x="327025" y="4741863"/>
            <a:ext cx="46482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3300"/>
                </a:solidFill>
              </a:rPr>
              <a:t>（</a:t>
            </a:r>
            <a:r>
              <a:rPr kumimoji="0" lang="en-US" altLang="zh-CN">
                <a:solidFill>
                  <a:srgbClr val="003300"/>
                </a:solidFill>
              </a:rPr>
              <a:t>2</a:t>
            </a:r>
            <a:r>
              <a:rPr kumimoji="0" lang="zh-CN" altLang="en-US">
                <a:solidFill>
                  <a:srgbClr val="003300"/>
                </a:solidFill>
              </a:rPr>
              <a:t>）所有触点置于同一温度下；</a:t>
            </a:r>
          </a:p>
        </p:txBody>
      </p:sp>
      <p:sp>
        <p:nvSpPr>
          <p:cNvPr id="34831" name="Rectangle 15">
            <a:extLst>
              <a:ext uri="{FF2B5EF4-FFF2-40B4-BE49-F238E27FC236}">
                <a16:creationId xmlns:a16="http://schemas.microsoft.com/office/drawing/2014/main" id="{98F1F7F5-DF0D-4C00-9D03-A058BB3AFBA6}"/>
              </a:ext>
            </a:extLst>
          </p:cNvPr>
          <p:cNvSpPr>
            <a:spLocks noChangeArrowheads="1"/>
          </p:cNvSpPr>
          <p:nvPr/>
        </p:nvSpPr>
        <p:spPr bwMode="auto">
          <a:xfrm>
            <a:off x="327025" y="5199063"/>
            <a:ext cx="82296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rPr>
              <a:t>（</a:t>
            </a:r>
            <a:r>
              <a:rPr kumimoji="0" lang="en-US" altLang="zh-CN">
                <a:solidFill>
                  <a:srgbClr val="003300"/>
                </a:solidFill>
              </a:rPr>
              <a:t>3</a:t>
            </a:r>
            <a:r>
              <a:rPr kumimoji="0" lang="zh-CN" altLang="en-US">
                <a:solidFill>
                  <a:srgbClr val="003300"/>
                </a:solidFill>
              </a:rPr>
              <a:t>）降低电桥激励电压并增大放大器增益，或使用脉冲源激励电桥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wipe(left)">
                                      <p:cBhvr>
                                        <p:cTn id="7" dur="500"/>
                                        <p:tgtEl>
                                          <p:spTgt spid="34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transition="in" filter="wipe(left)">
                                      <p:cBhvr>
                                        <p:cTn id="12" dur="500"/>
                                        <p:tgtEl>
                                          <p:spTgt spid="348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22"/>
                                        </p:tgtEl>
                                        <p:attrNameLst>
                                          <p:attrName>style.visibility</p:attrName>
                                        </p:attrNameLst>
                                      </p:cBhvr>
                                      <p:to>
                                        <p:strVal val="visible"/>
                                      </p:to>
                                    </p:set>
                                    <p:animEffect transition="in" filter="wipe(left)">
                                      <p:cBhvr>
                                        <p:cTn id="17" dur="500"/>
                                        <p:tgtEl>
                                          <p:spTgt spid="348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23"/>
                                        </p:tgtEl>
                                        <p:attrNameLst>
                                          <p:attrName>style.visibility</p:attrName>
                                        </p:attrNameLst>
                                      </p:cBhvr>
                                      <p:to>
                                        <p:strVal val="visible"/>
                                      </p:to>
                                    </p:set>
                                    <p:animEffect transition="in" filter="wipe(left)">
                                      <p:cBhvr>
                                        <p:cTn id="22" dur="500"/>
                                        <p:tgtEl>
                                          <p:spTgt spid="348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824"/>
                                        </p:tgtEl>
                                        <p:attrNameLst>
                                          <p:attrName>style.visibility</p:attrName>
                                        </p:attrNameLst>
                                      </p:cBhvr>
                                      <p:to>
                                        <p:strVal val="visible"/>
                                      </p:to>
                                    </p:set>
                                    <p:animEffect transition="in" filter="wipe(left)">
                                      <p:cBhvr>
                                        <p:cTn id="27" dur="500"/>
                                        <p:tgtEl>
                                          <p:spTgt spid="348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827"/>
                                        </p:tgtEl>
                                        <p:attrNameLst>
                                          <p:attrName>style.visibility</p:attrName>
                                        </p:attrNameLst>
                                      </p:cBhvr>
                                      <p:to>
                                        <p:strVal val="visible"/>
                                      </p:to>
                                    </p:set>
                                    <p:animEffect transition="in" filter="wipe(left)">
                                      <p:cBhvr>
                                        <p:cTn id="32" dur="500"/>
                                        <p:tgtEl>
                                          <p:spTgt spid="348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4825"/>
                                        </p:tgtEl>
                                        <p:attrNameLst>
                                          <p:attrName>style.visibility</p:attrName>
                                        </p:attrNameLst>
                                      </p:cBhvr>
                                      <p:to>
                                        <p:strVal val="visible"/>
                                      </p:to>
                                    </p:set>
                                    <p:animEffect transition="in" filter="wipe(left)">
                                      <p:cBhvr>
                                        <p:cTn id="37" dur="500"/>
                                        <p:tgtEl>
                                          <p:spTgt spid="3482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4830"/>
                                        </p:tgtEl>
                                        <p:attrNameLst>
                                          <p:attrName>style.visibility</p:attrName>
                                        </p:attrNameLst>
                                      </p:cBhvr>
                                      <p:to>
                                        <p:strVal val="visible"/>
                                      </p:to>
                                    </p:set>
                                    <p:animEffect transition="in" filter="wipe(left)">
                                      <p:cBhvr>
                                        <p:cTn id="42" dur="500"/>
                                        <p:tgtEl>
                                          <p:spTgt spid="3483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4826"/>
                                        </p:tgtEl>
                                        <p:attrNameLst>
                                          <p:attrName>style.visibility</p:attrName>
                                        </p:attrNameLst>
                                      </p:cBhvr>
                                      <p:to>
                                        <p:strVal val="visible"/>
                                      </p:to>
                                    </p:set>
                                    <p:animEffect transition="in" filter="wipe(left)">
                                      <p:cBhvr>
                                        <p:cTn id="47" dur="500"/>
                                        <p:tgtEl>
                                          <p:spTgt spid="3482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34831">
                                            <p:txEl>
                                              <p:pRg st="0" end="0"/>
                                            </p:txEl>
                                          </p:spTgt>
                                        </p:tgtEl>
                                        <p:attrNameLst>
                                          <p:attrName>style.visibility</p:attrName>
                                        </p:attrNameLst>
                                      </p:cBhvr>
                                      <p:to>
                                        <p:strVal val="visible"/>
                                      </p:to>
                                    </p:set>
                                    <p:animEffect transition="in" filter="wipe(left)">
                                      <p:cBhvr>
                                        <p:cTn id="52" dur="500"/>
                                        <p:tgtEl>
                                          <p:spTgt spid="348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p:bldP spid="34821" grpId="0"/>
      <p:bldP spid="34822" grpId="0"/>
      <p:bldP spid="34823" grpId="0"/>
      <p:bldP spid="34824" grpId="0"/>
      <p:bldP spid="34825" grpId="0"/>
      <p:bldP spid="34826" grpId="0"/>
      <p:bldP spid="34827" grpId="0"/>
      <p:bldP spid="34830"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Freeform 5">
            <a:extLst>
              <a:ext uri="{FF2B5EF4-FFF2-40B4-BE49-F238E27FC236}">
                <a16:creationId xmlns:a16="http://schemas.microsoft.com/office/drawing/2014/main" id="{8B162827-E8BD-47C7-9F59-CEBC0EA7C169}"/>
              </a:ext>
            </a:extLst>
          </p:cNvPr>
          <p:cNvSpPr>
            <a:spLocks/>
          </p:cNvSpPr>
          <p:nvPr/>
        </p:nvSpPr>
        <p:spPr bwMode="auto">
          <a:xfrm>
            <a:off x="1073150" y="1577975"/>
            <a:ext cx="1871663" cy="1223963"/>
          </a:xfrm>
          <a:custGeom>
            <a:avLst/>
            <a:gdLst>
              <a:gd name="T0" fmla="*/ 2147483647 w 1049"/>
              <a:gd name="T1" fmla="*/ 0 h 626"/>
              <a:gd name="T2" fmla="*/ 2147483647 w 1049"/>
              <a:gd name="T3" fmla="*/ 0 h 626"/>
              <a:gd name="T4" fmla="*/ 0 w 1049"/>
              <a:gd name="T5" fmla="*/ 0 h 626"/>
              <a:gd name="T6" fmla="*/ 0 w 1049"/>
              <a:gd name="T7" fmla="*/ 2147483647 h 626"/>
              <a:gd name="T8" fmla="*/ 0 60000 65536"/>
              <a:gd name="T9" fmla="*/ 0 60000 65536"/>
              <a:gd name="T10" fmla="*/ 0 60000 65536"/>
              <a:gd name="T11" fmla="*/ 0 60000 65536"/>
              <a:gd name="T12" fmla="*/ 0 w 1049"/>
              <a:gd name="T13" fmla="*/ 0 h 626"/>
              <a:gd name="T14" fmla="*/ 1049 w 1049"/>
              <a:gd name="T15" fmla="*/ 626 h 626"/>
            </a:gdLst>
            <a:ahLst/>
            <a:cxnLst>
              <a:cxn ang="T8">
                <a:pos x="T0" y="T1"/>
              </a:cxn>
              <a:cxn ang="T9">
                <a:pos x="T2" y="T3"/>
              </a:cxn>
              <a:cxn ang="T10">
                <a:pos x="T4" y="T5"/>
              </a:cxn>
              <a:cxn ang="T11">
                <a:pos x="T6" y="T7"/>
              </a:cxn>
            </a:cxnLst>
            <a:rect l="T12" t="T13" r="T14" b="T15"/>
            <a:pathLst>
              <a:path w="1049" h="626">
                <a:moveTo>
                  <a:pt x="1048" y="0"/>
                </a:moveTo>
                <a:lnTo>
                  <a:pt x="1008" y="0"/>
                </a:lnTo>
                <a:lnTo>
                  <a:pt x="0" y="0"/>
                </a:lnTo>
                <a:lnTo>
                  <a:pt x="0" y="625"/>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5923" name="Freeform 6">
            <a:extLst>
              <a:ext uri="{FF2B5EF4-FFF2-40B4-BE49-F238E27FC236}">
                <a16:creationId xmlns:a16="http://schemas.microsoft.com/office/drawing/2014/main" id="{6E76B1C7-BBBB-47F8-BD08-AFECD24C878B}"/>
              </a:ext>
            </a:extLst>
          </p:cNvPr>
          <p:cNvSpPr>
            <a:spLocks/>
          </p:cNvSpPr>
          <p:nvPr/>
        </p:nvSpPr>
        <p:spPr bwMode="auto">
          <a:xfrm>
            <a:off x="1073150" y="2943225"/>
            <a:ext cx="1289050" cy="1231900"/>
          </a:xfrm>
          <a:custGeom>
            <a:avLst/>
            <a:gdLst>
              <a:gd name="T0" fmla="*/ 0 w 1090"/>
              <a:gd name="T1" fmla="*/ 0 h 543"/>
              <a:gd name="T2" fmla="*/ 0 w 1090"/>
              <a:gd name="T3" fmla="*/ 2147483647 h 543"/>
              <a:gd name="T4" fmla="*/ 2147483647 w 1090"/>
              <a:gd name="T5" fmla="*/ 2147483647 h 543"/>
              <a:gd name="T6" fmla="*/ 0 60000 65536"/>
              <a:gd name="T7" fmla="*/ 0 60000 65536"/>
              <a:gd name="T8" fmla="*/ 0 60000 65536"/>
              <a:gd name="T9" fmla="*/ 0 w 1090"/>
              <a:gd name="T10" fmla="*/ 0 h 543"/>
              <a:gd name="T11" fmla="*/ 1090 w 1090"/>
              <a:gd name="T12" fmla="*/ 543 h 543"/>
            </a:gdLst>
            <a:ahLst/>
            <a:cxnLst>
              <a:cxn ang="T6">
                <a:pos x="T0" y="T1"/>
              </a:cxn>
              <a:cxn ang="T7">
                <a:pos x="T2" y="T3"/>
              </a:cxn>
              <a:cxn ang="T8">
                <a:pos x="T4" y="T5"/>
              </a:cxn>
            </a:cxnLst>
            <a:rect l="T9" t="T10" r="T11" b="T12"/>
            <a:pathLst>
              <a:path w="1090" h="543">
                <a:moveTo>
                  <a:pt x="0" y="0"/>
                </a:moveTo>
                <a:lnTo>
                  <a:pt x="0" y="542"/>
                </a:lnTo>
                <a:lnTo>
                  <a:pt x="1089" y="542"/>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65924" name="Group 7">
            <a:extLst>
              <a:ext uri="{FF2B5EF4-FFF2-40B4-BE49-F238E27FC236}">
                <a16:creationId xmlns:a16="http://schemas.microsoft.com/office/drawing/2014/main" id="{A7B1611E-C79E-4411-ACD2-37757BE407B0}"/>
              </a:ext>
            </a:extLst>
          </p:cNvPr>
          <p:cNvGrpSpPr>
            <a:grpSpLocks/>
          </p:cNvGrpSpPr>
          <p:nvPr/>
        </p:nvGrpSpPr>
        <p:grpSpPr bwMode="auto">
          <a:xfrm>
            <a:off x="857250" y="2801938"/>
            <a:ext cx="430213" cy="165100"/>
            <a:chOff x="-10" y="1489"/>
            <a:chExt cx="240" cy="84"/>
          </a:xfrm>
        </p:grpSpPr>
        <p:sp>
          <p:nvSpPr>
            <p:cNvPr id="465956" name="Line 8">
              <a:extLst>
                <a:ext uri="{FF2B5EF4-FFF2-40B4-BE49-F238E27FC236}">
                  <a16:creationId xmlns:a16="http://schemas.microsoft.com/office/drawing/2014/main" id="{791B667D-4389-4CCC-B509-8CCBAF547F45}"/>
                </a:ext>
              </a:extLst>
            </p:cNvPr>
            <p:cNvSpPr>
              <a:spLocks noChangeShapeType="1"/>
            </p:cNvSpPr>
            <p:nvPr/>
          </p:nvSpPr>
          <p:spPr bwMode="auto">
            <a:xfrm>
              <a:off x="70" y="1573"/>
              <a:ext cx="80"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5957" name="Line 9">
              <a:extLst>
                <a:ext uri="{FF2B5EF4-FFF2-40B4-BE49-F238E27FC236}">
                  <a16:creationId xmlns:a16="http://schemas.microsoft.com/office/drawing/2014/main" id="{34A89C32-079C-49EF-B950-6A68FCA5C1D6}"/>
                </a:ext>
              </a:extLst>
            </p:cNvPr>
            <p:cNvSpPr>
              <a:spLocks noChangeShapeType="1"/>
            </p:cNvSpPr>
            <p:nvPr/>
          </p:nvSpPr>
          <p:spPr bwMode="auto">
            <a:xfrm flipV="1">
              <a:off x="-10" y="1489"/>
              <a:ext cx="240" cy="3"/>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465925" name="Freeform 10">
            <a:extLst>
              <a:ext uri="{FF2B5EF4-FFF2-40B4-BE49-F238E27FC236}">
                <a16:creationId xmlns:a16="http://schemas.microsoft.com/office/drawing/2014/main" id="{F9821046-73D0-4567-8B17-8D4014E7E5A3}"/>
              </a:ext>
            </a:extLst>
          </p:cNvPr>
          <p:cNvSpPr>
            <a:spLocks/>
          </p:cNvSpPr>
          <p:nvPr/>
        </p:nvSpPr>
        <p:spPr bwMode="auto">
          <a:xfrm>
            <a:off x="1828800" y="1577975"/>
            <a:ext cx="1123950" cy="1296988"/>
          </a:xfrm>
          <a:custGeom>
            <a:avLst/>
            <a:gdLst>
              <a:gd name="T0" fmla="*/ 0 w 626"/>
              <a:gd name="T1" fmla="*/ 2147483647 h 661"/>
              <a:gd name="T2" fmla="*/ 2147483647 w 626"/>
              <a:gd name="T3" fmla="*/ 2147483647 h 661"/>
              <a:gd name="T4" fmla="*/ 2147483647 w 626"/>
              <a:gd name="T5" fmla="*/ 2147483647 h 661"/>
              <a:gd name="T6" fmla="*/ 2147483647 w 626"/>
              <a:gd name="T7" fmla="*/ 2147483647 h 661"/>
              <a:gd name="T8" fmla="*/ 2147483647 w 626"/>
              <a:gd name="T9" fmla="*/ 2147483647 h 661"/>
              <a:gd name="T10" fmla="*/ 2147483647 w 626"/>
              <a:gd name="T11" fmla="*/ 2147483647 h 661"/>
              <a:gd name="T12" fmla="*/ 2147483647 w 626"/>
              <a:gd name="T13" fmla="*/ 2147483647 h 661"/>
              <a:gd name="T14" fmla="*/ 2147483647 w 626"/>
              <a:gd name="T15" fmla="*/ 2147483647 h 661"/>
              <a:gd name="T16" fmla="*/ 2147483647 w 626"/>
              <a:gd name="T17" fmla="*/ 2147483647 h 661"/>
              <a:gd name="T18" fmla="*/ 2147483647 w 626"/>
              <a:gd name="T19" fmla="*/ 2147483647 h 661"/>
              <a:gd name="T20" fmla="*/ 2147483647 w 626"/>
              <a:gd name="T21" fmla="*/ 2147483647 h 661"/>
              <a:gd name="T22" fmla="*/ 2147483647 w 626"/>
              <a:gd name="T23" fmla="*/ 0 h 6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6"/>
              <a:gd name="T37" fmla="*/ 0 h 661"/>
              <a:gd name="T38" fmla="*/ 626 w 626"/>
              <a:gd name="T39" fmla="*/ 661 h 6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6" h="661">
                <a:moveTo>
                  <a:pt x="0" y="660"/>
                </a:moveTo>
                <a:lnTo>
                  <a:pt x="321" y="323"/>
                </a:lnTo>
                <a:lnTo>
                  <a:pt x="398" y="360"/>
                </a:lnTo>
                <a:lnTo>
                  <a:pt x="330" y="253"/>
                </a:lnTo>
                <a:lnTo>
                  <a:pt x="435" y="321"/>
                </a:lnTo>
                <a:lnTo>
                  <a:pt x="368" y="213"/>
                </a:lnTo>
                <a:lnTo>
                  <a:pt x="474" y="280"/>
                </a:lnTo>
                <a:lnTo>
                  <a:pt x="407" y="173"/>
                </a:lnTo>
                <a:lnTo>
                  <a:pt x="511" y="240"/>
                </a:lnTo>
                <a:lnTo>
                  <a:pt x="445" y="132"/>
                </a:lnTo>
                <a:lnTo>
                  <a:pt x="492" y="142"/>
                </a:lnTo>
                <a:lnTo>
                  <a:pt x="625"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5926" name="Freeform 11">
            <a:extLst>
              <a:ext uri="{FF2B5EF4-FFF2-40B4-BE49-F238E27FC236}">
                <a16:creationId xmlns:a16="http://schemas.microsoft.com/office/drawing/2014/main" id="{8845D91D-CC0B-4FE2-8A4B-C089F6306E7F}"/>
              </a:ext>
            </a:extLst>
          </p:cNvPr>
          <p:cNvSpPr>
            <a:spLocks/>
          </p:cNvSpPr>
          <p:nvPr/>
        </p:nvSpPr>
        <p:spPr bwMode="auto">
          <a:xfrm>
            <a:off x="1828800" y="2873375"/>
            <a:ext cx="1371600" cy="882650"/>
          </a:xfrm>
          <a:custGeom>
            <a:avLst/>
            <a:gdLst>
              <a:gd name="T0" fmla="*/ 2147483647 w 643"/>
              <a:gd name="T1" fmla="*/ 2147483647 h 641"/>
              <a:gd name="T2" fmla="*/ 2147483647 w 643"/>
              <a:gd name="T3" fmla="*/ 2147483647 h 641"/>
              <a:gd name="T4" fmla="*/ 2147483647 w 643"/>
              <a:gd name="T5" fmla="*/ 2147483647 h 641"/>
              <a:gd name="T6" fmla="*/ 2147483647 w 643"/>
              <a:gd name="T7" fmla="*/ 2147483647 h 641"/>
              <a:gd name="T8" fmla="*/ 2147483647 w 643"/>
              <a:gd name="T9" fmla="*/ 2147483647 h 641"/>
              <a:gd name="T10" fmla="*/ 2147483647 w 643"/>
              <a:gd name="T11" fmla="*/ 2147483647 h 641"/>
              <a:gd name="T12" fmla="*/ 2147483647 w 643"/>
              <a:gd name="T13" fmla="*/ 2147483647 h 641"/>
              <a:gd name="T14" fmla="*/ 2147483647 w 643"/>
              <a:gd name="T15" fmla="*/ 2147483647 h 641"/>
              <a:gd name="T16" fmla="*/ 2147483647 w 643"/>
              <a:gd name="T17" fmla="*/ 2147483647 h 641"/>
              <a:gd name="T18" fmla="*/ 2147483647 w 643"/>
              <a:gd name="T19" fmla="*/ 2147483647 h 641"/>
              <a:gd name="T20" fmla="*/ 2147483647 w 643"/>
              <a:gd name="T21" fmla="*/ 2147483647 h 641"/>
              <a:gd name="T22" fmla="*/ 0 w 643"/>
              <a:gd name="T23" fmla="*/ 0 h 6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3"/>
              <a:gd name="T37" fmla="*/ 0 h 641"/>
              <a:gd name="T38" fmla="*/ 643 w 643"/>
              <a:gd name="T39" fmla="*/ 641 h 6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3" h="641">
                <a:moveTo>
                  <a:pt x="642" y="640"/>
                </a:moveTo>
                <a:lnTo>
                  <a:pt x="314" y="311"/>
                </a:lnTo>
                <a:lnTo>
                  <a:pt x="349" y="232"/>
                </a:lnTo>
                <a:lnTo>
                  <a:pt x="246" y="303"/>
                </a:lnTo>
                <a:lnTo>
                  <a:pt x="310" y="193"/>
                </a:lnTo>
                <a:lnTo>
                  <a:pt x="207" y="264"/>
                </a:lnTo>
                <a:lnTo>
                  <a:pt x="271" y="155"/>
                </a:lnTo>
                <a:lnTo>
                  <a:pt x="168" y="225"/>
                </a:lnTo>
                <a:lnTo>
                  <a:pt x="232" y="115"/>
                </a:lnTo>
                <a:lnTo>
                  <a:pt x="129" y="186"/>
                </a:lnTo>
                <a:lnTo>
                  <a:pt x="137" y="137"/>
                </a:lnTo>
                <a:lnTo>
                  <a:pt x="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5927" name="Freeform 12">
            <a:extLst>
              <a:ext uri="{FF2B5EF4-FFF2-40B4-BE49-F238E27FC236}">
                <a16:creationId xmlns:a16="http://schemas.microsoft.com/office/drawing/2014/main" id="{154F28EA-3F8F-4CE5-978A-A245844EBE45}"/>
              </a:ext>
            </a:extLst>
          </p:cNvPr>
          <p:cNvSpPr>
            <a:spLocks/>
          </p:cNvSpPr>
          <p:nvPr/>
        </p:nvSpPr>
        <p:spPr bwMode="auto">
          <a:xfrm>
            <a:off x="2981325" y="1577975"/>
            <a:ext cx="1150938" cy="1295400"/>
          </a:xfrm>
          <a:custGeom>
            <a:avLst/>
            <a:gdLst>
              <a:gd name="T0" fmla="*/ 2147483647 w 645"/>
              <a:gd name="T1" fmla="*/ 2147483647 h 639"/>
              <a:gd name="T2" fmla="*/ 2147483647 w 645"/>
              <a:gd name="T3" fmla="*/ 2147483647 h 639"/>
              <a:gd name="T4" fmla="*/ 2147483647 w 645"/>
              <a:gd name="T5" fmla="*/ 2147483647 h 639"/>
              <a:gd name="T6" fmla="*/ 2147483647 w 645"/>
              <a:gd name="T7" fmla="*/ 2147483647 h 639"/>
              <a:gd name="T8" fmla="*/ 2147483647 w 645"/>
              <a:gd name="T9" fmla="*/ 2147483647 h 639"/>
              <a:gd name="T10" fmla="*/ 2147483647 w 645"/>
              <a:gd name="T11" fmla="*/ 2147483647 h 639"/>
              <a:gd name="T12" fmla="*/ 2147483647 w 645"/>
              <a:gd name="T13" fmla="*/ 2147483647 h 639"/>
              <a:gd name="T14" fmla="*/ 2147483647 w 645"/>
              <a:gd name="T15" fmla="*/ 2147483647 h 639"/>
              <a:gd name="T16" fmla="*/ 2147483647 w 645"/>
              <a:gd name="T17" fmla="*/ 2147483647 h 639"/>
              <a:gd name="T18" fmla="*/ 2147483647 w 645"/>
              <a:gd name="T19" fmla="*/ 2147483647 h 639"/>
              <a:gd name="T20" fmla="*/ 2147483647 w 645"/>
              <a:gd name="T21" fmla="*/ 2147483647 h 639"/>
              <a:gd name="T22" fmla="*/ 0 w 645"/>
              <a:gd name="T23" fmla="*/ 0 h 6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5"/>
              <a:gd name="T37" fmla="*/ 0 h 639"/>
              <a:gd name="T38" fmla="*/ 645 w 645"/>
              <a:gd name="T39" fmla="*/ 639 h 6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5" h="639">
                <a:moveTo>
                  <a:pt x="644" y="638"/>
                </a:moveTo>
                <a:lnTo>
                  <a:pt x="315" y="310"/>
                </a:lnTo>
                <a:lnTo>
                  <a:pt x="350" y="230"/>
                </a:lnTo>
                <a:lnTo>
                  <a:pt x="247" y="302"/>
                </a:lnTo>
                <a:lnTo>
                  <a:pt x="312" y="192"/>
                </a:lnTo>
                <a:lnTo>
                  <a:pt x="208" y="263"/>
                </a:lnTo>
                <a:lnTo>
                  <a:pt x="273" y="154"/>
                </a:lnTo>
                <a:lnTo>
                  <a:pt x="169" y="224"/>
                </a:lnTo>
                <a:lnTo>
                  <a:pt x="233" y="115"/>
                </a:lnTo>
                <a:lnTo>
                  <a:pt x="129" y="186"/>
                </a:lnTo>
                <a:lnTo>
                  <a:pt x="138" y="136"/>
                </a:lnTo>
                <a:lnTo>
                  <a:pt x="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5928" name="Line 13">
            <a:extLst>
              <a:ext uri="{FF2B5EF4-FFF2-40B4-BE49-F238E27FC236}">
                <a16:creationId xmlns:a16="http://schemas.microsoft.com/office/drawing/2014/main" id="{E45F3976-CB3E-4530-9A5A-E07F2065A684}"/>
              </a:ext>
            </a:extLst>
          </p:cNvPr>
          <p:cNvSpPr>
            <a:spLocks noChangeShapeType="1"/>
          </p:cNvSpPr>
          <p:nvPr/>
        </p:nvSpPr>
        <p:spPr bwMode="auto">
          <a:xfrm>
            <a:off x="1863725" y="2873375"/>
            <a:ext cx="22320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5929" name="Oval 14">
            <a:extLst>
              <a:ext uri="{FF2B5EF4-FFF2-40B4-BE49-F238E27FC236}">
                <a16:creationId xmlns:a16="http://schemas.microsoft.com/office/drawing/2014/main" id="{174C0EDA-1C7D-4DDF-BD39-653ABCE53EBA}"/>
              </a:ext>
            </a:extLst>
          </p:cNvPr>
          <p:cNvSpPr>
            <a:spLocks noChangeArrowheads="1"/>
          </p:cNvSpPr>
          <p:nvPr/>
        </p:nvSpPr>
        <p:spPr bwMode="auto">
          <a:xfrm>
            <a:off x="2620963" y="2478088"/>
            <a:ext cx="719137" cy="719137"/>
          </a:xfrm>
          <a:prstGeom prst="ellipse">
            <a:avLst/>
          </a:prstGeom>
          <a:solidFill>
            <a:srgbClr val="000066"/>
          </a:solidFill>
          <a:ln w="25400">
            <a:solidFill>
              <a:srgbClr val="FFFFCC"/>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30" name="Oval 24">
            <a:extLst>
              <a:ext uri="{FF2B5EF4-FFF2-40B4-BE49-F238E27FC236}">
                <a16:creationId xmlns:a16="http://schemas.microsoft.com/office/drawing/2014/main" id="{F017ECAD-64EE-417F-8490-16CAA618AAC2}"/>
              </a:ext>
            </a:extLst>
          </p:cNvPr>
          <p:cNvSpPr>
            <a:spLocks noChangeArrowheads="1"/>
          </p:cNvSpPr>
          <p:nvPr/>
        </p:nvSpPr>
        <p:spPr bwMode="auto">
          <a:xfrm>
            <a:off x="2836863" y="1470025"/>
            <a:ext cx="195262" cy="212725"/>
          </a:xfrm>
          <a:prstGeom prst="ellipse">
            <a:avLst/>
          </a:prstGeom>
          <a:solidFill>
            <a:srgbClr val="000066"/>
          </a:solidFill>
          <a:ln w="25400">
            <a:solidFill>
              <a:srgbClr val="FFFFCC"/>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31" name="Oval 25">
            <a:extLst>
              <a:ext uri="{FF2B5EF4-FFF2-40B4-BE49-F238E27FC236}">
                <a16:creationId xmlns:a16="http://schemas.microsoft.com/office/drawing/2014/main" id="{ECEFD01D-8197-477B-BF70-B3F5370F5759}"/>
              </a:ext>
            </a:extLst>
          </p:cNvPr>
          <p:cNvSpPr>
            <a:spLocks noChangeArrowheads="1"/>
          </p:cNvSpPr>
          <p:nvPr/>
        </p:nvSpPr>
        <p:spPr bwMode="auto">
          <a:xfrm>
            <a:off x="3989388" y="2765425"/>
            <a:ext cx="195262" cy="212725"/>
          </a:xfrm>
          <a:prstGeom prst="ellipse">
            <a:avLst/>
          </a:prstGeom>
          <a:solidFill>
            <a:srgbClr val="000066"/>
          </a:solidFill>
          <a:ln w="25400">
            <a:solidFill>
              <a:srgbClr val="FFFFCC"/>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32" name="Oval 27">
            <a:extLst>
              <a:ext uri="{FF2B5EF4-FFF2-40B4-BE49-F238E27FC236}">
                <a16:creationId xmlns:a16="http://schemas.microsoft.com/office/drawing/2014/main" id="{4D782D64-FB9E-4906-9F10-506FFB895910}"/>
              </a:ext>
            </a:extLst>
          </p:cNvPr>
          <p:cNvSpPr>
            <a:spLocks noChangeArrowheads="1"/>
          </p:cNvSpPr>
          <p:nvPr/>
        </p:nvSpPr>
        <p:spPr bwMode="auto">
          <a:xfrm>
            <a:off x="1757363" y="2765425"/>
            <a:ext cx="195262" cy="212725"/>
          </a:xfrm>
          <a:prstGeom prst="ellipse">
            <a:avLst/>
          </a:prstGeom>
          <a:solidFill>
            <a:srgbClr val="000066"/>
          </a:solidFill>
          <a:ln w="25400">
            <a:solidFill>
              <a:srgbClr val="FFFFCC"/>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aphicFrame>
        <p:nvGraphicFramePr>
          <p:cNvPr id="465933" name="Object 2">
            <a:extLst>
              <a:ext uri="{FF2B5EF4-FFF2-40B4-BE49-F238E27FC236}">
                <a16:creationId xmlns:a16="http://schemas.microsoft.com/office/drawing/2014/main" id="{A41D2741-AFA9-4B8E-98B6-083F4E25AA20}"/>
              </a:ext>
            </a:extLst>
          </p:cNvPr>
          <p:cNvGraphicFramePr>
            <a:graphicFrameLocks noChangeAspect="1"/>
          </p:cNvGraphicFramePr>
          <p:nvPr/>
        </p:nvGraphicFramePr>
        <p:xfrm>
          <a:off x="1889125" y="3305175"/>
          <a:ext cx="406400" cy="457200"/>
        </p:xfrm>
        <a:graphic>
          <a:graphicData uri="http://schemas.openxmlformats.org/presentationml/2006/ole">
            <mc:AlternateContent xmlns:mc="http://schemas.openxmlformats.org/markup-compatibility/2006">
              <mc:Choice xmlns:v="urn:schemas-microsoft-com:vml" Requires="v">
                <p:oleObj spid="_x0000_s466030" name="公式" r:id="rId3" imgW="190310" imgH="219027" progId="Equation.3">
                  <p:embed/>
                </p:oleObj>
              </mc:Choice>
              <mc:Fallback>
                <p:oleObj name="公式" r:id="rId3" imgW="190310" imgH="219027"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9125" y="3305175"/>
                        <a:ext cx="406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34" name="Object 3">
            <a:extLst>
              <a:ext uri="{FF2B5EF4-FFF2-40B4-BE49-F238E27FC236}">
                <a16:creationId xmlns:a16="http://schemas.microsoft.com/office/drawing/2014/main" id="{2DF80651-D19F-40F6-94F9-273F7E2C267F}"/>
              </a:ext>
            </a:extLst>
          </p:cNvPr>
          <p:cNvGraphicFramePr>
            <a:graphicFrameLocks noChangeAspect="1"/>
          </p:cNvGraphicFramePr>
          <p:nvPr/>
        </p:nvGraphicFramePr>
        <p:xfrm>
          <a:off x="2055813" y="1731963"/>
          <a:ext cx="406400" cy="431800"/>
        </p:xfrm>
        <a:graphic>
          <a:graphicData uri="http://schemas.openxmlformats.org/presentationml/2006/ole">
            <mc:AlternateContent xmlns:mc="http://schemas.openxmlformats.org/markup-compatibility/2006">
              <mc:Choice xmlns:v="urn:schemas-microsoft-com:vml" Requires="v">
                <p:oleObj spid="_x0000_s466031" name="公式" r:id="rId5" imgW="190310" imgH="209598" progId="Equation.3">
                  <p:embed/>
                </p:oleObj>
              </mc:Choice>
              <mc:Fallback>
                <p:oleObj name="公式" r:id="rId5" imgW="190310" imgH="209598"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5813" y="1731963"/>
                        <a:ext cx="406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35" name="Object 4">
            <a:extLst>
              <a:ext uri="{FF2B5EF4-FFF2-40B4-BE49-F238E27FC236}">
                <a16:creationId xmlns:a16="http://schemas.microsoft.com/office/drawing/2014/main" id="{630514F2-80D1-45F2-A503-7AF1C53355D0}"/>
              </a:ext>
            </a:extLst>
          </p:cNvPr>
          <p:cNvGraphicFramePr>
            <a:graphicFrameLocks noChangeAspect="1"/>
          </p:cNvGraphicFramePr>
          <p:nvPr/>
        </p:nvGraphicFramePr>
        <p:xfrm>
          <a:off x="3557588" y="1695450"/>
          <a:ext cx="381000" cy="431800"/>
        </p:xfrm>
        <a:graphic>
          <a:graphicData uri="http://schemas.openxmlformats.org/presentationml/2006/ole">
            <mc:AlternateContent xmlns:mc="http://schemas.openxmlformats.org/markup-compatibility/2006">
              <mc:Choice xmlns:v="urn:schemas-microsoft-com:vml" Requires="v">
                <p:oleObj spid="_x0000_s466032" name="公式" r:id="rId7" imgW="180880" imgH="209598" progId="Equation.3">
                  <p:embed/>
                </p:oleObj>
              </mc:Choice>
              <mc:Fallback>
                <p:oleObj name="公式" r:id="rId7" imgW="180880" imgH="209598"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57588" y="1695450"/>
                        <a:ext cx="381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36" name="Object 5">
            <a:extLst>
              <a:ext uri="{FF2B5EF4-FFF2-40B4-BE49-F238E27FC236}">
                <a16:creationId xmlns:a16="http://schemas.microsoft.com/office/drawing/2014/main" id="{E3ECF46A-3FBB-4D46-9D0C-3CA7460A9C8D}"/>
              </a:ext>
            </a:extLst>
          </p:cNvPr>
          <p:cNvGraphicFramePr>
            <a:graphicFrameLocks noChangeAspect="1"/>
          </p:cNvGraphicFramePr>
          <p:nvPr/>
        </p:nvGraphicFramePr>
        <p:xfrm>
          <a:off x="520700" y="2693988"/>
          <a:ext cx="331788" cy="331787"/>
        </p:xfrm>
        <a:graphic>
          <a:graphicData uri="http://schemas.openxmlformats.org/presentationml/2006/ole">
            <mc:AlternateContent xmlns:mc="http://schemas.openxmlformats.org/markup-compatibility/2006">
              <mc:Choice xmlns:v="urn:schemas-microsoft-com:vml" Requires="v">
                <p:oleObj spid="_x0000_s466033" name="公式" r:id="rId9" imgW="152590" imgH="152590" progId="Equation.3">
                  <p:embed/>
                </p:oleObj>
              </mc:Choice>
              <mc:Fallback>
                <p:oleObj name="公式" r:id="rId9" imgW="152590" imgH="15259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0700" y="2693988"/>
                        <a:ext cx="331788"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37" name="Object 6">
            <a:extLst>
              <a:ext uri="{FF2B5EF4-FFF2-40B4-BE49-F238E27FC236}">
                <a16:creationId xmlns:a16="http://schemas.microsoft.com/office/drawing/2014/main" id="{06640D70-3CFA-465B-881F-290C00E65BF4}"/>
              </a:ext>
            </a:extLst>
          </p:cNvPr>
          <p:cNvGraphicFramePr>
            <a:graphicFrameLocks noChangeAspect="1"/>
          </p:cNvGraphicFramePr>
          <p:nvPr/>
        </p:nvGraphicFramePr>
        <p:xfrm>
          <a:off x="2801938" y="2657475"/>
          <a:ext cx="406400" cy="457200"/>
        </p:xfrm>
        <a:graphic>
          <a:graphicData uri="http://schemas.openxmlformats.org/presentationml/2006/ole">
            <mc:AlternateContent xmlns:mc="http://schemas.openxmlformats.org/markup-compatibility/2006">
              <mc:Choice xmlns:v="urn:schemas-microsoft-com:vml" Requires="v">
                <p:oleObj spid="_x0000_s466034" name="公式" r:id="rId11" imgW="190310" imgH="219027" progId="Equation.3">
                  <p:embed/>
                </p:oleObj>
              </mc:Choice>
              <mc:Fallback>
                <p:oleObj name="公式" r:id="rId11" imgW="190310" imgH="219027"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01938" y="2657475"/>
                        <a:ext cx="406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38" name="Object 7">
            <a:extLst>
              <a:ext uri="{FF2B5EF4-FFF2-40B4-BE49-F238E27FC236}">
                <a16:creationId xmlns:a16="http://schemas.microsoft.com/office/drawing/2014/main" id="{04414BD5-7A8B-4A1D-B6EA-B81CFA3108B9}"/>
              </a:ext>
            </a:extLst>
          </p:cNvPr>
          <p:cNvGraphicFramePr>
            <a:graphicFrameLocks noChangeAspect="1"/>
          </p:cNvGraphicFramePr>
          <p:nvPr/>
        </p:nvGraphicFramePr>
        <p:xfrm>
          <a:off x="3403600" y="5356225"/>
          <a:ext cx="431800" cy="431800"/>
        </p:xfrm>
        <a:graphic>
          <a:graphicData uri="http://schemas.openxmlformats.org/presentationml/2006/ole">
            <mc:AlternateContent xmlns:mc="http://schemas.openxmlformats.org/markup-compatibility/2006">
              <mc:Choice xmlns:v="urn:schemas-microsoft-com:vml" Requires="v">
                <p:oleObj spid="_x0000_s466035" name="公式" r:id="rId13" imgW="209598" imgH="209598" progId="Equation.3">
                  <p:embed/>
                </p:oleObj>
              </mc:Choice>
              <mc:Fallback>
                <p:oleObj name="公式" r:id="rId13" imgW="209598" imgH="209598"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03600" y="5356225"/>
                        <a:ext cx="431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5939" name="Line 35">
            <a:extLst>
              <a:ext uri="{FF2B5EF4-FFF2-40B4-BE49-F238E27FC236}">
                <a16:creationId xmlns:a16="http://schemas.microsoft.com/office/drawing/2014/main" id="{7B1EA33D-82DB-47E0-A2D5-199980E3AF8A}"/>
              </a:ext>
            </a:extLst>
          </p:cNvPr>
          <p:cNvSpPr>
            <a:spLocks noChangeShapeType="1"/>
          </p:cNvSpPr>
          <p:nvPr/>
        </p:nvSpPr>
        <p:spPr bwMode="auto">
          <a:xfrm>
            <a:off x="4089400" y="2917825"/>
            <a:ext cx="0" cy="228600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5940" name="Rectangle 36">
            <a:extLst>
              <a:ext uri="{FF2B5EF4-FFF2-40B4-BE49-F238E27FC236}">
                <a16:creationId xmlns:a16="http://schemas.microsoft.com/office/drawing/2014/main" id="{110EA404-0826-4ABD-A7BF-BD11C13B0A2B}"/>
              </a:ext>
            </a:extLst>
          </p:cNvPr>
          <p:cNvSpPr>
            <a:spLocks noChangeArrowheads="1"/>
          </p:cNvSpPr>
          <p:nvPr/>
        </p:nvSpPr>
        <p:spPr bwMode="auto">
          <a:xfrm>
            <a:off x="4013200" y="4289425"/>
            <a:ext cx="152400" cy="3810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41" name="Line 38">
            <a:extLst>
              <a:ext uri="{FF2B5EF4-FFF2-40B4-BE49-F238E27FC236}">
                <a16:creationId xmlns:a16="http://schemas.microsoft.com/office/drawing/2014/main" id="{CA7F65E6-7B6C-42BA-B572-583F7ACF8B5E}"/>
              </a:ext>
            </a:extLst>
          </p:cNvPr>
          <p:cNvSpPr>
            <a:spLocks noChangeShapeType="1"/>
          </p:cNvSpPr>
          <p:nvPr/>
        </p:nvSpPr>
        <p:spPr bwMode="auto">
          <a:xfrm>
            <a:off x="3200400" y="3756025"/>
            <a:ext cx="0" cy="1447800"/>
          </a:xfrm>
          <a:prstGeom prst="line">
            <a:avLst/>
          </a:prstGeom>
          <a:noFill/>
          <a:ln w="2540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5942" name="Freeform 40">
            <a:extLst>
              <a:ext uri="{FF2B5EF4-FFF2-40B4-BE49-F238E27FC236}">
                <a16:creationId xmlns:a16="http://schemas.microsoft.com/office/drawing/2014/main" id="{420D1AB8-5FE8-4B64-8E26-6368FD74660F}"/>
              </a:ext>
            </a:extLst>
          </p:cNvPr>
          <p:cNvSpPr>
            <a:spLocks/>
          </p:cNvSpPr>
          <p:nvPr/>
        </p:nvSpPr>
        <p:spPr bwMode="auto">
          <a:xfrm>
            <a:off x="1073150" y="2943225"/>
            <a:ext cx="1289050" cy="1231900"/>
          </a:xfrm>
          <a:custGeom>
            <a:avLst/>
            <a:gdLst>
              <a:gd name="T0" fmla="*/ 0 w 1090"/>
              <a:gd name="T1" fmla="*/ 0 h 543"/>
              <a:gd name="T2" fmla="*/ 0 w 1090"/>
              <a:gd name="T3" fmla="*/ 2147483647 h 543"/>
              <a:gd name="T4" fmla="*/ 2147483647 w 1090"/>
              <a:gd name="T5" fmla="*/ 2147483647 h 543"/>
              <a:gd name="T6" fmla="*/ 0 60000 65536"/>
              <a:gd name="T7" fmla="*/ 0 60000 65536"/>
              <a:gd name="T8" fmla="*/ 0 60000 65536"/>
              <a:gd name="T9" fmla="*/ 0 w 1090"/>
              <a:gd name="T10" fmla="*/ 0 h 543"/>
              <a:gd name="T11" fmla="*/ 1090 w 1090"/>
              <a:gd name="T12" fmla="*/ 543 h 543"/>
            </a:gdLst>
            <a:ahLst/>
            <a:cxnLst>
              <a:cxn ang="T6">
                <a:pos x="T0" y="T1"/>
              </a:cxn>
              <a:cxn ang="T7">
                <a:pos x="T2" y="T3"/>
              </a:cxn>
              <a:cxn ang="T8">
                <a:pos x="T4" y="T5"/>
              </a:cxn>
            </a:cxnLst>
            <a:rect l="T9" t="T10" r="T11" b="T12"/>
            <a:pathLst>
              <a:path w="1090" h="543">
                <a:moveTo>
                  <a:pt x="0" y="0"/>
                </a:moveTo>
                <a:lnTo>
                  <a:pt x="0" y="542"/>
                </a:lnTo>
                <a:lnTo>
                  <a:pt x="1089" y="542"/>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5943" name="Line 41">
            <a:extLst>
              <a:ext uri="{FF2B5EF4-FFF2-40B4-BE49-F238E27FC236}">
                <a16:creationId xmlns:a16="http://schemas.microsoft.com/office/drawing/2014/main" id="{653EBD90-ADC2-48C7-A0FE-C1ACFE03E8AB}"/>
              </a:ext>
            </a:extLst>
          </p:cNvPr>
          <p:cNvSpPr>
            <a:spLocks noChangeShapeType="1"/>
          </p:cNvSpPr>
          <p:nvPr/>
        </p:nvSpPr>
        <p:spPr bwMode="auto">
          <a:xfrm>
            <a:off x="3200400" y="3756025"/>
            <a:ext cx="0" cy="144780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5944" name="Rectangle 39">
            <a:extLst>
              <a:ext uri="{FF2B5EF4-FFF2-40B4-BE49-F238E27FC236}">
                <a16:creationId xmlns:a16="http://schemas.microsoft.com/office/drawing/2014/main" id="{D1815508-CB9A-428C-8630-C487B79478A4}"/>
              </a:ext>
            </a:extLst>
          </p:cNvPr>
          <p:cNvSpPr>
            <a:spLocks noChangeArrowheads="1"/>
          </p:cNvSpPr>
          <p:nvPr/>
        </p:nvSpPr>
        <p:spPr bwMode="auto">
          <a:xfrm>
            <a:off x="3124200" y="4289425"/>
            <a:ext cx="152400" cy="3810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45" name="Line 46">
            <a:extLst>
              <a:ext uri="{FF2B5EF4-FFF2-40B4-BE49-F238E27FC236}">
                <a16:creationId xmlns:a16="http://schemas.microsoft.com/office/drawing/2014/main" id="{38FB4A80-6A33-41F6-8DEE-E7E3D148143B}"/>
              </a:ext>
            </a:extLst>
          </p:cNvPr>
          <p:cNvSpPr>
            <a:spLocks noChangeShapeType="1"/>
          </p:cNvSpPr>
          <p:nvPr/>
        </p:nvSpPr>
        <p:spPr bwMode="auto">
          <a:xfrm>
            <a:off x="2438400" y="5203825"/>
            <a:ext cx="1676400"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5946" name="Rectangle 45">
            <a:extLst>
              <a:ext uri="{FF2B5EF4-FFF2-40B4-BE49-F238E27FC236}">
                <a16:creationId xmlns:a16="http://schemas.microsoft.com/office/drawing/2014/main" id="{E2339AD0-F35D-4A1A-8B06-DA4014F2BD58}"/>
              </a:ext>
            </a:extLst>
          </p:cNvPr>
          <p:cNvSpPr>
            <a:spLocks noChangeArrowheads="1"/>
          </p:cNvSpPr>
          <p:nvPr/>
        </p:nvSpPr>
        <p:spPr bwMode="auto">
          <a:xfrm rot="5400000">
            <a:off x="3543300" y="5013325"/>
            <a:ext cx="152400" cy="3810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47" name="Line 44">
            <a:extLst>
              <a:ext uri="{FF2B5EF4-FFF2-40B4-BE49-F238E27FC236}">
                <a16:creationId xmlns:a16="http://schemas.microsoft.com/office/drawing/2014/main" id="{32CA6196-AB64-47B2-B990-7F1BE717A997}"/>
              </a:ext>
            </a:extLst>
          </p:cNvPr>
          <p:cNvSpPr>
            <a:spLocks noChangeShapeType="1"/>
          </p:cNvSpPr>
          <p:nvPr/>
        </p:nvSpPr>
        <p:spPr bwMode="auto">
          <a:xfrm flipH="1">
            <a:off x="2438400" y="4073525"/>
            <a:ext cx="25400" cy="113030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5948" name="Oval 26">
            <a:extLst>
              <a:ext uri="{FF2B5EF4-FFF2-40B4-BE49-F238E27FC236}">
                <a16:creationId xmlns:a16="http://schemas.microsoft.com/office/drawing/2014/main" id="{F0692FA5-56C2-4480-8502-3DF7D2C7155F}"/>
              </a:ext>
            </a:extLst>
          </p:cNvPr>
          <p:cNvSpPr>
            <a:spLocks noChangeArrowheads="1"/>
          </p:cNvSpPr>
          <p:nvPr/>
        </p:nvSpPr>
        <p:spPr bwMode="auto">
          <a:xfrm>
            <a:off x="2362200" y="4060825"/>
            <a:ext cx="195263" cy="212725"/>
          </a:xfrm>
          <a:prstGeom prst="ellipse">
            <a:avLst/>
          </a:prstGeom>
          <a:solidFill>
            <a:srgbClr val="000066"/>
          </a:solidFill>
          <a:ln w="25400">
            <a:solidFill>
              <a:srgbClr val="FFFFCC"/>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49" name="Rectangle 42">
            <a:extLst>
              <a:ext uri="{FF2B5EF4-FFF2-40B4-BE49-F238E27FC236}">
                <a16:creationId xmlns:a16="http://schemas.microsoft.com/office/drawing/2014/main" id="{F1536EEB-78D0-41C2-AADD-60194D38D3A6}"/>
              </a:ext>
            </a:extLst>
          </p:cNvPr>
          <p:cNvSpPr>
            <a:spLocks noChangeArrowheads="1"/>
          </p:cNvSpPr>
          <p:nvPr/>
        </p:nvSpPr>
        <p:spPr bwMode="auto">
          <a:xfrm>
            <a:off x="2362200" y="4365625"/>
            <a:ext cx="152400" cy="3810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50" name="Text Box 48">
            <a:extLst>
              <a:ext uri="{FF2B5EF4-FFF2-40B4-BE49-F238E27FC236}">
                <a16:creationId xmlns:a16="http://schemas.microsoft.com/office/drawing/2014/main" id="{0CD88442-FE41-4995-8BE6-2858EA92C264}"/>
              </a:ext>
            </a:extLst>
          </p:cNvPr>
          <p:cNvSpPr txBox="1">
            <a:spLocks noChangeArrowheads="1"/>
          </p:cNvSpPr>
          <p:nvPr/>
        </p:nvSpPr>
        <p:spPr bwMode="auto">
          <a:xfrm>
            <a:off x="4191000" y="4365625"/>
            <a:ext cx="76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800" i="1">
                <a:solidFill>
                  <a:srgbClr val="000000"/>
                </a:solidFill>
              </a:rPr>
              <a:t>r</a:t>
            </a:r>
          </a:p>
        </p:txBody>
      </p:sp>
      <p:sp>
        <p:nvSpPr>
          <p:cNvPr id="465951" name="Text Box 49">
            <a:extLst>
              <a:ext uri="{FF2B5EF4-FFF2-40B4-BE49-F238E27FC236}">
                <a16:creationId xmlns:a16="http://schemas.microsoft.com/office/drawing/2014/main" id="{99CE15C0-C37D-4EB6-A2A5-A144B96EEFFA}"/>
              </a:ext>
            </a:extLst>
          </p:cNvPr>
          <p:cNvSpPr txBox="1">
            <a:spLocks noChangeArrowheads="1"/>
          </p:cNvSpPr>
          <p:nvPr/>
        </p:nvSpPr>
        <p:spPr bwMode="auto">
          <a:xfrm>
            <a:off x="3352800" y="4365625"/>
            <a:ext cx="38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800" i="1">
                <a:solidFill>
                  <a:srgbClr val="000000"/>
                </a:solidFill>
              </a:rPr>
              <a:t>r</a:t>
            </a:r>
          </a:p>
        </p:txBody>
      </p:sp>
      <p:sp>
        <p:nvSpPr>
          <p:cNvPr id="465952" name="Text Box 50">
            <a:extLst>
              <a:ext uri="{FF2B5EF4-FFF2-40B4-BE49-F238E27FC236}">
                <a16:creationId xmlns:a16="http://schemas.microsoft.com/office/drawing/2014/main" id="{773D64CE-4A74-46FA-81CA-A359F0681041}"/>
              </a:ext>
            </a:extLst>
          </p:cNvPr>
          <p:cNvSpPr txBox="1">
            <a:spLocks noChangeArrowheads="1"/>
          </p:cNvSpPr>
          <p:nvPr/>
        </p:nvSpPr>
        <p:spPr bwMode="auto">
          <a:xfrm>
            <a:off x="2514600" y="4518025"/>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800" i="1">
                <a:solidFill>
                  <a:srgbClr val="000000"/>
                </a:solidFill>
              </a:rPr>
              <a:t>r</a:t>
            </a:r>
          </a:p>
        </p:txBody>
      </p:sp>
      <p:sp>
        <p:nvSpPr>
          <p:cNvPr id="35891" name="Text Box 51">
            <a:extLst>
              <a:ext uri="{FF2B5EF4-FFF2-40B4-BE49-F238E27FC236}">
                <a16:creationId xmlns:a16="http://schemas.microsoft.com/office/drawing/2014/main" id="{7E264395-0432-46DC-9E81-6CB6EF9BE9DD}"/>
              </a:ext>
            </a:extLst>
          </p:cNvPr>
          <p:cNvSpPr txBox="1">
            <a:spLocks noChangeArrowheads="1"/>
          </p:cNvSpPr>
          <p:nvPr/>
        </p:nvSpPr>
        <p:spPr bwMode="auto">
          <a:xfrm>
            <a:off x="4572000" y="1089025"/>
            <a:ext cx="4038600" cy="359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热电阻</a:t>
            </a:r>
            <a:r>
              <a:rPr kumimoji="0" lang="en-US" altLang="zh-CN" i="1">
                <a:solidFill>
                  <a:srgbClr val="000000"/>
                </a:solidFill>
              </a:rPr>
              <a:t>R</a:t>
            </a:r>
            <a:r>
              <a:rPr kumimoji="0" lang="en-US" altLang="zh-CN" baseline="-25000">
                <a:solidFill>
                  <a:srgbClr val="000000"/>
                </a:solidFill>
              </a:rPr>
              <a:t>T</a:t>
            </a:r>
            <a:r>
              <a:rPr kumimoji="0" lang="zh-CN" altLang="en-US">
                <a:solidFill>
                  <a:srgbClr val="000000"/>
                </a:solidFill>
                <a:latin typeface="楷体_GB2312" pitchFamily="49" charset="-122"/>
              </a:rPr>
              <a:t>的三根连接导线，直径和长度均相等，阻值都为</a:t>
            </a:r>
            <a:r>
              <a:rPr kumimoji="0" lang="en-US" altLang="zh-CN" i="1">
                <a:solidFill>
                  <a:srgbClr val="000000"/>
                </a:solidFill>
              </a:rPr>
              <a:t>r</a:t>
            </a:r>
            <a:r>
              <a:rPr kumimoji="0" lang="zh-CN" altLang="en-US">
                <a:solidFill>
                  <a:srgbClr val="000000"/>
                </a:solidFill>
                <a:latin typeface="楷体_GB2312" pitchFamily="49" charset="-122"/>
              </a:rPr>
              <a:t>。其中一根串联在电桥的电源上，对电桥的平衡与否毫无影响，另外两根分别串联在电桥的相邻两臂里，则相邻两臂的阻值都增加相同的阻值</a:t>
            </a:r>
            <a:r>
              <a:rPr kumimoji="0" lang="en-US" altLang="zh-CN" i="1">
                <a:solidFill>
                  <a:srgbClr val="000000"/>
                </a:solidFill>
              </a:rPr>
              <a:t>r</a:t>
            </a:r>
            <a:r>
              <a:rPr kumimoji="0" lang="en-US" altLang="zh-CN">
                <a:solidFill>
                  <a:srgbClr val="000000"/>
                </a:solidFill>
                <a:latin typeface="楷体_GB2312" pitchFamily="49" charset="-122"/>
              </a:rPr>
              <a:t> </a:t>
            </a:r>
            <a:r>
              <a:rPr kumimoji="0" lang="zh-CN" altLang="en-US">
                <a:solidFill>
                  <a:srgbClr val="000000"/>
                </a:solidFill>
                <a:latin typeface="楷体_GB2312" pitchFamily="49" charset="-122"/>
              </a:rPr>
              <a:t>。</a:t>
            </a:r>
          </a:p>
        </p:txBody>
      </p:sp>
      <p:graphicFrame>
        <p:nvGraphicFramePr>
          <p:cNvPr id="35892" name="Object 8">
            <a:extLst>
              <a:ext uri="{FF2B5EF4-FFF2-40B4-BE49-F238E27FC236}">
                <a16:creationId xmlns:a16="http://schemas.microsoft.com/office/drawing/2014/main" id="{5CCD4C74-4D4F-4427-AE7D-2A7FCDEA71C2}"/>
              </a:ext>
            </a:extLst>
          </p:cNvPr>
          <p:cNvGraphicFramePr>
            <a:graphicFrameLocks noChangeAspect="1"/>
          </p:cNvGraphicFramePr>
          <p:nvPr/>
        </p:nvGraphicFramePr>
        <p:xfrm>
          <a:off x="4953000" y="4578350"/>
          <a:ext cx="3429000" cy="527050"/>
        </p:xfrm>
        <a:graphic>
          <a:graphicData uri="http://schemas.openxmlformats.org/presentationml/2006/ole">
            <mc:AlternateContent xmlns:mc="http://schemas.openxmlformats.org/markup-compatibility/2006">
              <mc:Choice xmlns:v="urn:schemas-microsoft-com:vml" Requires="v">
                <p:oleObj spid="_x0000_s466036" name="公式" r:id="rId15" imgW="1485900" imgH="228600" progId="Equation.3">
                  <p:embed/>
                </p:oleObj>
              </mc:Choice>
              <mc:Fallback>
                <p:oleObj name="公式" r:id="rId15" imgW="1485900" imgH="2286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53000" y="4578350"/>
                        <a:ext cx="34290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93" name="Object 9">
            <a:extLst>
              <a:ext uri="{FF2B5EF4-FFF2-40B4-BE49-F238E27FC236}">
                <a16:creationId xmlns:a16="http://schemas.microsoft.com/office/drawing/2014/main" id="{C5B44745-DDCF-4BC2-A70D-C49F8E9043B6}"/>
              </a:ext>
            </a:extLst>
          </p:cNvPr>
          <p:cNvGraphicFramePr>
            <a:graphicFrameLocks noChangeAspect="1"/>
          </p:cNvGraphicFramePr>
          <p:nvPr/>
        </p:nvGraphicFramePr>
        <p:xfrm>
          <a:off x="5029200" y="5264150"/>
          <a:ext cx="2971800" cy="901700"/>
        </p:xfrm>
        <a:graphic>
          <a:graphicData uri="http://schemas.openxmlformats.org/presentationml/2006/ole">
            <mc:AlternateContent xmlns:mc="http://schemas.openxmlformats.org/markup-compatibility/2006">
              <mc:Choice xmlns:v="urn:schemas-microsoft-com:vml" Requires="v">
                <p:oleObj spid="_x0000_s466037" name="公式" r:id="rId17" imgW="1422400" imgH="431800" progId="Equation.3">
                  <p:embed/>
                </p:oleObj>
              </mc:Choice>
              <mc:Fallback>
                <p:oleObj name="公式" r:id="rId17" imgW="1422400" imgH="4318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29200" y="5264150"/>
                        <a:ext cx="2971800"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91"/>
                                        </p:tgtEl>
                                        <p:attrNameLst>
                                          <p:attrName>style.visibility</p:attrName>
                                        </p:attrNameLst>
                                      </p:cBhvr>
                                      <p:to>
                                        <p:strVal val="visible"/>
                                      </p:to>
                                    </p:set>
                                    <p:animEffect transition="in" filter="wipe(left)">
                                      <p:cBhvr>
                                        <p:cTn id="7" dur="500"/>
                                        <p:tgtEl>
                                          <p:spTgt spid="358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5892"/>
                                        </p:tgtEl>
                                        <p:attrNameLst>
                                          <p:attrName>style.visibility</p:attrName>
                                        </p:attrNameLst>
                                      </p:cBhvr>
                                      <p:to>
                                        <p:strVal val="visible"/>
                                      </p:to>
                                    </p:set>
                                    <p:animEffect transition="in" filter="wipe(left)">
                                      <p:cBhvr>
                                        <p:cTn id="12" dur="500"/>
                                        <p:tgtEl>
                                          <p:spTgt spid="358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5893"/>
                                        </p:tgtEl>
                                        <p:attrNameLst>
                                          <p:attrName>style.visibility</p:attrName>
                                        </p:attrNameLst>
                                      </p:cBhvr>
                                      <p:to>
                                        <p:strVal val="visible"/>
                                      </p:to>
                                    </p:set>
                                    <p:animEffect transition="in" filter="wipe(left)">
                                      <p:cBhvr>
                                        <p:cTn id="17" dur="500"/>
                                        <p:tgtEl>
                                          <p:spTgt spid="35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9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Text Box 6">
            <a:extLst>
              <a:ext uri="{FF2B5EF4-FFF2-40B4-BE49-F238E27FC236}">
                <a16:creationId xmlns:a16="http://schemas.microsoft.com/office/drawing/2014/main" id="{E47560F3-28F7-4F95-B714-C75B513056A5}"/>
              </a:ext>
            </a:extLst>
          </p:cNvPr>
          <p:cNvSpPr txBox="1">
            <a:spLocks noChangeArrowheads="1"/>
          </p:cNvSpPr>
          <p:nvPr/>
        </p:nvSpPr>
        <p:spPr bwMode="auto">
          <a:xfrm>
            <a:off x="500063" y="1285875"/>
            <a:ext cx="815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热电偶式传感器就是利用温差电现象制成的热敏传感器。</a:t>
            </a:r>
          </a:p>
        </p:txBody>
      </p:sp>
      <p:sp>
        <p:nvSpPr>
          <p:cNvPr id="24583" name="Text Box 7">
            <a:extLst>
              <a:ext uri="{FF2B5EF4-FFF2-40B4-BE49-F238E27FC236}">
                <a16:creationId xmlns:a16="http://schemas.microsoft.com/office/drawing/2014/main" id="{9A710AB9-CA97-4C0E-BBAE-42793CA7F934}"/>
              </a:ext>
            </a:extLst>
          </p:cNvPr>
          <p:cNvSpPr txBox="1">
            <a:spLocks noChangeArrowheads="1"/>
          </p:cNvSpPr>
          <p:nvPr/>
        </p:nvSpPr>
        <p:spPr bwMode="auto">
          <a:xfrm>
            <a:off x="381000" y="1941513"/>
            <a:ext cx="5257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b="1">
                <a:solidFill>
                  <a:srgbClr val="000000"/>
                </a:solidFill>
                <a:latin typeface="楷体_GB2312" pitchFamily="49" charset="-122"/>
              </a:rPr>
              <a:t>3.1 </a:t>
            </a:r>
            <a:r>
              <a:rPr kumimoji="0" lang="zh-CN" altLang="en-US" b="1">
                <a:solidFill>
                  <a:srgbClr val="000000"/>
                </a:solidFill>
                <a:latin typeface="楷体_GB2312" pitchFamily="49" charset="-122"/>
              </a:rPr>
              <a:t>温差电现象（泽贝克效应）</a:t>
            </a:r>
          </a:p>
        </p:txBody>
      </p:sp>
      <p:sp>
        <p:nvSpPr>
          <p:cNvPr id="24584" name="Text Box 8">
            <a:extLst>
              <a:ext uri="{FF2B5EF4-FFF2-40B4-BE49-F238E27FC236}">
                <a16:creationId xmlns:a16="http://schemas.microsoft.com/office/drawing/2014/main" id="{5B33A981-A452-4C99-8149-E88C07F9EB5E}"/>
              </a:ext>
            </a:extLst>
          </p:cNvPr>
          <p:cNvSpPr txBox="1">
            <a:spLocks noChangeArrowheads="1"/>
          </p:cNvSpPr>
          <p:nvPr/>
        </p:nvSpPr>
        <p:spPr bwMode="auto">
          <a:xfrm>
            <a:off x="381000" y="2398713"/>
            <a:ext cx="525780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１ 、定义：　　　　　　　　　　　　　　　　　　　　　　　　　　　　温差电现象（泽贝克效应）：将</a:t>
            </a:r>
            <a:r>
              <a:rPr kumimoji="0" lang="zh-CN" altLang="en-US" sz="2000">
                <a:solidFill>
                  <a:srgbClr val="FF0000"/>
                </a:solidFill>
                <a:latin typeface="楷体_GB2312" pitchFamily="49" charset="-122"/>
              </a:rPr>
              <a:t>两种不同材料的导体</a:t>
            </a:r>
            <a:r>
              <a:rPr kumimoji="0" lang="zh-CN" altLang="en-US" sz="2000">
                <a:solidFill>
                  <a:srgbClr val="000000"/>
                </a:solidFill>
                <a:latin typeface="楷体_GB2312" pitchFamily="49" charset="-122"/>
              </a:rPr>
              <a:t>组成一个闭合回路，如果两个结点的</a:t>
            </a:r>
            <a:r>
              <a:rPr kumimoji="0" lang="zh-CN" altLang="en-US" sz="2000">
                <a:solidFill>
                  <a:srgbClr val="FF0000"/>
                </a:solidFill>
                <a:latin typeface="楷体_GB2312" pitchFamily="49" charset="-122"/>
              </a:rPr>
              <a:t>温度不同</a:t>
            </a:r>
            <a:r>
              <a:rPr kumimoji="0" lang="zh-CN" altLang="en-US" sz="2000">
                <a:solidFill>
                  <a:srgbClr val="000000"/>
                </a:solidFill>
                <a:latin typeface="楷体_GB2312" pitchFamily="49" charset="-122"/>
              </a:rPr>
              <a:t>，则回路中将产生一定的</a:t>
            </a:r>
            <a:r>
              <a:rPr kumimoji="0" lang="zh-CN" altLang="en-US" sz="2000">
                <a:solidFill>
                  <a:srgbClr val="FF0000"/>
                </a:solidFill>
                <a:latin typeface="楷体_GB2312" pitchFamily="49" charset="-122"/>
              </a:rPr>
              <a:t>电流（电势），</a:t>
            </a:r>
            <a:r>
              <a:rPr kumimoji="0" lang="zh-CN" altLang="en-US" sz="2000">
                <a:solidFill>
                  <a:srgbClr val="000000"/>
                </a:solidFill>
                <a:latin typeface="楷体_GB2312" pitchFamily="49" charset="-122"/>
              </a:rPr>
              <a:t>其大小与</a:t>
            </a:r>
            <a:r>
              <a:rPr kumimoji="0" lang="zh-CN" altLang="en-US" sz="2000">
                <a:solidFill>
                  <a:srgbClr val="FF0000"/>
                </a:solidFill>
                <a:latin typeface="楷体_GB2312" pitchFamily="49" charset="-122"/>
              </a:rPr>
              <a:t>材料性质</a:t>
            </a:r>
            <a:r>
              <a:rPr kumimoji="0" lang="zh-CN" altLang="en-US" sz="2000">
                <a:solidFill>
                  <a:srgbClr val="000000"/>
                </a:solidFill>
                <a:latin typeface="楷体_GB2312" pitchFamily="49" charset="-122"/>
              </a:rPr>
              <a:t>及</a:t>
            </a:r>
            <a:r>
              <a:rPr kumimoji="0" lang="zh-CN" altLang="en-US" sz="2000">
                <a:solidFill>
                  <a:srgbClr val="FF0000"/>
                </a:solidFill>
                <a:latin typeface="楷体_GB2312" pitchFamily="49" charset="-122"/>
              </a:rPr>
              <a:t>结点温度</a:t>
            </a:r>
            <a:r>
              <a:rPr kumimoji="0" lang="zh-CN" altLang="en-US" sz="2000">
                <a:solidFill>
                  <a:srgbClr val="000000"/>
                </a:solidFill>
                <a:latin typeface="楷体_GB2312" pitchFamily="49" charset="-122"/>
              </a:rPr>
              <a:t>有关．</a:t>
            </a:r>
          </a:p>
        </p:txBody>
      </p:sp>
      <p:pic>
        <p:nvPicPr>
          <p:cNvPr id="24590" name="Picture 14">
            <a:extLst>
              <a:ext uri="{FF2B5EF4-FFF2-40B4-BE49-F238E27FC236}">
                <a16:creationId xmlns:a16="http://schemas.microsoft.com/office/drawing/2014/main" id="{A8B2B8AB-3177-4260-A3CE-9DC6B72B7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2924175"/>
            <a:ext cx="33528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91" name="Line 15">
            <a:extLst>
              <a:ext uri="{FF2B5EF4-FFF2-40B4-BE49-F238E27FC236}">
                <a16:creationId xmlns:a16="http://schemas.microsoft.com/office/drawing/2014/main" id="{4BB524D1-5443-437D-B1E9-A1B9E7E3125E}"/>
              </a:ext>
            </a:extLst>
          </p:cNvPr>
          <p:cNvSpPr>
            <a:spLocks noChangeShapeType="1"/>
          </p:cNvSpPr>
          <p:nvPr/>
        </p:nvSpPr>
        <p:spPr bwMode="auto">
          <a:xfrm flipV="1">
            <a:off x="4786313" y="2571750"/>
            <a:ext cx="714375" cy="1385888"/>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6" name="Text Box 10">
            <a:extLst>
              <a:ext uri="{FF2B5EF4-FFF2-40B4-BE49-F238E27FC236}">
                <a16:creationId xmlns:a16="http://schemas.microsoft.com/office/drawing/2014/main" id="{0425914C-D521-4B4A-8E6C-210676841A07}"/>
              </a:ext>
            </a:extLst>
          </p:cNvPr>
          <p:cNvSpPr txBox="1">
            <a:spLocks noChangeArrowheads="1"/>
          </p:cNvSpPr>
          <p:nvPr/>
        </p:nvSpPr>
        <p:spPr bwMode="auto">
          <a:xfrm>
            <a:off x="4876800" y="2143125"/>
            <a:ext cx="4267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FF0000"/>
                </a:solidFill>
                <a:latin typeface="楷体_GB2312" pitchFamily="49" charset="-122"/>
              </a:rPr>
              <a:t>热电势（泽贝克热电势）</a:t>
            </a:r>
          </a:p>
        </p:txBody>
      </p:sp>
      <p:sp>
        <p:nvSpPr>
          <p:cNvPr id="24592" name="Text Box 16">
            <a:extLst>
              <a:ext uri="{FF2B5EF4-FFF2-40B4-BE49-F238E27FC236}">
                <a16:creationId xmlns:a16="http://schemas.microsoft.com/office/drawing/2014/main" id="{1E3AD2FE-A158-476F-9775-74990AFCBCBB}"/>
              </a:ext>
            </a:extLst>
          </p:cNvPr>
          <p:cNvSpPr txBox="1">
            <a:spLocks noChangeArrowheads="1"/>
          </p:cNvSpPr>
          <p:nvPr/>
        </p:nvSpPr>
        <p:spPr bwMode="auto">
          <a:xfrm>
            <a:off x="533400" y="4684713"/>
            <a:ext cx="33528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rPr>
              <a:t>A</a:t>
            </a:r>
            <a:r>
              <a:rPr kumimoji="0" lang="zh-CN" altLang="en-US" sz="2000">
                <a:solidFill>
                  <a:srgbClr val="000000"/>
                </a:solidFill>
                <a:latin typeface="楷体_GB2312" pitchFamily="49" charset="-122"/>
              </a:rPr>
              <a:t>和</a:t>
            </a:r>
            <a:r>
              <a:rPr kumimoji="0" lang="en-US" altLang="zh-CN" sz="2000">
                <a:solidFill>
                  <a:srgbClr val="000000"/>
                </a:solidFill>
              </a:rPr>
              <a:t>B</a:t>
            </a:r>
            <a:r>
              <a:rPr kumimoji="0" lang="zh-CN" altLang="en-US" sz="2000">
                <a:solidFill>
                  <a:srgbClr val="000000"/>
                </a:solidFill>
                <a:latin typeface="楷体_GB2312" pitchFamily="49" charset="-122"/>
              </a:rPr>
              <a:t>称为</a:t>
            </a:r>
            <a:r>
              <a:rPr kumimoji="0" lang="zh-CN" altLang="en-US" sz="2000">
                <a:solidFill>
                  <a:srgbClr val="FF0000"/>
                </a:solidFill>
                <a:latin typeface="楷体_GB2312" pitchFamily="49" charset="-122"/>
              </a:rPr>
              <a:t>热电极</a:t>
            </a:r>
          </a:p>
        </p:txBody>
      </p:sp>
      <p:sp>
        <p:nvSpPr>
          <p:cNvPr id="24593" name="Text Box 17">
            <a:extLst>
              <a:ext uri="{FF2B5EF4-FFF2-40B4-BE49-F238E27FC236}">
                <a16:creationId xmlns:a16="http://schemas.microsoft.com/office/drawing/2014/main" id="{42353226-A596-4D34-AC4C-7202ECC85295}"/>
              </a:ext>
            </a:extLst>
          </p:cNvPr>
          <p:cNvSpPr txBox="1">
            <a:spLocks noChangeArrowheads="1"/>
          </p:cNvSpPr>
          <p:nvPr/>
        </p:nvSpPr>
        <p:spPr bwMode="auto">
          <a:xfrm>
            <a:off x="533400" y="5141913"/>
            <a:ext cx="38227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FF0000"/>
                </a:solidFill>
                <a:latin typeface="楷体_GB2312" pitchFamily="49" charset="-122"/>
              </a:rPr>
              <a:t>热端（工作端）</a:t>
            </a:r>
            <a:r>
              <a:rPr kumimoji="0" lang="zh-CN" altLang="en-US" sz="2000">
                <a:solidFill>
                  <a:srgbClr val="000000"/>
                </a:solidFill>
                <a:latin typeface="楷体_GB2312" pitchFamily="49" charset="-122"/>
              </a:rPr>
              <a:t>：温度高的接点</a:t>
            </a:r>
          </a:p>
        </p:txBody>
      </p:sp>
      <p:sp>
        <p:nvSpPr>
          <p:cNvPr id="24594" name="Text Box 18">
            <a:extLst>
              <a:ext uri="{FF2B5EF4-FFF2-40B4-BE49-F238E27FC236}">
                <a16:creationId xmlns:a16="http://schemas.microsoft.com/office/drawing/2014/main" id="{260E0D49-2245-426C-B1C6-53FF713E9480}"/>
              </a:ext>
            </a:extLst>
          </p:cNvPr>
          <p:cNvSpPr txBox="1">
            <a:spLocks noChangeArrowheads="1"/>
          </p:cNvSpPr>
          <p:nvPr/>
        </p:nvSpPr>
        <p:spPr bwMode="auto">
          <a:xfrm>
            <a:off x="533400" y="5675313"/>
            <a:ext cx="38227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FF0000"/>
                </a:solidFill>
                <a:latin typeface="楷体_GB2312" pitchFamily="49" charset="-122"/>
              </a:rPr>
              <a:t>冷端（自由端）</a:t>
            </a:r>
            <a:r>
              <a:rPr kumimoji="0" lang="zh-CN" altLang="en-US" sz="2000">
                <a:solidFill>
                  <a:srgbClr val="000000"/>
                </a:solidFill>
                <a:latin typeface="楷体_GB2312" pitchFamily="49" charset="-122"/>
              </a:rPr>
              <a:t>：温度低的接点</a:t>
            </a:r>
          </a:p>
        </p:txBody>
      </p:sp>
      <p:sp>
        <p:nvSpPr>
          <p:cNvPr id="13" name="Rectangle 2">
            <a:extLst>
              <a:ext uri="{FF2B5EF4-FFF2-40B4-BE49-F238E27FC236}">
                <a16:creationId xmlns:a16="http://schemas.microsoft.com/office/drawing/2014/main" id="{BCD6C417-030D-46B9-83B7-3417D4A4B71D}"/>
              </a:ext>
            </a:extLst>
          </p:cNvPr>
          <p:cNvSpPr txBox="1">
            <a:spLocks noChangeArrowheads="1"/>
          </p:cNvSpPr>
          <p:nvPr/>
        </p:nvSpPr>
        <p:spPr>
          <a:xfrm>
            <a:off x="500063" y="142875"/>
            <a:ext cx="4572000" cy="769938"/>
          </a:xfrm>
          <a:prstGeom prst="rect">
            <a:avLst/>
          </a:prstGeom>
        </p:spPr>
        <p:txBody>
          <a:bodyPr/>
          <a:lstStyle/>
          <a:p>
            <a:pPr algn="l">
              <a:lnSpc>
                <a:spcPct val="100000"/>
              </a:lnSpc>
              <a:spcBef>
                <a:spcPct val="0"/>
              </a:spcBef>
              <a:buSzTx/>
              <a:buFontTx/>
              <a:buNone/>
              <a:defRPr/>
            </a:pPr>
            <a:r>
              <a:rPr lang="en-US" altLang="zh-CN" sz="4000" b="1" kern="0" dirty="0">
                <a:solidFill>
                  <a:srgbClr val="C00000"/>
                </a:solidFill>
                <a:latin typeface="Times New Roman"/>
                <a:ea typeface="宋体"/>
                <a:cs typeface="Times New Roman" pitchFamily="18" charset="0"/>
              </a:rPr>
              <a:t>3 </a:t>
            </a:r>
            <a:r>
              <a:rPr lang="zh-CN" altLang="en-US" sz="4000" b="1" kern="0" dirty="0">
                <a:solidFill>
                  <a:srgbClr val="C00000"/>
                </a:solidFill>
                <a:latin typeface="Times New Roman"/>
                <a:ea typeface="宋体"/>
                <a:cs typeface="Times New Roman" pitchFamily="18" charset="0"/>
              </a:rPr>
              <a:t>热电偶</a:t>
            </a:r>
            <a:endParaRPr lang="zh-CN" altLang="en-US" sz="4000" kern="0" dirty="0">
              <a:solidFill>
                <a:srgbClr val="C00000"/>
              </a:solidFill>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82"/>
                                        </p:tgtEl>
                                        <p:attrNameLst>
                                          <p:attrName>style.visibility</p:attrName>
                                        </p:attrNameLst>
                                      </p:cBhvr>
                                      <p:to>
                                        <p:strVal val="visible"/>
                                      </p:to>
                                    </p:set>
                                    <p:animEffect transition="in" filter="wipe(left)">
                                      <p:cBhvr>
                                        <p:cTn id="7" dur="500"/>
                                        <p:tgtEl>
                                          <p:spTgt spid="245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83"/>
                                        </p:tgtEl>
                                        <p:attrNameLst>
                                          <p:attrName>style.visibility</p:attrName>
                                        </p:attrNameLst>
                                      </p:cBhvr>
                                      <p:to>
                                        <p:strVal val="visible"/>
                                      </p:to>
                                    </p:set>
                                    <p:animEffect transition="in" filter="wipe(left)">
                                      <p:cBhvr>
                                        <p:cTn id="12" dur="500"/>
                                        <p:tgtEl>
                                          <p:spTgt spid="245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584"/>
                                        </p:tgtEl>
                                        <p:attrNameLst>
                                          <p:attrName>style.visibility</p:attrName>
                                        </p:attrNameLst>
                                      </p:cBhvr>
                                      <p:to>
                                        <p:strVal val="visible"/>
                                      </p:to>
                                    </p:set>
                                    <p:animEffect transition="in" filter="wipe(left)">
                                      <p:cBhvr>
                                        <p:cTn id="17" dur="500"/>
                                        <p:tgtEl>
                                          <p:spTgt spid="24584"/>
                                        </p:tgtEl>
                                      </p:cBhvr>
                                    </p:animEffect>
                                  </p:childTnLst>
                                </p:cTn>
                              </p:par>
                              <p:par>
                                <p:cTn id="18" presetID="22" presetClass="entr" presetSubtype="8" fill="hold" nodeType="withEffect">
                                  <p:stCondLst>
                                    <p:cond delay="0"/>
                                  </p:stCondLst>
                                  <p:childTnLst>
                                    <p:set>
                                      <p:cBhvr>
                                        <p:cTn id="19" dur="1" fill="hold">
                                          <p:stCondLst>
                                            <p:cond delay="0"/>
                                          </p:stCondLst>
                                        </p:cTn>
                                        <p:tgtEl>
                                          <p:spTgt spid="24590"/>
                                        </p:tgtEl>
                                        <p:attrNameLst>
                                          <p:attrName>style.visibility</p:attrName>
                                        </p:attrNameLst>
                                      </p:cBhvr>
                                      <p:to>
                                        <p:strVal val="visible"/>
                                      </p:to>
                                    </p:set>
                                    <p:animEffect transition="in" filter="wipe(left)">
                                      <p:cBhvr>
                                        <p:cTn id="20" dur="500"/>
                                        <p:tgtEl>
                                          <p:spTgt spid="2459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nodeType="clickEffect">
                                  <p:stCondLst>
                                    <p:cond delay="0"/>
                                  </p:stCondLst>
                                  <p:childTnLst>
                                    <p:set>
                                      <p:cBhvr>
                                        <p:cTn id="24" dur="1" fill="hold">
                                          <p:stCondLst>
                                            <p:cond delay="0"/>
                                          </p:stCondLst>
                                        </p:cTn>
                                        <p:tgtEl>
                                          <p:spTgt spid="24591"/>
                                        </p:tgtEl>
                                        <p:attrNameLst>
                                          <p:attrName>style.visibility</p:attrName>
                                        </p:attrNameLst>
                                      </p:cBhvr>
                                      <p:to>
                                        <p:strVal val="visible"/>
                                      </p:to>
                                    </p:set>
                                    <p:animEffect transition="in" filter="wipe(down)">
                                      <p:cBhvr>
                                        <p:cTn id="25" dur="500"/>
                                        <p:tgtEl>
                                          <p:spTgt spid="24591"/>
                                        </p:tgtEl>
                                      </p:cBhvr>
                                    </p:animEffect>
                                  </p:childTnLst>
                                </p:cTn>
                              </p:par>
                            </p:childTnLst>
                          </p:cTn>
                        </p:par>
                        <p:par>
                          <p:cTn id="26" fill="hold" nodeType="afterGroup">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24586"/>
                                        </p:tgtEl>
                                        <p:attrNameLst>
                                          <p:attrName>style.visibility</p:attrName>
                                        </p:attrNameLst>
                                      </p:cBhvr>
                                      <p:to>
                                        <p:strVal val="visible"/>
                                      </p:to>
                                    </p:set>
                                    <p:animEffect transition="in" filter="wipe(left)">
                                      <p:cBhvr>
                                        <p:cTn id="29" dur="500"/>
                                        <p:tgtEl>
                                          <p:spTgt spid="2458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4592"/>
                                        </p:tgtEl>
                                        <p:attrNameLst>
                                          <p:attrName>style.visibility</p:attrName>
                                        </p:attrNameLst>
                                      </p:cBhvr>
                                      <p:to>
                                        <p:strVal val="visible"/>
                                      </p:to>
                                    </p:set>
                                    <p:animEffect transition="in" filter="wipe(left)">
                                      <p:cBhvr>
                                        <p:cTn id="34" dur="500"/>
                                        <p:tgtEl>
                                          <p:spTgt spid="2459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4593"/>
                                        </p:tgtEl>
                                        <p:attrNameLst>
                                          <p:attrName>style.visibility</p:attrName>
                                        </p:attrNameLst>
                                      </p:cBhvr>
                                      <p:to>
                                        <p:strVal val="visible"/>
                                      </p:to>
                                    </p:set>
                                    <p:animEffect transition="in" filter="wipe(left)">
                                      <p:cBhvr>
                                        <p:cTn id="39" dur="500"/>
                                        <p:tgtEl>
                                          <p:spTgt spid="2459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4594"/>
                                        </p:tgtEl>
                                        <p:attrNameLst>
                                          <p:attrName>style.visibility</p:attrName>
                                        </p:attrNameLst>
                                      </p:cBhvr>
                                      <p:to>
                                        <p:strVal val="visible"/>
                                      </p:to>
                                    </p:set>
                                    <p:animEffect transition="in" filter="wipe(left)">
                                      <p:cBhvr>
                                        <p:cTn id="44" dur="500"/>
                                        <p:tgtEl>
                                          <p:spTgt spid="24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p:bldP spid="24583" grpId="0"/>
      <p:bldP spid="24584" grpId="0"/>
      <p:bldP spid="24586" grpId="0"/>
      <p:bldP spid="24592" grpId="0"/>
      <p:bldP spid="24593" grpId="0"/>
      <p:bldP spid="2459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Text Box 5">
            <a:extLst>
              <a:ext uri="{FF2B5EF4-FFF2-40B4-BE49-F238E27FC236}">
                <a16:creationId xmlns:a16="http://schemas.microsoft.com/office/drawing/2014/main" id="{8D42478E-C6C3-4A4B-A31A-87D85BFFBACA}"/>
              </a:ext>
            </a:extLst>
          </p:cNvPr>
          <p:cNvSpPr txBox="1">
            <a:spLocks noChangeArrowheads="1"/>
          </p:cNvSpPr>
          <p:nvPr/>
        </p:nvSpPr>
        <p:spPr bwMode="auto">
          <a:xfrm>
            <a:off x="381000" y="1524000"/>
            <a:ext cx="3733800"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当电流通过两种不同金属接成的回路时，流过的电流将造成一个结点吸收热量，而同时另一个结点放热，因此在两个结点处将产生温度差．如果改变电流方向，则温度差也改变符号。</a:t>
            </a:r>
          </a:p>
        </p:txBody>
      </p:sp>
      <p:pic>
        <p:nvPicPr>
          <p:cNvPr id="32775" name="Picture 7">
            <a:extLst>
              <a:ext uri="{FF2B5EF4-FFF2-40B4-BE49-F238E27FC236}">
                <a16:creationId xmlns:a16="http://schemas.microsoft.com/office/drawing/2014/main" id="{B1DE30A4-644B-4A88-8CA6-9DCAA9392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1600200"/>
            <a:ext cx="3733800"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3"/>
                                        </p:tgtEl>
                                        <p:attrNameLst>
                                          <p:attrName>style.visibility</p:attrName>
                                        </p:attrNameLst>
                                      </p:cBhvr>
                                      <p:to>
                                        <p:strVal val="visible"/>
                                      </p:to>
                                    </p:set>
                                    <p:animEffect transition="in" filter="wipe(left)">
                                      <p:cBhvr>
                                        <p:cTn id="7" dur="500"/>
                                        <p:tgtEl>
                                          <p:spTgt spid="327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2775"/>
                                        </p:tgtEl>
                                        <p:attrNameLst>
                                          <p:attrName>style.visibility</p:attrName>
                                        </p:attrNameLst>
                                      </p:cBhvr>
                                      <p:to>
                                        <p:strVal val="visible"/>
                                      </p:to>
                                    </p:set>
                                    <p:animEffect transition="in" filter="wipe(left)">
                                      <p:cBhvr>
                                        <p:cTn id="12" dur="500"/>
                                        <p:tgtEl>
                                          <p:spTgt spid="32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Text Box 6">
            <a:extLst>
              <a:ext uri="{FF2B5EF4-FFF2-40B4-BE49-F238E27FC236}">
                <a16:creationId xmlns:a16="http://schemas.microsoft.com/office/drawing/2014/main" id="{0832B420-D5A3-411E-8677-36808F303097}"/>
              </a:ext>
            </a:extLst>
          </p:cNvPr>
          <p:cNvSpPr txBox="1">
            <a:spLocks noChangeArrowheads="1"/>
          </p:cNvSpPr>
          <p:nvPr/>
        </p:nvSpPr>
        <p:spPr bwMode="auto">
          <a:xfrm>
            <a:off x="457200" y="1371600"/>
            <a:ext cx="8534400"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第一种电势是珀耳帖电动势：它是由于两种不同的金属相接触和接点温度所产生的一种电动势，称为接触电势．它与温度和两金属的电子密度有关．净的珀耳帖电动势近似地与两接点的温度差成正比．</a:t>
            </a:r>
          </a:p>
        </p:txBody>
      </p:sp>
      <p:sp>
        <p:nvSpPr>
          <p:cNvPr id="16391" name="Text Box 7">
            <a:extLst>
              <a:ext uri="{FF2B5EF4-FFF2-40B4-BE49-F238E27FC236}">
                <a16:creationId xmlns:a16="http://schemas.microsoft.com/office/drawing/2014/main" id="{F693179F-AE02-4897-816E-59EC7328C847}"/>
              </a:ext>
            </a:extLst>
          </p:cNvPr>
          <p:cNvSpPr txBox="1">
            <a:spLocks noChangeArrowheads="1"/>
          </p:cNvSpPr>
          <p:nvPr/>
        </p:nvSpPr>
        <p:spPr bwMode="auto">
          <a:xfrm>
            <a:off x="468313" y="2636838"/>
            <a:ext cx="8153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另一种电势是汤姆逊电动势：                                                它是由于导体的温度梯度所产生的。大小与导体两端的温度的平方差成正比。  </a:t>
            </a:r>
          </a:p>
        </p:txBody>
      </p:sp>
      <p:graphicFrame>
        <p:nvGraphicFramePr>
          <p:cNvPr id="16392" name="Object 2">
            <a:extLst>
              <a:ext uri="{FF2B5EF4-FFF2-40B4-BE49-F238E27FC236}">
                <a16:creationId xmlns:a16="http://schemas.microsoft.com/office/drawing/2014/main" id="{46F3CF8B-8041-4799-B337-6F4A335051DF}"/>
              </a:ext>
            </a:extLst>
          </p:cNvPr>
          <p:cNvGraphicFramePr>
            <a:graphicFrameLocks noChangeAspect="1"/>
          </p:cNvGraphicFramePr>
          <p:nvPr/>
        </p:nvGraphicFramePr>
        <p:xfrm>
          <a:off x="1828800" y="4038600"/>
          <a:ext cx="4724400" cy="669925"/>
        </p:xfrm>
        <a:graphic>
          <a:graphicData uri="http://schemas.openxmlformats.org/presentationml/2006/ole">
            <mc:AlternateContent xmlns:mc="http://schemas.openxmlformats.org/markup-compatibility/2006">
              <mc:Choice xmlns:v="urn:schemas-microsoft-com:vml" Requires="v">
                <p:oleObj spid="_x0000_s472097" name="Equation" r:id="rId3" imgW="1701800" imgH="241300" progId="Equation.DSMT4">
                  <p:embed/>
                </p:oleObj>
              </mc:Choice>
              <mc:Fallback>
                <p:oleObj name="Equation" r:id="rId3" imgW="1701800" imgH="2413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4038600"/>
                        <a:ext cx="4724400"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3" name="Line 9">
            <a:extLst>
              <a:ext uri="{FF2B5EF4-FFF2-40B4-BE49-F238E27FC236}">
                <a16:creationId xmlns:a16="http://schemas.microsoft.com/office/drawing/2014/main" id="{C8154DB7-5CEC-4688-A06C-EB882F8A1EBE}"/>
              </a:ext>
            </a:extLst>
          </p:cNvPr>
          <p:cNvSpPr>
            <a:spLocks noChangeShapeType="1"/>
          </p:cNvSpPr>
          <p:nvPr/>
        </p:nvSpPr>
        <p:spPr bwMode="auto">
          <a:xfrm flipH="1">
            <a:off x="1676400" y="4495800"/>
            <a:ext cx="1066800" cy="228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4" name="Text Box 10">
            <a:extLst>
              <a:ext uri="{FF2B5EF4-FFF2-40B4-BE49-F238E27FC236}">
                <a16:creationId xmlns:a16="http://schemas.microsoft.com/office/drawing/2014/main" id="{DAD68FF1-B729-4289-A9FE-5466CB049433}"/>
              </a:ext>
            </a:extLst>
          </p:cNvPr>
          <p:cNvSpPr txBox="1">
            <a:spLocks noChangeArrowheads="1"/>
          </p:cNvSpPr>
          <p:nvPr/>
        </p:nvSpPr>
        <p:spPr bwMode="auto">
          <a:xfrm>
            <a:off x="304800" y="4724400"/>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ea typeface="黑体" panose="02010609060101010101" pitchFamily="49" charset="-122"/>
              </a:rPr>
              <a:t>一次热电偶常数</a:t>
            </a:r>
          </a:p>
        </p:txBody>
      </p:sp>
      <p:sp>
        <p:nvSpPr>
          <p:cNvPr id="16396" name="Line 12">
            <a:extLst>
              <a:ext uri="{FF2B5EF4-FFF2-40B4-BE49-F238E27FC236}">
                <a16:creationId xmlns:a16="http://schemas.microsoft.com/office/drawing/2014/main" id="{E941047E-3660-4A06-8FEB-86ECC08C9A99}"/>
              </a:ext>
            </a:extLst>
          </p:cNvPr>
          <p:cNvSpPr>
            <a:spLocks noChangeShapeType="1"/>
          </p:cNvSpPr>
          <p:nvPr/>
        </p:nvSpPr>
        <p:spPr bwMode="auto">
          <a:xfrm>
            <a:off x="4800600" y="4572000"/>
            <a:ext cx="25146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7" name="Rectangle 13">
            <a:extLst>
              <a:ext uri="{FF2B5EF4-FFF2-40B4-BE49-F238E27FC236}">
                <a16:creationId xmlns:a16="http://schemas.microsoft.com/office/drawing/2014/main" id="{A43E6A5E-C9F9-4845-AEB2-6E6CFC8EFFD3}"/>
              </a:ext>
            </a:extLst>
          </p:cNvPr>
          <p:cNvSpPr>
            <a:spLocks noChangeArrowheads="1"/>
          </p:cNvSpPr>
          <p:nvPr/>
        </p:nvSpPr>
        <p:spPr bwMode="auto">
          <a:xfrm>
            <a:off x="6477000" y="4876800"/>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sz="2000">
                <a:solidFill>
                  <a:srgbClr val="000000"/>
                </a:solidFill>
                <a:ea typeface="黑体" panose="02010609060101010101" pitchFamily="49" charset="-122"/>
              </a:rPr>
              <a:t>二次热电偶常数</a:t>
            </a:r>
          </a:p>
        </p:txBody>
      </p:sp>
      <p:sp>
        <p:nvSpPr>
          <p:cNvPr id="16398" name="Line 14">
            <a:extLst>
              <a:ext uri="{FF2B5EF4-FFF2-40B4-BE49-F238E27FC236}">
                <a16:creationId xmlns:a16="http://schemas.microsoft.com/office/drawing/2014/main" id="{1AD37641-B4D0-49B9-81E2-AAD1D631B080}"/>
              </a:ext>
            </a:extLst>
          </p:cNvPr>
          <p:cNvSpPr>
            <a:spLocks noChangeShapeType="1"/>
          </p:cNvSpPr>
          <p:nvPr/>
        </p:nvSpPr>
        <p:spPr bwMode="auto">
          <a:xfrm>
            <a:off x="3200400" y="4572000"/>
            <a:ext cx="0" cy="228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9" name="Text Box 15">
            <a:extLst>
              <a:ext uri="{FF2B5EF4-FFF2-40B4-BE49-F238E27FC236}">
                <a16:creationId xmlns:a16="http://schemas.microsoft.com/office/drawing/2014/main" id="{52335F68-F93D-4568-B2E9-A3F6EE0EBBF3}"/>
              </a:ext>
            </a:extLst>
          </p:cNvPr>
          <p:cNvSpPr txBox="1">
            <a:spLocks noChangeArrowheads="1"/>
          </p:cNvSpPr>
          <p:nvPr/>
        </p:nvSpPr>
        <p:spPr bwMode="auto">
          <a:xfrm>
            <a:off x="2362200" y="48006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ea typeface="黑体" panose="02010609060101010101" pitchFamily="49" charset="-122"/>
              </a:rPr>
              <a:t>被测温度</a:t>
            </a:r>
          </a:p>
        </p:txBody>
      </p:sp>
      <p:sp>
        <p:nvSpPr>
          <p:cNvPr id="16400" name="Line 16">
            <a:extLst>
              <a:ext uri="{FF2B5EF4-FFF2-40B4-BE49-F238E27FC236}">
                <a16:creationId xmlns:a16="http://schemas.microsoft.com/office/drawing/2014/main" id="{E8AE06F8-044D-4430-BA2D-50CC2B239E63}"/>
              </a:ext>
            </a:extLst>
          </p:cNvPr>
          <p:cNvSpPr>
            <a:spLocks noChangeShapeType="1"/>
          </p:cNvSpPr>
          <p:nvPr/>
        </p:nvSpPr>
        <p:spPr bwMode="auto">
          <a:xfrm>
            <a:off x="3886200" y="4572000"/>
            <a:ext cx="228600" cy="228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2" name="Text Box 18">
            <a:extLst>
              <a:ext uri="{FF2B5EF4-FFF2-40B4-BE49-F238E27FC236}">
                <a16:creationId xmlns:a16="http://schemas.microsoft.com/office/drawing/2014/main" id="{088207F0-7BA6-4F1C-BD04-1C39FDFC9119}"/>
              </a:ext>
            </a:extLst>
          </p:cNvPr>
          <p:cNvSpPr txBox="1">
            <a:spLocks noChangeArrowheads="1"/>
          </p:cNvSpPr>
          <p:nvPr/>
        </p:nvSpPr>
        <p:spPr bwMode="auto">
          <a:xfrm>
            <a:off x="3581400" y="4800600"/>
            <a:ext cx="297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黑体" panose="02010609060101010101" pitchFamily="49" charset="-122"/>
                <a:ea typeface="黑体" panose="02010609060101010101" pitchFamily="49" charset="-122"/>
              </a:rPr>
              <a:t>参比温度，通常令其为</a:t>
            </a:r>
            <a:r>
              <a:rPr kumimoji="0" lang="en-US" altLang="zh-CN" sz="2000">
                <a:solidFill>
                  <a:srgbClr val="000000"/>
                </a:solidFill>
                <a:latin typeface="黑体" panose="02010609060101010101" pitchFamily="49" charset="-122"/>
                <a:ea typeface="黑体" panose="02010609060101010101" pitchFamily="49" charset="-122"/>
              </a:rPr>
              <a:t>0</a:t>
            </a:r>
          </a:p>
        </p:txBody>
      </p:sp>
      <p:sp>
        <p:nvSpPr>
          <p:cNvPr id="16404" name="Text Box 20">
            <a:extLst>
              <a:ext uri="{FF2B5EF4-FFF2-40B4-BE49-F238E27FC236}">
                <a16:creationId xmlns:a16="http://schemas.microsoft.com/office/drawing/2014/main" id="{E65940DD-3220-46B0-BBC4-1C32B1FD045E}"/>
              </a:ext>
            </a:extLst>
          </p:cNvPr>
          <p:cNvSpPr txBox="1">
            <a:spLocks noChangeArrowheads="1"/>
          </p:cNvSpPr>
          <p:nvPr/>
        </p:nvSpPr>
        <p:spPr bwMode="auto">
          <a:xfrm>
            <a:off x="457200" y="5181600"/>
            <a:ext cx="594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latin typeface="楷体_GB2312" pitchFamily="49" charset="-122"/>
              </a:rPr>
              <a:t>4</a:t>
            </a:r>
            <a:r>
              <a:rPr kumimoji="0" lang="zh-CN" altLang="en-US" sz="2000">
                <a:solidFill>
                  <a:srgbClr val="000000"/>
                </a:solidFill>
                <a:latin typeface="楷体_GB2312" pitchFamily="49" charset="-122"/>
              </a:rPr>
              <a:t>、热电灵敏度（热电势率或泽贝克系数）</a:t>
            </a:r>
          </a:p>
        </p:txBody>
      </p:sp>
      <p:graphicFrame>
        <p:nvGraphicFramePr>
          <p:cNvPr id="16405" name="Object 3">
            <a:extLst>
              <a:ext uri="{FF2B5EF4-FFF2-40B4-BE49-F238E27FC236}">
                <a16:creationId xmlns:a16="http://schemas.microsoft.com/office/drawing/2014/main" id="{054D9FA5-18A8-453D-8B50-8A49899D0088}"/>
              </a:ext>
            </a:extLst>
          </p:cNvPr>
          <p:cNvGraphicFramePr>
            <a:graphicFrameLocks noChangeAspect="1"/>
          </p:cNvGraphicFramePr>
          <p:nvPr/>
        </p:nvGraphicFramePr>
        <p:xfrm>
          <a:off x="2590800" y="5562600"/>
          <a:ext cx="2590800" cy="936625"/>
        </p:xfrm>
        <a:graphic>
          <a:graphicData uri="http://schemas.openxmlformats.org/presentationml/2006/ole">
            <mc:AlternateContent xmlns:mc="http://schemas.openxmlformats.org/markup-compatibility/2006">
              <mc:Choice xmlns:v="urn:schemas-microsoft-com:vml" Requires="v">
                <p:oleObj spid="_x0000_s472098" name="Equation" r:id="rId5" imgW="1193800" imgH="431800" progId="Equation.DSMT4">
                  <p:embed/>
                </p:oleObj>
              </mc:Choice>
              <mc:Fallback>
                <p:oleObj name="Equation" r:id="rId5" imgW="1193800" imgH="4318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5562600"/>
                        <a:ext cx="259080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90"/>
                                        </p:tgtEl>
                                        <p:attrNameLst>
                                          <p:attrName>style.visibility</p:attrName>
                                        </p:attrNameLst>
                                      </p:cBhvr>
                                      <p:to>
                                        <p:strVal val="visible"/>
                                      </p:to>
                                    </p:set>
                                    <p:animEffect transition="in" filter="wipe(left)">
                                      <p:cBhvr>
                                        <p:cTn id="7" dur="500"/>
                                        <p:tgtEl>
                                          <p:spTgt spid="163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91"/>
                                        </p:tgtEl>
                                        <p:attrNameLst>
                                          <p:attrName>style.visibility</p:attrName>
                                        </p:attrNameLst>
                                      </p:cBhvr>
                                      <p:to>
                                        <p:strVal val="visible"/>
                                      </p:to>
                                    </p:set>
                                    <p:animEffect transition="in" filter="wipe(left)">
                                      <p:cBhvr>
                                        <p:cTn id="12" dur="500"/>
                                        <p:tgtEl>
                                          <p:spTgt spid="163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392"/>
                                        </p:tgtEl>
                                        <p:attrNameLst>
                                          <p:attrName>style.visibility</p:attrName>
                                        </p:attrNameLst>
                                      </p:cBhvr>
                                      <p:to>
                                        <p:strVal val="visible"/>
                                      </p:to>
                                    </p:set>
                                    <p:animEffect transition="in" filter="wipe(left)">
                                      <p:cBhvr>
                                        <p:cTn id="17" dur="500"/>
                                        <p:tgtEl>
                                          <p:spTgt spid="163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16393"/>
                                        </p:tgtEl>
                                        <p:attrNameLst>
                                          <p:attrName>style.visibility</p:attrName>
                                        </p:attrNameLst>
                                      </p:cBhvr>
                                      <p:to>
                                        <p:strVal val="visible"/>
                                      </p:to>
                                    </p:set>
                                    <p:animEffect transition="in" filter="wipe(right)">
                                      <p:cBhvr>
                                        <p:cTn id="22" dur="500"/>
                                        <p:tgtEl>
                                          <p:spTgt spid="16393"/>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6394"/>
                                        </p:tgtEl>
                                        <p:attrNameLst>
                                          <p:attrName>style.visibility</p:attrName>
                                        </p:attrNameLst>
                                      </p:cBhvr>
                                      <p:to>
                                        <p:strVal val="visible"/>
                                      </p:to>
                                    </p:set>
                                    <p:animEffect transition="in" filter="wipe(left)">
                                      <p:cBhvr>
                                        <p:cTn id="26" dur="500"/>
                                        <p:tgtEl>
                                          <p:spTgt spid="1639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6398"/>
                                        </p:tgtEl>
                                        <p:attrNameLst>
                                          <p:attrName>style.visibility</p:attrName>
                                        </p:attrNameLst>
                                      </p:cBhvr>
                                      <p:to>
                                        <p:strVal val="visible"/>
                                      </p:to>
                                    </p:set>
                                    <p:animEffect transition="in" filter="wipe(up)">
                                      <p:cBhvr>
                                        <p:cTn id="31" dur="500"/>
                                        <p:tgtEl>
                                          <p:spTgt spid="16398"/>
                                        </p:tgtEl>
                                      </p:cBhvr>
                                    </p:animEffect>
                                  </p:childTnLst>
                                </p:cTn>
                              </p:par>
                            </p:childTnLst>
                          </p:cTn>
                        </p:par>
                        <p:par>
                          <p:cTn id="32" fill="hold" nodeType="afterGroup">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6399"/>
                                        </p:tgtEl>
                                        <p:attrNameLst>
                                          <p:attrName>style.visibility</p:attrName>
                                        </p:attrNameLst>
                                      </p:cBhvr>
                                      <p:to>
                                        <p:strVal val="visible"/>
                                      </p:to>
                                    </p:set>
                                    <p:animEffect transition="in" filter="wipe(left)">
                                      <p:cBhvr>
                                        <p:cTn id="35" dur="500"/>
                                        <p:tgtEl>
                                          <p:spTgt spid="1639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6400"/>
                                        </p:tgtEl>
                                        <p:attrNameLst>
                                          <p:attrName>style.visibility</p:attrName>
                                        </p:attrNameLst>
                                      </p:cBhvr>
                                      <p:to>
                                        <p:strVal val="visible"/>
                                      </p:to>
                                    </p:set>
                                    <p:animEffect transition="in" filter="wipe(left)">
                                      <p:cBhvr>
                                        <p:cTn id="40" dur="500"/>
                                        <p:tgtEl>
                                          <p:spTgt spid="1640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6402"/>
                                        </p:tgtEl>
                                        <p:attrNameLst>
                                          <p:attrName>style.visibility</p:attrName>
                                        </p:attrNameLst>
                                      </p:cBhvr>
                                      <p:to>
                                        <p:strVal val="visible"/>
                                      </p:to>
                                    </p:set>
                                    <p:animEffect transition="in" filter="wipe(left)">
                                      <p:cBhvr>
                                        <p:cTn id="45" dur="500"/>
                                        <p:tgtEl>
                                          <p:spTgt spid="1640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16396"/>
                                        </p:tgtEl>
                                        <p:attrNameLst>
                                          <p:attrName>style.visibility</p:attrName>
                                        </p:attrNameLst>
                                      </p:cBhvr>
                                      <p:to>
                                        <p:strVal val="visible"/>
                                      </p:to>
                                    </p:set>
                                    <p:animEffect transition="in" filter="wipe(left)">
                                      <p:cBhvr>
                                        <p:cTn id="50" dur="500"/>
                                        <p:tgtEl>
                                          <p:spTgt spid="16396"/>
                                        </p:tgtEl>
                                      </p:cBhvr>
                                    </p:animEffect>
                                  </p:childTnLst>
                                </p:cTn>
                              </p:par>
                            </p:childTnLst>
                          </p:cTn>
                        </p:par>
                        <p:par>
                          <p:cTn id="51" fill="hold" nodeType="afterGroup">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16397"/>
                                        </p:tgtEl>
                                        <p:attrNameLst>
                                          <p:attrName>style.visibility</p:attrName>
                                        </p:attrNameLst>
                                      </p:cBhvr>
                                      <p:to>
                                        <p:strVal val="visible"/>
                                      </p:to>
                                    </p:set>
                                    <p:animEffect transition="in" filter="wipe(left)">
                                      <p:cBhvr>
                                        <p:cTn id="54" dur="500"/>
                                        <p:tgtEl>
                                          <p:spTgt spid="1639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6404"/>
                                        </p:tgtEl>
                                        <p:attrNameLst>
                                          <p:attrName>style.visibility</p:attrName>
                                        </p:attrNameLst>
                                      </p:cBhvr>
                                      <p:to>
                                        <p:strVal val="visible"/>
                                      </p:to>
                                    </p:set>
                                    <p:animEffect transition="in" filter="wipe(left)">
                                      <p:cBhvr>
                                        <p:cTn id="59" dur="500"/>
                                        <p:tgtEl>
                                          <p:spTgt spid="1640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6405"/>
                                        </p:tgtEl>
                                        <p:attrNameLst>
                                          <p:attrName>style.visibility</p:attrName>
                                        </p:attrNameLst>
                                      </p:cBhvr>
                                      <p:to>
                                        <p:strVal val="visible"/>
                                      </p:to>
                                    </p:set>
                                    <p:animEffect transition="in" filter="wipe(left)">
                                      <p:cBhvr>
                                        <p:cTn id="64" dur="500"/>
                                        <p:tgtEl>
                                          <p:spTgt spid="16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p:bldP spid="16391" grpId="0"/>
      <p:bldP spid="16394" grpId="0"/>
      <p:bldP spid="16397" grpId="0"/>
      <p:bldP spid="16399" grpId="0"/>
      <p:bldP spid="16402" grpId="0"/>
      <p:bldP spid="16404"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Text Box 4">
            <a:extLst>
              <a:ext uri="{FF2B5EF4-FFF2-40B4-BE49-F238E27FC236}">
                <a16:creationId xmlns:a16="http://schemas.microsoft.com/office/drawing/2014/main" id="{5E2FA430-CA76-4427-BA60-B0DD068EE294}"/>
              </a:ext>
            </a:extLst>
          </p:cNvPr>
          <p:cNvSpPr txBox="1">
            <a:spLocks noChangeArrowheads="1"/>
          </p:cNvSpPr>
          <p:nvPr/>
        </p:nvSpPr>
        <p:spPr bwMode="auto">
          <a:xfrm>
            <a:off x="609600" y="60960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endParaRPr kumimoji="0" lang="zh-CN" altLang="zh-CN" sz="2000">
              <a:solidFill>
                <a:srgbClr val="000000"/>
              </a:solidFill>
              <a:latin typeface="楷体_GB2312" pitchFamily="49" charset="-122"/>
            </a:endParaRPr>
          </a:p>
        </p:txBody>
      </p:sp>
      <p:sp>
        <p:nvSpPr>
          <p:cNvPr id="25605" name="Text Box 5">
            <a:extLst>
              <a:ext uri="{FF2B5EF4-FFF2-40B4-BE49-F238E27FC236}">
                <a16:creationId xmlns:a16="http://schemas.microsoft.com/office/drawing/2014/main" id="{0433FE06-A12D-4860-9971-C26C335D6AA1}"/>
              </a:ext>
            </a:extLst>
          </p:cNvPr>
          <p:cNvSpPr txBox="1">
            <a:spLocks noChangeArrowheads="1"/>
          </p:cNvSpPr>
          <p:nvPr/>
        </p:nvSpPr>
        <p:spPr bwMode="auto">
          <a:xfrm>
            <a:off x="357188" y="357188"/>
            <a:ext cx="381000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800" b="1">
                <a:solidFill>
                  <a:srgbClr val="000000"/>
                </a:solidFill>
                <a:latin typeface="楷体_GB2312" pitchFamily="49" charset="-122"/>
              </a:rPr>
              <a:t>3.2 </a:t>
            </a:r>
            <a:r>
              <a:rPr kumimoji="0" lang="zh-CN" altLang="en-US" sz="2800" b="1">
                <a:solidFill>
                  <a:srgbClr val="000000"/>
                </a:solidFill>
                <a:latin typeface="楷体_GB2312" pitchFamily="49" charset="-122"/>
              </a:rPr>
              <a:t>热电偶的基本定则</a:t>
            </a:r>
          </a:p>
        </p:txBody>
      </p:sp>
      <p:sp>
        <p:nvSpPr>
          <p:cNvPr id="25607" name="Rectangle 7">
            <a:extLst>
              <a:ext uri="{FF2B5EF4-FFF2-40B4-BE49-F238E27FC236}">
                <a16:creationId xmlns:a16="http://schemas.microsoft.com/office/drawing/2014/main" id="{1C935024-07D4-44E1-B821-7BDCE93D2959}"/>
              </a:ext>
            </a:extLst>
          </p:cNvPr>
          <p:cNvSpPr>
            <a:spLocks noChangeArrowheads="1"/>
          </p:cNvSpPr>
          <p:nvPr/>
        </p:nvSpPr>
        <p:spPr bwMode="auto">
          <a:xfrm>
            <a:off x="457200" y="1295400"/>
            <a:ext cx="8229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lang="en-US" altLang="zh-CN" sz="2000">
                <a:solidFill>
                  <a:srgbClr val="000000"/>
                </a:solidFill>
              </a:rPr>
              <a:t>       </a:t>
            </a:r>
            <a:r>
              <a:rPr lang="zh-CN" altLang="en-US" sz="2000">
                <a:solidFill>
                  <a:srgbClr val="000000"/>
                </a:solidFill>
              </a:rPr>
              <a:t>如果构成热电偶的两个热电极为材料相同的均质导体，则无论两结点温度如何，热电偶回路内的总热电势为零。必须采用两种不同的材料作为热电极。</a:t>
            </a:r>
          </a:p>
        </p:txBody>
      </p:sp>
      <p:sp>
        <p:nvSpPr>
          <p:cNvPr id="25608" name="Rectangle 8">
            <a:extLst>
              <a:ext uri="{FF2B5EF4-FFF2-40B4-BE49-F238E27FC236}">
                <a16:creationId xmlns:a16="http://schemas.microsoft.com/office/drawing/2014/main" id="{B5C4F7A6-4CD4-4859-8143-EA8658DE2100}"/>
              </a:ext>
            </a:extLst>
          </p:cNvPr>
          <p:cNvSpPr>
            <a:spLocks noChangeArrowheads="1"/>
          </p:cNvSpPr>
          <p:nvPr/>
        </p:nvSpPr>
        <p:spPr bwMode="auto">
          <a:xfrm>
            <a:off x="1028700" y="2438400"/>
            <a:ext cx="567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sz="2000">
                <a:solidFill>
                  <a:srgbClr val="000000"/>
                </a:solidFill>
              </a:rPr>
              <a:t>沿一均匀导线的温度梯度不影响热电势。</a:t>
            </a:r>
          </a:p>
        </p:txBody>
      </p:sp>
      <p:pic>
        <p:nvPicPr>
          <p:cNvPr id="25609" name="Picture 9">
            <a:extLst>
              <a:ext uri="{FF2B5EF4-FFF2-40B4-BE49-F238E27FC236}">
                <a16:creationId xmlns:a16="http://schemas.microsoft.com/office/drawing/2014/main" id="{4D8099DD-7CD0-4BE5-9A28-94ABD3442B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203835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5610" name="Object 2">
            <a:extLst>
              <a:ext uri="{FF2B5EF4-FFF2-40B4-BE49-F238E27FC236}">
                <a16:creationId xmlns:a16="http://schemas.microsoft.com/office/drawing/2014/main" id="{1A215C19-B84C-4770-8200-48D347762CCE}"/>
              </a:ext>
            </a:extLst>
          </p:cNvPr>
          <p:cNvGraphicFramePr>
            <a:graphicFrameLocks noChangeAspect="1"/>
          </p:cNvGraphicFramePr>
          <p:nvPr/>
        </p:nvGraphicFramePr>
        <p:xfrm>
          <a:off x="685800" y="5029200"/>
          <a:ext cx="2286000" cy="342900"/>
        </p:xfrm>
        <a:graphic>
          <a:graphicData uri="http://schemas.openxmlformats.org/presentationml/2006/ole">
            <mc:AlternateContent xmlns:mc="http://schemas.openxmlformats.org/markup-compatibility/2006">
              <mc:Choice xmlns:v="urn:schemas-microsoft-com:vml" Requires="v">
                <p:oleObj spid="_x0000_s473137" name="公式" r:id="rId4" imgW="1434477" imgH="215806" progId="Equation.3">
                  <p:embed/>
                </p:oleObj>
              </mc:Choice>
              <mc:Fallback>
                <p:oleObj name="公式" r:id="rId4" imgW="1434477" imgH="215806"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5029200"/>
                        <a:ext cx="22860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5611" name="Picture 11">
            <a:extLst>
              <a:ext uri="{FF2B5EF4-FFF2-40B4-BE49-F238E27FC236}">
                <a16:creationId xmlns:a16="http://schemas.microsoft.com/office/drawing/2014/main" id="{E17457BC-0671-4488-BE39-BCA13BB189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3200400"/>
            <a:ext cx="208597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73097" name="Object 3">
            <a:extLst>
              <a:ext uri="{FF2B5EF4-FFF2-40B4-BE49-F238E27FC236}">
                <a16:creationId xmlns:a16="http://schemas.microsoft.com/office/drawing/2014/main" id="{9AC8EA02-BA00-457A-BB99-C2C55F225BFE}"/>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473138" name="公式" r:id="rId7" imgW="114151" imgH="215619" progId="Equation.3">
                  <p:embed/>
                </p:oleObj>
              </mc:Choice>
              <mc:Fallback>
                <p:oleObj name="公式" r:id="rId7" imgW="114151" imgH="215619"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3" name="Object 4">
            <a:extLst>
              <a:ext uri="{FF2B5EF4-FFF2-40B4-BE49-F238E27FC236}">
                <a16:creationId xmlns:a16="http://schemas.microsoft.com/office/drawing/2014/main" id="{8034C2D7-16CB-4F94-9BE6-C8FD05FD41AA}"/>
              </a:ext>
            </a:extLst>
          </p:cNvPr>
          <p:cNvGraphicFramePr>
            <a:graphicFrameLocks noChangeAspect="1"/>
          </p:cNvGraphicFramePr>
          <p:nvPr/>
        </p:nvGraphicFramePr>
        <p:xfrm>
          <a:off x="3962400" y="5029200"/>
          <a:ext cx="1371600" cy="323850"/>
        </p:xfrm>
        <a:graphic>
          <a:graphicData uri="http://schemas.openxmlformats.org/presentationml/2006/ole">
            <mc:AlternateContent xmlns:mc="http://schemas.openxmlformats.org/markup-compatibility/2006">
              <mc:Choice xmlns:v="urn:schemas-microsoft-com:vml" Requires="v">
                <p:oleObj spid="_x0000_s473139" name="公式" r:id="rId9" imgW="914003" imgH="215806" progId="Equation.3">
                  <p:embed/>
                </p:oleObj>
              </mc:Choice>
              <mc:Fallback>
                <p:oleObj name="公式" r:id="rId9" imgW="914003" imgH="215806"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2400" y="5029200"/>
                        <a:ext cx="13716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5616" name="Picture 16">
            <a:extLst>
              <a:ext uri="{FF2B5EF4-FFF2-40B4-BE49-F238E27FC236}">
                <a16:creationId xmlns:a16="http://schemas.microsoft.com/office/drawing/2014/main" id="{17BC4C8E-E030-4B6F-854D-55535C289D8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0" y="3200400"/>
            <a:ext cx="199072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5617" name="Object 5">
            <a:extLst>
              <a:ext uri="{FF2B5EF4-FFF2-40B4-BE49-F238E27FC236}">
                <a16:creationId xmlns:a16="http://schemas.microsoft.com/office/drawing/2014/main" id="{6CF2402A-8031-415A-A515-0B3B1570F909}"/>
              </a:ext>
            </a:extLst>
          </p:cNvPr>
          <p:cNvGraphicFramePr>
            <a:graphicFrameLocks noChangeAspect="1"/>
          </p:cNvGraphicFramePr>
          <p:nvPr/>
        </p:nvGraphicFramePr>
        <p:xfrm>
          <a:off x="6019800" y="4953000"/>
          <a:ext cx="2527300" cy="358775"/>
        </p:xfrm>
        <a:graphic>
          <a:graphicData uri="http://schemas.openxmlformats.org/presentationml/2006/ole">
            <mc:AlternateContent xmlns:mc="http://schemas.openxmlformats.org/markup-compatibility/2006">
              <mc:Choice xmlns:v="urn:schemas-microsoft-com:vml" Requires="v">
                <p:oleObj spid="_x0000_s473140" name="公式" r:id="rId12" imgW="1612900" imgH="228600" progId="Equation.3">
                  <p:embed/>
                </p:oleObj>
              </mc:Choice>
              <mc:Fallback>
                <p:oleObj name="公式" r:id="rId12" imgW="1612900" imgH="2286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19800" y="4953000"/>
                        <a:ext cx="2527300"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5"/>
                                        </p:tgtEl>
                                        <p:attrNameLst>
                                          <p:attrName>style.visibility</p:attrName>
                                        </p:attrNameLst>
                                      </p:cBhvr>
                                      <p:to>
                                        <p:strVal val="visible"/>
                                      </p:to>
                                    </p:set>
                                    <p:animEffect transition="in" filter="wipe(left)">
                                      <p:cBhvr>
                                        <p:cTn id="7" dur="500"/>
                                        <p:tgtEl>
                                          <p:spTgt spid="256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07"/>
                                        </p:tgtEl>
                                        <p:attrNameLst>
                                          <p:attrName>style.visibility</p:attrName>
                                        </p:attrNameLst>
                                      </p:cBhvr>
                                      <p:to>
                                        <p:strVal val="visible"/>
                                      </p:to>
                                    </p:set>
                                    <p:animEffect transition="in" filter="wipe(left)">
                                      <p:cBhvr>
                                        <p:cTn id="12" dur="500"/>
                                        <p:tgtEl>
                                          <p:spTgt spid="256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5611"/>
                                        </p:tgtEl>
                                        <p:attrNameLst>
                                          <p:attrName>style.visibility</p:attrName>
                                        </p:attrNameLst>
                                      </p:cBhvr>
                                      <p:to>
                                        <p:strVal val="visible"/>
                                      </p:to>
                                    </p:set>
                                    <p:animEffect transition="in" filter="wipe(left)">
                                      <p:cBhvr>
                                        <p:cTn id="17" dur="500"/>
                                        <p:tgtEl>
                                          <p:spTgt spid="256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5613"/>
                                        </p:tgtEl>
                                        <p:attrNameLst>
                                          <p:attrName>style.visibility</p:attrName>
                                        </p:attrNameLst>
                                      </p:cBhvr>
                                      <p:to>
                                        <p:strVal val="visible"/>
                                      </p:to>
                                    </p:set>
                                    <p:animEffect transition="in" filter="wipe(left)">
                                      <p:cBhvr>
                                        <p:cTn id="22" dur="500"/>
                                        <p:tgtEl>
                                          <p:spTgt spid="256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08"/>
                                        </p:tgtEl>
                                        <p:attrNameLst>
                                          <p:attrName>style.visibility</p:attrName>
                                        </p:attrNameLst>
                                      </p:cBhvr>
                                      <p:to>
                                        <p:strVal val="visible"/>
                                      </p:to>
                                    </p:set>
                                    <p:animEffect transition="in" filter="wipe(left)">
                                      <p:cBhvr>
                                        <p:cTn id="27" dur="500"/>
                                        <p:tgtEl>
                                          <p:spTgt spid="2560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5609"/>
                                        </p:tgtEl>
                                        <p:attrNameLst>
                                          <p:attrName>style.visibility</p:attrName>
                                        </p:attrNameLst>
                                      </p:cBhvr>
                                      <p:to>
                                        <p:strVal val="visible"/>
                                      </p:to>
                                    </p:set>
                                    <p:animEffect transition="in" filter="wipe(left)">
                                      <p:cBhvr>
                                        <p:cTn id="32" dur="500"/>
                                        <p:tgtEl>
                                          <p:spTgt spid="2560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5610"/>
                                        </p:tgtEl>
                                        <p:attrNameLst>
                                          <p:attrName>style.visibility</p:attrName>
                                        </p:attrNameLst>
                                      </p:cBhvr>
                                      <p:to>
                                        <p:strVal val="visible"/>
                                      </p:to>
                                    </p:set>
                                    <p:animEffect transition="in" filter="wipe(left)">
                                      <p:cBhvr>
                                        <p:cTn id="37" dur="500"/>
                                        <p:tgtEl>
                                          <p:spTgt spid="256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5616"/>
                                        </p:tgtEl>
                                        <p:attrNameLst>
                                          <p:attrName>style.visibility</p:attrName>
                                        </p:attrNameLst>
                                      </p:cBhvr>
                                      <p:to>
                                        <p:strVal val="visible"/>
                                      </p:to>
                                    </p:set>
                                    <p:animEffect transition="in" filter="wipe(left)">
                                      <p:cBhvr>
                                        <p:cTn id="42" dur="500"/>
                                        <p:tgtEl>
                                          <p:spTgt spid="2561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5617"/>
                                        </p:tgtEl>
                                        <p:attrNameLst>
                                          <p:attrName>style.visibility</p:attrName>
                                        </p:attrNameLst>
                                      </p:cBhvr>
                                      <p:to>
                                        <p:strVal val="visible"/>
                                      </p:to>
                                    </p:set>
                                    <p:animEffect transition="in" filter="wipe(left)">
                                      <p:cBhvr>
                                        <p:cTn id="47" dur="500"/>
                                        <p:tgtEl>
                                          <p:spTgt spid="25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P spid="25607" grpId="0"/>
      <p:bldP spid="25608"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4">
            <a:extLst>
              <a:ext uri="{FF2B5EF4-FFF2-40B4-BE49-F238E27FC236}">
                <a16:creationId xmlns:a16="http://schemas.microsoft.com/office/drawing/2014/main" id="{A6068655-6A2E-46B4-BE89-D2142BE53D40}"/>
              </a:ext>
            </a:extLst>
          </p:cNvPr>
          <p:cNvSpPr txBox="1">
            <a:spLocks noChangeArrowheads="1"/>
          </p:cNvSpPr>
          <p:nvPr/>
        </p:nvSpPr>
        <p:spPr bwMode="auto">
          <a:xfrm>
            <a:off x="533400" y="108585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latin typeface="楷体_GB2312" pitchFamily="49" charset="-122"/>
              </a:rPr>
              <a:t>2</a:t>
            </a:r>
            <a:r>
              <a:rPr kumimoji="0" lang="zh-CN" altLang="en-US" sz="2000">
                <a:solidFill>
                  <a:srgbClr val="000000"/>
                </a:solidFill>
                <a:latin typeface="楷体_GB2312" pitchFamily="49" charset="-122"/>
              </a:rPr>
              <a:t>、中间金属定则</a:t>
            </a:r>
          </a:p>
        </p:txBody>
      </p:sp>
      <p:sp>
        <p:nvSpPr>
          <p:cNvPr id="26629" name="Text Box 5">
            <a:extLst>
              <a:ext uri="{FF2B5EF4-FFF2-40B4-BE49-F238E27FC236}">
                <a16:creationId xmlns:a16="http://schemas.microsoft.com/office/drawing/2014/main" id="{985E8E62-1A84-4E58-ABCC-893BD3B5996E}"/>
              </a:ext>
            </a:extLst>
          </p:cNvPr>
          <p:cNvSpPr txBox="1">
            <a:spLocks noChangeArrowheads="1"/>
          </p:cNvSpPr>
          <p:nvPr/>
        </p:nvSpPr>
        <p:spPr bwMode="auto">
          <a:xfrm>
            <a:off x="533400" y="1390650"/>
            <a:ext cx="8229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latin typeface="楷体_GB2312" pitchFamily="49" charset="-122"/>
              </a:rPr>
              <a:t>       </a:t>
            </a:r>
            <a:r>
              <a:rPr kumimoji="0" lang="zh-CN" altLang="en-US" sz="2000">
                <a:solidFill>
                  <a:srgbClr val="000000"/>
                </a:solidFill>
                <a:latin typeface="楷体_GB2312" pitchFamily="49" charset="-122"/>
              </a:rPr>
              <a:t>在热电偶回路中接入第三种金属材料，只要该第三种金属材料两端温度相同，则热电偶所产生的热电势保持不变。即不受第三种金属材料接入的影响。</a:t>
            </a:r>
          </a:p>
        </p:txBody>
      </p:sp>
      <p:sp>
        <p:nvSpPr>
          <p:cNvPr id="26631" name="Text Box 7">
            <a:extLst>
              <a:ext uri="{FF2B5EF4-FFF2-40B4-BE49-F238E27FC236}">
                <a16:creationId xmlns:a16="http://schemas.microsoft.com/office/drawing/2014/main" id="{F7303268-9B61-42FB-84B7-C7E4FA66226C}"/>
              </a:ext>
            </a:extLst>
          </p:cNvPr>
          <p:cNvSpPr txBox="1">
            <a:spLocks noChangeArrowheads="1"/>
          </p:cNvSpPr>
          <p:nvPr/>
        </p:nvSpPr>
        <p:spPr bwMode="auto">
          <a:xfrm>
            <a:off x="533400" y="2533650"/>
            <a:ext cx="8153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推论：连接热电偶的许多引线，只要新形成的各个连结点均处于同一温度下，就不会影响被测热电势的精度</a:t>
            </a:r>
          </a:p>
        </p:txBody>
      </p:sp>
      <p:pic>
        <p:nvPicPr>
          <p:cNvPr id="26632" name="Picture 8">
            <a:extLst>
              <a:ext uri="{FF2B5EF4-FFF2-40B4-BE49-F238E27FC236}">
                <a16:creationId xmlns:a16="http://schemas.microsoft.com/office/drawing/2014/main" id="{EA9E16D5-3AF2-49E3-8212-024D00FA73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448050"/>
            <a:ext cx="266700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6633" name="Object 2">
            <a:extLst>
              <a:ext uri="{FF2B5EF4-FFF2-40B4-BE49-F238E27FC236}">
                <a16:creationId xmlns:a16="http://schemas.microsoft.com/office/drawing/2014/main" id="{9B21995E-ED4F-4CFA-AD91-94191A07100D}"/>
              </a:ext>
            </a:extLst>
          </p:cNvPr>
          <p:cNvGraphicFramePr>
            <a:graphicFrameLocks noChangeAspect="1"/>
          </p:cNvGraphicFramePr>
          <p:nvPr/>
        </p:nvGraphicFramePr>
        <p:xfrm>
          <a:off x="609600" y="5810250"/>
          <a:ext cx="2286000" cy="342900"/>
        </p:xfrm>
        <a:graphic>
          <a:graphicData uri="http://schemas.openxmlformats.org/presentationml/2006/ole">
            <mc:AlternateContent xmlns:mc="http://schemas.openxmlformats.org/markup-compatibility/2006">
              <mc:Choice xmlns:v="urn:schemas-microsoft-com:vml" Requires="v">
                <p:oleObj spid="_x0000_s474160" name="公式" r:id="rId4" imgW="1434477" imgH="215806" progId="Equation.3">
                  <p:embed/>
                </p:oleObj>
              </mc:Choice>
              <mc:Fallback>
                <p:oleObj name="公式" r:id="rId4" imgW="1434477" imgH="215806"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5810250"/>
                        <a:ext cx="22860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6635" name="Picture 11">
            <a:extLst>
              <a:ext uri="{FF2B5EF4-FFF2-40B4-BE49-F238E27FC236}">
                <a16:creationId xmlns:a16="http://schemas.microsoft.com/office/drawing/2014/main" id="{C7DFB8CB-DCC7-43A3-813E-4C33D4B98C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3524250"/>
            <a:ext cx="2667000"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6636" name="Object 3">
            <a:extLst>
              <a:ext uri="{FF2B5EF4-FFF2-40B4-BE49-F238E27FC236}">
                <a16:creationId xmlns:a16="http://schemas.microsoft.com/office/drawing/2014/main" id="{7397D50C-EB6A-4253-AA70-DCE664518747}"/>
              </a:ext>
            </a:extLst>
          </p:cNvPr>
          <p:cNvGraphicFramePr>
            <a:graphicFrameLocks noChangeAspect="1"/>
          </p:cNvGraphicFramePr>
          <p:nvPr/>
        </p:nvGraphicFramePr>
        <p:xfrm>
          <a:off x="2971800" y="5505450"/>
          <a:ext cx="3170238" cy="431800"/>
        </p:xfrm>
        <a:graphic>
          <a:graphicData uri="http://schemas.openxmlformats.org/presentationml/2006/ole">
            <mc:AlternateContent xmlns:mc="http://schemas.openxmlformats.org/markup-compatibility/2006">
              <mc:Choice xmlns:v="urn:schemas-microsoft-com:vml" Requires="v">
                <p:oleObj spid="_x0000_s474161" name="公式" r:id="rId7" imgW="1676400" imgH="228600" progId="Equation.3">
                  <p:embed/>
                </p:oleObj>
              </mc:Choice>
              <mc:Fallback>
                <p:oleObj name="公式" r:id="rId7" imgW="1676400" imgH="2286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1800" y="5505450"/>
                        <a:ext cx="317023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6637" name="Picture 13">
            <a:extLst>
              <a:ext uri="{FF2B5EF4-FFF2-40B4-BE49-F238E27FC236}">
                <a16:creationId xmlns:a16="http://schemas.microsoft.com/office/drawing/2014/main" id="{7FAE698F-9B36-4BDE-913A-841BC009C89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72200" y="3448050"/>
            <a:ext cx="2514600" cy="247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74122" name="Object 4">
            <a:extLst>
              <a:ext uri="{FF2B5EF4-FFF2-40B4-BE49-F238E27FC236}">
                <a16:creationId xmlns:a16="http://schemas.microsoft.com/office/drawing/2014/main" id="{A8CD7C3C-0BA0-4406-947A-9F3F0E42FF6D}"/>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474162" name="公式" r:id="rId10" imgW="114151" imgH="215619" progId="Equation.3">
                  <p:embed/>
                </p:oleObj>
              </mc:Choice>
              <mc:Fallback>
                <p:oleObj name="公式" r:id="rId10" imgW="114151" imgH="215619"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9" name="Object 5">
            <a:extLst>
              <a:ext uri="{FF2B5EF4-FFF2-40B4-BE49-F238E27FC236}">
                <a16:creationId xmlns:a16="http://schemas.microsoft.com/office/drawing/2014/main" id="{5F68C220-8F96-4E42-AA23-17EE53D9283B}"/>
              </a:ext>
            </a:extLst>
          </p:cNvPr>
          <p:cNvGraphicFramePr>
            <a:graphicFrameLocks noChangeAspect="1"/>
          </p:cNvGraphicFramePr>
          <p:nvPr/>
        </p:nvGraphicFramePr>
        <p:xfrm>
          <a:off x="5943600" y="5962650"/>
          <a:ext cx="2743200" cy="419100"/>
        </p:xfrm>
        <a:graphic>
          <a:graphicData uri="http://schemas.openxmlformats.org/presentationml/2006/ole">
            <mc:AlternateContent xmlns:mc="http://schemas.openxmlformats.org/markup-compatibility/2006">
              <mc:Choice xmlns:v="urn:schemas-microsoft-com:vml" Requires="v">
                <p:oleObj spid="_x0000_s474163" name="公式" r:id="rId12" imgW="1498600" imgH="228600" progId="Equation.3">
                  <p:embed/>
                </p:oleObj>
              </mc:Choice>
              <mc:Fallback>
                <p:oleObj name="公式" r:id="rId12" imgW="1498600" imgH="2286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43600" y="5962650"/>
                        <a:ext cx="27432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wipe(left)">
                                      <p:cBhvr>
                                        <p:cTn id="7" dur="500"/>
                                        <p:tgtEl>
                                          <p:spTgt spid="266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9"/>
                                        </p:tgtEl>
                                        <p:attrNameLst>
                                          <p:attrName>style.visibility</p:attrName>
                                        </p:attrNameLst>
                                      </p:cBhvr>
                                      <p:to>
                                        <p:strVal val="visible"/>
                                      </p:to>
                                    </p:set>
                                    <p:animEffect transition="in" filter="wipe(left)">
                                      <p:cBhvr>
                                        <p:cTn id="12" dur="500"/>
                                        <p:tgtEl>
                                          <p:spTgt spid="266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632"/>
                                        </p:tgtEl>
                                        <p:attrNameLst>
                                          <p:attrName>style.visibility</p:attrName>
                                        </p:attrNameLst>
                                      </p:cBhvr>
                                      <p:to>
                                        <p:strVal val="visible"/>
                                      </p:to>
                                    </p:set>
                                    <p:animEffect transition="in" filter="wipe(left)">
                                      <p:cBhvr>
                                        <p:cTn id="17" dur="500"/>
                                        <p:tgtEl>
                                          <p:spTgt spid="266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633"/>
                                        </p:tgtEl>
                                        <p:attrNameLst>
                                          <p:attrName>style.visibility</p:attrName>
                                        </p:attrNameLst>
                                      </p:cBhvr>
                                      <p:to>
                                        <p:strVal val="visible"/>
                                      </p:to>
                                    </p:set>
                                    <p:animEffect transition="in" filter="wipe(left)">
                                      <p:cBhvr>
                                        <p:cTn id="22" dur="500"/>
                                        <p:tgtEl>
                                          <p:spTgt spid="266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635"/>
                                        </p:tgtEl>
                                        <p:attrNameLst>
                                          <p:attrName>style.visibility</p:attrName>
                                        </p:attrNameLst>
                                      </p:cBhvr>
                                      <p:to>
                                        <p:strVal val="visible"/>
                                      </p:to>
                                    </p:set>
                                    <p:animEffect transition="in" filter="wipe(left)">
                                      <p:cBhvr>
                                        <p:cTn id="27" dur="500"/>
                                        <p:tgtEl>
                                          <p:spTgt spid="266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636"/>
                                        </p:tgtEl>
                                        <p:attrNameLst>
                                          <p:attrName>style.visibility</p:attrName>
                                        </p:attrNameLst>
                                      </p:cBhvr>
                                      <p:to>
                                        <p:strVal val="visible"/>
                                      </p:to>
                                    </p:set>
                                    <p:animEffect transition="in" filter="wipe(left)">
                                      <p:cBhvr>
                                        <p:cTn id="32" dur="500"/>
                                        <p:tgtEl>
                                          <p:spTgt spid="266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6631"/>
                                        </p:tgtEl>
                                        <p:attrNameLst>
                                          <p:attrName>style.visibility</p:attrName>
                                        </p:attrNameLst>
                                      </p:cBhvr>
                                      <p:to>
                                        <p:strVal val="visible"/>
                                      </p:to>
                                    </p:set>
                                    <p:animEffect transition="in" filter="wipe(left)">
                                      <p:cBhvr>
                                        <p:cTn id="37" dur="500"/>
                                        <p:tgtEl>
                                          <p:spTgt spid="2663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637"/>
                                        </p:tgtEl>
                                        <p:attrNameLst>
                                          <p:attrName>style.visibility</p:attrName>
                                        </p:attrNameLst>
                                      </p:cBhvr>
                                      <p:to>
                                        <p:strVal val="visible"/>
                                      </p:to>
                                    </p:set>
                                    <p:animEffect transition="in" filter="wipe(left)">
                                      <p:cBhvr>
                                        <p:cTn id="42" dur="500"/>
                                        <p:tgtEl>
                                          <p:spTgt spid="2663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639"/>
                                        </p:tgtEl>
                                        <p:attrNameLst>
                                          <p:attrName>style.visibility</p:attrName>
                                        </p:attrNameLst>
                                      </p:cBhvr>
                                      <p:to>
                                        <p:strVal val="visible"/>
                                      </p:to>
                                    </p:set>
                                    <p:animEffect transition="in" filter="wipe(left)">
                                      <p:cBhvr>
                                        <p:cTn id="47" dur="500"/>
                                        <p:tgtEl>
                                          <p:spTgt spid="26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P spid="26629" grpId="0"/>
      <p:bldP spid="26631"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2" name="Picture 4">
            <a:extLst>
              <a:ext uri="{FF2B5EF4-FFF2-40B4-BE49-F238E27FC236}">
                <a16:creationId xmlns:a16="http://schemas.microsoft.com/office/drawing/2014/main" id="{3D64CC59-C576-42DA-ADD0-5A22F84595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492375"/>
            <a:ext cx="2667000"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5">
            <a:extLst>
              <a:ext uri="{FF2B5EF4-FFF2-40B4-BE49-F238E27FC236}">
                <a16:creationId xmlns:a16="http://schemas.microsoft.com/office/drawing/2014/main" id="{1BB9C13B-6F37-44A3-A2B6-1AEE867302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720975"/>
            <a:ext cx="2947988"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6">
            <a:extLst>
              <a:ext uri="{FF2B5EF4-FFF2-40B4-BE49-F238E27FC236}">
                <a16:creationId xmlns:a16="http://schemas.microsoft.com/office/drawing/2014/main" id="{BD6B5979-08EE-4DC7-8434-102AC4E0E1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2720975"/>
            <a:ext cx="2762250"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5" name="Text Box 7">
            <a:extLst>
              <a:ext uri="{FF2B5EF4-FFF2-40B4-BE49-F238E27FC236}">
                <a16:creationId xmlns:a16="http://schemas.microsoft.com/office/drawing/2014/main" id="{B6BB1B35-3F02-4F85-AC88-EB7ACCF142D0}"/>
              </a:ext>
            </a:extLst>
          </p:cNvPr>
          <p:cNvSpPr txBox="1">
            <a:spLocks noChangeArrowheads="1"/>
          </p:cNvSpPr>
          <p:nvPr/>
        </p:nvSpPr>
        <p:spPr bwMode="auto">
          <a:xfrm>
            <a:off x="609600" y="1196975"/>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latin typeface="楷体_GB2312" pitchFamily="49" charset="-122"/>
              </a:rPr>
              <a:t>3</a:t>
            </a:r>
            <a:r>
              <a:rPr kumimoji="0" lang="zh-CN" altLang="en-US" sz="2000">
                <a:solidFill>
                  <a:srgbClr val="000000"/>
                </a:solidFill>
                <a:latin typeface="楷体_GB2312" pitchFamily="49" charset="-122"/>
              </a:rPr>
              <a:t>、中间温度定则</a:t>
            </a:r>
          </a:p>
        </p:txBody>
      </p:sp>
      <p:graphicFrame>
        <p:nvGraphicFramePr>
          <p:cNvPr id="27656" name="Object 2">
            <a:extLst>
              <a:ext uri="{FF2B5EF4-FFF2-40B4-BE49-F238E27FC236}">
                <a16:creationId xmlns:a16="http://schemas.microsoft.com/office/drawing/2014/main" id="{D97F4FBB-D5C0-4ECB-A0A2-55B8A3443213}"/>
              </a:ext>
            </a:extLst>
          </p:cNvPr>
          <p:cNvGraphicFramePr>
            <a:graphicFrameLocks noChangeAspect="1"/>
          </p:cNvGraphicFramePr>
          <p:nvPr/>
        </p:nvGraphicFramePr>
        <p:xfrm>
          <a:off x="1143000" y="4473575"/>
          <a:ext cx="1447800" cy="549275"/>
        </p:xfrm>
        <a:graphic>
          <a:graphicData uri="http://schemas.openxmlformats.org/presentationml/2006/ole">
            <mc:AlternateContent xmlns:mc="http://schemas.openxmlformats.org/markup-compatibility/2006">
              <mc:Choice xmlns:v="urn:schemas-microsoft-com:vml" Requires="v">
                <p:oleObj spid="_x0000_s475182" name="公式" r:id="rId6" imgW="685502" imgH="215806" progId="Equation.3">
                  <p:embed/>
                </p:oleObj>
              </mc:Choice>
              <mc:Fallback>
                <p:oleObj name="公式" r:id="rId6" imgW="685502" imgH="215806"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4473575"/>
                        <a:ext cx="14478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7" name="Object 3">
            <a:extLst>
              <a:ext uri="{FF2B5EF4-FFF2-40B4-BE49-F238E27FC236}">
                <a16:creationId xmlns:a16="http://schemas.microsoft.com/office/drawing/2014/main" id="{15254AF5-116B-47F9-82BD-58D342ED2D4F}"/>
              </a:ext>
            </a:extLst>
          </p:cNvPr>
          <p:cNvGraphicFramePr>
            <a:graphicFrameLocks noChangeAspect="1"/>
          </p:cNvGraphicFramePr>
          <p:nvPr/>
        </p:nvGraphicFramePr>
        <p:xfrm>
          <a:off x="3886200" y="4473575"/>
          <a:ext cx="1474788" cy="581025"/>
        </p:xfrm>
        <a:graphic>
          <a:graphicData uri="http://schemas.openxmlformats.org/presentationml/2006/ole">
            <mc:AlternateContent xmlns:mc="http://schemas.openxmlformats.org/markup-compatibility/2006">
              <mc:Choice xmlns:v="urn:schemas-microsoft-com:vml" Requires="v">
                <p:oleObj spid="_x0000_s475183" name="公式" r:id="rId8" imgW="698500" imgH="228600" progId="Equation.3">
                  <p:embed/>
                </p:oleObj>
              </mc:Choice>
              <mc:Fallback>
                <p:oleObj name="公式" r:id="rId8" imgW="698500" imgH="2286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86200" y="4473575"/>
                        <a:ext cx="14747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8" name="Object 4">
            <a:extLst>
              <a:ext uri="{FF2B5EF4-FFF2-40B4-BE49-F238E27FC236}">
                <a16:creationId xmlns:a16="http://schemas.microsoft.com/office/drawing/2014/main" id="{42C06CBC-A3BF-4B99-A216-31B64F839BF1}"/>
              </a:ext>
            </a:extLst>
          </p:cNvPr>
          <p:cNvGraphicFramePr>
            <a:graphicFrameLocks noChangeAspect="1"/>
          </p:cNvGraphicFramePr>
          <p:nvPr/>
        </p:nvGraphicFramePr>
        <p:xfrm>
          <a:off x="6705600" y="4473575"/>
          <a:ext cx="1447800" cy="581025"/>
        </p:xfrm>
        <a:graphic>
          <a:graphicData uri="http://schemas.openxmlformats.org/presentationml/2006/ole">
            <mc:AlternateContent xmlns:mc="http://schemas.openxmlformats.org/markup-compatibility/2006">
              <mc:Choice xmlns:v="urn:schemas-microsoft-com:vml" Requires="v">
                <p:oleObj spid="_x0000_s475184" name="公式" r:id="rId10" imgW="685800" imgH="228600" progId="Equation.3">
                  <p:embed/>
                </p:oleObj>
              </mc:Choice>
              <mc:Fallback>
                <p:oleObj name="公式" r:id="rId10" imgW="685800" imgH="228600"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05600" y="4473575"/>
                        <a:ext cx="14478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9" name="Object 5">
            <a:extLst>
              <a:ext uri="{FF2B5EF4-FFF2-40B4-BE49-F238E27FC236}">
                <a16:creationId xmlns:a16="http://schemas.microsoft.com/office/drawing/2014/main" id="{96405F7A-6890-4DDA-88C9-152E43B895DE}"/>
              </a:ext>
            </a:extLst>
          </p:cNvPr>
          <p:cNvGraphicFramePr>
            <a:graphicFrameLocks noChangeAspect="1"/>
          </p:cNvGraphicFramePr>
          <p:nvPr/>
        </p:nvGraphicFramePr>
        <p:xfrm>
          <a:off x="1447800" y="1654175"/>
          <a:ext cx="6530975" cy="660400"/>
        </p:xfrm>
        <a:graphic>
          <a:graphicData uri="http://schemas.openxmlformats.org/presentationml/2006/ole">
            <mc:AlternateContent xmlns:mc="http://schemas.openxmlformats.org/markup-compatibility/2006">
              <mc:Choice xmlns:v="urn:schemas-microsoft-com:vml" Requires="v">
                <p:oleObj spid="_x0000_s475185" name="公式" r:id="rId12" imgW="2260600" imgH="228600" progId="Equation.3">
                  <p:embed/>
                </p:oleObj>
              </mc:Choice>
              <mc:Fallback>
                <p:oleObj name="公式" r:id="rId12" imgW="2260600" imgH="2286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47800" y="1654175"/>
                        <a:ext cx="6530975"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5"/>
                                        </p:tgtEl>
                                        <p:attrNameLst>
                                          <p:attrName>style.visibility</p:attrName>
                                        </p:attrNameLst>
                                      </p:cBhvr>
                                      <p:to>
                                        <p:strVal val="visible"/>
                                      </p:to>
                                    </p:set>
                                    <p:animEffect transition="in" filter="wipe(left)">
                                      <p:cBhvr>
                                        <p:cTn id="7" dur="500"/>
                                        <p:tgtEl>
                                          <p:spTgt spid="276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652"/>
                                        </p:tgtEl>
                                        <p:attrNameLst>
                                          <p:attrName>style.visibility</p:attrName>
                                        </p:attrNameLst>
                                      </p:cBhvr>
                                      <p:to>
                                        <p:strVal val="visible"/>
                                      </p:to>
                                    </p:set>
                                    <p:animEffect transition="in" filter="wipe(left)">
                                      <p:cBhvr>
                                        <p:cTn id="12" dur="500"/>
                                        <p:tgtEl>
                                          <p:spTgt spid="276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7656"/>
                                        </p:tgtEl>
                                        <p:attrNameLst>
                                          <p:attrName>style.visibility</p:attrName>
                                        </p:attrNameLst>
                                      </p:cBhvr>
                                      <p:to>
                                        <p:strVal val="visible"/>
                                      </p:to>
                                    </p:set>
                                    <p:animEffect transition="in" filter="wipe(left)">
                                      <p:cBhvr>
                                        <p:cTn id="17" dur="500"/>
                                        <p:tgtEl>
                                          <p:spTgt spid="276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7653"/>
                                        </p:tgtEl>
                                        <p:attrNameLst>
                                          <p:attrName>style.visibility</p:attrName>
                                        </p:attrNameLst>
                                      </p:cBhvr>
                                      <p:to>
                                        <p:strVal val="visible"/>
                                      </p:to>
                                    </p:set>
                                    <p:animEffect transition="in" filter="wipe(left)">
                                      <p:cBhvr>
                                        <p:cTn id="22" dur="500"/>
                                        <p:tgtEl>
                                          <p:spTgt spid="276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7657"/>
                                        </p:tgtEl>
                                        <p:attrNameLst>
                                          <p:attrName>style.visibility</p:attrName>
                                        </p:attrNameLst>
                                      </p:cBhvr>
                                      <p:to>
                                        <p:strVal val="visible"/>
                                      </p:to>
                                    </p:set>
                                    <p:animEffect transition="in" filter="wipe(left)">
                                      <p:cBhvr>
                                        <p:cTn id="27" dur="500"/>
                                        <p:tgtEl>
                                          <p:spTgt spid="276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7654"/>
                                        </p:tgtEl>
                                        <p:attrNameLst>
                                          <p:attrName>style.visibility</p:attrName>
                                        </p:attrNameLst>
                                      </p:cBhvr>
                                      <p:to>
                                        <p:strVal val="visible"/>
                                      </p:to>
                                    </p:set>
                                    <p:animEffect transition="in" filter="wipe(left)">
                                      <p:cBhvr>
                                        <p:cTn id="32" dur="500"/>
                                        <p:tgtEl>
                                          <p:spTgt spid="2765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7658"/>
                                        </p:tgtEl>
                                        <p:attrNameLst>
                                          <p:attrName>style.visibility</p:attrName>
                                        </p:attrNameLst>
                                      </p:cBhvr>
                                      <p:to>
                                        <p:strVal val="visible"/>
                                      </p:to>
                                    </p:set>
                                    <p:animEffect transition="in" filter="wipe(left)">
                                      <p:cBhvr>
                                        <p:cTn id="37" dur="500"/>
                                        <p:tgtEl>
                                          <p:spTgt spid="2765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7659"/>
                                        </p:tgtEl>
                                        <p:attrNameLst>
                                          <p:attrName>style.visibility</p:attrName>
                                        </p:attrNameLst>
                                      </p:cBhvr>
                                      <p:to>
                                        <p:strVal val="visible"/>
                                      </p:to>
                                    </p:set>
                                    <p:animEffect transition="in" filter="wipe(left)">
                                      <p:cBhvr>
                                        <p:cTn id="42" dur="500"/>
                                        <p:tgtEl>
                                          <p:spTgt spid="27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5"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4">
            <a:extLst>
              <a:ext uri="{FF2B5EF4-FFF2-40B4-BE49-F238E27FC236}">
                <a16:creationId xmlns:a16="http://schemas.microsoft.com/office/drawing/2014/main" id="{43435928-983C-4F62-A4F6-9E43155CA3C2}"/>
              </a:ext>
            </a:extLst>
          </p:cNvPr>
          <p:cNvSpPr>
            <a:spLocks noChangeArrowheads="1"/>
          </p:cNvSpPr>
          <p:nvPr/>
        </p:nvSpPr>
        <p:spPr bwMode="auto">
          <a:xfrm>
            <a:off x="609600" y="11811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rPr>
              <a:t>4</a:t>
            </a:r>
            <a:r>
              <a:rPr kumimoji="0" lang="zh-CN" altLang="en-US" sz="2000">
                <a:solidFill>
                  <a:srgbClr val="000000"/>
                </a:solidFill>
              </a:rPr>
              <a:t>、组成定则</a:t>
            </a:r>
          </a:p>
        </p:txBody>
      </p:sp>
      <p:pic>
        <p:nvPicPr>
          <p:cNvPr id="28677" name="Picture 5">
            <a:extLst>
              <a:ext uri="{FF2B5EF4-FFF2-40B4-BE49-F238E27FC236}">
                <a16:creationId xmlns:a16="http://schemas.microsoft.com/office/drawing/2014/main" id="{E1AA7AD8-607E-45F5-9428-D8525BC737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314700"/>
            <a:ext cx="2652713" cy="161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6">
            <a:extLst>
              <a:ext uri="{FF2B5EF4-FFF2-40B4-BE49-F238E27FC236}">
                <a16:creationId xmlns:a16="http://schemas.microsoft.com/office/drawing/2014/main" id="{E81E2530-BA6F-48D7-9E23-C63108B10E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3238500"/>
            <a:ext cx="2667000" cy="167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7">
            <a:extLst>
              <a:ext uri="{FF2B5EF4-FFF2-40B4-BE49-F238E27FC236}">
                <a16:creationId xmlns:a16="http://schemas.microsoft.com/office/drawing/2014/main" id="{39ECB367-16F8-43C3-AA96-04CCEAB785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3114675"/>
            <a:ext cx="2667000"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680" name="Object 2">
            <a:extLst>
              <a:ext uri="{FF2B5EF4-FFF2-40B4-BE49-F238E27FC236}">
                <a16:creationId xmlns:a16="http://schemas.microsoft.com/office/drawing/2014/main" id="{F3EDBF5B-7157-46E0-B68E-78F1289D0EE6}"/>
              </a:ext>
            </a:extLst>
          </p:cNvPr>
          <p:cNvGraphicFramePr>
            <a:graphicFrameLocks noChangeAspect="1"/>
          </p:cNvGraphicFramePr>
          <p:nvPr/>
        </p:nvGraphicFramePr>
        <p:xfrm>
          <a:off x="838200" y="5295900"/>
          <a:ext cx="1473200" cy="581025"/>
        </p:xfrm>
        <a:graphic>
          <a:graphicData uri="http://schemas.openxmlformats.org/presentationml/2006/ole">
            <mc:AlternateContent xmlns:mc="http://schemas.openxmlformats.org/markup-compatibility/2006">
              <mc:Choice xmlns:v="urn:schemas-microsoft-com:vml" Requires="v">
                <p:oleObj spid="_x0000_s476206" name="公式" r:id="rId6" imgW="698500" imgH="228600" progId="Equation.3">
                  <p:embed/>
                </p:oleObj>
              </mc:Choice>
              <mc:Fallback>
                <p:oleObj name="公式" r:id="rId6" imgW="698500" imgH="2286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5295900"/>
                        <a:ext cx="14732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1" name="Object 3">
            <a:extLst>
              <a:ext uri="{FF2B5EF4-FFF2-40B4-BE49-F238E27FC236}">
                <a16:creationId xmlns:a16="http://schemas.microsoft.com/office/drawing/2014/main" id="{6EB9DE34-E5FD-4C2D-BA01-74EFEDE0E9C0}"/>
              </a:ext>
            </a:extLst>
          </p:cNvPr>
          <p:cNvGraphicFramePr>
            <a:graphicFrameLocks noChangeAspect="1"/>
          </p:cNvGraphicFramePr>
          <p:nvPr/>
        </p:nvGraphicFramePr>
        <p:xfrm>
          <a:off x="3581400" y="5295900"/>
          <a:ext cx="1473200" cy="581025"/>
        </p:xfrm>
        <a:graphic>
          <a:graphicData uri="http://schemas.openxmlformats.org/presentationml/2006/ole">
            <mc:AlternateContent xmlns:mc="http://schemas.openxmlformats.org/markup-compatibility/2006">
              <mc:Choice xmlns:v="urn:schemas-microsoft-com:vml" Requires="v">
                <p:oleObj spid="_x0000_s476207" name="公式" r:id="rId8" imgW="698500" imgH="228600" progId="Equation.3">
                  <p:embed/>
                </p:oleObj>
              </mc:Choice>
              <mc:Fallback>
                <p:oleObj name="公式" r:id="rId8" imgW="698500" imgH="2286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1400" y="5295900"/>
                        <a:ext cx="14732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2" name="Object 4">
            <a:extLst>
              <a:ext uri="{FF2B5EF4-FFF2-40B4-BE49-F238E27FC236}">
                <a16:creationId xmlns:a16="http://schemas.microsoft.com/office/drawing/2014/main" id="{2354A49A-32D5-45D3-BD98-63D788631DD3}"/>
              </a:ext>
            </a:extLst>
          </p:cNvPr>
          <p:cNvGraphicFramePr>
            <a:graphicFrameLocks noChangeAspect="1"/>
          </p:cNvGraphicFramePr>
          <p:nvPr/>
        </p:nvGraphicFramePr>
        <p:xfrm>
          <a:off x="6553200" y="5295900"/>
          <a:ext cx="1446213" cy="547688"/>
        </p:xfrm>
        <a:graphic>
          <a:graphicData uri="http://schemas.openxmlformats.org/presentationml/2006/ole">
            <mc:AlternateContent xmlns:mc="http://schemas.openxmlformats.org/markup-compatibility/2006">
              <mc:Choice xmlns:v="urn:schemas-microsoft-com:vml" Requires="v">
                <p:oleObj spid="_x0000_s476208" name="公式" r:id="rId10" imgW="685502" imgH="215806" progId="Equation.3">
                  <p:embed/>
                </p:oleObj>
              </mc:Choice>
              <mc:Fallback>
                <p:oleObj name="公式" r:id="rId10" imgW="685502" imgH="215806"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53200" y="5295900"/>
                        <a:ext cx="1446213"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3" name="Object 5">
            <a:extLst>
              <a:ext uri="{FF2B5EF4-FFF2-40B4-BE49-F238E27FC236}">
                <a16:creationId xmlns:a16="http://schemas.microsoft.com/office/drawing/2014/main" id="{6D246AD3-9774-4C40-8816-0F37300B4CFC}"/>
              </a:ext>
            </a:extLst>
          </p:cNvPr>
          <p:cNvGraphicFramePr>
            <a:graphicFrameLocks noChangeAspect="1"/>
          </p:cNvGraphicFramePr>
          <p:nvPr/>
        </p:nvGraphicFramePr>
        <p:xfrm>
          <a:off x="1600200" y="1562100"/>
          <a:ext cx="6400800" cy="644525"/>
        </p:xfrm>
        <a:graphic>
          <a:graphicData uri="http://schemas.openxmlformats.org/presentationml/2006/ole">
            <mc:AlternateContent xmlns:mc="http://schemas.openxmlformats.org/markup-compatibility/2006">
              <mc:Choice xmlns:v="urn:schemas-microsoft-com:vml" Requires="v">
                <p:oleObj spid="_x0000_s476209" name="公式" r:id="rId12" imgW="2273300" imgH="228600" progId="Equation.3">
                  <p:embed/>
                </p:oleObj>
              </mc:Choice>
              <mc:Fallback>
                <p:oleObj name="公式" r:id="rId12" imgW="2273300" imgH="2286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0200" y="1562100"/>
                        <a:ext cx="64008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wipe(left)">
                                      <p:cBhvr>
                                        <p:cTn id="7" dur="500"/>
                                        <p:tgtEl>
                                          <p:spTgt spid="286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677"/>
                                        </p:tgtEl>
                                        <p:attrNameLst>
                                          <p:attrName>style.visibility</p:attrName>
                                        </p:attrNameLst>
                                      </p:cBhvr>
                                      <p:to>
                                        <p:strVal val="visible"/>
                                      </p:to>
                                    </p:set>
                                    <p:animEffect transition="in" filter="wipe(left)">
                                      <p:cBhvr>
                                        <p:cTn id="12" dur="500"/>
                                        <p:tgtEl>
                                          <p:spTgt spid="286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8680"/>
                                        </p:tgtEl>
                                        <p:attrNameLst>
                                          <p:attrName>style.visibility</p:attrName>
                                        </p:attrNameLst>
                                      </p:cBhvr>
                                      <p:to>
                                        <p:strVal val="visible"/>
                                      </p:to>
                                    </p:set>
                                    <p:animEffect transition="in" filter="wipe(up)">
                                      <p:cBhvr>
                                        <p:cTn id="17" dur="500"/>
                                        <p:tgtEl>
                                          <p:spTgt spid="286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678"/>
                                        </p:tgtEl>
                                        <p:attrNameLst>
                                          <p:attrName>style.visibility</p:attrName>
                                        </p:attrNameLst>
                                      </p:cBhvr>
                                      <p:to>
                                        <p:strVal val="visible"/>
                                      </p:to>
                                    </p:set>
                                    <p:animEffect transition="in" filter="wipe(left)">
                                      <p:cBhvr>
                                        <p:cTn id="22" dur="500"/>
                                        <p:tgtEl>
                                          <p:spTgt spid="286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8681"/>
                                        </p:tgtEl>
                                        <p:attrNameLst>
                                          <p:attrName>style.visibility</p:attrName>
                                        </p:attrNameLst>
                                      </p:cBhvr>
                                      <p:to>
                                        <p:strVal val="visible"/>
                                      </p:to>
                                    </p:set>
                                    <p:animEffect transition="in" filter="wipe(up)">
                                      <p:cBhvr>
                                        <p:cTn id="27" dur="500"/>
                                        <p:tgtEl>
                                          <p:spTgt spid="2868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8679"/>
                                        </p:tgtEl>
                                        <p:attrNameLst>
                                          <p:attrName>style.visibility</p:attrName>
                                        </p:attrNameLst>
                                      </p:cBhvr>
                                      <p:to>
                                        <p:strVal val="visible"/>
                                      </p:to>
                                    </p:set>
                                    <p:animEffect transition="in" filter="wipe(left)">
                                      <p:cBhvr>
                                        <p:cTn id="32" dur="500"/>
                                        <p:tgtEl>
                                          <p:spTgt spid="286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8682"/>
                                        </p:tgtEl>
                                        <p:attrNameLst>
                                          <p:attrName>style.visibility</p:attrName>
                                        </p:attrNameLst>
                                      </p:cBhvr>
                                      <p:to>
                                        <p:strVal val="visible"/>
                                      </p:to>
                                    </p:set>
                                    <p:animEffect transition="in" filter="wipe(left)">
                                      <p:cBhvr>
                                        <p:cTn id="37" dur="500"/>
                                        <p:tgtEl>
                                          <p:spTgt spid="2868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8683"/>
                                        </p:tgtEl>
                                        <p:attrNameLst>
                                          <p:attrName>style.visibility</p:attrName>
                                        </p:attrNameLst>
                                      </p:cBhvr>
                                      <p:to>
                                        <p:strVal val="visible"/>
                                      </p:to>
                                    </p:set>
                                    <p:animEffect transition="in" filter="wipe(left)">
                                      <p:cBhvr>
                                        <p:cTn id="42" dur="500"/>
                                        <p:tgtEl>
                                          <p:spTgt spid="28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ext Box 4">
            <a:extLst>
              <a:ext uri="{FF2B5EF4-FFF2-40B4-BE49-F238E27FC236}">
                <a16:creationId xmlns:a16="http://schemas.microsoft.com/office/drawing/2014/main" id="{3AF741CB-7508-4752-9FBD-6EA58A8CDF2B}"/>
              </a:ext>
            </a:extLst>
          </p:cNvPr>
          <p:cNvSpPr txBox="1">
            <a:spLocks noChangeArrowheads="1"/>
          </p:cNvSpPr>
          <p:nvPr/>
        </p:nvSpPr>
        <p:spPr bwMode="auto">
          <a:xfrm>
            <a:off x="357188" y="357188"/>
            <a:ext cx="388620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800" b="1">
                <a:solidFill>
                  <a:srgbClr val="000000"/>
                </a:solidFill>
                <a:latin typeface="楷体_GB2312" pitchFamily="49" charset="-122"/>
              </a:rPr>
              <a:t>3.3 </a:t>
            </a:r>
            <a:r>
              <a:rPr kumimoji="0" lang="zh-CN" altLang="en-US" sz="2800" b="1">
                <a:solidFill>
                  <a:srgbClr val="000000"/>
                </a:solidFill>
                <a:latin typeface="楷体_GB2312" pitchFamily="49" charset="-122"/>
              </a:rPr>
              <a:t>热电偶的种类</a:t>
            </a:r>
          </a:p>
        </p:txBody>
      </p:sp>
      <p:sp>
        <p:nvSpPr>
          <p:cNvPr id="477187" name="Text Box 5">
            <a:extLst>
              <a:ext uri="{FF2B5EF4-FFF2-40B4-BE49-F238E27FC236}">
                <a16:creationId xmlns:a16="http://schemas.microsoft.com/office/drawing/2014/main" id="{7154B8A3-AFDA-49D8-BD3B-576C9CA90622}"/>
              </a:ext>
            </a:extLst>
          </p:cNvPr>
          <p:cNvSpPr txBox="1">
            <a:spLocks noChangeArrowheads="1"/>
          </p:cNvSpPr>
          <p:nvPr/>
        </p:nvSpPr>
        <p:spPr bwMode="auto">
          <a:xfrm>
            <a:off x="609600" y="1671638"/>
            <a:ext cx="502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测温范围宽   </a:t>
            </a:r>
            <a:r>
              <a:rPr kumimoji="0" lang="en-US" altLang="zh-CN" sz="2000">
                <a:solidFill>
                  <a:srgbClr val="000000"/>
                </a:solidFill>
                <a:latin typeface="楷体_GB2312" pitchFamily="49" charset="-122"/>
              </a:rPr>
              <a:t>-50————+1600</a:t>
            </a:r>
            <a:r>
              <a:rPr kumimoji="0" lang="zh-CN" altLang="en-US" sz="2000">
                <a:solidFill>
                  <a:srgbClr val="000000"/>
                </a:solidFill>
                <a:latin typeface="楷体_GB2312" pitchFamily="49" charset="-122"/>
              </a:rPr>
              <a:t>℃</a:t>
            </a:r>
            <a:endParaRPr kumimoji="0" lang="en-US" altLang="zh-CN" sz="2000">
              <a:solidFill>
                <a:srgbClr val="000000"/>
              </a:solidFill>
              <a:latin typeface="楷体_GB2312" pitchFamily="49" charset="-122"/>
            </a:endParaRPr>
          </a:p>
        </p:txBody>
      </p:sp>
      <p:sp>
        <p:nvSpPr>
          <p:cNvPr id="29703" name="Text Box 7">
            <a:extLst>
              <a:ext uri="{FF2B5EF4-FFF2-40B4-BE49-F238E27FC236}">
                <a16:creationId xmlns:a16="http://schemas.microsoft.com/office/drawing/2014/main" id="{400443DC-4F07-4614-AC91-2DFB3657926C}"/>
              </a:ext>
            </a:extLst>
          </p:cNvPr>
          <p:cNvSpPr txBox="1">
            <a:spLocks noChangeArrowheads="1"/>
          </p:cNvSpPr>
          <p:nvPr/>
        </p:nvSpPr>
        <p:spPr bwMode="auto">
          <a:xfrm>
            <a:off x="457200" y="2967038"/>
            <a:ext cx="8229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根据所用的材料，热电偶可分为</a:t>
            </a:r>
            <a:r>
              <a:rPr kumimoji="0" lang="en-US" altLang="zh-CN" sz="2000">
                <a:solidFill>
                  <a:srgbClr val="000000"/>
                </a:solidFill>
                <a:latin typeface="楷体_GB2312" pitchFamily="49" charset="-122"/>
              </a:rPr>
              <a:t>K</a:t>
            </a:r>
            <a:r>
              <a:rPr kumimoji="0" lang="zh-CN" altLang="en-US" sz="2000">
                <a:solidFill>
                  <a:srgbClr val="000000"/>
                </a:solidFill>
                <a:latin typeface="楷体_GB2312" pitchFamily="49" charset="-122"/>
              </a:rPr>
              <a:t>、</a:t>
            </a:r>
            <a:r>
              <a:rPr kumimoji="0" lang="en-US" altLang="zh-CN" sz="2000">
                <a:solidFill>
                  <a:srgbClr val="000000"/>
                </a:solidFill>
                <a:latin typeface="楷体_GB2312" pitchFamily="49" charset="-122"/>
              </a:rPr>
              <a:t>E </a:t>
            </a:r>
            <a:r>
              <a:rPr kumimoji="0" lang="zh-CN" altLang="en-US" sz="2000">
                <a:solidFill>
                  <a:srgbClr val="000000"/>
                </a:solidFill>
                <a:latin typeface="楷体_GB2312" pitchFamily="49" charset="-122"/>
              </a:rPr>
              <a:t>、</a:t>
            </a:r>
            <a:r>
              <a:rPr kumimoji="0" lang="en-US" altLang="zh-CN" sz="2000">
                <a:solidFill>
                  <a:srgbClr val="000000"/>
                </a:solidFill>
                <a:latin typeface="楷体_GB2312" pitchFamily="49" charset="-122"/>
              </a:rPr>
              <a:t>J </a:t>
            </a:r>
            <a:r>
              <a:rPr kumimoji="0" lang="zh-CN" altLang="en-US" sz="2000">
                <a:solidFill>
                  <a:srgbClr val="000000"/>
                </a:solidFill>
                <a:latin typeface="楷体_GB2312" pitchFamily="49" charset="-122"/>
              </a:rPr>
              <a:t>、</a:t>
            </a:r>
            <a:r>
              <a:rPr kumimoji="0" lang="en-US" altLang="zh-CN" sz="2000">
                <a:solidFill>
                  <a:srgbClr val="000000"/>
                </a:solidFill>
                <a:latin typeface="楷体_GB2312" pitchFamily="49" charset="-122"/>
              </a:rPr>
              <a:t>T </a:t>
            </a:r>
            <a:r>
              <a:rPr kumimoji="0" lang="zh-CN" altLang="en-US" sz="2000">
                <a:solidFill>
                  <a:srgbClr val="000000"/>
                </a:solidFill>
                <a:latin typeface="楷体_GB2312" pitchFamily="49" charset="-122"/>
              </a:rPr>
              <a:t>、</a:t>
            </a:r>
            <a:r>
              <a:rPr kumimoji="0" lang="en-US" altLang="zh-CN" sz="2000">
                <a:solidFill>
                  <a:srgbClr val="000000"/>
                </a:solidFill>
                <a:latin typeface="楷体_GB2312" pitchFamily="49" charset="-122"/>
              </a:rPr>
              <a:t>B </a:t>
            </a:r>
            <a:r>
              <a:rPr kumimoji="0" lang="zh-CN" altLang="en-US" sz="2000">
                <a:solidFill>
                  <a:srgbClr val="000000"/>
                </a:solidFill>
                <a:latin typeface="楷体_GB2312" pitchFamily="49" charset="-122"/>
              </a:rPr>
              <a:t>、</a:t>
            </a:r>
            <a:r>
              <a:rPr kumimoji="0" lang="en-US" altLang="zh-CN" sz="2000">
                <a:solidFill>
                  <a:srgbClr val="000000"/>
                </a:solidFill>
                <a:latin typeface="楷体_GB2312" pitchFamily="49" charset="-122"/>
              </a:rPr>
              <a:t>R </a:t>
            </a:r>
            <a:r>
              <a:rPr kumimoji="0" lang="zh-CN" altLang="en-US" sz="2000">
                <a:solidFill>
                  <a:srgbClr val="000000"/>
                </a:solidFill>
                <a:latin typeface="楷体_GB2312" pitchFamily="49" charset="-122"/>
              </a:rPr>
              <a:t>、</a:t>
            </a:r>
            <a:r>
              <a:rPr kumimoji="0" lang="en-US" altLang="zh-CN" sz="2000">
                <a:solidFill>
                  <a:srgbClr val="000000"/>
                </a:solidFill>
                <a:latin typeface="楷体_GB2312" pitchFamily="49" charset="-122"/>
              </a:rPr>
              <a:t>S</a:t>
            </a:r>
            <a:r>
              <a:rPr kumimoji="0" lang="zh-CN" altLang="en-US" sz="2000">
                <a:solidFill>
                  <a:srgbClr val="000000"/>
                </a:solidFill>
                <a:latin typeface="楷体_GB2312" pitchFamily="49" charset="-122"/>
              </a:rPr>
              <a:t>这七种类型</a:t>
            </a:r>
          </a:p>
        </p:txBody>
      </p:sp>
      <p:graphicFrame>
        <p:nvGraphicFramePr>
          <p:cNvPr id="477189" name="Object 3">
            <a:extLst>
              <a:ext uri="{FF2B5EF4-FFF2-40B4-BE49-F238E27FC236}">
                <a16:creationId xmlns:a16="http://schemas.microsoft.com/office/drawing/2014/main" id="{E69A455E-1C18-4F6A-B8DE-D5268D4C3131}"/>
              </a:ext>
            </a:extLst>
          </p:cNvPr>
          <p:cNvGraphicFramePr>
            <a:graphicFrameLocks noChangeAspect="1"/>
          </p:cNvGraphicFramePr>
          <p:nvPr/>
        </p:nvGraphicFramePr>
        <p:xfrm>
          <a:off x="2133600" y="2205038"/>
          <a:ext cx="1219200" cy="454025"/>
        </p:xfrm>
        <a:graphic>
          <a:graphicData uri="http://schemas.openxmlformats.org/presentationml/2006/ole">
            <mc:AlternateContent xmlns:mc="http://schemas.openxmlformats.org/markup-compatibility/2006">
              <mc:Choice xmlns:v="urn:schemas-microsoft-com:vml" Requires="v">
                <p:oleObj spid="_x0000_s477209" name="公式" r:id="rId3" imgW="545626" imgH="203024" progId="Equation.3">
                  <p:embed/>
                </p:oleObj>
              </mc:Choice>
              <mc:Fallback>
                <p:oleObj name="公式" r:id="rId3" imgW="545626" imgH="203024"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205038"/>
                        <a:ext cx="1219200"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0" name="Object 4">
            <a:extLst>
              <a:ext uri="{FF2B5EF4-FFF2-40B4-BE49-F238E27FC236}">
                <a16:creationId xmlns:a16="http://schemas.microsoft.com/office/drawing/2014/main" id="{D5EE9A60-C832-4B2B-A427-09E7C63D34E3}"/>
              </a:ext>
            </a:extLst>
          </p:cNvPr>
          <p:cNvGraphicFramePr>
            <a:graphicFrameLocks noChangeAspect="1"/>
          </p:cNvGraphicFramePr>
          <p:nvPr/>
        </p:nvGraphicFramePr>
        <p:xfrm>
          <a:off x="4267200" y="2205038"/>
          <a:ext cx="1169988" cy="468312"/>
        </p:xfrm>
        <a:graphic>
          <a:graphicData uri="http://schemas.openxmlformats.org/presentationml/2006/ole">
            <mc:AlternateContent xmlns:mc="http://schemas.openxmlformats.org/markup-compatibility/2006">
              <mc:Choice xmlns:v="urn:schemas-microsoft-com:vml" Requires="v">
                <p:oleObj spid="_x0000_s477210" name="公式" r:id="rId5" imgW="507780" imgH="203112" progId="Equation.3">
                  <p:embed/>
                </p:oleObj>
              </mc:Choice>
              <mc:Fallback>
                <p:oleObj name="公式" r:id="rId5" imgW="507780" imgH="203112"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2205038"/>
                        <a:ext cx="1169988"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wipe(left)">
                                      <p:cBhvr>
                                        <p:cTn id="7" dur="500"/>
                                        <p:tgtEl>
                                          <p:spTgt spid="297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03"/>
                                        </p:tgtEl>
                                        <p:attrNameLst>
                                          <p:attrName>style.visibility</p:attrName>
                                        </p:attrNameLst>
                                      </p:cBhvr>
                                      <p:to>
                                        <p:strVal val="visible"/>
                                      </p:to>
                                    </p:set>
                                    <p:animEffect transition="in" filter="wipe(left)">
                                      <p:cBhvr>
                                        <p:cTn id="12" dur="500"/>
                                        <p:tgtEl>
                                          <p:spTgt spid="29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P spid="29703"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ext Box 5">
            <a:extLst>
              <a:ext uri="{FF2B5EF4-FFF2-40B4-BE49-F238E27FC236}">
                <a16:creationId xmlns:a16="http://schemas.microsoft.com/office/drawing/2014/main" id="{1DEAA610-7C69-4565-9B4B-F286513FE44A}"/>
              </a:ext>
            </a:extLst>
          </p:cNvPr>
          <p:cNvSpPr txBox="1">
            <a:spLocks noChangeArrowheads="1"/>
          </p:cNvSpPr>
          <p:nvPr/>
        </p:nvSpPr>
        <p:spPr bwMode="auto">
          <a:xfrm>
            <a:off x="533400" y="1703388"/>
            <a:ext cx="8153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latin typeface="楷体_GB2312" pitchFamily="49" charset="-122"/>
              </a:rPr>
              <a:t>        </a:t>
            </a:r>
            <a:r>
              <a:rPr kumimoji="0" lang="zh-CN" altLang="en-US" sz="2000">
                <a:solidFill>
                  <a:srgbClr val="000000"/>
                </a:solidFill>
                <a:latin typeface="楷体_GB2312" pitchFamily="49" charset="-122"/>
              </a:rPr>
              <a:t>根据中间金属定则，把第三种金属</a:t>
            </a:r>
            <a:r>
              <a:rPr kumimoji="0" lang="en-US" altLang="zh-CN" sz="2000">
                <a:solidFill>
                  <a:srgbClr val="000000"/>
                </a:solidFill>
                <a:latin typeface="楷体_GB2312" pitchFamily="49" charset="-122"/>
              </a:rPr>
              <a:t>C</a:t>
            </a:r>
            <a:r>
              <a:rPr kumimoji="0" lang="zh-CN" altLang="en-US" sz="2000">
                <a:solidFill>
                  <a:srgbClr val="000000"/>
                </a:solidFill>
                <a:latin typeface="楷体_GB2312" pitchFamily="49" charset="-122"/>
              </a:rPr>
              <a:t>换成电压测量电路，并保持两个结点温度一致，就可以完成温度的测量。</a:t>
            </a:r>
          </a:p>
        </p:txBody>
      </p:sp>
      <p:pic>
        <p:nvPicPr>
          <p:cNvPr id="30726" name="Picture 6">
            <a:extLst>
              <a:ext uri="{FF2B5EF4-FFF2-40B4-BE49-F238E27FC236}">
                <a16:creationId xmlns:a16="http://schemas.microsoft.com/office/drawing/2014/main" id="{B8016CB3-2755-43CB-981F-F9C9605C7C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998788"/>
            <a:ext cx="5786438" cy="228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Line 7">
            <a:extLst>
              <a:ext uri="{FF2B5EF4-FFF2-40B4-BE49-F238E27FC236}">
                <a16:creationId xmlns:a16="http://schemas.microsoft.com/office/drawing/2014/main" id="{3CA1254B-5569-42BE-9E57-487E9883E666}"/>
              </a:ext>
            </a:extLst>
          </p:cNvPr>
          <p:cNvSpPr>
            <a:spLocks noChangeShapeType="1"/>
          </p:cNvSpPr>
          <p:nvPr/>
        </p:nvSpPr>
        <p:spPr bwMode="auto">
          <a:xfrm flipH="1">
            <a:off x="1295400" y="4141788"/>
            <a:ext cx="990600" cy="91440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28" name="Text Box 8">
            <a:extLst>
              <a:ext uri="{FF2B5EF4-FFF2-40B4-BE49-F238E27FC236}">
                <a16:creationId xmlns:a16="http://schemas.microsoft.com/office/drawing/2014/main" id="{2EFE262F-FFCB-46C8-9CF3-5A50DDA9491A}"/>
              </a:ext>
            </a:extLst>
          </p:cNvPr>
          <p:cNvSpPr txBox="1">
            <a:spLocks noChangeArrowheads="1"/>
          </p:cNvSpPr>
          <p:nvPr/>
        </p:nvSpPr>
        <p:spPr bwMode="auto">
          <a:xfrm>
            <a:off x="685800" y="5056188"/>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热端</a:t>
            </a:r>
          </a:p>
        </p:txBody>
      </p:sp>
      <p:sp>
        <p:nvSpPr>
          <p:cNvPr id="30729" name="Line 9">
            <a:extLst>
              <a:ext uri="{FF2B5EF4-FFF2-40B4-BE49-F238E27FC236}">
                <a16:creationId xmlns:a16="http://schemas.microsoft.com/office/drawing/2014/main" id="{7B8DA5D2-259E-4AEF-A9F7-6BD9EF0047D9}"/>
              </a:ext>
            </a:extLst>
          </p:cNvPr>
          <p:cNvSpPr>
            <a:spLocks noChangeShapeType="1"/>
          </p:cNvSpPr>
          <p:nvPr/>
        </p:nvSpPr>
        <p:spPr bwMode="auto">
          <a:xfrm flipH="1">
            <a:off x="1600200" y="4065588"/>
            <a:ext cx="38100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8215" name="Text Box 11">
            <a:extLst>
              <a:ext uri="{FF2B5EF4-FFF2-40B4-BE49-F238E27FC236}">
                <a16:creationId xmlns:a16="http://schemas.microsoft.com/office/drawing/2014/main" id="{DA0A74E6-B2E5-4189-89C5-5D5427A93E70}"/>
              </a:ext>
            </a:extLst>
          </p:cNvPr>
          <p:cNvSpPr txBox="1">
            <a:spLocks noChangeArrowheads="1"/>
          </p:cNvSpPr>
          <p:nvPr/>
        </p:nvSpPr>
        <p:spPr bwMode="auto">
          <a:xfrm>
            <a:off x="685800" y="3684588"/>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endParaRPr kumimoji="0" lang="zh-CN" altLang="zh-CN" sz="2000">
              <a:solidFill>
                <a:srgbClr val="000000"/>
              </a:solidFill>
              <a:latin typeface="楷体_GB2312" pitchFamily="49" charset="-122"/>
            </a:endParaRPr>
          </a:p>
        </p:txBody>
      </p:sp>
      <p:sp>
        <p:nvSpPr>
          <p:cNvPr id="30732" name="Text Box 12">
            <a:extLst>
              <a:ext uri="{FF2B5EF4-FFF2-40B4-BE49-F238E27FC236}">
                <a16:creationId xmlns:a16="http://schemas.microsoft.com/office/drawing/2014/main" id="{0D54779E-F5F2-4589-B0E7-CA437B0D12E9}"/>
              </a:ext>
            </a:extLst>
          </p:cNvPr>
          <p:cNvSpPr txBox="1">
            <a:spLocks noChangeArrowheads="1"/>
          </p:cNvSpPr>
          <p:nvPr/>
        </p:nvSpPr>
        <p:spPr bwMode="auto">
          <a:xfrm>
            <a:off x="533400" y="3684588"/>
            <a:ext cx="1143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需测的温度场</a:t>
            </a:r>
          </a:p>
        </p:txBody>
      </p:sp>
      <p:sp>
        <p:nvSpPr>
          <p:cNvPr id="30733" name="Line 13">
            <a:extLst>
              <a:ext uri="{FF2B5EF4-FFF2-40B4-BE49-F238E27FC236}">
                <a16:creationId xmlns:a16="http://schemas.microsoft.com/office/drawing/2014/main" id="{01BB640D-A96C-493A-8387-A9C83A148D96}"/>
              </a:ext>
            </a:extLst>
          </p:cNvPr>
          <p:cNvSpPr>
            <a:spLocks noChangeShapeType="1"/>
          </p:cNvSpPr>
          <p:nvPr/>
        </p:nvSpPr>
        <p:spPr bwMode="auto">
          <a:xfrm flipV="1">
            <a:off x="3200400" y="2846388"/>
            <a:ext cx="762000" cy="68580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4" name="Text Box 14">
            <a:extLst>
              <a:ext uri="{FF2B5EF4-FFF2-40B4-BE49-F238E27FC236}">
                <a16:creationId xmlns:a16="http://schemas.microsoft.com/office/drawing/2014/main" id="{18D78379-C0A8-4632-87FB-5193A11150EE}"/>
              </a:ext>
            </a:extLst>
          </p:cNvPr>
          <p:cNvSpPr txBox="1">
            <a:spLocks noChangeArrowheads="1"/>
          </p:cNvSpPr>
          <p:nvPr/>
        </p:nvSpPr>
        <p:spPr bwMode="auto">
          <a:xfrm>
            <a:off x="3962400" y="2617788"/>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冷端</a:t>
            </a:r>
          </a:p>
        </p:txBody>
      </p:sp>
      <p:sp>
        <p:nvSpPr>
          <p:cNvPr id="478219" name="Text Box 15">
            <a:extLst>
              <a:ext uri="{FF2B5EF4-FFF2-40B4-BE49-F238E27FC236}">
                <a16:creationId xmlns:a16="http://schemas.microsoft.com/office/drawing/2014/main" id="{7A078366-C1CA-4A8A-9D62-9FA10EB1A5C2}"/>
              </a:ext>
            </a:extLst>
          </p:cNvPr>
          <p:cNvSpPr txBox="1">
            <a:spLocks noChangeArrowheads="1"/>
          </p:cNvSpPr>
          <p:nvPr/>
        </p:nvSpPr>
        <p:spPr bwMode="auto">
          <a:xfrm>
            <a:off x="3336925" y="6954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zh-CN" sz="2000">
              <a:solidFill>
                <a:srgbClr val="000000"/>
              </a:solidFill>
              <a:latin typeface="楷体_GB2312" pitchFamily="49" charset="-122"/>
            </a:endParaRPr>
          </a:p>
        </p:txBody>
      </p:sp>
      <p:graphicFrame>
        <p:nvGraphicFramePr>
          <p:cNvPr id="30736" name="Object 2">
            <a:extLst>
              <a:ext uri="{FF2B5EF4-FFF2-40B4-BE49-F238E27FC236}">
                <a16:creationId xmlns:a16="http://schemas.microsoft.com/office/drawing/2014/main" id="{6C6F13BB-0BF1-486C-9550-C21EE8182414}"/>
              </a:ext>
            </a:extLst>
          </p:cNvPr>
          <p:cNvGraphicFramePr>
            <a:graphicFrameLocks noChangeAspect="1"/>
          </p:cNvGraphicFramePr>
          <p:nvPr/>
        </p:nvGraphicFramePr>
        <p:xfrm>
          <a:off x="2217738" y="5513388"/>
          <a:ext cx="4708525" cy="652462"/>
        </p:xfrm>
        <a:graphic>
          <a:graphicData uri="http://schemas.openxmlformats.org/presentationml/2006/ole">
            <mc:AlternateContent xmlns:mc="http://schemas.openxmlformats.org/markup-compatibility/2006">
              <mc:Choice xmlns:v="urn:schemas-microsoft-com:vml" Requires="v">
                <p:oleObj spid="_x0000_s478231" name="公式" r:id="rId4" imgW="1651000" imgH="228600" progId="Equation.3">
                  <p:embed/>
                </p:oleObj>
              </mc:Choice>
              <mc:Fallback>
                <p:oleObj name="公式" r:id="rId4" imgW="165100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7738" y="5513388"/>
                        <a:ext cx="4708525" cy="652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4">
            <a:extLst>
              <a:ext uri="{FF2B5EF4-FFF2-40B4-BE49-F238E27FC236}">
                <a16:creationId xmlns:a16="http://schemas.microsoft.com/office/drawing/2014/main" id="{47FB93CF-D97D-4BC7-896D-9ABDD1A457F7}"/>
              </a:ext>
            </a:extLst>
          </p:cNvPr>
          <p:cNvSpPr txBox="1">
            <a:spLocks noChangeArrowheads="1"/>
          </p:cNvSpPr>
          <p:nvPr/>
        </p:nvSpPr>
        <p:spPr bwMode="auto">
          <a:xfrm>
            <a:off x="357188" y="357188"/>
            <a:ext cx="5429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800" b="1">
                <a:solidFill>
                  <a:srgbClr val="000000"/>
                </a:solidFill>
                <a:latin typeface="楷体_GB2312" pitchFamily="49" charset="-122"/>
              </a:rPr>
              <a:t>3.4 </a:t>
            </a:r>
            <a:r>
              <a:rPr kumimoji="0" lang="zh-CN" altLang="en-US" sz="2800" b="1">
                <a:solidFill>
                  <a:srgbClr val="000000"/>
                </a:solidFill>
                <a:latin typeface="楷体_GB2312" pitchFamily="49" charset="-122"/>
              </a:rPr>
              <a:t>热电偶传感器的测量电路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wipe(left)">
                                      <p:cBhvr>
                                        <p:cTn id="7" dur="500"/>
                                        <p:tgtEl>
                                          <p:spTgt spid="307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0726"/>
                                        </p:tgtEl>
                                        <p:attrNameLst>
                                          <p:attrName>style.visibility</p:attrName>
                                        </p:attrNameLst>
                                      </p:cBhvr>
                                      <p:to>
                                        <p:strVal val="visible"/>
                                      </p:to>
                                    </p:set>
                                    <p:animEffect transition="in" filter="wipe(left)">
                                      <p:cBhvr>
                                        <p:cTn id="12" dur="500"/>
                                        <p:tgtEl>
                                          <p:spTgt spid="307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0736"/>
                                        </p:tgtEl>
                                        <p:attrNameLst>
                                          <p:attrName>style.visibility</p:attrName>
                                        </p:attrNameLst>
                                      </p:cBhvr>
                                      <p:to>
                                        <p:strVal val="visible"/>
                                      </p:to>
                                    </p:set>
                                    <p:animEffect transition="in" filter="wipe(left)">
                                      <p:cBhvr>
                                        <p:cTn id="17" dur="500"/>
                                        <p:tgtEl>
                                          <p:spTgt spid="307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30727"/>
                                        </p:tgtEl>
                                        <p:attrNameLst>
                                          <p:attrName>style.visibility</p:attrName>
                                        </p:attrNameLst>
                                      </p:cBhvr>
                                      <p:to>
                                        <p:strVal val="visible"/>
                                      </p:to>
                                    </p:set>
                                    <p:animEffect transition="in" filter="wipe(right)">
                                      <p:cBhvr>
                                        <p:cTn id="22" dur="500"/>
                                        <p:tgtEl>
                                          <p:spTgt spid="30727"/>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30728"/>
                                        </p:tgtEl>
                                        <p:attrNameLst>
                                          <p:attrName>style.visibility</p:attrName>
                                        </p:attrNameLst>
                                      </p:cBhvr>
                                      <p:to>
                                        <p:strVal val="visible"/>
                                      </p:to>
                                    </p:set>
                                    <p:animEffect transition="in" filter="wipe(left)">
                                      <p:cBhvr>
                                        <p:cTn id="26" dur="500"/>
                                        <p:tgtEl>
                                          <p:spTgt spid="3072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0733"/>
                                        </p:tgtEl>
                                        <p:attrNameLst>
                                          <p:attrName>style.visibility</p:attrName>
                                        </p:attrNameLst>
                                      </p:cBhvr>
                                      <p:to>
                                        <p:strVal val="visible"/>
                                      </p:to>
                                    </p:set>
                                    <p:animEffect transition="in" filter="wipe(left)">
                                      <p:cBhvr>
                                        <p:cTn id="31" dur="500"/>
                                        <p:tgtEl>
                                          <p:spTgt spid="30733"/>
                                        </p:tgtEl>
                                      </p:cBhvr>
                                    </p:animEffect>
                                  </p:childTnLst>
                                </p:cTn>
                              </p:par>
                            </p:childTnLst>
                          </p:cTn>
                        </p:par>
                        <p:par>
                          <p:cTn id="32" fill="hold" nodeType="afterGroup">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30734"/>
                                        </p:tgtEl>
                                        <p:attrNameLst>
                                          <p:attrName>style.visibility</p:attrName>
                                        </p:attrNameLst>
                                      </p:cBhvr>
                                      <p:to>
                                        <p:strVal val="visible"/>
                                      </p:to>
                                    </p:set>
                                    <p:animEffect transition="in" filter="wipe(left)">
                                      <p:cBhvr>
                                        <p:cTn id="35" dur="500"/>
                                        <p:tgtEl>
                                          <p:spTgt spid="3073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2" fill="hold" nodeType="clickEffect">
                                  <p:stCondLst>
                                    <p:cond delay="0"/>
                                  </p:stCondLst>
                                  <p:childTnLst>
                                    <p:set>
                                      <p:cBhvr>
                                        <p:cTn id="39" dur="1" fill="hold">
                                          <p:stCondLst>
                                            <p:cond delay="0"/>
                                          </p:stCondLst>
                                        </p:cTn>
                                        <p:tgtEl>
                                          <p:spTgt spid="30729"/>
                                        </p:tgtEl>
                                        <p:attrNameLst>
                                          <p:attrName>style.visibility</p:attrName>
                                        </p:attrNameLst>
                                      </p:cBhvr>
                                      <p:to>
                                        <p:strVal val="visible"/>
                                      </p:to>
                                    </p:set>
                                    <p:animEffect transition="in" filter="wipe(right)">
                                      <p:cBhvr>
                                        <p:cTn id="40" dur="500"/>
                                        <p:tgtEl>
                                          <p:spTgt spid="30729"/>
                                        </p:tgtEl>
                                      </p:cBhvr>
                                    </p:animEffect>
                                  </p:childTnLst>
                                </p:cTn>
                              </p:par>
                            </p:childTnLst>
                          </p:cTn>
                        </p:par>
                        <p:par>
                          <p:cTn id="41" fill="hold" nodeType="after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30732"/>
                                        </p:tgtEl>
                                        <p:attrNameLst>
                                          <p:attrName>style.visibility</p:attrName>
                                        </p:attrNameLst>
                                      </p:cBhvr>
                                      <p:to>
                                        <p:strVal val="visible"/>
                                      </p:to>
                                    </p:set>
                                    <p:animEffect transition="in" filter="wipe(left)">
                                      <p:cBhvr>
                                        <p:cTn id="44" dur="500"/>
                                        <p:tgtEl>
                                          <p:spTgt spid="3073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p:bldP spid="30728" grpId="0"/>
      <p:bldP spid="30732" grpId="0"/>
      <p:bldP spid="30734" grpId="0"/>
      <p:bldP spid="14"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5">
            <a:extLst>
              <a:ext uri="{FF2B5EF4-FFF2-40B4-BE49-F238E27FC236}">
                <a16:creationId xmlns:a16="http://schemas.microsoft.com/office/drawing/2014/main" id="{2CA69301-CEC2-4A4A-8654-679CF17F083E}"/>
              </a:ext>
            </a:extLst>
          </p:cNvPr>
          <p:cNvSpPr>
            <a:spLocks noChangeArrowheads="1"/>
          </p:cNvSpPr>
          <p:nvPr/>
        </p:nvSpPr>
        <p:spPr bwMode="auto">
          <a:xfrm>
            <a:off x="685800" y="1114425"/>
            <a:ext cx="5080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sz="3200">
                <a:solidFill>
                  <a:srgbClr val="000000"/>
                </a:solidFill>
              </a:rPr>
              <a:t>热电偶式传感器的冷端补偿</a:t>
            </a:r>
          </a:p>
        </p:txBody>
      </p:sp>
      <p:sp>
        <p:nvSpPr>
          <p:cNvPr id="37894" name="Text Box 6">
            <a:extLst>
              <a:ext uri="{FF2B5EF4-FFF2-40B4-BE49-F238E27FC236}">
                <a16:creationId xmlns:a16="http://schemas.microsoft.com/office/drawing/2014/main" id="{FA23D0C7-6CB3-437F-8AFC-8978A6EA671F}"/>
              </a:ext>
            </a:extLst>
          </p:cNvPr>
          <p:cNvSpPr txBox="1">
            <a:spLocks noChangeArrowheads="1"/>
          </p:cNvSpPr>
          <p:nvPr/>
        </p:nvSpPr>
        <p:spPr bwMode="auto">
          <a:xfrm>
            <a:off x="609600" y="1876425"/>
            <a:ext cx="7815263"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endParaRPr lang="en-US" altLang="zh-CN" sz="3200">
              <a:solidFill>
                <a:srgbClr val="CCCCFF"/>
              </a:solidFill>
              <a:ea typeface="宋体" panose="02010600030101010101" pitchFamily="2" charset="-122"/>
            </a:endParaRPr>
          </a:p>
          <a:p>
            <a:pPr algn="l" eaLnBrk="1" hangingPunct="1">
              <a:lnSpc>
                <a:spcPct val="120000"/>
              </a:lnSpc>
              <a:spcBef>
                <a:spcPct val="0"/>
              </a:spcBef>
              <a:buClr>
                <a:srgbClr val="CC3300"/>
              </a:buClr>
              <a:buSzTx/>
              <a:buFont typeface="Wingdings" panose="05000000000000000000" pitchFamily="2" charset="2"/>
              <a:buChar char="l"/>
            </a:pPr>
            <a:r>
              <a:rPr lang="zh-CN" altLang="en-US" sz="2800">
                <a:solidFill>
                  <a:srgbClr val="000000"/>
                </a:solidFill>
                <a:ea typeface="宋体" panose="02010600030101010101" pitchFamily="2" charset="-122"/>
              </a:rPr>
              <a:t>只有当热电偶冷端温度保持不变时，热电势才是被测温度的单值函数。实际中由于热电偶工作端与冷端距离很近，冷端又暴露于空间，容易受到周围环境波动的影响，因而冷端温度难以保持恒定；</a:t>
            </a:r>
          </a:p>
          <a:p>
            <a:pPr algn="l" eaLnBrk="1" hangingPunct="1">
              <a:lnSpc>
                <a:spcPct val="120000"/>
              </a:lnSpc>
              <a:spcBef>
                <a:spcPct val="0"/>
              </a:spcBef>
              <a:buClr>
                <a:srgbClr val="CC3300"/>
              </a:buClr>
              <a:buSzTx/>
              <a:buFont typeface="Wingdings" panose="05000000000000000000" pitchFamily="2" charset="2"/>
              <a:buChar char="l"/>
            </a:pPr>
            <a:r>
              <a:rPr lang="zh-CN" altLang="en-US" sz="2800">
                <a:solidFill>
                  <a:srgbClr val="000000"/>
                </a:solidFill>
                <a:ea typeface="宋体" panose="02010600030101010101" pitchFamily="2" charset="-122"/>
              </a:rPr>
              <a:t>热电偶分度表给出的热电势是以冷端温度</a:t>
            </a:r>
            <a:r>
              <a:rPr lang="en-US" altLang="zh-CN" sz="2800">
                <a:solidFill>
                  <a:srgbClr val="000000"/>
                </a:solidFill>
                <a:ea typeface="宋体" panose="02010600030101010101" pitchFamily="2" charset="-122"/>
              </a:rPr>
              <a:t>0℃</a:t>
            </a:r>
            <a:r>
              <a:rPr lang="zh-CN" altLang="en-US" sz="2800">
                <a:solidFill>
                  <a:srgbClr val="000000"/>
                </a:solidFill>
                <a:ea typeface="宋体" panose="02010600030101010101" pitchFamily="2" charset="-122"/>
              </a:rPr>
              <a:t>为依据，否则会产生误差。</a:t>
            </a:r>
          </a:p>
        </p:txBody>
      </p:sp>
      <p:sp>
        <p:nvSpPr>
          <p:cNvPr id="37896" name="Rectangle 8">
            <a:extLst>
              <a:ext uri="{FF2B5EF4-FFF2-40B4-BE49-F238E27FC236}">
                <a16:creationId xmlns:a16="http://schemas.microsoft.com/office/drawing/2014/main" id="{4147F78E-E4B2-4B9B-AA1D-7B9E73E1B753}"/>
              </a:ext>
            </a:extLst>
          </p:cNvPr>
          <p:cNvSpPr>
            <a:spLocks noChangeArrowheads="1"/>
          </p:cNvSpPr>
          <p:nvPr/>
        </p:nvSpPr>
        <p:spPr bwMode="auto">
          <a:xfrm>
            <a:off x="609600" y="1800225"/>
            <a:ext cx="1004888"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3200">
                <a:solidFill>
                  <a:srgbClr val="FF0000"/>
                </a:solidFill>
                <a:latin typeface="华文新魏" panose="02010800040101010101" pitchFamily="2" charset="-122"/>
                <a:ea typeface="华文新魏" panose="02010800040101010101" pitchFamily="2" charset="-122"/>
              </a:rPr>
              <a:t>原因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3"/>
                                        </p:tgtEl>
                                        <p:attrNameLst>
                                          <p:attrName>style.visibility</p:attrName>
                                        </p:attrNameLst>
                                      </p:cBhvr>
                                      <p:to>
                                        <p:strVal val="visible"/>
                                      </p:to>
                                    </p:set>
                                    <p:animEffect transition="in" filter="wipe(left)">
                                      <p:cBhvr>
                                        <p:cTn id="7" dur="500"/>
                                        <p:tgtEl>
                                          <p:spTgt spid="378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896"/>
                                        </p:tgtEl>
                                        <p:attrNameLst>
                                          <p:attrName>style.visibility</p:attrName>
                                        </p:attrNameLst>
                                      </p:cBhvr>
                                      <p:to>
                                        <p:strVal val="visible"/>
                                      </p:to>
                                    </p:set>
                                    <p:animEffect transition="in" filter="wipe(left)">
                                      <p:cBhvr>
                                        <p:cTn id="12" dur="500"/>
                                        <p:tgtEl>
                                          <p:spTgt spid="378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894"/>
                                        </p:tgtEl>
                                        <p:attrNameLst>
                                          <p:attrName>style.visibility</p:attrName>
                                        </p:attrNameLst>
                                      </p:cBhvr>
                                      <p:to>
                                        <p:strVal val="visible"/>
                                      </p:to>
                                    </p:set>
                                    <p:animEffect transition="in" filter="wipe(left)">
                                      <p:cBhvr>
                                        <p:cTn id="17" dur="500"/>
                                        <p:tgtEl>
                                          <p:spTgt spid="37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P spid="37894" grpId="0"/>
      <p:bldP spid="37896"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0258" name="Picture 4" descr="2">
            <a:extLst>
              <a:ext uri="{FF2B5EF4-FFF2-40B4-BE49-F238E27FC236}">
                <a16:creationId xmlns:a16="http://schemas.microsoft.com/office/drawing/2014/main" id="{64DDB071-2FF4-4461-9725-06C69B00C768}"/>
              </a:ext>
            </a:extLst>
          </p:cNvPr>
          <p:cNvPicPr>
            <a:picLocks noChangeAspect="1" noChangeArrowheads="1"/>
          </p:cNvPicPr>
          <p:nvPr/>
        </p:nvPicPr>
        <p:blipFill>
          <a:blip r:embed="rId2">
            <a:lum contrast="-18000"/>
            <a:extLst>
              <a:ext uri="{28A0092B-C50C-407E-A947-70E740481C1C}">
                <a14:useLocalDpi xmlns:a14="http://schemas.microsoft.com/office/drawing/2010/main" val="0"/>
              </a:ext>
            </a:extLst>
          </a:blip>
          <a:srcRect l="7753" t="7191" r="7104" b="16772"/>
          <a:stretch>
            <a:fillRect/>
          </a:stretch>
        </p:blipFill>
        <p:spPr bwMode="auto">
          <a:xfrm>
            <a:off x="1258888" y="1382713"/>
            <a:ext cx="7199312"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0259" name="Rectangle 5">
            <a:extLst>
              <a:ext uri="{FF2B5EF4-FFF2-40B4-BE49-F238E27FC236}">
                <a16:creationId xmlns:a16="http://schemas.microsoft.com/office/drawing/2014/main" id="{8E3D72DF-F61B-4FF1-947E-C6210A42D597}"/>
              </a:ext>
            </a:extLst>
          </p:cNvPr>
          <p:cNvSpPr>
            <a:spLocks noChangeArrowheads="1"/>
          </p:cNvSpPr>
          <p:nvPr/>
        </p:nvSpPr>
        <p:spPr bwMode="auto">
          <a:xfrm>
            <a:off x="533400" y="955675"/>
            <a:ext cx="7751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rPr>
              <a:t>铜</a:t>
            </a:r>
            <a:r>
              <a:rPr lang="en-US" altLang="zh-CN" sz="2000">
                <a:solidFill>
                  <a:srgbClr val="000000"/>
                </a:solidFill>
              </a:rPr>
              <a:t>-</a:t>
            </a:r>
            <a:r>
              <a:rPr lang="zh-CN" altLang="en-US" sz="2000">
                <a:solidFill>
                  <a:srgbClr val="000000"/>
                </a:solidFill>
              </a:rPr>
              <a:t>康铜热电偶分度表</a:t>
            </a:r>
            <a:r>
              <a:rPr lang="en-US" altLang="zh-CN" sz="2000">
                <a:solidFill>
                  <a:srgbClr val="000000"/>
                </a:solidFill>
              </a:rPr>
              <a:t>(</a:t>
            </a:r>
            <a:r>
              <a:rPr lang="zh-CN" altLang="en-US" sz="2000">
                <a:solidFill>
                  <a:srgbClr val="000000"/>
                </a:solidFill>
              </a:rPr>
              <a:t>自由端温度为</a:t>
            </a:r>
            <a:r>
              <a:rPr lang="en-US" altLang="zh-CN" sz="2000">
                <a:solidFill>
                  <a:srgbClr val="000000"/>
                </a:solidFill>
              </a:rPr>
              <a:t>0℃</a:t>
            </a:r>
            <a:r>
              <a:rPr lang="zh-CN" altLang="en-US" sz="2000">
                <a:solidFill>
                  <a:srgbClr val="000000"/>
                </a:solidFill>
              </a:rPr>
              <a:t>时</a:t>
            </a:r>
            <a:r>
              <a:rPr lang="en-US" altLang="zh-CN" sz="2000">
                <a:solidFill>
                  <a:srgbClr val="000000"/>
                </a:solidFill>
              </a:rPr>
              <a:t>t—mV</a:t>
            </a:r>
            <a:r>
              <a:rPr lang="zh-CN" altLang="en-US" sz="2000">
                <a:solidFill>
                  <a:srgbClr val="000000"/>
                </a:solidFill>
              </a:rPr>
              <a:t>对应值</a:t>
            </a:r>
            <a:r>
              <a:rPr lang="en-US" altLang="zh-CN" sz="2000">
                <a:solidFill>
                  <a:srgbClr val="000000"/>
                </a:solidFill>
              </a:rPr>
              <a:t>)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F62547E-4BD9-4A2E-9A1F-B7E2FE78BE32}"/>
              </a:ext>
            </a:extLst>
          </p:cNvPr>
          <p:cNvSpPr>
            <a:spLocks noChangeArrowheads="1"/>
          </p:cNvSpPr>
          <p:nvPr/>
        </p:nvSpPr>
        <p:spPr bwMode="auto">
          <a:xfrm>
            <a:off x="0" y="854075"/>
            <a:ext cx="8915400"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3200">
                <a:solidFill>
                  <a:srgbClr val="FF3300"/>
                </a:solidFill>
                <a:latin typeface="华文新魏" panose="02010800040101010101" pitchFamily="2" charset="-122"/>
                <a:ea typeface="华文新魏" panose="02010800040101010101" pitchFamily="2" charset="-122"/>
              </a:rPr>
              <a:t> 1.  </a:t>
            </a:r>
            <a:r>
              <a:rPr lang="zh-CN" altLang="en-US" sz="3200">
                <a:solidFill>
                  <a:srgbClr val="FF3300"/>
                </a:solidFill>
                <a:latin typeface="华文新魏" panose="02010800040101010101" pitchFamily="2" charset="-122"/>
                <a:ea typeface="华文新魏" panose="02010800040101010101" pitchFamily="2" charset="-122"/>
              </a:rPr>
              <a:t>冰浴法</a:t>
            </a:r>
          </a:p>
          <a:p>
            <a:pPr algn="just">
              <a:lnSpc>
                <a:spcPct val="120000"/>
              </a:lnSpc>
              <a:spcBef>
                <a:spcPct val="0"/>
              </a:spcBef>
              <a:buSzTx/>
              <a:buFontTx/>
              <a:buNone/>
            </a:pPr>
            <a:r>
              <a:rPr lang="zh-CN" altLang="en-US" sz="2800">
                <a:solidFill>
                  <a:srgbClr val="000000"/>
                </a:solidFill>
                <a:ea typeface="宋体" panose="02010600030101010101" pitchFamily="2" charset="-122"/>
              </a:rPr>
              <a:t>        </a:t>
            </a:r>
            <a:r>
              <a:rPr lang="zh-CN" altLang="en-US" sz="2800">
                <a:solidFill>
                  <a:srgbClr val="000000"/>
                </a:solidFill>
              </a:rPr>
              <a:t>把热电偶的参比端置于冰水混合物容器里，使</a:t>
            </a:r>
            <a:r>
              <a:rPr lang="en-US" altLang="zh-CN" sz="2800" i="1">
                <a:solidFill>
                  <a:srgbClr val="000000"/>
                </a:solidFill>
              </a:rPr>
              <a:t>T</a:t>
            </a:r>
            <a:r>
              <a:rPr lang="en-US" altLang="zh-CN" sz="2800" baseline="-30000">
                <a:solidFill>
                  <a:srgbClr val="000000"/>
                </a:solidFill>
              </a:rPr>
              <a:t>0</a:t>
            </a:r>
            <a:r>
              <a:rPr lang="en-US" altLang="zh-CN" sz="2800">
                <a:solidFill>
                  <a:srgbClr val="000000"/>
                </a:solidFill>
              </a:rPr>
              <a:t>=0℃</a:t>
            </a:r>
            <a:r>
              <a:rPr lang="zh-CN" altLang="en-US" sz="2800">
                <a:solidFill>
                  <a:srgbClr val="000000"/>
                </a:solidFill>
              </a:rPr>
              <a:t>。这种办法仅限于科学实验中使用。为了避免冰水导电引起两个连接点短路，必须把连接点分别置于两个玻璃试管里，浸入同一冰点槽，使相互绝缘。</a:t>
            </a:r>
          </a:p>
        </p:txBody>
      </p:sp>
      <p:grpSp>
        <p:nvGrpSpPr>
          <p:cNvPr id="2" name="Group 57">
            <a:extLst>
              <a:ext uri="{FF2B5EF4-FFF2-40B4-BE49-F238E27FC236}">
                <a16:creationId xmlns:a16="http://schemas.microsoft.com/office/drawing/2014/main" id="{CCD3834D-8E75-4C58-A226-245CB4C78FAE}"/>
              </a:ext>
            </a:extLst>
          </p:cNvPr>
          <p:cNvGrpSpPr>
            <a:grpSpLocks/>
          </p:cNvGrpSpPr>
          <p:nvPr/>
        </p:nvGrpSpPr>
        <p:grpSpPr bwMode="auto">
          <a:xfrm>
            <a:off x="1944688" y="3357563"/>
            <a:ext cx="6515100" cy="3490912"/>
            <a:chOff x="1225" y="2002"/>
            <a:chExt cx="4104" cy="2199"/>
          </a:xfrm>
        </p:grpSpPr>
        <p:sp>
          <p:nvSpPr>
            <p:cNvPr id="481284" name="AutoShape 9">
              <a:extLst>
                <a:ext uri="{FF2B5EF4-FFF2-40B4-BE49-F238E27FC236}">
                  <a16:creationId xmlns:a16="http://schemas.microsoft.com/office/drawing/2014/main" id="{FE78BFAC-CC7C-4E72-B748-4C3B9097C4E7}"/>
                </a:ext>
              </a:extLst>
            </p:cNvPr>
            <p:cNvSpPr>
              <a:spLocks noChangeArrowheads="1"/>
            </p:cNvSpPr>
            <p:nvPr/>
          </p:nvSpPr>
          <p:spPr bwMode="auto">
            <a:xfrm rot="5400000">
              <a:off x="2729" y="3181"/>
              <a:ext cx="1294" cy="745"/>
            </a:xfrm>
            <a:prstGeom prst="flowChartDelay">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pSp>
          <p:nvGrpSpPr>
            <p:cNvPr id="481285" name="Group 56">
              <a:extLst>
                <a:ext uri="{FF2B5EF4-FFF2-40B4-BE49-F238E27FC236}">
                  <a16:creationId xmlns:a16="http://schemas.microsoft.com/office/drawing/2014/main" id="{A8D55E1A-6562-432C-8163-4A234569C9BE}"/>
                </a:ext>
              </a:extLst>
            </p:cNvPr>
            <p:cNvGrpSpPr>
              <a:grpSpLocks/>
            </p:cNvGrpSpPr>
            <p:nvPr/>
          </p:nvGrpSpPr>
          <p:grpSpPr bwMode="auto">
            <a:xfrm>
              <a:off x="1225" y="2002"/>
              <a:ext cx="4104" cy="2168"/>
              <a:chOff x="1225" y="2002"/>
              <a:chExt cx="4104" cy="2168"/>
            </a:xfrm>
          </p:grpSpPr>
          <p:sp>
            <p:nvSpPr>
              <p:cNvPr id="481286" name="Line 3">
                <a:extLst>
                  <a:ext uri="{FF2B5EF4-FFF2-40B4-BE49-F238E27FC236}">
                    <a16:creationId xmlns:a16="http://schemas.microsoft.com/office/drawing/2014/main" id="{0AEFBEBC-1837-4F68-AE2C-830D6DBB1BE2}"/>
                  </a:ext>
                </a:extLst>
              </p:cNvPr>
              <p:cNvSpPr>
                <a:spLocks noChangeShapeType="1"/>
              </p:cNvSpPr>
              <p:nvPr/>
            </p:nvSpPr>
            <p:spPr bwMode="auto">
              <a:xfrm rot="2734228">
                <a:off x="1606" y="2192"/>
                <a:ext cx="0" cy="268"/>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287" name="Line 4">
                <a:extLst>
                  <a:ext uri="{FF2B5EF4-FFF2-40B4-BE49-F238E27FC236}">
                    <a16:creationId xmlns:a16="http://schemas.microsoft.com/office/drawing/2014/main" id="{793883B9-F2F5-45A4-AFBD-6C9ACEF7A604}"/>
                  </a:ext>
                </a:extLst>
              </p:cNvPr>
              <p:cNvSpPr>
                <a:spLocks noChangeShapeType="1"/>
              </p:cNvSpPr>
              <p:nvPr/>
            </p:nvSpPr>
            <p:spPr bwMode="auto">
              <a:xfrm rot="-2665772">
                <a:off x="1599" y="2383"/>
                <a:ext cx="0" cy="288"/>
              </a:xfrm>
              <a:prstGeom prst="line">
                <a:avLst/>
              </a:prstGeom>
              <a:noFill/>
              <a:ln w="50800" cmpd="dbl">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288" name="Line 5">
                <a:extLst>
                  <a:ext uri="{FF2B5EF4-FFF2-40B4-BE49-F238E27FC236}">
                    <a16:creationId xmlns:a16="http://schemas.microsoft.com/office/drawing/2014/main" id="{682146E9-854F-4BAC-90FA-91E2BA44FA58}"/>
                  </a:ext>
                </a:extLst>
              </p:cNvPr>
              <p:cNvSpPr>
                <a:spLocks noChangeShapeType="1"/>
              </p:cNvSpPr>
              <p:nvPr/>
            </p:nvSpPr>
            <p:spPr bwMode="auto">
              <a:xfrm rot="34228">
                <a:off x="1705" y="2240"/>
                <a:ext cx="720"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289" name="Line 6">
                <a:extLst>
                  <a:ext uri="{FF2B5EF4-FFF2-40B4-BE49-F238E27FC236}">
                    <a16:creationId xmlns:a16="http://schemas.microsoft.com/office/drawing/2014/main" id="{2C257B5A-544F-4E2C-ADB0-64B01DABAE68}"/>
                  </a:ext>
                </a:extLst>
              </p:cNvPr>
              <p:cNvSpPr>
                <a:spLocks noChangeShapeType="1"/>
              </p:cNvSpPr>
              <p:nvPr/>
            </p:nvSpPr>
            <p:spPr bwMode="auto">
              <a:xfrm rot="34228">
                <a:off x="1699" y="2624"/>
                <a:ext cx="720" cy="0"/>
              </a:xfrm>
              <a:prstGeom prst="line">
                <a:avLst/>
              </a:prstGeom>
              <a:noFill/>
              <a:ln w="50800" cmpd="dbl">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290" name="Oval 7">
                <a:extLst>
                  <a:ext uri="{FF2B5EF4-FFF2-40B4-BE49-F238E27FC236}">
                    <a16:creationId xmlns:a16="http://schemas.microsoft.com/office/drawing/2014/main" id="{F8BB9D23-024C-4D49-B700-33BDD20F0B71}"/>
                  </a:ext>
                </a:extLst>
              </p:cNvPr>
              <p:cNvSpPr>
                <a:spLocks noChangeArrowheads="1"/>
              </p:cNvSpPr>
              <p:nvPr/>
            </p:nvSpPr>
            <p:spPr bwMode="auto">
              <a:xfrm>
                <a:off x="2418" y="2221"/>
                <a:ext cx="28" cy="39"/>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1" name="Oval 8">
                <a:extLst>
                  <a:ext uri="{FF2B5EF4-FFF2-40B4-BE49-F238E27FC236}">
                    <a16:creationId xmlns:a16="http://schemas.microsoft.com/office/drawing/2014/main" id="{03DC275F-0B0E-4654-B318-32EE25B14018}"/>
                  </a:ext>
                </a:extLst>
              </p:cNvPr>
              <p:cNvSpPr>
                <a:spLocks noChangeArrowheads="1"/>
              </p:cNvSpPr>
              <p:nvPr/>
            </p:nvSpPr>
            <p:spPr bwMode="auto">
              <a:xfrm>
                <a:off x="2422" y="2605"/>
                <a:ext cx="28" cy="39"/>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2" name="AutoShape 10" descr="横虚线">
                <a:extLst>
                  <a:ext uri="{FF2B5EF4-FFF2-40B4-BE49-F238E27FC236}">
                    <a16:creationId xmlns:a16="http://schemas.microsoft.com/office/drawing/2014/main" id="{D0B62123-9823-46A3-9558-36D4E76B07F2}"/>
                  </a:ext>
                </a:extLst>
              </p:cNvPr>
              <p:cNvSpPr>
                <a:spLocks noChangeArrowheads="1"/>
              </p:cNvSpPr>
              <p:nvPr/>
            </p:nvSpPr>
            <p:spPr bwMode="auto">
              <a:xfrm rot="5400000">
                <a:off x="2745" y="3249"/>
                <a:ext cx="1262" cy="579"/>
              </a:xfrm>
              <a:prstGeom prst="flowChartDelay">
                <a:avLst/>
              </a:prstGeom>
              <a:pattFill prst="dashHorz">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3" name="Rectangle 11">
                <a:extLst>
                  <a:ext uri="{FF2B5EF4-FFF2-40B4-BE49-F238E27FC236}">
                    <a16:creationId xmlns:a16="http://schemas.microsoft.com/office/drawing/2014/main" id="{173DC7F0-150A-4284-BFC0-2AD84733DA05}"/>
                  </a:ext>
                </a:extLst>
              </p:cNvPr>
              <p:cNvSpPr>
                <a:spLocks noChangeArrowheads="1"/>
              </p:cNvSpPr>
              <p:nvPr/>
            </p:nvSpPr>
            <p:spPr bwMode="auto">
              <a:xfrm rot="5400000">
                <a:off x="3235" y="2758"/>
                <a:ext cx="282" cy="579"/>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4" name="Rectangle 12" descr="球体">
                <a:extLst>
                  <a:ext uri="{FF2B5EF4-FFF2-40B4-BE49-F238E27FC236}">
                    <a16:creationId xmlns:a16="http://schemas.microsoft.com/office/drawing/2014/main" id="{5C09E1C3-4837-44CB-AF08-6128B380905C}"/>
                  </a:ext>
                </a:extLst>
              </p:cNvPr>
              <p:cNvSpPr>
                <a:spLocks noChangeArrowheads="1"/>
              </p:cNvSpPr>
              <p:nvPr/>
            </p:nvSpPr>
            <p:spPr bwMode="auto">
              <a:xfrm rot="5400000">
                <a:off x="3251" y="2808"/>
                <a:ext cx="249" cy="579"/>
              </a:xfrm>
              <a:prstGeom prst="rect">
                <a:avLst/>
              </a:prstGeom>
              <a:pattFill prst="sphere">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5" name="AutoShape 13">
                <a:extLst>
                  <a:ext uri="{FF2B5EF4-FFF2-40B4-BE49-F238E27FC236}">
                    <a16:creationId xmlns:a16="http://schemas.microsoft.com/office/drawing/2014/main" id="{00D1BD34-961E-464C-AFF4-7EF114F87626}"/>
                  </a:ext>
                </a:extLst>
              </p:cNvPr>
              <p:cNvSpPr>
                <a:spLocks noChangeArrowheads="1"/>
              </p:cNvSpPr>
              <p:nvPr/>
            </p:nvSpPr>
            <p:spPr bwMode="auto">
              <a:xfrm rot="5400000">
                <a:off x="3221" y="3061"/>
                <a:ext cx="597" cy="124"/>
              </a:xfrm>
              <a:prstGeom prst="flowChartDelay">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6" name="AutoShape 14">
                <a:extLst>
                  <a:ext uri="{FF2B5EF4-FFF2-40B4-BE49-F238E27FC236}">
                    <a16:creationId xmlns:a16="http://schemas.microsoft.com/office/drawing/2014/main" id="{96293885-E0EB-4455-A790-23175A30CCDB}"/>
                  </a:ext>
                </a:extLst>
              </p:cNvPr>
              <p:cNvSpPr>
                <a:spLocks noChangeArrowheads="1"/>
              </p:cNvSpPr>
              <p:nvPr/>
            </p:nvSpPr>
            <p:spPr bwMode="auto">
              <a:xfrm rot="5400000">
                <a:off x="2932" y="3061"/>
                <a:ext cx="597" cy="124"/>
              </a:xfrm>
              <a:prstGeom prst="flowChartDelay">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7" name="Line 15">
                <a:extLst>
                  <a:ext uri="{FF2B5EF4-FFF2-40B4-BE49-F238E27FC236}">
                    <a16:creationId xmlns:a16="http://schemas.microsoft.com/office/drawing/2014/main" id="{801C3C5A-CA68-46B8-87EA-CC91889EEB18}"/>
                  </a:ext>
                </a:extLst>
              </p:cNvPr>
              <p:cNvSpPr>
                <a:spLocks noChangeShapeType="1"/>
              </p:cNvSpPr>
              <p:nvPr/>
            </p:nvSpPr>
            <p:spPr bwMode="auto">
              <a:xfrm flipV="1">
                <a:off x="3508" y="2225"/>
                <a:ext cx="0" cy="994"/>
              </a:xfrm>
              <a:prstGeom prst="line">
                <a:avLst/>
              </a:prstGeom>
              <a:noFill/>
              <a:ln w="25400">
                <a:solidFill>
                  <a:srgbClr val="008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298" name="Line 16">
                <a:extLst>
                  <a:ext uri="{FF2B5EF4-FFF2-40B4-BE49-F238E27FC236}">
                    <a16:creationId xmlns:a16="http://schemas.microsoft.com/office/drawing/2014/main" id="{8F6BBF27-2AAB-43A0-8DFF-CD6CACC0C6A8}"/>
                  </a:ext>
                </a:extLst>
              </p:cNvPr>
              <p:cNvSpPr>
                <a:spLocks noChangeShapeType="1"/>
              </p:cNvSpPr>
              <p:nvPr/>
            </p:nvSpPr>
            <p:spPr bwMode="auto">
              <a:xfrm>
                <a:off x="2444" y="2243"/>
                <a:ext cx="1064" cy="0"/>
              </a:xfrm>
              <a:prstGeom prst="line">
                <a:avLst/>
              </a:prstGeom>
              <a:noFill/>
              <a:ln w="25400">
                <a:solidFill>
                  <a:srgbClr val="008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299" name="Line 17">
                <a:extLst>
                  <a:ext uri="{FF2B5EF4-FFF2-40B4-BE49-F238E27FC236}">
                    <a16:creationId xmlns:a16="http://schemas.microsoft.com/office/drawing/2014/main" id="{A338232E-0F49-4ED8-95E6-23E29D8BAF98}"/>
                  </a:ext>
                </a:extLst>
              </p:cNvPr>
              <p:cNvSpPr>
                <a:spLocks noChangeShapeType="1"/>
              </p:cNvSpPr>
              <p:nvPr/>
            </p:nvSpPr>
            <p:spPr bwMode="auto">
              <a:xfrm>
                <a:off x="2444" y="2624"/>
                <a:ext cx="756" cy="0"/>
              </a:xfrm>
              <a:prstGeom prst="line">
                <a:avLst/>
              </a:prstGeom>
              <a:noFill/>
              <a:ln w="25400" cmpd="dbl">
                <a:solidFill>
                  <a:srgbClr val="0000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0" name="Line 18">
                <a:extLst>
                  <a:ext uri="{FF2B5EF4-FFF2-40B4-BE49-F238E27FC236}">
                    <a16:creationId xmlns:a16="http://schemas.microsoft.com/office/drawing/2014/main" id="{E8BC2302-9086-4BEE-B849-8A8FF1A32598}"/>
                  </a:ext>
                </a:extLst>
              </p:cNvPr>
              <p:cNvSpPr>
                <a:spLocks noChangeShapeType="1"/>
              </p:cNvSpPr>
              <p:nvPr/>
            </p:nvSpPr>
            <p:spPr bwMode="auto">
              <a:xfrm>
                <a:off x="3210" y="2624"/>
                <a:ext cx="0" cy="574"/>
              </a:xfrm>
              <a:prstGeom prst="line">
                <a:avLst/>
              </a:prstGeom>
              <a:noFill/>
              <a:ln w="25400" cmpd="dbl">
                <a:solidFill>
                  <a:srgbClr val="0000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1" name="Oval 19">
                <a:extLst>
                  <a:ext uri="{FF2B5EF4-FFF2-40B4-BE49-F238E27FC236}">
                    <a16:creationId xmlns:a16="http://schemas.microsoft.com/office/drawing/2014/main" id="{9BE9056D-0A29-4813-9007-11546C3DC684}"/>
                  </a:ext>
                </a:extLst>
              </p:cNvPr>
              <p:cNvSpPr>
                <a:spLocks noChangeArrowheads="1"/>
              </p:cNvSpPr>
              <p:nvPr/>
            </p:nvSpPr>
            <p:spPr bwMode="auto">
              <a:xfrm>
                <a:off x="3508" y="3302"/>
                <a:ext cx="28" cy="38"/>
              </a:xfrm>
              <a:prstGeom prst="ellipse">
                <a:avLst/>
              </a:prstGeom>
              <a:solidFill>
                <a:srgbClr val="000000"/>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302" name="Oval 20">
                <a:extLst>
                  <a:ext uri="{FF2B5EF4-FFF2-40B4-BE49-F238E27FC236}">
                    <a16:creationId xmlns:a16="http://schemas.microsoft.com/office/drawing/2014/main" id="{3E602F81-EA9B-4CA1-A367-0FE518DFDB9A}"/>
                  </a:ext>
                </a:extLst>
              </p:cNvPr>
              <p:cNvSpPr>
                <a:spLocks noChangeArrowheads="1"/>
              </p:cNvSpPr>
              <p:nvPr/>
            </p:nvSpPr>
            <p:spPr bwMode="auto">
              <a:xfrm>
                <a:off x="3228" y="3322"/>
                <a:ext cx="28" cy="38"/>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303" name="Oval 21">
                <a:extLst>
                  <a:ext uri="{FF2B5EF4-FFF2-40B4-BE49-F238E27FC236}">
                    <a16:creationId xmlns:a16="http://schemas.microsoft.com/office/drawing/2014/main" id="{C56679B7-39B5-42F7-A796-BD2B7B000601}"/>
                  </a:ext>
                </a:extLst>
              </p:cNvPr>
              <p:cNvSpPr>
                <a:spLocks noChangeArrowheads="1"/>
              </p:cNvSpPr>
              <p:nvPr/>
            </p:nvSpPr>
            <p:spPr bwMode="auto">
              <a:xfrm>
                <a:off x="3516" y="3342"/>
                <a:ext cx="28" cy="38"/>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304" name="Oval 22">
                <a:extLst>
                  <a:ext uri="{FF2B5EF4-FFF2-40B4-BE49-F238E27FC236}">
                    <a16:creationId xmlns:a16="http://schemas.microsoft.com/office/drawing/2014/main" id="{852AC558-9E80-4747-B6A4-91EA5BE6CCE5}"/>
                  </a:ext>
                </a:extLst>
              </p:cNvPr>
              <p:cNvSpPr>
                <a:spLocks noChangeArrowheads="1"/>
              </p:cNvSpPr>
              <p:nvPr/>
            </p:nvSpPr>
            <p:spPr bwMode="auto">
              <a:xfrm>
                <a:off x="3200" y="3320"/>
                <a:ext cx="28" cy="38"/>
              </a:xfrm>
              <a:prstGeom prst="ellipse">
                <a:avLst/>
              </a:prstGeom>
              <a:solidFill>
                <a:srgbClr val="000000"/>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305" name="Line 23">
                <a:extLst>
                  <a:ext uri="{FF2B5EF4-FFF2-40B4-BE49-F238E27FC236}">
                    <a16:creationId xmlns:a16="http://schemas.microsoft.com/office/drawing/2014/main" id="{E1102E59-6DF1-45C2-93DB-D0B73E4C781D}"/>
                  </a:ext>
                </a:extLst>
              </p:cNvPr>
              <p:cNvSpPr>
                <a:spLocks noChangeShapeType="1"/>
              </p:cNvSpPr>
              <p:nvPr/>
            </p:nvSpPr>
            <p:spPr bwMode="auto">
              <a:xfrm flipV="1">
                <a:off x="3256" y="2613"/>
                <a:ext cx="0" cy="7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6" name="Line 24">
                <a:extLst>
                  <a:ext uri="{FF2B5EF4-FFF2-40B4-BE49-F238E27FC236}">
                    <a16:creationId xmlns:a16="http://schemas.microsoft.com/office/drawing/2014/main" id="{D4AA60CB-8014-4BC0-93D7-A9FE278BD0B7}"/>
                  </a:ext>
                </a:extLst>
              </p:cNvPr>
              <p:cNvSpPr>
                <a:spLocks noChangeShapeType="1"/>
              </p:cNvSpPr>
              <p:nvPr/>
            </p:nvSpPr>
            <p:spPr bwMode="auto">
              <a:xfrm>
                <a:off x="3256" y="2624"/>
                <a:ext cx="11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7" name="Line 25">
                <a:extLst>
                  <a:ext uri="{FF2B5EF4-FFF2-40B4-BE49-F238E27FC236}">
                    <a16:creationId xmlns:a16="http://schemas.microsoft.com/office/drawing/2014/main" id="{FEA940CD-3A03-45BD-B809-98AC8839956E}"/>
                  </a:ext>
                </a:extLst>
              </p:cNvPr>
              <p:cNvSpPr>
                <a:spLocks noChangeShapeType="1"/>
              </p:cNvSpPr>
              <p:nvPr/>
            </p:nvSpPr>
            <p:spPr bwMode="auto">
              <a:xfrm>
                <a:off x="4387" y="2624"/>
                <a:ext cx="0" cy="7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8" name="Line 26">
                <a:extLst>
                  <a:ext uri="{FF2B5EF4-FFF2-40B4-BE49-F238E27FC236}">
                    <a16:creationId xmlns:a16="http://schemas.microsoft.com/office/drawing/2014/main" id="{2360A7FF-2338-40F9-845E-C2907D24409A}"/>
                  </a:ext>
                </a:extLst>
              </p:cNvPr>
              <p:cNvSpPr>
                <a:spLocks noChangeShapeType="1"/>
              </p:cNvSpPr>
              <p:nvPr/>
            </p:nvSpPr>
            <p:spPr bwMode="auto">
              <a:xfrm>
                <a:off x="4387" y="3389"/>
                <a:ext cx="4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9" name="Line 27">
                <a:extLst>
                  <a:ext uri="{FF2B5EF4-FFF2-40B4-BE49-F238E27FC236}">
                    <a16:creationId xmlns:a16="http://schemas.microsoft.com/office/drawing/2014/main" id="{6CA54794-7E9C-47A4-9850-78274971E2B9}"/>
                  </a:ext>
                </a:extLst>
              </p:cNvPr>
              <p:cNvSpPr>
                <a:spLocks noChangeShapeType="1"/>
              </p:cNvSpPr>
              <p:nvPr/>
            </p:nvSpPr>
            <p:spPr bwMode="auto">
              <a:xfrm flipV="1">
                <a:off x="4848" y="2976"/>
                <a:ext cx="0" cy="4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10" name="Oval 28">
                <a:extLst>
                  <a:ext uri="{FF2B5EF4-FFF2-40B4-BE49-F238E27FC236}">
                    <a16:creationId xmlns:a16="http://schemas.microsoft.com/office/drawing/2014/main" id="{CF37788B-3504-4C97-85E4-338974415ABA}"/>
                  </a:ext>
                </a:extLst>
              </p:cNvPr>
              <p:cNvSpPr>
                <a:spLocks noChangeArrowheads="1"/>
              </p:cNvSpPr>
              <p:nvPr/>
            </p:nvSpPr>
            <p:spPr bwMode="auto">
              <a:xfrm>
                <a:off x="4675" y="2681"/>
                <a:ext cx="336" cy="329"/>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311" name="Rectangle 29">
                <a:extLst>
                  <a:ext uri="{FF2B5EF4-FFF2-40B4-BE49-F238E27FC236}">
                    <a16:creationId xmlns:a16="http://schemas.microsoft.com/office/drawing/2014/main" id="{8E366CF9-96EA-4354-83A2-D3E9563A0498}"/>
                  </a:ext>
                </a:extLst>
              </p:cNvPr>
              <p:cNvSpPr>
                <a:spLocks noChangeArrowheads="1"/>
              </p:cNvSpPr>
              <p:nvPr/>
            </p:nvSpPr>
            <p:spPr bwMode="auto">
              <a:xfrm>
                <a:off x="4693" y="2730"/>
                <a:ext cx="348"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a:solidFill>
                      <a:srgbClr val="000000"/>
                    </a:solidFill>
                    <a:ea typeface="宋体" panose="02010600030101010101" pitchFamily="2" charset="-122"/>
                  </a:rPr>
                  <a:t>mV</a:t>
                </a:r>
              </a:p>
            </p:txBody>
          </p:sp>
          <p:sp>
            <p:nvSpPr>
              <p:cNvPr id="481312" name="Line 30">
                <a:extLst>
                  <a:ext uri="{FF2B5EF4-FFF2-40B4-BE49-F238E27FC236}">
                    <a16:creationId xmlns:a16="http://schemas.microsoft.com/office/drawing/2014/main" id="{56747736-1897-40E6-ADF0-D5BA7AC1E3F9}"/>
                  </a:ext>
                </a:extLst>
              </p:cNvPr>
              <p:cNvSpPr>
                <a:spLocks noChangeShapeType="1"/>
              </p:cNvSpPr>
              <p:nvPr/>
            </p:nvSpPr>
            <p:spPr bwMode="auto">
              <a:xfrm flipV="1">
                <a:off x="3536" y="2212"/>
                <a:ext cx="0" cy="10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13" name="Line 31">
                <a:extLst>
                  <a:ext uri="{FF2B5EF4-FFF2-40B4-BE49-F238E27FC236}">
                    <a16:creationId xmlns:a16="http://schemas.microsoft.com/office/drawing/2014/main" id="{BFC35069-3974-46A4-B4CF-1C83A33364F0}"/>
                  </a:ext>
                </a:extLst>
              </p:cNvPr>
              <p:cNvSpPr>
                <a:spLocks noChangeShapeType="1"/>
              </p:cNvSpPr>
              <p:nvPr/>
            </p:nvSpPr>
            <p:spPr bwMode="auto">
              <a:xfrm>
                <a:off x="3536" y="2212"/>
                <a:ext cx="131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14" name="Line 32">
                <a:extLst>
                  <a:ext uri="{FF2B5EF4-FFF2-40B4-BE49-F238E27FC236}">
                    <a16:creationId xmlns:a16="http://schemas.microsoft.com/office/drawing/2014/main" id="{4E1FF09A-DE49-4953-8668-F827303671F9}"/>
                  </a:ext>
                </a:extLst>
              </p:cNvPr>
              <p:cNvSpPr>
                <a:spLocks noChangeShapeType="1"/>
              </p:cNvSpPr>
              <p:nvPr/>
            </p:nvSpPr>
            <p:spPr bwMode="auto">
              <a:xfrm>
                <a:off x="4853" y="2212"/>
                <a:ext cx="0" cy="45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15" name="Rectangle 33">
                <a:extLst>
                  <a:ext uri="{FF2B5EF4-FFF2-40B4-BE49-F238E27FC236}">
                    <a16:creationId xmlns:a16="http://schemas.microsoft.com/office/drawing/2014/main" id="{54876137-1A7A-4D0C-917D-C2654700CFE6}"/>
                  </a:ext>
                </a:extLst>
              </p:cNvPr>
              <p:cNvSpPr>
                <a:spLocks noChangeArrowheads="1"/>
              </p:cNvSpPr>
              <p:nvPr/>
            </p:nvSpPr>
            <p:spPr bwMode="auto">
              <a:xfrm>
                <a:off x="1771" y="2002"/>
                <a:ext cx="24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i="1">
                    <a:solidFill>
                      <a:srgbClr val="000000"/>
                    </a:solidFill>
                    <a:ea typeface="宋体" panose="02010600030101010101" pitchFamily="2" charset="-122"/>
                  </a:rPr>
                  <a:t>A</a:t>
                </a:r>
                <a:endParaRPr lang="en-US" altLang="zh-CN" sz="1800">
                  <a:solidFill>
                    <a:srgbClr val="000000"/>
                  </a:solidFill>
                  <a:ea typeface="宋体" panose="02010600030101010101" pitchFamily="2" charset="-122"/>
                </a:endParaRP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16" name="Rectangle 34">
                <a:extLst>
                  <a:ext uri="{FF2B5EF4-FFF2-40B4-BE49-F238E27FC236}">
                    <a16:creationId xmlns:a16="http://schemas.microsoft.com/office/drawing/2014/main" id="{CE80A2AA-B2F5-4885-8F62-F9CF69ABDBDA}"/>
                  </a:ext>
                </a:extLst>
              </p:cNvPr>
              <p:cNvSpPr>
                <a:spLocks noChangeArrowheads="1"/>
              </p:cNvSpPr>
              <p:nvPr/>
            </p:nvSpPr>
            <p:spPr bwMode="auto">
              <a:xfrm>
                <a:off x="1771" y="2423"/>
                <a:ext cx="29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i="1">
                    <a:solidFill>
                      <a:srgbClr val="000000"/>
                    </a:solidFill>
                    <a:ea typeface="宋体" panose="02010600030101010101" pitchFamily="2" charset="-122"/>
                  </a:rPr>
                  <a:t>B</a:t>
                </a:r>
                <a:endParaRPr lang="en-US" altLang="zh-CN" sz="1800">
                  <a:solidFill>
                    <a:srgbClr val="000000"/>
                  </a:solidFill>
                  <a:ea typeface="宋体" panose="02010600030101010101" pitchFamily="2" charset="-122"/>
                </a:endParaRP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17" name="Rectangle 35">
                <a:extLst>
                  <a:ext uri="{FF2B5EF4-FFF2-40B4-BE49-F238E27FC236}">
                    <a16:creationId xmlns:a16="http://schemas.microsoft.com/office/drawing/2014/main" id="{55B3F0C4-FA37-41B3-B9D8-A5756BE071BD}"/>
                  </a:ext>
                </a:extLst>
              </p:cNvPr>
              <p:cNvSpPr>
                <a:spLocks noChangeArrowheads="1"/>
              </p:cNvSpPr>
              <p:nvPr/>
            </p:nvSpPr>
            <p:spPr bwMode="auto">
              <a:xfrm>
                <a:off x="2556" y="2002"/>
                <a:ext cx="32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i="1">
                    <a:solidFill>
                      <a:srgbClr val="000000"/>
                    </a:solidFill>
                    <a:ea typeface="宋体" panose="02010600030101010101" pitchFamily="2" charset="-122"/>
                  </a:rPr>
                  <a:t>A’</a:t>
                </a:r>
                <a:endParaRPr lang="en-US" altLang="zh-CN" sz="1800">
                  <a:solidFill>
                    <a:srgbClr val="000000"/>
                  </a:solidFill>
                  <a:ea typeface="宋体" panose="02010600030101010101" pitchFamily="2" charset="-122"/>
                </a:endParaRP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18" name="Rectangle 36">
                <a:extLst>
                  <a:ext uri="{FF2B5EF4-FFF2-40B4-BE49-F238E27FC236}">
                    <a16:creationId xmlns:a16="http://schemas.microsoft.com/office/drawing/2014/main" id="{1B171527-3A5D-4C89-B22D-48B8A693C64D}"/>
                  </a:ext>
                </a:extLst>
              </p:cNvPr>
              <p:cNvSpPr>
                <a:spLocks noChangeArrowheads="1"/>
              </p:cNvSpPr>
              <p:nvPr/>
            </p:nvSpPr>
            <p:spPr bwMode="auto">
              <a:xfrm>
                <a:off x="2556" y="2375"/>
                <a:ext cx="27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i="1">
                    <a:solidFill>
                      <a:srgbClr val="000000"/>
                    </a:solidFill>
                    <a:ea typeface="宋体" panose="02010600030101010101" pitchFamily="2" charset="-122"/>
                  </a:rPr>
                  <a:t>B’</a:t>
                </a:r>
                <a:endParaRPr lang="en-US" altLang="zh-CN" sz="1800">
                  <a:solidFill>
                    <a:srgbClr val="000000"/>
                  </a:solidFill>
                  <a:ea typeface="宋体" panose="02010600030101010101" pitchFamily="2" charset="-122"/>
                </a:endParaRP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19" name="Rectangle 37">
                <a:extLst>
                  <a:ext uri="{FF2B5EF4-FFF2-40B4-BE49-F238E27FC236}">
                    <a16:creationId xmlns:a16="http://schemas.microsoft.com/office/drawing/2014/main" id="{6767B965-9F79-482C-B1A8-BFC06DD9BB07}"/>
                  </a:ext>
                </a:extLst>
              </p:cNvPr>
              <p:cNvSpPr>
                <a:spLocks noChangeArrowheads="1"/>
              </p:cNvSpPr>
              <p:nvPr/>
            </p:nvSpPr>
            <p:spPr bwMode="auto">
              <a:xfrm>
                <a:off x="1225" y="2269"/>
                <a:ext cx="2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endParaRPr lang="en-US" altLang="zh-CN" sz="3200">
                  <a:solidFill>
                    <a:srgbClr val="000000"/>
                  </a:solidFill>
                  <a:ea typeface="宋体" panose="02010600030101010101" pitchFamily="2" charset="-122"/>
                </a:endParaRPr>
              </a:p>
            </p:txBody>
          </p:sp>
          <p:sp>
            <p:nvSpPr>
              <p:cNvPr id="481320" name="Rectangle 38">
                <a:extLst>
                  <a:ext uri="{FF2B5EF4-FFF2-40B4-BE49-F238E27FC236}">
                    <a16:creationId xmlns:a16="http://schemas.microsoft.com/office/drawing/2014/main" id="{47C75331-F713-412C-AD3E-BDB4CFDFF0F1}"/>
                  </a:ext>
                </a:extLst>
              </p:cNvPr>
              <p:cNvSpPr>
                <a:spLocks noChangeArrowheads="1"/>
              </p:cNvSpPr>
              <p:nvPr/>
            </p:nvSpPr>
            <p:spPr bwMode="auto">
              <a:xfrm>
                <a:off x="3844" y="2012"/>
                <a:ext cx="2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i="1">
                    <a:solidFill>
                      <a:srgbClr val="000000"/>
                    </a:solidFill>
                    <a:ea typeface="宋体" panose="02010600030101010101" pitchFamily="2" charset="-122"/>
                  </a:rPr>
                  <a:t>C</a:t>
                </a:r>
                <a:endParaRPr lang="en-US" altLang="zh-CN" sz="1800">
                  <a:solidFill>
                    <a:srgbClr val="000000"/>
                  </a:solidFill>
                  <a:ea typeface="宋体" panose="02010600030101010101" pitchFamily="2" charset="-122"/>
                </a:endParaRP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1" name="Rectangle 39">
                <a:extLst>
                  <a:ext uri="{FF2B5EF4-FFF2-40B4-BE49-F238E27FC236}">
                    <a16:creationId xmlns:a16="http://schemas.microsoft.com/office/drawing/2014/main" id="{7B765380-6191-4619-8A62-9AC322A01DDF}"/>
                  </a:ext>
                </a:extLst>
              </p:cNvPr>
              <p:cNvSpPr>
                <a:spLocks noChangeArrowheads="1"/>
              </p:cNvSpPr>
              <p:nvPr/>
            </p:nvSpPr>
            <p:spPr bwMode="auto">
              <a:xfrm>
                <a:off x="3816" y="2413"/>
                <a:ext cx="31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i="1">
                    <a:solidFill>
                      <a:srgbClr val="000000"/>
                    </a:solidFill>
                    <a:ea typeface="宋体" panose="02010600030101010101" pitchFamily="2" charset="-122"/>
                  </a:rPr>
                  <a:t>C’</a:t>
                </a:r>
                <a:endParaRPr lang="en-US" altLang="zh-CN" sz="1800">
                  <a:solidFill>
                    <a:srgbClr val="000000"/>
                  </a:solidFill>
                  <a:ea typeface="宋体" panose="02010600030101010101" pitchFamily="2" charset="-122"/>
                </a:endParaRP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2" name="Rectangle 40">
                <a:extLst>
                  <a:ext uri="{FF2B5EF4-FFF2-40B4-BE49-F238E27FC236}">
                    <a16:creationId xmlns:a16="http://schemas.microsoft.com/office/drawing/2014/main" id="{351E2FBA-5F2D-474E-B096-F2AEE6AF9767}"/>
                  </a:ext>
                </a:extLst>
              </p:cNvPr>
              <p:cNvSpPr>
                <a:spLocks noChangeArrowheads="1"/>
              </p:cNvSpPr>
              <p:nvPr/>
            </p:nvSpPr>
            <p:spPr bwMode="auto">
              <a:xfrm>
                <a:off x="5041" y="2671"/>
                <a:ext cx="288"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仪表</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3" name="Rectangle 41">
                <a:extLst>
                  <a:ext uri="{FF2B5EF4-FFF2-40B4-BE49-F238E27FC236}">
                    <a16:creationId xmlns:a16="http://schemas.microsoft.com/office/drawing/2014/main" id="{1A5D19BC-D670-4238-B40A-8CBDF761ED19}"/>
                  </a:ext>
                </a:extLst>
              </p:cNvPr>
              <p:cNvSpPr>
                <a:spLocks noChangeArrowheads="1"/>
              </p:cNvSpPr>
              <p:nvPr/>
            </p:nvSpPr>
            <p:spPr bwMode="auto">
              <a:xfrm>
                <a:off x="3840" y="2748"/>
                <a:ext cx="364"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铜导线</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4" name="Rectangle 42">
                <a:extLst>
                  <a:ext uri="{FF2B5EF4-FFF2-40B4-BE49-F238E27FC236}">
                    <a16:creationId xmlns:a16="http://schemas.microsoft.com/office/drawing/2014/main" id="{69140E3A-4F39-45C4-AD90-805712BADDC5}"/>
                  </a:ext>
                </a:extLst>
              </p:cNvPr>
              <p:cNvSpPr>
                <a:spLocks noChangeArrowheads="1"/>
              </p:cNvSpPr>
              <p:nvPr/>
            </p:nvSpPr>
            <p:spPr bwMode="auto">
              <a:xfrm>
                <a:off x="2360" y="2939"/>
                <a:ext cx="476"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试管</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5" name="Rectangle 43">
                <a:extLst>
                  <a:ext uri="{FF2B5EF4-FFF2-40B4-BE49-F238E27FC236}">
                    <a16:creationId xmlns:a16="http://schemas.microsoft.com/office/drawing/2014/main" id="{897D895D-C4B7-483C-834B-2621F9305C75}"/>
                  </a:ext>
                </a:extLst>
              </p:cNvPr>
              <p:cNvSpPr>
                <a:spLocks noChangeArrowheads="1"/>
              </p:cNvSpPr>
              <p:nvPr/>
            </p:nvSpPr>
            <p:spPr bwMode="auto">
              <a:xfrm>
                <a:off x="2360" y="2710"/>
                <a:ext cx="728"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补偿导线</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6" name="Rectangle 44">
                <a:extLst>
                  <a:ext uri="{FF2B5EF4-FFF2-40B4-BE49-F238E27FC236}">
                    <a16:creationId xmlns:a16="http://schemas.microsoft.com/office/drawing/2014/main" id="{44ACC8DF-B751-4088-8FCB-EA7834D2E5A3}"/>
                  </a:ext>
                </a:extLst>
              </p:cNvPr>
              <p:cNvSpPr>
                <a:spLocks noChangeArrowheads="1"/>
              </p:cNvSpPr>
              <p:nvPr/>
            </p:nvSpPr>
            <p:spPr bwMode="auto">
              <a:xfrm>
                <a:off x="1603" y="2786"/>
                <a:ext cx="588"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热电偶</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7" name="Rectangle 45">
                <a:extLst>
                  <a:ext uri="{FF2B5EF4-FFF2-40B4-BE49-F238E27FC236}">
                    <a16:creationId xmlns:a16="http://schemas.microsoft.com/office/drawing/2014/main" id="{B267FD85-3AFF-4BCC-BF67-3F263AAB6089}"/>
                  </a:ext>
                </a:extLst>
              </p:cNvPr>
              <p:cNvSpPr>
                <a:spLocks noChangeArrowheads="1"/>
              </p:cNvSpPr>
              <p:nvPr/>
            </p:nvSpPr>
            <p:spPr bwMode="auto">
              <a:xfrm>
                <a:off x="2247" y="3322"/>
                <a:ext cx="70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冰点槽</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8" name="Rectangle 46">
                <a:extLst>
                  <a:ext uri="{FF2B5EF4-FFF2-40B4-BE49-F238E27FC236}">
                    <a16:creationId xmlns:a16="http://schemas.microsoft.com/office/drawing/2014/main" id="{6F3D1AF9-F2E3-4526-86BC-948CB2D6419B}"/>
                  </a:ext>
                </a:extLst>
              </p:cNvPr>
              <p:cNvSpPr>
                <a:spLocks noChangeArrowheads="1"/>
              </p:cNvSpPr>
              <p:nvPr/>
            </p:nvSpPr>
            <p:spPr bwMode="auto">
              <a:xfrm>
                <a:off x="2247" y="3781"/>
                <a:ext cx="729"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冰水溶液</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9" name="Line 47">
                <a:extLst>
                  <a:ext uri="{FF2B5EF4-FFF2-40B4-BE49-F238E27FC236}">
                    <a16:creationId xmlns:a16="http://schemas.microsoft.com/office/drawing/2014/main" id="{DCBE4099-14C3-4D13-AFFD-6F293C0E98B8}"/>
                  </a:ext>
                </a:extLst>
              </p:cNvPr>
              <p:cNvSpPr>
                <a:spLocks noChangeShapeType="1"/>
              </p:cNvSpPr>
              <p:nvPr/>
            </p:nvSpPr>
            <p:spPr bwMode="auto">
              <a:xfrm flipV="1">
                <a:off x="4152" y="2825"/>
                <a:ext cx="225" cy="1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0" name="Line 48">
                <a:extLst>
                  <a:ext uri="{FF2B5EF4-FFF2-40B4-BE49-F238E27FC236}">
                    <a16:creationId xmlns:a16="http://schemas.microsoft.com/office/drawing/2014/main" id="{6222E214-0010-4873-8F43-295C868442AA}"/>
                  </a:ext>
                </a:extLst>
              </p:cNvPr>
              <p:cNvSpPr>
                <a:spLocks noChangeShapeType="1"/>
              </p:cNvSpPr>
              <p:nvPr/>
            </p:nvSpPr>
            <p:spPr bwMode="auto">
              <a:xfrm flipV="1">
                <a:off x="2688" y="3408"/>
                <a:ext cx="308" cy="3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1" name="Line 49">
                <a:extLst>
                  <a:ext uri="{FF2B5EF4-FFF2-40B4-BE49-F238E27FC236}">
                    <a16:creationId xmlns:a16="http://schemas.microsoft.com/office/drawing/2014/main" id="{6B807A3E-7A42-47E8-A023-BC96E99D3E43}"/>
                  </a:ext>
                </a:extLst>
              </p:cNvPr>
              <p:cNvSpPr>
                <a:spLocks noChangeShapeType="1"/>
              </p:cNvSpPr>
              <p:nvPr/>
            </p:nvSpPr>
            <p:spPr bwMode="auto">
              <a:xfrm flipV="1">
                <a:off x="2724" y="2939"/>
                <a:ext cx="448" cy="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2" name="Line 50">
                <a:extLst>
                  <a:ext uri="{FF2B5EF4-FFF2-40B4-BE49-F238E27FC236}">
                    <a16:creationId xmlns:a16="http://schemas.microsoft.com/office/drawing/2014/main" id="{FAF44407-0969-4A4B-AF0D-8D3158155489}"/>
                  </a:ext>
                </a:extLst>
              </p:cNvPr>
              <p:cNvSpPr>
                <a:spLocks noChangeShapeType="1"/>
              </p:cNvSpPr>
              <p:nvPr/>
            </p:nvSpPr>
            <p:spPr bwMode="auto">
              <a:xfrm>
                <a:off x="2736" y="3072"/>
                <a:ext cx="728" cy="1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3" name="Line 51">
                <a:extLst>
                  <a:ext uri="{FF2B5EF4-FFF2-40B4-BE49-F238E27FC236}">
                    <a16:creationId xmlns:a16="http://schemas.microsoft.com/office/drawing/2014/main" id="{EDA7CD50-729D-45C0-BA26-2BACF205FA9D}"/>
                  </a:ext>
                </a:extLst>
              </p:cNvPr>
              <p:cNvSpPr>
                <a:spLocks noChangeShapeType="1"/>
              </p:cNvSpPr>
              <p:nvPr/>
            </p:nvSpPr>
            <p:spPr bwMode="auto">
              <a:xfrm flipV="1">
                <a:off x="2780" y="2633"/>
                <a:ext cx="140" cy="1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4" name="Line 52">
                <a:extLst>
                  <a:ext uri="{FF2B5EF4-FFF2-40B4-BE49-F238E27FC236}">
                    <a16:creationId xmlns:a16="http://schemas.microsoft.com/office/drawing/2014/main" id="{27CB9B60-2C88-4668-BD91-0BC2E3C79CBF}"/>
                  </a:ext>
                </a:extLst>
              </p:cNvPr>
              <p:cNvSpPr>
                <a:spLocks noChangeShapeType="1"/>
              </p:cNvSpPr>
              <p:nvPr/>
            </p:nvSpPr>
            <p:spPr bwMode="auto">
              <a:xfrm flipV="1">
                <a:off x="1883" y="2633"/>
                <a:ext cx="112" cy="19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5" name="Rectangle 54">
                <a:extLst>
                  <a:ext uri="{FF2B5EF4-FFF2-40B4-BE49-F238E27FC236}">
                    <a16:creationId xmlns:a16="http://schemas.microsoft.com/office/drawing/2014/main" id="{516028AB-CC16-47EF-9ECF-AC9E44347686}"/>
                  </a:ext>
                </a:extLst>
              </p:cNvPr>
              <p:cNvSpPr>
                <a:spLocks noChangeArrowheads="1"/>
              </p:cNvSpPr>
              <p:nvPr/>
            </p:nvSpPr>
            <p:spPr bwMode="auto">
              <a:xfrm>
                <a:off x="3217" y="3404"/>
                <a:ext cx="43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i="1" baseline="-25000">
                    <a:solidFill>
                      <a:srgbClr val="000000"/>
                    </a:solidFill>
                    <a:ea typeface="宋体" panose="02010600030101010101" pitchFamily="2" charset="-122"/>
                  </a:rPr>
                  <a:t>0</a:t>
                </a:r>
                <a:endParaRPr lang="en-US" altLang="zh-CN" sz="3200">
                  <a:solidFill>
                    <a:srgbClr val="000000"/>
                  </a:solidFill>
                  <a:ea typeface="宋体" panose="02010600030101010101" pitchFamily="2" charset="-122"/>
                </a:endParaRPr>
              </a:p>
            </p:txBody>
          </p:sp>
          <p:sp>
            <p:nvSpPr>
              <p:cNvPr id="481336" name="Line 55">
                <a:extLst>
                  <a:ext uri="{FF2B5EF4-FFF2-40B4-BE49-F238E27FC236}">
                    <a16:creationId xmlns:a16="http://schemas.microsoft.com/office/drawing/2014/main" id="{9AABF74C-3A91-4192-B927-80D957EE1D72}"/>
                  </a:ext>
                </a:extLst>
              </p:cNvPr>
              <p:cNvSpPr>
                <a:spLocks noChangeShapeType="1"/>
              </p:cNvSpPr>
              <p:nvPr/>
            </p:nvSpPr>
            <p:spPr bwMode="auto">
              <a:xfrm flipV="1">
                <a:off x="2929" y="3836"/>
                <a:ext cx="480" cy="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wipe(left)">
                                      <p:cBhvr>
                                        <p:cTn id="7" dur="500"/>
                                        <p:tgtEl>
                                          <p:spTgt spid="40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4">
            <a:extLst>
              <a:ext uri="{FF2B5EF4-FFF2-40B4-BE49-F238E27FC236}">
                <a16:creationId xmlns:a16="http://schemas.microsoft.com/office/drawing/2014/main" id="{A41CE65E-AC35-4D70-A839-D734EC5BC804}"/>
              </a:ext>
            </a:extLst>
          </p:cNvPr>
          <p:cNvSpPr txBox="1">
            <a:spLocks noChangeArrowheads="1"/>
          </p:cNvSpPr>
          <p:nvPr/>
        </p:nvSpPr>
        <p:spPr bwMode="auto">
          <a:xfrm>
            <a:off x="381000" y="941388"/>
            <a:ext cx="8458200" cy="426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sz="3200">
                <a:solidFill>
                  <a:srgbClr val="FF3300"/>
                </a:solidFill>
                <a:latin typeface="华文新魏" panose="02010800040101010101" pitchFamily="2" charset="-122"/>
                <a:ea typeface="华文新魏" panose="02010800040101010101" pitchFamily="2" charset="-122"/>
              </a:rPr>
              <a:t>2   </a:t>
            </a:r>
            <a:r>
              <a:rPr lang="zh-CN" altLang="en-US" sz="3200">
                <a:solidFill>
                  <a:srgbClr val="FF3300"/>
                </a:solidFill>
                <a:latin typeface="华文新魏" panose="02010800040101010101" pitchFamily="2" charset="-122"/>
                <a:ea typeface="华文新魏" panose="02010800040101010101" pitchFamily="2" charset="-122"/>
              </a:rPr>
              <a:t>补偿导线法</a:t>
            </a:r>
          </a:p>
          <a:p>
            <a:pPr algn="l" eaLnBrk="1" hangingPunct="1">
              <a:lnSpc>
                <a:spcPct val="120000"/>
              </a:lnSpc>
              <a:spcBef>
                <a:spcPct val="0"/>
              </a:spcBef>
              <a:buSzTx/>
              <a:buFontTx/>
              <a:buNone/>
            </a:pPr>
            <a:r>
              <a:rPr lang="zh-CN" altLang="en-US" sz="2800">
                <a:solidFill>
                  <a:srgbClr val="000000"/>
                </a:solidFill>
                <a:latin typeface="楷体_GB2312" pitchFamily="49" charset="-122"/>
                <a:ea typeface="宋体" panose="02010600030101010101" pitchFamily="2" charset="-122"/>
              </a:rPr>
              <a:t>       热电偶的材料通常为贵重金属，由于受到材料价格的限制不可能做很长，而要使其冷端不受测温对象的温度影响，必须使冷端远离温度对象，采用补偿导线可以做到这一点。</a:t>
            </a:r>
          </a:p>
          <a:p>
            <a:pPr algn="l" eaLnBrk="1" hangingPunct="1">
              <a:lnSpc>
                <a:spcPct val="120000"/>
              </a:lnSpc>
              <a:spcBef>
                <a:spcPct val="0"/>
              </a:spcBef>
              <a:buSzTx/>
              <a:buFontTx/>
              <a:buNone/>
            </a:pPr>
            <a:r>
              <a:rPr lang="zh-CN" altLang="en-US" sz="2800">
                <a:solidFill>
                  <a:srgbClr val="000000"/>
                </a:solidFill>
                <a:latin typeface="楷体_GB2312" pitchFamily="49" charset="-122"/>
                <a:ea typeface="宋体" panose="02010600030101010101" pitchFamily="2" charset="-122"/>
              </a:rPr>
              <a:t>       所谓补偿导线，实际上是一对材料化学成分不同的导线，在</a:t>
            </a:r>
            <a:r>
              <a:rPr lang="en-US" altLang="zh-CN" sz="2800">
                <a:solidFill>
                  <a:srgbClr val="000000"/>
                </a:solidFill>
                <a:latin typeface="楷体_GB2312" pitchFamily="49" charset="-122"/>
                <a:ea typeface="宋体" panose="02010600030101010101" pitchFamily="2" charset="-122"/>
              </a:rPr>
              <a:t>0</a:t>
            </a:r>
            <a:r>
              <a:rPr lang="zh-CN" altLang="en-US" sz="2800">
                <a:solidFill>
                  <a:srgbClr val="000000"/>
                </a:solidFill>
                <a:latin typeface="楷体_GB2312" pitchFamily="49" charset="-122"/>
                <a:ea typeface="宋体" panose="02010600030101010101" pitchFamily="2" charset="-122"/>
              </a:rPr>
              <a:t>～</a:t>
            </a:r>
            <a:r>
              <a:rPr lang="en-US" altLang="zh-CN" sz="2800">
                <a:solidFill>
                  <a:srgbClr val="000000"/>
                </a:solidFill>
                <a:latin typeface="楷体_GB2312" pitchFamily="49" charset="-122"/>
                <a:ea typeface="宋体" panose="02010600030101010101" pitchFamily="2" charset="-122"/>
              </a:rPr>
              <a:t>100℃</a:t>
            </a:r>
            <a:r>
              <a:rPr lang="zh-CN" altLang="en-US" sz="2800">
                <a:solidFill>
                  <a:srgbClr val="000000"/>
                </a:solidFill>
                <a:latin typeface="楷体_GB2312" pitchFamily="49" charset="-122"/>
                <a:ea typeface="宋体" panose="02010600030101010101" pitchFamily="2" charset="-122"/>
              </a:rPr>
              <a:t>温度范围内与配接的热电偶有一致的热电特性，但价格相对要便宜。</a:t>
            </a:r>
          </a:p>
        </p:txBody>
      </p:sp>
      <p:grpSp>
        <p:nvGrpSpPr>
          <p:cNvPr id="482307" name="Group 56">
            <a:extLst>
              <a:ext uri="{FF2B5EF4-FFF2-40B4-BE49-F238E27FC236}">
                <a16:creationId xmlns:a16="http://schemas.microsoft.com/office/drawing/2014/main" id="{88749192-10B3-477B-B816-B6457541DA73}"/>
              </a:ext>
            </a:extLst>
          </p:cNvPr>
          <p:cNvGrpSpPr>
            <a:grpSpLocks/>
          </p:cNvGrpSpPr>
          <p:nvPr/>
        </p:nvGrpSpPr>
        <p:grpSpPr bwMode="auto">
          <a:xfrm>
            <a:off x="838200" y="5056188"/>
            <a:ext cx="7639050" cy="1828800"/>
            <a:chOff x="528" y="2928"/>
            <a:chExt cx="4812" cy="1152"/>
          </a:xfrm>
        </p:grpSpPr>
        <p:grpSp>
          <p:nvGrpSpPr>
            <p:cNvPr id="482308" name="Group 5">
              <a:extLst>
                <a:ext uri="{FF2B5EF4-FFF2-40B4-BE49-F238E27FC236}">
                  <a16:creationId xmlns:a16="http://schemas.microsoft.com/office/drawing/2014/main" id="{53B6F38C-F2CA-4C3A-B8A3-F15D429284D6}"/>
                </a:ext>
              </a:extLst>
            </p:cNvPr>
            <p:cNvGrpSpPr>
              <a:grpSpLocks/>
            </p:cNvGrpSpPr>
            <p:nvPr/>
          </p:nvGrpSpPr>
          <p:grpSpPr bwMode="auto">
            <a:xfrm>
              <a:off x="528" y="2928"/>
              <a:ext cx="4812" cy="1139"/>
              <a:chOff x="790" y="3132"/>
              <a:chExt cx="4812" cy="1139"/>
            </a:xfrm>
          </p:grpSpPr>
          <p:sp>
            <p:nvSpPr>
              <p:cNvPr id="482310" name="Rectangle 6">
                <a:extLst>
                  <a:ext uri="{FF2B5EF4-FFF2-40B4-BE49-F238E27FC236}">
                    <a16:creationId xmlns:a16="http://schemas.microsoft.com/office/drawing/2014/main" id="{430D5578-DD51-436B-B055-4528DA9B3D79}"/>
                  </a:ext>
                </a:extLst>
              </p:cNvPr>
              <p:cNvSpPr>
                <a:spLocks noChangeArrowheads="1"/>
              </p:cNvSpPr>
              <p:nvPr/>
            </p:nvSpPr>
            <p:spPr bwMode="auto">
              <a:xfrm>
                <a:off x="1625" y="3203"/>
                <a:ext cx="461"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A</a:t>
                </a:r>
              </a:p>
              <a:p>
                <a:pPr algn="l">
                  <a:lnSpc>
                    <a:spcPct val="120000"/>
                  </a:lnSpc>
                  <a:spcBef>
                    <a:spcPct val="0"/>
                  </a:spcBef>
                  <a:buSzTx/>
                  <a:buFontTx/>
                  <a:buNone/>
                </a:pPr>
                <a:endParaRPr lang="en-US" altLang="zh-CN" sz="2000">
                  <a:solidFill>
                    <a:srgbClr val="000000"/>
                  </a:solidFill>
                  <a:ea typeface="宋体" panose="02010600030101010101" pitchFamily="2" charset="-122"/>
                </a:endParaRPr>
              </a:p>
            </p:txBody>
          </p:sp>
          <p:sp>
            <p:nvSpPr>
              <p:cNvPr id="482311" name="Rectangle 7">
                <a:extLst>
                  <a:ext uri="{FF2B5EF4-FFF2-40B4-BE49-F238E27FC236}">
                    <a16:creationId xmlns:a16="http://schemas.microsoft.com/office/drawing/2014/main" id="{28D34A1D-7C72-4C23-8887-7942A067E84D}"/>
                  </a:ext>
                </a:extLst>
              </p:cNvPr>
              <p:cNvSpPr>
                <a:spLocks noChangeArrowheads="1"/>
              </p:cNvSpPr>
              <p:nvPr/>
            </p:nvSpPr>
            <p:spPr bwMode="auto">
              <a:xfrm>
                <a:off x="1558" y="3956"/>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B</a:t>
                </a:r>
              </a:p>
            </p:txBody>
          </p:sp>
          <p:sp>
            <p:nvSpPr>
              <p:cNvPr id="482312" name="Rectangle 8">
                <a:extLst>
                  <a:ext uri="{FF2B5EF4-FFF2-40B4-BE49-F238E27FC236}">
                    <a16:creationId xmlns:a16="http://schemas.microsoft.com/office/drawing/2014/main" id="{C77E9B27-23CC-4070-9586-7712F9586252}"/>
                  </a:ext>
                </a:extLst>
              </p:cNvPr>
              <p:cNvSpPr>
                <a:spLocks noChangeArrowheads="1"/>
              </p:cNvSpPr>
              <p:nvPr/>
            </p:nvSpPr>
            <p:spPr bwMode="auto">
              <a:xfrm>
                <a:off x="790" y="3524"/>
                <a:ext cx="461"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1</a:t>
                </a:r>
              </a:p>
            </p:txBody>
          </p:sp>
          <p:sp>
            <p:nvSpPr>
              <p:cNvPr id="482313" name="Oval 9">
                <a:extLst>
                  <a:ext uri="{FF2B5EF4-FFF2-40B4-BE49-F238E27FC236}">
                    <a16:creationId xmlns:a16="http://schemas.microsoft.com/office/drawing/2014/main" id="{50F80363-8AA6-4BAF-933B-88160A2AE450}"/>
                  </a:ext>
                </a:extLst>
              </p:cNvPr>
              <p:cNvSpPr>
                <a:spLocks noChangeArrowheads="1"/>
              </p:cNvSpPr>
              <p:nvPr/>
            </p:nvSpPr>
            <p:spPr bwMode="auto">
              <a:xfrm>
                <a:off x="2448" y="3439"/>
                <a:ext cx="43" cy="51"/>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2314" name="Oval 10">
                <a:extLst>
                  <a:ext uri="{FF2B5EF4-FFF2-40B4-BE49-F238E27FC236}">
                    <a16:creationId xmlns:a16="http://schemas.microsoft.com/office/drawing/2014/main" id="{3E820992-7ACF-4F70-8ED5-F5B8C6ACF6A4}"/>
                  </a:ext>
                </a:extLst>
              </p:cNvPr>
              <p:cNvSpPr>
                <a:spLocks noChangeArrowheads="1"/>
              </p:cNvSpPr>
              <p:nvPr/>
            </p:nvSpPr>
            <p:spPr bwMode="auto">
              <a:xfrm>
                <a:off x="2433" y="3978"/>
                <a:ext cx="43" cy="51"/>
              </a:xfrm>
              <a:prstGeom prst="ellipse">
                <a:avLst/>
              </a:prstGeom>
              <a:solidFill>
                <a:srgbClr val="FFFFFF"/>
              </a:solidFill>
              <a:ln w="25400">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2315" name="Line 11">
                <a:extLst>
                  <a:ext uri="{FF2B5EF4-FFF2-40B4-BE49-F238E27FC236}">
                    <a16:creationId xmlns:a16="http://schemas.microsoft.com/office/drawing/2014/main" id="{A6684369-AAEE-4B1C-9F51-2D62B7E708DB}"/>
                  </a:ext>
                </a:extLst>
              </p:cNvPr>
              <p:cNvSpPr>
                <a:spLocks noChangeShapeType="1"/>
              </p:cNvSpPr>
              <p:nvPr/>
            </p:nvSpPr>
            <p:spPr bwMode="auto">
              <a:xfrm>
                <a:off x="2491" y="3466"/>
                <a:ext cx="98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16" name="Line 12">
                <a:extLst>
                  <a:ext uri="{FF2B5EF4-FFF2-40B4-BE49-F238E27FC236}">
                    <a16:creationId xmlns:a16="http://schemas.microsoft.com/office/drawing/2014/main" id="{2966E6D7-8115-4DAC-8C21-1D79E0FFB109}"/>
                  </a:ext>
                </a:extLst>
              </p:cNvPr>
              <p:cNvSpPr>
                <a:spLocks noChangeShapeType="1"/>
              </p:cNvSpPr>
              <p:nvPr/>
            </p:nvSpPr>
            <p:spPr bwMode="auto">
              <a:xfrm>
                <a:off x="2479" y="4004"/>
                <a:ext cx="98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17" name="Oval 13">
                <a:extLst>
                  <a:ext uri="{FF2B5EF4-FFF2-40B4-BE49-F238E27FC236}">
                    <a16:creationId xmlns:a16="http://schemas.microsoft.com/office/drawing/2014/main" id="{0BD7F6FE-3379-416E-B5F6-ADC2C9C2DB2B}"/>
                  </a:ext>
                </a:extLst>
              </p:cNvPr>
              <p:cNvSpPr>
                <a:spLocks noChangeArrowheads="1"/>
              </p:cNvSpPr>
              <p:nvPr/>
            </p:nvSpPr>
            <p:spPr bwMode="auto">
              <a:xfrm>
                <a:off x="3489" y="3439"/>
                <a:ext cx="43" cy="51"/>
              </a:xfrm>
              <a:prstGeom prst="ellipse">
                <a:avLst/>
              </a:prstGeom>
              <a:solidFill>
                <a:srgbClr val="FFFFFF"/>
              </a:solidFill>
              <a:ln w="25400">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2318" name="Oval 14">
                <a:extLst>
                  <a:ext uri="{FF2B5EF4-FFF2-40B4-BE49-F238E27FC236}">
                    <a16:creationId xmlns:a16="http://schemas.microsoft.com/office/drawing/2014/main" id="{0245ABDF-9E7B-490C-8BD9-6E5A90403E1D}"/>
                  </a:ext>
                </a:extLst>
              </p:cNvPr>
              <p:cNvSpPr>
                <a:spLocks noChangeArrowheads="1"/>
              </p:cNvSpPr>
              <p:nvPr/>
            </p:nvSpPr>
            <p:spPr bwMode="auto">
              <a:xfrm>
                <a:off x="3473" y="3978"/>
                <a:ext cx="43" cy="51"/>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2319" name="Oval 15">
                <a:extLst>
                  <a:ext uri="{FF2B5EF4-FFF2-40B4-BE49-F238E27FC236}">
                    <a16:creationId xmlns:a16="http://schemas.microsoft.com/office/drawing/2014/main" id="{C3020152-A7F7-45C9-B190-51D1DBC521F6}"/>
                  </a:ext>
                </a:extLst>
              </p:cNvPr>
              <p:cNvSpPr>
                <a:spLocks noChangeArrowheads="1"/>
              </p:cNvSpPr>
              <p:nvPr/>
            </p:nvSpPr>
            <p:spPr bwMode="auto">
              <a:xfrm>
                <a:off x="3806" y="3569"/>
                <a:ext cx="344" cy="256"/>
              </a:xfrm>
              <a:prstGeom prst="ellipse">
                <a:avLst/>
              </a:prstGeom>
              <a:solidFill>
                <a:srgbClr val="FFFFFF"/>
              </a:solidFill>
              <a:ln w="25400">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2320" name="Line 16">
                <a:extLst>
                  <a:ext uri="{FF2B5EF4-FFF2-40B4-BE49-F238E27FC236}">
                    <a16:creationId xmlns:a16="http://schemas.microsoft.com/office/drawing/2014/main" id="{2F8BB9E8-A751-458B-AA73-DC084186E828}"/>
                  </a:ext>
                </a:extLst>
              </p:cNvPr>
              <p:cNvSpPr>
                <a:spLocks noChangeShapeType="1"/>
              </p:cNvSpPr>
              <p:nvPr/>
            </p:nvSpPr>
            <p:spPr bwMode="auto">
              <a:xfrm>
                <a:off x="3550" y="3466"/>
                <a:ext cx="42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21" name="Line 17">
                <a:extLst>
                  <a:ext uri="{FF2B5EF4-FFF2-40B4-BE49-F238E27FC236}">
                    <a16:creationId xmlns:a16="http://schemas.microsoft.com/office/drawing/2014/main" id="{3547BBBB-7543-4273-AE1D-64321A8B3644}"/>
                  </a:ext>
                </a:extLst>
              </p:cNvPr>
              <p:cNvSpPr>
                <a:spLocks noChangeShapeType="1"/>
              </p:cNvSpPr>
              <p:nvPr/>
            </p:nvSpPr>
            <p:spPr bwMode="auto">
              <a:xfrm>
                <a:off x="3528" y="4004"/>
                <a:ext cx="4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22" name="Line 18">
                <a:extLst>
                  <a:ext uri="{FF2B5EF4-FFF2-40B4-BE49-F238E27FC236}">
                    <a16:creationId xmlns:a16="http://schemas.microsoft.com/office/drawing/2014/main" id="{D9A5C446-9912-4711-BDD4-E7533ED177C9}"/>
                  </a:ext>
                </a:extLst>
              </p:cNvPr>
              <p:cNvSpPr>
                <a:spLocks noChangeShapeType="1"/>
              </p:cNvSpPr>
              <p:nvPr/>
            </p:nvSpPr>
            <p:spPr bwMode="auto">
              <a:xfrm>
                <a:off x="3978" y="3466"/>
                <a:ext cx="0" cy="11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23" name="Line 19">
                <a:extLst>
                  <a:ext uri="{FF2B5EF4-FFF2-40B4-BE49-F238E27FC236}">
                    <a16:creationId xmlns:a16="http://schemas.microsoft.com/office/drawing/2014/main" id="{32F59F92-6D14-4A79-9C6C-29E28D3D5EA6}"/>
                  </a:ext>
                </a:extLst>
              </p:cNvPr>
              <p:cNvSpPr>
                <a:spLocks noChangeShapeType="1"/>
              </p:cNvSpPr>
              <p:nvPr/>
            </p:nvSpPr>
            <p:spPr bwMode="auto">
              <a:xfrm>
                <a:off x="3976" y="3825"/>
                <a:ext cx="0" cy="1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24" name="Rectangle 20">
                <a:extLst>
                  <a:ext uri="{FF2B5EF4-FFF2-40B4-BE49-F238E27FC236}">
                    <a16:creationId xmlns:a16="http://schemas.microsoft.com/office/drawing/2014/main" id="{030C62C3-272B-496D-9249-12D388E9510C}"/>
                  </a:ext>
                </a:extLst>
              </p:cNvPr>
              <p:cNvSpPr>
                <a:spLocks noChangeArrowheads="1"/>
              </p:cNvSpPr>
              <p:nvPr/>
            </p:nvSpPr>
            <p:spPr bwMode="auto">
              <a:xfrm>
                <a:off x="2255" y="3146"/>
                <a:ext cx="600"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2</a:t>
                </a:r>
                <a:endParaRPr lang="en-US" altLang="zh-CN" sz="2000">
                  <a:solidFill>
                    <a:srgbClr val="000000"/>
                  </a:solidFill>
                  <a:ea typeface="宋体" panose="02010600030101010101" pitchFamily="2" charset="-122"/>
                </a:endParaRPr>
              </a:p>
              <a:p>
                <a:pPr algn="l">
                  <a:lnSpc>
                    <a:spcPct val="120000"/>
                  </a:lnSpc>
                  <a:spcBef>
                    <a:spcPct val="0"/>
                  </a:spcBef>
                  <a:buSzTx/>
                  <a:buFontTx/>
                  <a:buNone/>
                </a:pPr>
                <a:endParaRPr lang="en-US" altLang="zh-CN" sz="2000">
                  <a:solidFill>
                    <a:srgbClr val="000000"/>
                  </a:solidFill>
                  <a:ea typeface="宋体" panose="02010600030101010101" pitchFamily="2" charset="-122"/>
                </a:endParaRPr>
              </a:p>
            </p:txBody>
          </p:sp>
          <p:sp>
            <p:nvSpPr>
              <p:cNvPr id="482325" name="Rectangle 21">
                <a:extLst>
                  <a:ext uri="{FF2B5EF4-FFF2-40B4-BE49-F238E27FC236}">
                    <a16:creationId xmlns:a16="http://schemas.microsoft.com/office/drawing/2014/main" id="{E2BF34DC-3297-400F-A858-0CB69F9912F4}"/>
                  </a:ext>
                </a:extLst>
              </p:cNvPr>
              <p:cNvSpPr>
                <a:spLocks noChangeArrowheads="1"/>
              </p:cNvSpPr>
              <p:nvPr/>
            </p:nvSpPr>
            <p:spPr bwMode="auto">
              <a:xfrm>
                <a:off x="2834" y="3188"/>
                <a:ext cx="59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A’</a:t>
                </a:r>
                <a:endParaRPr lang="en-US" altLang="zh-CN" sz="2000">
                  <a:solidFill>
                    <a:srgbClr val="000000"/>
                  </a:solidFill>
                  <a:ea typeface="宋体" panose="02010600030101010101" pitchFamily="2" charset="-122"/>
                </a:endParaRPr>
              </a:p>
              <a:p>
                <a:pPr algn="l">
                  <a:lnSpc>
                    <a:spcPct val="120000"/>
                  </a:lnSpc>
                  <a:spcBef>
                    <a:spcPct val="0"/>
                  </a:spcBef>
                  <a:buSzTx/>
                  <a:buFontTx/>
                  <a:buNone/>
                </a:pPr>
                <a:endParaRPr lang="en-US" altLang="zh-CN" sz="2000">
                  <a:solidFill>
                    <a:srgbClr val="000000"/>
                  </a:solidFill>
                  <a:ea typeface="宋体" panose="02010600030101010101" pitchFamily="2" charset="-122"/>
                </a:endParaRPr>
              </a:p>
            </p:txBody>
          </p:sp>
          <p:sp>
            <p:nvSpPr>
              <p:cNvPr id="482326" name="Rectangle 22">
                <a:extLst>
                  <a:ext uri="{FF2B5EF4-FFF2-40B4-BE49-F238E27FC236}">
                    <a16:creationId xmlns:a16="http://schemas.microsoft.com/office/drawing/2014/main" id="{DCDB5368-FD7A-493B-A07E-82C61AA36B98}"/>
                  </a:ext>
                </a:extLst>
              </p:cNvPr>
              <p:cNvSpPr>
                <a:spLocks noChangeArrowheads="1"/>
              </p:cNvSpPr>
              <p:nvPr/>
            </p:nvSpPr>
            <p:spPr bwMode="auto">
              <a:xfrm>
                <a:off x="3360" y="3132"/>
                <a:ext cx="3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0</a:t>
                </a:r>
                <a:endParaRPr lang="en-US" altLang="zh-CN" sz="2000">
                  <a:solidFill>
                    <a:srgbClr val="000000"/>
                  </a:solidFill>
                  <a:ea typeface="宋体" panose="02010600030101010101" pitchFamily="2" charset="-122"/>
                </a:endParaRPr>
              </a:p>
            </p:txBody>
          </p:sp>
          <p:sp>
            <p:nvSpPr>
              <p:cNvPr id="482327" name="Rectangle 23">
                <a:extLst>
                  <a:ext uri="{FF2B5EF4-FFF2-40B4-BE49-F238E27FC236}">
                    <a16:creationId xmlns:a16="http://schemas.microsoft.com/office/drawing/2014/main" id="{094AEA49-463C-4CCB-B4AB-C2F168E8D296}"/>
                  </a:ext>
                </a:extLst>
              </p:cNvPr>
              <p:cNvSpPr>
                <a:spLocks noChangeArrowheads="1"/>
              </p:cNvSpPr>
              <p:nvPr/>
            </p:nvSpPr>
            <p:spPr bwMode="auto">
              <a:xfrm>
                <a:off x="3359" y="3983"/>
                <a:ext cx="4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0</a:t>
                </a:r>
                <a:endParaRPr lang="en-US" altLang="zh-CN" sz="2000">
                  <a:solidFill>
                    <a:srgbClr val="000000"/>
                  </a:solidFill>
                  <a:ea typeface="宋体" panose="02010600030101010101" pitchFamily="2" charset="-122"/>
                </a:endParaRPr>
              </a:p>
            </p:txBody>
          </p:sp>
          <p:sp>
            <p:nvSpPr>
              <p:cNvPr id="482328" name="Freeform 24">
                <a:extLst>
                  <a:ext uri="{FF2B5EF4-FFF2-40B4-BE49-F238E27FC236}">
                    <a16:creationId xmlns:a16="http://schemas.microsoft.com/office/drawing/2014/main" id="{D3B9B53C-0EA3-4F9B-AEAF-0AA1AA4C0F46}"/>
                  </a:ext>
                </a:extLst>
              </p:cNvPr>
              <p:cNvSpPr>
                <a:spLocks/>
              </p:cNvSpPr>
              <p:nvPr/>
            </p:nvSpPr>
            <p:spPr bwMode="auto">
              <a:xfrm>
                <a:off x="1030" y="3716"/>
                <a:ext cx="1392" cy="288"/>
              </a:xfrm>
              <a:custGeom>
                <a:avLst/>
                <a:gdLst>
                  <a:gd name="T0" fmla="*/ 1392 w 1392"/>
                  <a:gd name="T1" fmla="*/ 288 h 288"/>
                  <a:gd name="T2" fmla="*/ 480 w 1392"/>
                  <a:gd name="T3" fmla="*/ 288 h 288"/>
                  <a:gd name="T4" fmla="*/ 0 w 1392"/>
                  <a:gd name="T5" fmla="*/ 0 h 288"/>
                  <a:gd name="T6" fmla="*/ 0 60000 65536"/>
                  <a:gd name="T7" fmla="*/ 0 60000 65536"/>
                  <a:gd name="T8" fmla="*/ 0 60000 65536"/>
                  <a:gd name="T9" fmla="*/ 0 w 1392"/>
                  <a:gd name="T10" fmla="*/ 0 h 288"/>
                  <a:gd name="T11" fmla="*/ 1392 w 1392"/>
                  <a:gd name="T12" fmla="*/ 288 h 288"/>
                </a:gdLst>
                <a:ahLst/>
                <a:cxnLst>
                  <a:cxn ang="T6">
                    <a:pos x="T0" y="T1"/>
                  </a:cxn>
                  <a:cxn ang="T7">
                    <a:pos x="T2" y="T3"/>
                  </a:cxn>
                  <a:cxn ang="T8">
                    <a:pos x="T4" y="T5"/>
                  </a:cxn>
                </a:cxnLst>
                <a:rect l="T9" t="T10" r="T11" b="T12"/>
                <a:pathLst>
                  <a:path w="1392" h="288">
                    <a:moveTo>
                      <a:pt x="1392" y="288"/>
                    </a:moveTo>
                    <a:lnTo>
                      <a:pt x="480" y="288"/>
                    </a:lnTo>
                    <a:lnTo>
                      <a:pt x="0" y="0"/>
                    </a:lnTo>
                  </a:path>
                </a:pathLst>
              </a:custGeom>
              <a:noFill/>
              <a:ln w="412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2329" name="Freeform 25">
                <a:extLst>
                  <a:ext uri="{FF2B5EF4-FFF2-40B4-BE49-F238E27FC236}">
                    <a16:creationId xmlns:a16="http://schemas.microsoft.com/office/drawing/2014/main" id="{746F4B08-0EF9-4FF5-A6F5-38B05BEDD627}"/>
                  </a:ext>
                </a:extLst>
              </p:cNvPr>
              <p:cNvSpPr>
                <a:spLocks/>
              </p:cNvSpPr>
              <p:nvPr/>
            </p:nvSpPr>
            <p:spPr bwMode="auto">
              <a:xfrm>
                <a:off x="1018" y="3464"/>
                <a:ext cx="1440" cy="240"/>
              </a:xfrm>
              <a:custGeom>
                <a:avLst/>
                <a:gdLst>
                  <a:gd name="T0" fmla="*/ 1440 w 1440"/>
                  <a:gd name="T1" fmla="*/ 0 h 240"/>
                  <a:gd name="T2" fmla="*/ 528 w 1440"/>
                  <a:gd name="T3" fmla="*/ 0 h 240"/>
                  <a:gd name="T4" fmla="*/ 0 w 1440"/>
                  <a:gd name="T5" fmla="*/ 240 h 240"/>
                  <a:gd name="T6" fmla="*/ 0 60000 65536"/>
                  <a:gd name="T7" fmla="*/ 0 60000 65536"/>
                  <a:gd name="T8" fmla="*/ 0 60000 65536"/>
                  <a:gd name="T9" fmla="*/ 0 w 1440"/>
                  <a:gd name="T10" fmla="*/ 0 h 240"/>
                  <a:gd name="T11" fmla="*/ 1440 w 1440"/>
                  <a:gd name="T12" fmla="*/ 240 h 240"/>
                </a:gdLst>
                <a:ahLst/>
                <a:cxnLst>
                  <a:cxn ang="T6">
                    <a:pos x="T0" y="T1"/>
                  </a:cxn>
                  <a:cxn ang="T7">
                    <a:pos x="T2" y="T3"/>
                  </a:cxn>
                  <a:cxn ang="T8">
                    <a:pos x="T4" y="T5"/>
                  </a:cxn>
                </a:cxnLst>
                <a:rect l="T9" t="T10" r="T11" b="T12"/>
                <a:pathLst>
                  <a:path w="1440" h="240">
                    <a:moveTo>
                      <a:pt x="1440" y="0"/>
                    </a:moveTo>
                    <a:lnTo>
                      <a:pt x="528" y="0"/>
                    </a:lnTo>
                    <a:lnTo>
                      <a:pt x="0" y="240"/>
                    </a:lnTo>
                  </a:path>
                </a:pathLst>
              </a:custGeom>
              <a:noFill/>
              <a:ln w="41275">
                <a:solidFill>
                  <a:srgbClr val="3366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2330" name="AutoShape 26">
                <a:extLst>
                  <a:ext uri="{FF2B5EF4-FFF2-40B4-BE49-F238E27FC236}">
                    <a16:creationId xmlns:a16="http://schemas.microsoft.com/office/drawing/2014/main" id="{CE3FB450-5108-426C-B962-C1B74347B682}"/>
                  </a:ext>
                </a:extLst>
              </p:cNvPr>
              <p:cNvSpPr>
                <a:spLocks noChangeArrowheads="1"/>
              </p:cNvSpPr>
              <p:nvPr/>
            </p:nvSpPr>
            <p:spPr bwMode="auto">
              <a:xfrm>
                <a:off x="4604" y="3476"/>
                <a:ext cx="998" cy="454"/>
              </a:xfrm>
              <a:prstGeom prst="wedgeRectCallout">
                <a:avLst>
                  <a:gd name="adj1" fmla="val -91181"/>
                  <a:gd name="adj2" fmla="val -3083"/>
                </a:avLst>
              </a:prstGeom>
              <a:solidFill>
                <a:schemeClr val="accent1"/>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ea typeface="宋体" panose="02010600030101010101" pitchFamily="2" charset="-122"/>
                  </a:rPr>
                  <a:t>热电偶补偿导线接线图</a:t>
                </a:r>
              </a:p>
            </p:txBody>
          </p:sp>
          <p:sp>
            <p:nvSpPr>
              <p:cNvPr id="482331" name="Line 27">
                <a:extLst>
                  <a:ext uri="{FF2B5EF4-FFF2-40B4-BE49-F238E27FC236}">
                    <a16:creationId xmlns:a16="http://schemas.microsoft.com/office/drawing/2014/main" id="{18F6934B-925B-4D0C-A1CE-AED8CFE32A94}"/>
                  </a:ext>
                </a:extLst>
              </p:cNvPr>
              <p:cNvSpPr>
                <a:spLocks noChangeShapeType="1"/>
              </p:cNvSpPr>
              <p:nvPr/>
            </p:nvSpPr>
            <p:spPr bwMode="auto">
              <a:xfrm flipV="1">
                <a:off x="3969" y="3612"/>
                <a:ext cx="0" cy="18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2332" name="Rectangle 28">
                <a:extLst>
                  <a:ext uri="{FF2B5EF4-FFF2-40B4-BE49-F238E27FC236}">
                    <a16:creationId xmlns:a16="http://schemas.microsoft.com/office/drawing/2014/main" id="{5D6227D7-8F19-410B-AADA-CC6AB20B8DD9}"/>
                  </a:ext>
                </a:extLst>
              </p:cNvPr>
              <p:cNvSpPr>
                <a:spLocks noChangeArrowheads="1"/>
              </p:cNvSpPr>
              <p:nvPr/>
            </p:nvSpPr>
            <p:spPr bwMode="auto">
              <a:xfrm>
                <a:off x="3590" y="3566"/>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E</a:t>
                </a:r>
              </a:p>
            </p:txBody>
          </p:sp>
        </p:grpSp>
        <p:sp>
          <p:nvSpPr>
            <p:cNvPr id="482309" name="Text Box 55">
              <a:extLst>
                <a:ext uri="{FF2B5EF4-FFF2-40B4-BE49-F238E27FC236}">
                  <a16:creationId xmlns:a16="http://schemas.microsoft.com/office/drawing/2014/main" id="{6752D262-69E1-4305-A3CA-6080703EC34E}"/>
                </a:ext>
              </a:extLst>
            </p:cNvPr>
            <p:cNvSpPr txBox="1">
              <a:spLocks noChangeArrowheads="1"/>
            </p:cNvSpPr>
            <p:nvPr/>
          </p:nvSpPr>
          <p:spPr bwMode="auto">
            <a:xfrm>
              <a:off x="2592" y="379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rPr>
                <a:t>B’</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wipe(left)">
                                      <p:cBhvr>
                                        <p:cTn id="7" dur="500"/>
                                        <p:tgtEl>
                                          <p:spTgt spid="399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3330" name="Group 29">
            <a:extLst>
              <a:ext uri="{FF2B5EF4-FFF2-40B4-BE49-F238E27FC236}">
                <a16:creationId xmlns:a16="http://schemas.microsoft.com/office/drawing/2014/main" id="{9B48D1E4-22C0-43AD-8C65-F3F98CAD9BCE}"/>
              </a:ext>
            </a:extLst>
          </p:cNvPr>
          <p:cNvGrpSpPr>
            <a:grpSpLocks/>
          </p:cNvGrpSpPr>
          <p:nvPr/>
        </p:nvGrpSpPr>
        <p:grpSpPr bwMode="auto">
          <a:xfrm>
            <a:off x="762000" y="1119188"/>
            <a:ext cx="7639050" cy="1828800"/>
            <a:chOff x="528" y="2928"/>
            <a:chExt cx="4812" cy="1152"/>
          </a:xfrm>
        </p:grpSpPr>
        <p:grpSp>
          <p:nvGrpSpPr>
            <p:cNvPr id="483334" name="Group 30">
              <a:extLst>
                <a:ext uri="{FF2B5EF4-FFF2-40B4-BE49-F238E27FC236}">
                  <a16:creationId xmlns:a16="http://schemas.microsoft.com/office/drawing/2014/main" id="{9078EAF7-788C-4A96-8DB8-6E4AE0255091}"/>
                </a:ext>
              </a:extLst>
            </p:cNvPr>
            <p:cNvGrpSpPr>
              <a:grpSpLocks/>
            </p:cNvGrpSpPr>
            <p:nvPr/>
          </p:nvGrpSpPr>
          <p:grpSpPr bwMode="auto">
            <a:xfrm>
              <a:off x="528" y="2928"/>
              <a:ext cx="4812" cy="1139"/>
              <a:chOff x="790" y="3132"/>
              <a:chExt cx="4812" cy="1139"/>
            </a:xfrm>
          </p:grpSpPr>
          <p:sp>
            <p:nvSpPr>
              <p:cNvPr id="483336" name="Rectangle 31">
                <a:extLst>
                  <a:ext uri="{FF2B5EF4-FFF2-40B4-BE49-F238E27FC236}">
                    <a16:creationId xmlns:a16="http://schemas.microsoft.com/office/drawing/2014/main" id="{BEC6BD61-6137-40BC-8DE9-099E8F211C37}"/>
                  </a:ext>
                </a:extLst>
              </p:cNvPr>
              <p:cNvSpPr>
                <a:spLocks noChangeArrowheads="1"/>
              </p:cNvSpPr>
              <p:nvPr/>
            </p:nvSpPr>
            <p:spPr bwMode="auto">
              <a:xfrm>
                <a:off x="1625" y="3203"/>
                <a:ext cx="461"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A</a:t>
                </a:r>
              </a:p>
              <a:p>
                <a:pPr algn="l">
                  <a:lnSpc>
                    <a:spcPct val="120000"/>
                  </a:lnSpc>
                  <a:spcBef>
                    <a:spcPct val="0"/>
                  </a:spcBef>
                  <a:buSzTx/>
                  <a:buFontTx/>
                  <a:buNone/>
                </a:pPr>
                <a:endParaRPr lang="en-US" altLang="zh-CN" sz="2000">
                  <a:solidFill>
                    <a:srgbClr val="000000"/>
                  </a:solidFill>
                  <a:ea typeface="宋体" panose="02010600030101010101" pitchFamily="2" charset="-122"/>
                </a:endParaRPr>
              </a:p>
            </p:txBody>
          </p:sp>
          <p:sp>
            <p:nvSpPr>
              <p:cNvPr id="483337" name="Rectangle 32">
                <a:extLst>
                  <a:ext uri="{FF2B5EF4-FFF2-40B4-BE49-F238E27FC236}">
                    <a16:creationId xmlns:a16="http://schemas.microsoft.com/office/drawing/2014/main" id="{FE7F6E5E-58D5-41F3-ADD1-478ADA9D57F9}"/>
                  </a:ext>
                </a:extLst>
              </p:cNvPr>
              <p:cNvSpPr>
                <a:spLocks noChangeArrowheads="1"/>
              </p:cNvSpPr>
              <p:nvPr/>
            </p:nvSpPr>
            <p:spPr bwMode="auto">
              <a:xfrm>
                <a:off x="1558" y="3956"/>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B</a:t>
                </a:r>
              </a:p>
            </p:txBody>
          </p:sp>
          <p:sp>
            <p:nvSpPr>
              <p:cNvPr id="483338" name="Rectangle 33">
                <a:extLst>
                  <a:ext uri="{FF2B5EF4-FFF2-40B4-BE49-F238E27FC236}">
                    <a16:creationId xmlns:a16="http://schemas.microsoft.com/office/drawing/2014/main" id="{24BC4F8D-5007-42E6-87B9-B3266E27E977}"/>
                  </a:ext>
                </a:extLst>
              </p:cNvPr>
              <p:cNvSpPr>
                <a:spLocks noChangeArrowheads="1"/>
              </p:cNvSpPr>
              <p:nvPr/>
            </p:nvSpPr>
            <p:spPr bwMode="auto">
              <a:xfrm>
                <a:off x="790" y="3524"/>
                <a:ext cx="461"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1</a:t>
                </a:r>
              </a:p>
            </p:txBody>
          </p:sp>
          <p:sp>
            <p:nvSpPr>
              <p:cNvPr id="483339" name="Oval 34">
                <a:extLst>
                  <a:ext uri="{FF2B5EF4-FFF2-40B4-BE49-F238E27FC236}">
                    <a16:creationId xmlns:a16="http://schemas.microsoft.com/office/drawing/2014/main" id="{6109FB31-BE84-4DD0-8BD0-173E7DB8000F}"/>
                  </a:ext>
                </a:extLst>
              </p:cNvPr>
              <p:cNvSpPr>
                <a:spLocks noChangeArrowheads="1"/>
              </p:cNvSpPr>
              <p:nvPr/>
            </p:nvSpPr>
            <p:spPr bwMode="auto">
              <a:xfrm>
                <a:off x="2448" y="3439"/>
                <a:ext cx="43" cy="51"/>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3340" name="Oval 35">
                <a:extLst>
                  <a:ext uri="{FF2B5EF4-FFF2-40B4-BE49-F238E27FC236}">
                    <a16:creationId xmlns:a16="http://schemas.microsoft.com/office/drawing/2014/main" id="{9D735C91-D746-41A2-A6DF-1D73B34D2E08}"/>
                  </a:ext>
                </a:extLst>
              </p:cNvPr>
              <p:cNvSpPr>
                <a:spLocks noChangeArrowheads="1"/>
              </p:cNvSpPr>
              <p:nvPr/>
            </p:nvSpPr>
            <p:spPr bwMode="auto">
              <a:xfrm>
                <a:off x="2433" y="3978"/>
                <a:ext cx="43" cy="51"/>
              </a:xfrm>
              <a:prstGeom prst="ellipse">
                <a:avLst/>
              </a:prstGeom>
              <a:solidFill>
                <a:srgbClr val="FFFFFF"/>
              </a:solidFill>
              <a:ln w="25400">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3341" name="Line 36">
                <a:extLst>
                  <a:ext uri="{FF2B5EF4-FFF2-40B4-BE49-F238E27FC236}">
                    <a16:creationId xmlns:a16="http://schemas.microsoft.com/office/drawing/2014/main" id="{99301C6C-1361-4AE2-8267-5FF36A081F21}"/>
                  </a:ext>
                </a:extLst>
              </p:cNvPr>
              <p:cNvSpPr>
                <a:spLocks noChangeShapeType="1"/>
              </p:cNvSpPr>
              <p:nvPr/>
            </p:nvSpPr>
            <p:spPr bwMode="auto">
              <a:xfrm>
                <a:off x="2491" y="3466"/>
                <a:ext cx="98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342" name="Line 37">
                <a:extLst>
                  <a:ext uri="{FF2B5EF4-FFF2-40B4-BE49-F238E27FC236}">
                    <a16:creationId xmlns:a16="http://schemas.microsoft.com/office/drawing/2014/main" id="{2EBE7F9C-35B1-4CC2-94F0-5342F23B6672}"/>
                  </a:ext>
                </a:extLst>
              </p:cNvPr>
              <p:cNvSpPr>
                <a:spLocks noChangeShapeType="1"/>
              </p:cNvSpPr>
              <p:nvPr/>
            </p:nvSpPr>
            <p:spPr bwMode="auto">
              <a:xfrm>
                <a:off x="2479" y="4004"/>
                <a:ext cx="98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343" name="Oval 38">
                <a:extLst>
                  <a:ext uri="{FF2B5EF4-FFF2-40B4-BE49-F238E27FC236}">
                    <a16:creationId xmlns:a16="http://schemas.microsoft.com/office/drawing/2014/main" id="{497252BC-93D5-4A93-8DFA-3EC08A3D63A7}"/>
                  </a:ext>
                </a:extLst>
              </p:cNvPr>
              <p:cNvSpPr>
                <a:spLocks noChangeArrowheads="1"/>
              </p:cNvSpPr>
              <p:nvPr/>
            </p:nvSpPr>
            <p:spPr bwMode="auto">
              <a:xfrm>
                <a:off x="3489" y="3439"/>
                <a:ext cx="43" cy="51"/>
              </a:xfrm>
              <a:prstGeom prst="ellipse">
                <a:avLst/>
              </a:prstGeom>
              <a:solidFill>
                <a:srgbClr val="FFFFFF"/>
              </a:solidFill>
              <a:ln w="25400">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3344" name="Oval 39">
                <a:extLst>
                  <a:ext uri="{FF2B5EF4-FFF2-40B4-BE49-F238E27FC236}">
                    <a16:creationId xmlns:a16="http://schemas.microsoft.com/office/drawing/2014/main" id="{CDA79946-C2B2-4AC2-B935-B896BC3556E2}"/>
                  </a:ext>
                </a:extLst>
              </p:cNvPr>
              <p:cNvSpPr>
                <a:spLocks noChangeArrowheads="1"/>
              </p:cNvSpPr>
              <p:nvPr/>
            </p:nvSpPr>
            <p:spPr bwMode="auto">
              <a:xfrm>
                <a:off x="3473" y="3978"/>
                <a:ext cx="43" cy="51"/>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3345" name="Oval 40">
                <a:extLst>
                  <a:ext uri="{FF2B5EF4-FFF2-40B4-BE49-F238E27FC236}">
                    <a16:creationId xmlns:a16="http://schemas.microsoft.com/office/drawing/2014/main" id="{A22F7A9A-E672-411E-902C-E0C9ED3F9A46}"/>
                  </a:ext>
                </a:extLst>
              </p:cNvPr>
              <p:cNvSpPr>
                <a:spLocks noChangeArrowheads="1"/>
              </p:cNvSpPr>
              <p:nvPr/>
            </p:nvSpPr>
            <p:spPr bwMode="auto">
              <a:xfrm>
                <a:off x="3806" y="3569"/>
                <a:ext cx="344" cy="256"/>
              </a:xfrm>
              <a:prstGeom prst="ellipse">
                <a:avLst/>
              </a:prstGeom>
              <a:solidFill>
                <a:srgbClr val="FFFFFF"/>
              </a:solidFill>
              <a:ln w="25400">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3346" name="Line 41">
                <a:extLst>
                  <a:ext uri="{FF2B5EF4-FFF2-40B4-BE49-F238E27FC236}">
                    <a16:creationId xmlns:a16="http://schemas.microsoft.com/office/drawing/2014/main" id="{2035353A-5A41-42E3-87D5-887D95C1AC75}"/>
                  </a:ext>
                </a:extLst>
              </p:cNvPr>
              <p:cNvSpPr>
                <a:spLocks noChangeShapeType="1"/>
              </p:cNvSpPr>
              <p:nvPr/>
            </p:nvSpPr>
            <p:spPr bwMode="auto">
              <a:xfrm>
                <a:off x="3550" y="3466"/>
                <a:ext cx="42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347" name="Line 42">
                <a:extLst>
                  <a:ext uri="{FF2B5EF4-FFF2-40B4-BE49-F238E27FC236}">
                    <a16:creationId xmlns:a16="http://schemas.microsoft.com/office/drawing/2014/main" id="{8F27B426-21B1-4BCC-87B0-007947390A00}"/>
                  </a:ext>
                </a:extLst>
              </p:cNvPr>
              <p:cNvSpPr>
                <a:spLocks noChangeShapeType="1"/>
              </p:cNvSpPr>
              <p:nvPr/>
            </p:nvSpPr>
            <p:spPr bwMode="auto">
              <a:xfrm>
                <a:off x="3528" y="4004"/>
                <a:ext cx="4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348" name="Line 43">
                <a:extLst>
                  <a:ext uri="{FF2B5EF4-FFF2-40B4-BE49-F238E27FC236}">
                    <a16:creationId xmlns:a16="http://schemas.microsoft.com/office/drawing/2014/main" id="{78C51E3D-BA1F-4E9B-926D-1BD6F4360C0E}"/>
                  </a:ext>
                </a:extLst>
              </p:cNvPr>
              <p:cNvSpPr>
                <a:spLocks noChangeShapeType="1"/>
              </p:cNvSpPr>
              <p:nvPr/>
            </p:nvSpPr>
            <p:spPr bwMode="auto">
              <a:xfrm>
                <a:off x="3978" y="3466"/>
                <a:ext cx="0" cy="11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349" name="Line 44">
                <a:extLst>
                  <a:ext uri="{FF2B5EF4-FFF2-40B4-BE49-F238E27FC236}">
                    <a16:creationId xmlns:a16="http://schemas.microsoft.com/office/drawing/2014/main" id="{616B35EF-6297-4118-B9DD-63872552FFDB}"/>
                  </a:ext>
                </a:extLst>
              </p:cNvPr>
              <p:cNvSpPr>
                <a:spLocks noChangeShapeType="1"/>
              </p:cNvSpPr>
              <p:nvPr/>
            </p:nvSpPr>
            <p:spPr bwMode="auto">
              <a:xfrm>
                <a:off x="3976" y="3825"/>
                <a:ext cx="0" cy="1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350" name="Rectangle 45">
                <a:extLst>
                  <a:ext uri="{FF2B5EF4-FFF2-40B4-BE49-F238E27FC236}">
                    <a16:creationId xmlns:a16="http://schemas.microsoft.com/office/drawing/2014/main" id="{4EBD47E1-FDF9-4129-BCB9-A7A06096BB39}"/>
                  </a:ext>
                </a:extLst>
              </p:cNvPr>
              <p:cNvSpPr>
                <a:spLocks noChangeArrowheads="1"/>
              </p:cNvSpPr>
              <p:nvPr/>
            </p:nvSpPr>
            <p:spPr bwMode="auto">
              <a:xfrm>
                <a:off x="2255" y="3146"/>
                <a:ext cx="600"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2</a:t>
                </a:r>
                <a:endParaRPr lang="en-US" altLang="zh-CN" sz="2000">
                  <a:solidFill>
                    <a:srgbClr val="000000"/>
                  </a:solidFill>
                  <a:ea typeface="宋体" panose="02010600030101010101" pitchFamily="2" charset="-122"/>
                </a:endParaRPr>
              </a:p>
              <a:p>
                <a:pPr algn="l">
                  <a:lnSpc>
                    <a:spcPct val="120000"/>
                  </a:lnSpc>
                  <a:spcBef>
                    <a:spcPct val="0"/>
                  </a:spcBef>
                  <a:buSzTx/>
                  <a:buFontTx/>
                  <a:buNone/>
                </a:pPr>
                <a:endParaRPr lang="en-US" altLang="zh-CN" sz="2000">
                  <a:solidFill>
                    <a:srgbClr val="000000"/>
                  </a:solidFill>
                  <a:ea typeface="宋体" panose="02010600030101010101" pitchFamily="2" charset="-122"/>
                </a:endParaRPr>
              </a:p>
            </p:txBody>
          </p:sp>
          <p:sp>
            <p:nvSpPr>
              <p:cNvPr id="483351" name="Rectangle 46">
                <a:extLst>
                  <a:ext uri="{FF2B5EF4-FFF2-40B4-BE49-F238E27FC236}">
                    <a16:creationId xmlns:a16="http://schemas.microsoft.com/office/drawing/2014/main" id="{C9803054-CF70-4D89-8F21-BAA536914125}"/>
                  </a:ext>
                </a:extLst>
              </p:cNvPr>
              <p:cNvSpPr>
                <a:spLocks noChangeArrowheads="1"/>
              </p:cNvSpPr>
              <p:nvPr/>
            </p:nvSpPr>
            <p:spPr bwMode="auto">
              <a:xfrm>
                <a:off x="2834" y="3188"/>
                <a:ext cx="59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A’</a:t>
                </a:r>
              </a:p>
              <a:p>
                <a:pPr algn="l">
                  <a:lnSpc>
                    <a:spcPct val="120000"/>
                  </a:lnSpc>
                  <a:spcBef>
                    <a:spcPct val="0"/>
                  </a:spcBef>
                  <a:buSzTx/>
                  <a:buFontTx/>
                  <a:buNone/>
                </a:pPr>
                <a:endParaRPr lang="en-US" altLang="zh-CN" sz="2000">
                  <a:solidFill>
                    <a:srgbClr val="000000"/>
                  </a:solidFill>
                  <a:ea typeface="宋体" panose="02010600030101010101" pitchFamily="2" charset="-122"/>
                </a:endParaRPr>
              </a:p>
            </p:txBody>
          </p:sp>
          <p:sp>
            <p:nvSpPr>
              <p:cNvPr id="483352" name="Rectangle 47">
                <a:extLst>
                  <a:ext uri="{FF2B5EF4-FFF2-40B4-BE49-F238E27FC236}">
                    <a16:creationId xmlns:a16="http://schemas.microsoft.com/office/drawing/2014/main" id="{12DB68FA-D753-4129-A78C-03135A3ED03C}"/>
                  </a:ext>
                </a:extLst>
              </p:cNvPr>
              <p:cNvSpPr>
                <a:spLocks noChangeArrowheads="1"/>
              </p:cNvSpPr>
              <p:nvPr/>
            </p:nvSpPr>
            <p:spPr bwMode="auto">
              <a:xfrm>
                <a:off x="3360" y="3132"/>
                <a:ext cx="3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0</a:t>
                </a:r>
                <a:endParaRPr lang="en-US" altLang="zh-CN" sz="2000">
                  <a:solidFill>
                    <a:srgbClr val="000000"/>
                  </a:solidFill>
                  <a:ea typeface="宋体" panose="02010600030101010101" pitchFamily="2" charset="-122"/>
                </a:endParaRPr>
              </a:p>
            </p:txBody>
          </p:sp>
          <p:sp>
            <p:nvSpPr>
              <p:cNvPr id="483353" name="Rectangle 48">
                <a:extLst>
                  <a:ext uri="{FF2B5EF4-FFF2-40B4-BE49-F238E27FC236}">
                    <a16:creationId xmlns:a16="http://schemas.microsoft.com/office/drawing/2014/main" id="{30CD2394-CC41-4309-8AF7-F038E377D0AD}"/>
                  </a:ext>
                </a:extLst>
              </p:cNvPr>
              <p:cNvSpPr>
                <a:spLocks noChangeArrowheads="1"/>
              </p:cNvSpPr>
              <p:nvPr/>
            </p:nvSpPr>
            <p:spPr bwMode="auto">
              <a:xfrm>
                <a:off x="3359" y="3983"/>
                <a:ext cx="4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0</a:t>
                </a:r>
                <a:endParaRPr lang="en-US" altLang="zh-CN" sz="2000">
                  <a:solidFill>
                    <a:srgbClr val="000000"/>
                  </a:solidFill>
                  <a:ea typeface="宋体" panose="02010600030101010101" pitchFamily="2" charset="-122"/>
                </a:endParaRPr>
              </a:p>
            </p:txBody>
          </p:sp>
          <p:sp>
            <p:nvSpPr>
              <p:cNvPr id="483354" name="Freeform 49">
                <a:extLst>
                  <a:ext uri="{FF2B5EF4-FFF2-40B4-BE49-F238E27FC236}">
                    <a16:creationId xmlns:a16="http://schemas.microsoft.com/office/drawing/2014/main" id="{21B98CE3-3712-4396-BCB5-C238ED67A9FC}"/>
                  </a:ext>
                </a:extLst>
              </p:cNvPr>
              <p:cNvSpPr>
                <a:spLocks/>
              </p:cNvSpPr>
              <p:nvPr/>
            </p:nvSpPr>
            <p:spPr bwMode="auto">
              <a:xfrm>
                <a:off x="1030" y="3716"/>
                <a:ext cx="1392" cy="288"/>
              </a:xfrm>
              <a:custGeom>
                <a:avLst/>
                <a:gdLst>
                  <a:gd name="T0" fmla="*/ 1392 w 1392"/>
                  <a:gd name="T1" fmla="*/ 288 h 288"/>
                  <a:gd name="T2" fmla="*/ 480 w 1392"/>
                  <a:gd name="T3" fmla="*/ 288 h 288"/>
                  <a:gd name="T4" fmla="*/ 0 w 1392"/>
                  <a:gd name="T5" fmla="*/ 0 h 288"/>
                  <a:gd name="T6" fmla="*/ 0 60000 65536"/>
                  <a:gd name="T7" fmla="*/ 0 60000 65536"/>
                  <a:gd name="T8" fmla="*/ 0 60000 65536"/>
                  <a:gd name="T9" fmla="*/ 0 w 1392"/>
                  <a:gd name="T10" fmla="*/ 0 h 288"/>
                  <a:gd name="T11" fmla="*/ 1392 w 1392"/>
                  <a:gd name="T12" fmla="*/ 288 h 288"/>
                </a:gdLst>
                <a:ahLst/>
                <a:cxnLst>
                  <a:cxn ang="T6">
                    <a:pos x="T0" y="T1"/>
                  </a:cxn>
                  <a:cxn ang="T7">
                    <a:pos x="T2" y="T3"/>
                  </a:cxn>
                  <a:cxn ang="T8">
                    <a:pos x="T4" y="T5"/>
                  </a:cxn>
                </a:cxnLst>
                <a:rect l="T9" t="T10" r="T11" b="T12"/>
                <a:pathLst>
                  <a:path w="1392" h="288">
                    <a:moveTo>
                      <a:pt x="1392" y="288"/>
                    </a:moveTo>
                    <a:lnTo>
                      <a:pt x="480" y="288"/>
                    </a:lnTo>
                    <a:lnTo>
                      <a:pt x="0" y="0"/>
                    </a:lnTo>
                  </a:path>
                </a:pathLst>
              </a:custGeom>
              <a:noFill/>
              <a:ln w="412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3355" name="Freeform 50">
                <a:extLst>
                  <a:ext uri="{FF2B5EF4-FFF2-40B4-BE49-F238E27FC236}">
                    <a16:creationId xmlns:a16="http://schemas.microsoft.com/office/drawing/2014/main" id="{AC52AB8D-8313-4289-8AE7-FFCB3C9890F5}"/>
                  </a:ext>
                </a:extLst>
              </p:cNvPr>
              <p:cNvSpPr>
                <a:spLocks/>
              </p:cNvSpPr>
              <p:nvPr/>
            </p:nvSpPr>
            <p:spPr bwMode="auto">
              <a:xfrm>
                <a:off x="1018" y="3464"/>
                <a:ext cx="1440" cy="240"/>
              </a:xfrm>
              <a:custGeom>
                <a:avLst/>
                <a:gdLst>
                  <a:gd name="T0" fmla="*/ 1440 w 1440"/>
                  <a:gd name="T1" fmla="*/ 0 h 240"/>
                  <a:gd name="T2" fmla="*/ 528 w 1440"/>
                  <a:gd name="T3" fmla="*/ 0 h 240"/>
                  <a:gd name="T4" fmla="*/ 0 w 1440"/>
                  <a:gd name="T5" fmla="*/ 240 h 240"/>
                  <a:gd name="T6" fmla="*/ 0 60000 65536"/>
                  <a:gd name="T7" fmla="*/ 0 60000 65536"/>
                  <a:gd name="T8" fmla="*/ 0 60000 65536"/>
                  <a:gd name="T9" fmla="*/ 0 w 1440"/>
                  <a:gd name="T10" fmla="*/ 0 h 240"/>
                  <a:gd name="T11" fmla="*/ 1440 w 1440"/>
                  <a:gd name="T12" fmla="*/ 240 h 240"/>
                </a:gdLst>
                <a:ahLst/>
                <a:cxnLst>
                  <a:cxn ang="T6">
                    <a:pos x="T0" y="T1"/>
                  </a:cxn>
                  <a:cxn ang="T7">
                    <a:pos x="T2" y="T3"/>
                  </a:cxn>
                  <a:cxn ang="T8">
                    <a:pos x="T4" y="T5"/>
                  </a:cxn>
                </a:cxnLst>
                <a:rect l="T9" t="T10" r="T11" b="T12"/>
                <a:pathLst>
                  <a:path w="1440" h="240">
                    <a:moveTo>
                      <a:pt x="1440" y="0"/>
                    </a:moveTo>
                    <a:lnTo>
                      <a:pt x="528" y="0"/>
                    </a:lnTo>
                    <a:lnTo>
                      <a:pt x="0" y="240"/>
                    </a:lnTo>
                  </a:path>
                </a:pathLst>
              </a:custGeom>
              <a:noFill/>
              <a:ln w="41275">
                <a:solidFill>
                  <a:srgbClr val="3366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3356" name="AutoShape 51">
                <a:extLst>
                  <a:ext uri="{FF2B5EF4-FFF2-40B4-BE49-F238E27FC236}">
                    <a16:creationId xmlns:a16="http://schemas.microsoft.com/office/drawing/2014/main" id="{2FF38F5E-BD1F-4F62-A160-2D2E6C332D10}"/>
                  </a:ext>
                </a:extLst>
              </p:cNvPr>
              <p:cNvSpPr>
                <a:spLocks noChangeArrowheads="1"/>
              </p:cNvSpPr>
              <p:nvPr/>
            </p:nvSpPr>
            <p:spPr bwMode="auto">
              <a:xfrm>
                <a:off x="4604" y="3476"/>
                <a:ext cx="998" cy="454"/>
              </a:xfrm>
              <a:prstGeom prst="wedgeRectCallout">
                <a:avLst>
                  <a:gd name="adj1" fmla="val -91181"/>
                  <a:gd name="adj2" fmla="val -3083"/>
                </a:avLst>
              </a:prstGeom>
              <a:solidFill>
                <a:schemeClr val="accent1"/>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ea typeface="宋体" panose="02010600030101010101" pitchFamily="2" charset="-122"/>
                  </a:rPr>
                  <a:t>热电偶补偿导线接线图</a:t>
                </a:r>
              </a:p>
            </p:txBody>
          </p:sp>
          <p:sp>
            <p:nvSpPr>
              <p:cNvPr id="483357" name="Line 52">
                <a:extLst>
                  <a:ext uri="{FF2B5EF4-FFF2-40B4-BE49-F238E27FC236}">
                    <a16:creationId xmlns:a16="http://schemas.microsoft.com/office/drawing/2014/main" id="{67A4EA2C-6902-4827-A9B9-409E29AB74A1}"/>
                  </a:ext>
                </a:extLst>
              </p:cNvPr>
              <p:cNvSpPr>
                <a:spLocks noChangeShapeType="1"/>
              </p:cNvSpPr>
              <p:nvPr/>
            </p:nvSpPr>
            <p:spPr bwMode="auto">
              <a:xfrm flipV="1">
                <a:off x="3969" y="3612"/>
                <a:ext cx="0" cy="18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3358" name="Rectangle 53">
                <a:extLst>
                  <a:ext uri="{FF2B5EF4-FFF2-40B4-BE49-F238E27FC236}">
                    <a16:creationId xmlns:a16="http://schemas.microsoft.com/office/drawing/2014/main" id="{2B927FDB-1D33-44CF-A737-C41682374FFC}"/>
                  </a:ext>
                </a:extLst>
              </p:cNvPr>
              <p:cNvSpPr>
                <a:spLocks noChangeArrowheads="1"/>
              </p:cNvSpPr>
              <p:nvPr/>
            </p:nvSpPr>
            <p:spPr bwMode="auto">
              <a:xfrm>
                <a:off x="3590" y="3566"/>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E</a:t>
                </a:r>
              </a:p>
            </p:txBody>
          </p:sp>
        </p:grpSp>
        <p:sp>
          <p:nvSpPr>
            <p:cNvPr id="483335" name="Text Box 54">
              <a:extLst>
                <a:ext uri="{FF2B5EF4-FFF2-40B4-BE49-F238E27FC236}">
                  <a16:creationId xmlns:a16="http://schemas.microsoft.com/office/drawing/2014/main" id="{0D656F67-2A9C-400D-BA2C-CF307C75D026}"/>
                </a:ext>
              </a:extLst>
            </p:cNvPr>
            <p:cNvSpPr txBox="1">
              <a:spLocks noChangeArrowheads="1"/>
            </p:cNvSpPr>
            <p:nvPr/>
          </p:nvSpPr>
          <p:spPr bwMode="auto">
            <a:xfrm>
              <a:off x="2592" y="379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rPr>
                <a:t>B’</a:t>
              </a:r>
            </a:p>
          </p:txBody>
        </p:sp>
      </p:grpSp>
      <p:graphicFrame>
        <p:nvGraphicFramePr>
          <p:cNvPr id="44087" name="Object 2">
            <a:extLst>
              <a:ext uri="{FF2B5EF4-FFF2-40B4-BE49-F238E27FC236}">
                <a16:creationId xmlns:a16="http://schemas.microsoft.com/office/drawing/2014/main" id="{A72E0F81-904D-4743-AB2A-EF959CB4075A}"/>
              </a:ext>
            </a:extLst>
          </p:cNvPr>
          <p:cNvGraphicFramePr>
            <a:graphicFrameLocks noChangeAspect="1"/>
          </p:cNvGraphicFramePr>
          <p:nvPr/>
        </p:nvGraphicFramePr>
        <p:xfrm>
          <a:off x="685800" y="3176588"/>
          <a:ext cx="7924800" cy="633412"/>
        </p:xfrm>
        <a:graphic>
          <a:graphicData uri="http://schemas.openxmlformats.org/presentationml/2006/ole">
            <mc:AlternateContent xmlns:mc="http://schemas.openxmlformats.org/markup-compatibility/2006">
              <mc:Choice xmlns:v="urn:schemas-microsoft-com:vml" Requires="v">
                <p:oleObj spid="_x0000_s483377" name="公式" r:id="rId3" imgW="2857500" imgH="228600" progId="Equation.3">
                  <p:embed/>
                </p:oleObj>
              </mc:Choice>
              <mc:Fallback>
                <p:oleObj name="公式" r:id="rId3" imgW="28575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176588"/>
                        <a:ext cx="7924800"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89" name="Text Box 57">
            <a:extLst>
              <a:ext uri="{FF2B5EF4-FFF2-40B4-BE49-F238E27FC236}">
                <a16:creationId xmlns:a16="http://schemas.microsoft.com/office/drawing/2014/main" id="{E41CAEFD-31C4-45C3-B914-B2EEA660A0E3}"/>
              </a:ext>
            </a:extLst>
          </p:cNvPr>
          <p:cNvSpPr txBox="1">
            <a:spLocks noChangeArrowheads="1"/>
          </p:cNvSpPr>
          <p:nvPr/>
        </p:nvSpPr>
        <p:spPr bwMode="auto">
          <a:xfrm>
            <a:off x="457200" y="4014788"/>
            <a:ext cx="807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当导体</a:t>
            </a:r>
            <a:r>
              <a:rPr kumimoji="0" lang="en-US" altLang="zh-CN" sz="2000">
                <a:solidFill>
                  <a:srgbClr val="000000"/>
                </a:solidFill>
              </a:rPr>
              <a:t>A</a:t>
            </a:r>
            <a:r>
              <a:rPr kumimoji="0" lang="zh-CN" altLang="en-US" sz="2000">
                <a:solidFill>
                  <a:srgbClr val="000000"/>
                </a:solidFill>
                <a:latin typeface="楷体_GB2312" pitchFamily="49" charset="-122"/>
              </a:rPr>
              <a:t>与</a:t>
            </a:r>
            <a:r>
              <a:rPr kumimoji="0" lang="en-US" altLang="zh-CN" sz="2000">
                <a:solidFill>
                  <a:srgbClr val="000000"/>
                </a:solidFill>
              </a:rPr>
              <a:t>A’</a:t>
            </a:r>
            <a:r>
              <a:rPr kumimoji="0" lang="zh-CN" altLang="en-US" sz="2000">
                <a:solidFill>
                  <a:srgbClr val="000000"/>
                </a:solidFill>
                <a:latin typeface="楷体_GB2312" pitchFamily="49" charset="-122"/>
              </a:rPr>
              <a:t>，</a:t>
            </a:r>
            <a:r>
              <a:rPr kumimoji="0" lang="en-US" altLang="zh-CN" sz="2000">
                <a:solidFill>
                  <a:srgbClr val="000000"/>
                </a:solidFill>
              </a:rPr>
              <a:t>B</a:t>
            </a:r>
            <a:r>
              <a:rPr kumimoji="0" lang="zh-CN" altLang="en-US" sz="2000">
                <a:solidFill>
                  <a:srgbClr val="000000"/>
                </a:solidFill>
                <a:latin typeface="楷体_GB2312" pitchFamily="49" charset="-122"/>
              </a:rPr>
              <a:t>与</a:t>
            </a:r>
            <a:r>
              <a:rPr kumimoji="0" lang="en-US" altLang="zh-CN" sz="2000">
                <a:solidFill>
                  <a:srgbClr val="000000"/>
                </a:solidFill>
              </a:rPr>
              <a:t>B</a:t>
            </a:r>
            <a:r>
              <a:rPr kumimoji="0" lang="en-US" altLang="zh-CN" sz="2000">
                <a:solidFill>
                  <a:srgbClr val="000000"/>
                </a:solidFill>
                <a:latin typeface="楷体_GB2312" pitchFamily="49" charset="-122"/>
              </a:rPr>
              <a:t>’</a:t>
            </a:r>
            <a:r>
              <a:rPr kumimoji="0" lang="zh-CN" altLang="en-US" sz="2000">
                <a:solidFill>
                  <a:srgbClr val="000000"/>
                </a:solidFill>
                <a:latin typeface="楷体_GB2312" pitchFamily="49" charset="-122"/>
              </a:rPr>
              <a:t>具有相同的热电特性时</a:t>
            </a:r>
          </a:p>
        </p:txBody>
      </p:sp>
      <p:graphicFrame>
        <p:nvGraphicFramePr>
          <p:cNvPr id="44090" name="Object 3">
            <a:extLst>
              <a:ext uri="{FF2B5EF4-FFF2-40B4-BE49-F238E27FC236}">
                <a16:creationId xmlns:a16="http://schemas.microsoft.com/office/drawing/2014/main" id="{DF806245-7FC5-43FF-9C4D-41813BE6E98E}"/>
              </a:ext>
            </a:extLst>
          </p:cNvPr>
          <p:cNvGraphicFramePr>
            <a:graphicFrameLocks noChangeAspect="1"/>
          </p:cNvGraphicFramePr>
          <p:nvPr/>
        </p:nvGraphicFramePr>
        <p:xfrm>
          <a:off x="685800" y="4624388"/>
          <a:ext cx="7924800" cy="1900237"/>
        </p:xfrm>
        <a:graphic>
          <a:graphicData uri="http://schemas.openxmlformats.org/presentationml/2006/ole">
            <mc:AlternateContent xmlns:mc="http://schemas.openxmlformats.org/markup-compatibility/2006">
              <mc:Choice xmlns:v="urn:schemas-microsoft-com:vml" Requires="v">
                <p:oleObj spid="_x0000_s483378" name="公式" r:id="rId5" imgW="2857500" imgH="685800" progId="Equation.3">
                  <p:embed/>
                </p:oleObj>
              </mc:Choice>
              <mc:Fallback>
                <p:oleObj name="公式" r:id="rId5" imgW="2857500" imgH="685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4624388"/>
                        <a:ext cx="7924800" cy="1900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4087"/>
                                        </p:tgtEl>
                                        <p:attrNameLst>
                                          <p:attrName>style.visibility</p:attrName>
                                        </p:attrNameLst>
                                      </p:cBhvr>
                                      <p:to>
                                        <p:strVal val="visible"/>
                                      </p:to>
                                    </p:set>
                                    <p:animEffect transition="in" filter="wipe(left)">
                                      <p:cBhvr>
                                        <p:cTn id="7" dur="500"/>
                                        <p:tgtEl>
                                          <p:spTgt spid="440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89"/>
                                        </p:tgtEl>
                                        <p:attrNameLst>
                                          <p:attrName>style.visibility</p:attrName>
                                        </p:attrNameLst>
                                      </p:cBhvr>
                                      <p:to>
                                        <p:strVal val="visible"/>
                                      </p:to>
                                    </p:set>
                                    <p:animEffect transition="in" filter="wipe(left)">
                                      <p:cBhvr>
                                        <p:cTn id="12" dur="500"/>
                                        <p:tgtEl>
                                          <p:spTgt spid="440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4090"/>
                                        </p:tgtEl>
                                        <p:attrNameLst>
                                          <p:attrName>style.visibility</p:attrName>
                                        </p:attrNameLst>
                                      </p:cBhvr>
                                      <p:to>
                                        <p:strVal val="visible"/>
                                      </p:to>
                                    </p:set>
                                    <p:animEffect transition="in" filter="wipe(up)">
                                      <p:cBhvr>
                                        <p:cTn id="17" dur="500"/>
                                        <p:tgtEl>
                                          <p:spTgt spid="44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89"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5">
            <a:extLst>
              <a:ext uri="{FF2B5EF4-FFF2-40B4-BE49-F238E27FC236}">
                <a16:creationId xmlns:a16="http://schemas.microsoft.com/office/drawing/2014/main" id="{CD8DFB89-24A3-45A9-9137-12B698790B13}"/>
              </a:ext>
            </a:extLst>
          </p:cNvPr>
          <p:cNvSpPr>
            <a:spLocks noChangeArrowheads="1"/>
          </p:cNvSpPr>
          <p:nvPr/>
        </p:nvSpPr>
        <p:spPr bwMode="auto">
          <a:xfrm>
            <a:off x="609600" y="1198563"/>
            <a:ext cx="43735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sz="3200">
                <a:solidFill>
                  <a:srgbClr val="FF3300"/>
                </a:solidFill>
                <a:latin typeface="华文新魏" panose="02010800040101010101" pitchFamily="2" charset="-122"/>
                <a:ea typeface="华文新魏" panose="02010800040101010101" pitchFamily="2" charset="-122"/>
              </a:rPr>
              <a:t>3   </a:t>
            </a:r>
            <a:r>
              <a:rPr lang="zh-CN" altLang="en-US" sz="3200">
                <a:solidFill>
                  <a:srgbClr val="FF3300"/>
                </a:solidFill>
                <a:latin typeface="华文新魏" panose="02010800040101010101" pitchFamily="2" charset="-122"/>
                <a:ea typeface="华文新魏" panose="02010800040101010101" pitchFamily="2" charset="-122"/>
              </a:rPr>
              <a:t>冷端温度计算校正法</a:t>
            </a:r>
          </a:p>
        </p:txBody>
      </p:sp>
      <p:sp>
        <p:nvSpPr>
          <p:cNvPr id="45062" name="Text Box 6">
            <a:extLst>
              <a:ext uri="{FF2B5EF4-FFF2-40B4-BE49-F238E27FC236}">
                <a16:creationId xmlns:a16="http://schemas.microsoft.com/office/drawing/2014/main" id="{908CE3D3-4EF1-4313-9079-012A819B3DCE}"/>
              </a:ext>
            </a:extLst>
          </p:cNvPr>
          <p:cNvSpPr txBox="1">
            <a:spLocks noChangeArrowheads="1"/>
          </p:cNvSpPr>
          <p:nvPr/>
        </p:nvSpPr>
        <p:spPr bwMode="auto">
          <a:xfrm>
            <a:off x="381000" y="1884363"/>
            <a:ext cx="83058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latin typeface="楷体_GB2312" pitchFamily="49" charset="-122"/>
              </a:rPr>
              <a:t>   </a:t>
            </a:r>
            <a:r>
              <a:rPr kumimoji="0" lang="zh-CN" altLang="en-US" sz="2000">
                <a:solidFill>
                  <a:srgbClr val="000000"/>
                </a:solidFill>
                <a:latin typeface="楷体_GB2312" pitchFamily="49" charset="-122"/>
              </a:rPr>
              <a:t>由于热电偶的分度表是在冷端温度保持在</a:t>
            </a:r>
            <a:r>
              <a:rPr kumimoji="0" lang="en-US" altLang="zh-CN" sz="2000">
                <a:solidFill>
                  <a:srgbClr val="000000"/>
                </a:solidFill>
                <a:latin typeface="楷体_GB2312" pitchFamily="49" charset="-122"/>
              </a:rPr>
              <a:t>0</a:t>
            </a:r>
            <a:r>
              <a:rPr kumimoji="0" lang="zh-CN" altLang="en-US" sz="2000">
                <a:solidFill>
                  <a:srgbClr val="000000"/>
                </a:solidFill>
                <a:latin typeface="楷体_GB2312" pitchFamily="49" charset="-122"/>
              </a:rPr>
              <a:t>度的情况下得到，与它配套使用的仪表又是根据分度表进行刻度的，因此，尽管已采用了补偿导线使热电偶冷端延伸到温度恒定的地方，但只要冷端温度不等于</a:t>
            </a:r>
            <a:r>
              <a:rPr kumimoji="0" lang="en-US" altLang="zh-CN" sz="2000">
                <a:solidFill>
                  <a:srgbClr val="000000"/>
                </a:solidFill>
                <a:latin typeface="楷体_GB2312" pitchFamily="49" charset="-122"/>
              </a:rPr>
              <a:t>0</a:t>
            </a:r>
            <a:r>
              <a:rPr kumimoji="0" lang="zh-CN" altLang="en-US" sz="2000">
                <a:solidFill>
                  <a:srgbClr val="000000"/>
                </a:solidFill>
                <a:latin typeface="楷体_GB2312" pitchFamily="49" charset="-122"/>
              </a:rPr>
              <a:t>度，就必须对仪表表示值加以修正。</a:t>
            </a:r>
            <a:endParaRPr kumimoji="0" lang="zh-CN" altLang="en-US" sz="2000" baseline="30000">
              <a:solidFill>
                <a:srgbClr val="000000"/>
              </a:solidFill>
              <a:latin typeface="楷体_GB2312" pitchFamily="49" charset="-122"/>
            </a:endParaRPr>
          </a:p>
        </p:txBody>
      </p:sp>
      <p:graphicFrame>
        <p:nvGraphicFramePr>
          <p:cNvPr id="45063" name="Object 2">
            <a:extLst>
              <a:ext uri="{FF2B5EF4-FFF2-40B4-BE49-F238E27FC236}">
                <a16:creationId xmlns:a16="http://schemas.microsoft.com/office/drawing/2014/main" id="{94D6FC80-F02B-4F42-9CA2-08ADDFCA20DC}"/>
              </a:ext>
            </a:extLst>
          </p:cNvPr>
          <p:cNvGraphicFramePr>
            <a:graphicFrameLocks noChangeAspect="1"/>
          </p:cNvGraphicFramePr>
          <p:nvPr/>
        </p:nvGraphicFramePr>
        <p:xfrm>
          <a:off x="1981200" y="3636963"/>
          <a:ext cx="4267200" cy="587375"/>
        </p:xfrm>
        <a:graphic>
          <a:graphicData uri="http://schemas.openxmlformats.org/presentationml/2006/ole">
            <mc:AlternateContent xmlns:mc="http://schemas.openxmlformats.org/markup-compatibility/2006">
              <mc:Choice xmlns:v="urn:schemas-microsoft-com:vml" Requires="v">
                <p:oleObj spid="_x0000_s484367" name="公式" r:id="rId3" imgW="1752600" imgH="241300" progId="Equation.3">
                  <p:embed/>
                </p:oleObj>
              </mc:Choice>
              <mc:Fallback>
                <p:oleObj name="公式" r:id="rId3" imgW="1752600" imgH="2413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636963"/>
                        <a:ext cx="426720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7" name="Rectangle 11">
            <a:extLst>
              <a:ext uri="{FF2B5EF4-FFF2-40B4-BE49-F238E27FC236}">
                <a16:creationId xmlns:a16="http://schemas.microsoft.com/office/drawing/2014/main" id="{12CF8DBD-6FF9-46D1-85C6-677EE1C3B448}"/>
              </a:ext>
            </a:extLst>
          </p:cNvPr>
          <p:cNvSpPr>
            <a:spLocks noChangeArrowheads="1"/>
          </p:cNvSpPr>
          <p:nvPr/>
        </p:nvSpPr>
        <p:spPr bwMode="auto">
          <a:xfrm>
            <a:off x="457200" y="4170363"/>
            <a:ext cx="830580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rPr>
              <a:t>例 ：用铜</a:t>
            </a:r>
            <a:r>
              <a:rPr lang="en-US" altLang="zh-CN" sz="2000">
                <a:solidFill>
                  <a:srgbClr val="000000"/>
                </a:solidFill>
              </a:rPr>
              <a:t>-</a:t>
            </a:r>
            <a:r>
              <a:rPr lang="zh-CN" altLang="en-US" sz="2000">
                <a:solidFill>
                  <a:srgbClr val="000000"/>
                </a:solidFill>
              </a:rPr>
              <a:t>康铜热电偶测某一温度</a:t>
            </a:r>
            <a:r>
              <a:rPr lang="en-US" altLang="zh-CN" sz="2000" i="1">
                <a:solidFill>
                  <a:srgbClr val="000000"/>
                </a:solidFill>
              </a:rPr>
              <a:t>T</a:t>
            </a:r>
            <a:r>
              <a:rPr lang="zh-CN" altLang="en-US" sz="2000">
                <a:solidFill>
                  <a:srgbClr val="000000"/>
                </a:solidFill>
              </a:rPr>
              <a:t>，参比端在室温环境</a:t>
            </a:r>
            <a:r>
              <a:rPr lang="en-US" altLang="zh-CN" sz="2000" i="1">
                <a:solidFill>
                  <a:srgbClr val="000000"/>
                </a:solidFill>
              </a:rPr>
              <a:t>T</a:t>
            </a:r>
            <a:r>
              <a:rPr lang="en-US" altLang="zh-CN" sz="2000" baseline="-25000">
                <a:solidFill>
                  <a:srgbClr val="000000"/>
                </a:solidFill>
              </a:rPr>
              <a:t>H</a:t>
            </a:r>
            <a:r>
              <a:rPr lang="zh-CN" altLang="en-US" sz="2000">
                <a:solidFill>
                  <a:srgbClr val="000000"/>
                </a:solidFill>
              </a:rPr>
              <a:t>中，测得热电动势</a:t>
            </a:r>
            <a:r>
              <a:rPr lang="en-US" altLang="zh-CN" sz="2000" i="1">
                <a:solidFill>
                  <a:srgbClr val="000000"/>
                </a:solidFill>
              </a:rPr>
              <a:t>E</a:t>
            </a:r>
            <a:r>
              <a:rPr lang="en-US" altLang="zh-CN" sz="2000" baseline="-25000">
                <a:solidFill>
                  <a:srgbClr val="000000"/>
                </a:solidFill>
              </a:rPr>
              <a:t>AB</a:t>
            </a:r>
            <a:r>
              <a:rPr lang="en-US" altLang="zh-CN" sz="2000">
                <a:solidFill>
                  <a:srgbClr val="000000"/>
                </a:solidFill>
              </a:rPr>
              <a:t>(</a:t>
            </a:r>
            <a:r>
              <a:rPr lang="en-US" altLang="zh-CN" sz="2000" i="1">
                <a:solidFill>
                  <a:srgbClr val="000000"/>
                </a:solidFill>
              </a:rPr>
              <a:t>T</a:t>
            </a:r>
            <a:r>
              <a:rPr lang="zh-CN" altLang="en-US" sz="2000" i="1">
                <a:solidFill>
                  <a:srgbClr val="000000"/>
                </a:solidFill>
              </a:rPr>
              <a:t>，</a:t>
            </a:r>
            <a:r>
              <a:rPr lang="en-US" altLang="zh-CN" sz="2000" i="1">
                <a:solidFill>
                  <a:srgbClr val="000000"/>
                </a:solidFill>
              </a:rPr>
              <a:t>T</a:t>
            </a:r>
            <a:r>
              <a:rPr lang="en-US" altLang="zh-CN" sz="2000" baseline="-25000">
                <a:solidFill>
                  <a:srgbClr val="000000"/>
                </a:solidFill>
              </a:rPr>
              <a:t>H</a:t>
            </a:r>
            <a:r>
              <a:rPr lang="en-US" altLang="zh-CN" sz="2000">
                <a:solidFill>
                  <a:srgbClr val="000000"/>
                </a:solidFill>
              </a:rPr>
              <a:t>)</a:t>
            </a:r>
            <a:r>
              <a:rPr lang="en-US" altLang="zh-CN" sz="2000" i="1">
                <a:solidFill>
                  <a:srgbClr val="000000"/>
                </a:solidFill>
              </a:rPr>
              <a:t>=</a:t>
            </a:r>
            <a:r>
              <a:rPr lang="en-US" altLang="zh-CN" sz="2000">
                <a:solidFill>
                  <a:srgbClr val="000000"/>
                </a:solidFill>
              </a:rPr>
              <a:t>1.979mV</a:t>
            </a:r>
            <a:r>
              <a:rPr lang="zh-CN" altLang="en-US" sz="2000">
                <a:solidFill>
                  <a:srgbClr val="000000"/>
                </a:solidFill>
              </a:rPr>
              <a:t>，又用室温计测出</a:t>
            </a:r>
            <a:r>
              <a:rPr lang="en-US" altLang="zh-CN" sz="2000" i="1">
                <a:solidFill>
                  <a:srgbClr val="000000"/>
                </a:solidFill>
              </a:rPr>
              <a:t>T</a:t>
            </a:r>
            <a:r>
              <a:rPr lang="en-US" altLang="zh-CN" sz="2000" baseline="-25000">
                <a:solidFill>
                  <a:srgbClr val="000000"/>
                </a:solidFill>
              </a:rPr>
              <a:t>H</a:t>
            </a:r>
            <a:r>
              <a:rPr lang="en-US" altLang="zh-CN" sz="2000">
                <a:solidFill>
                  <a:srgbClr val="000000"/>
                </a:solidFill>
              </a:rPr>
              <a:t>=21℃,</a:t>
            </a:r>
            <a:r>
              <a:rPr lang="zh-CN" altLang="en-US" sz="2000">
                <a:solidFill>
                  <a:srgbClr val="000000"/>
                </a:solidFill>
              </a:rPr>
              <a:t>查此种热电偶的分度表可知，</a:t>
            </a:r>
            <a:r>
              <a:rPr lang="en-US" altLang="zh-CN" sz="2000" i="1">
                <a:solidFill>
                  <a:srgbClr val="000000"/>
                </a:solidFill>
              </a:rPr>
              <a:t>E</a:t>
            </a:r>
            <a:r>
              <a:rPr lang="en-US" altLang="zh-CN" sz="2000" baseline="-25000">
                <a:solidFill>
                  <a:srgbClr val="000000"/>
                </a:solidFill>
              </a:rPr>
              <a:t>AB</a:t>
            </a:r>
            <a:r>
              <a:rPr lang="en-US" altLang="zh-CN" sz="2000">
                <a:solidFill>
                  <a:srgbClr val="000000"/>
                </a:solidFill>
              </a:rPr>
              <a:t>(21,0)=0.84mV</a:t>
            </a:r>
            <a:r>
              <a:rPr lang="zh-CN" altLang="en-US" sz="2000">
                <a:solidFill>
                  <a:srgbClr val="000000"/>
                </a:solidFill>
              </a:rPr>
              <a:t>，故得</a:t>
            </a:r>
          </a:p>
          <a:p>
            <a:pPr algn="l" eaLnBrk="1" hangingPunct="1">
              <a:lnSpc>
                <a:spcPct val="120000"/>
              </a:lnSpc>
              <a:spcBef>
                <a:spcPct val="0"/>
              </a:spcBef>
              <a:buSzTx/>
              <a:buFontTx/>
              <a:buNone/>
            </a:pPr>
            <a:r>
              <a:rPr lang="en-US" altLang="zh-CN" sz="2000" i="1">
                <a:solidFill>
                  <a:srgbClr val="000000"/>
                </a:solidFill>
              </a:rPr>
              <a:t>E</a:t>
            </a:r>
            <a:r>
              <a:rPr lang="en-US" altLang="zh-CN" sz="2000" i="1" baseline="-25000">
                <a:solidFill>
                  <a:srgbClr val="000000"/>
                </a:solidFill>
              </a:rPr>
              <a:t>AB</a:t>
            </a:r>
            <a:r>
              <a:rPr lang="en-US" altLang="zh-CN" sz="2000">
                <a:solidFill>
                  <a:srgbClr val="000000"/>
                </a:solidFill>
              </a:rPr>
              <a:t>(</a:t>
            </a:r>
            <a:r>
              <a:rPr lang="en-US" altLang="zh-CN" sz="2000" i="1">
                <a:solidFill>
                  <a:srgbClr val="000000"/>
                </a:solidFill>
              </a:rPr>
              <a:t>T</a:t>
            </a:r>
            <a:r>
              <a:rPr lang="zh-CN" altLang="en-US" sz="2000">
                <a:solidFill>
                  <a:srgbClr val="000000"/>
                </a:solidFill>
              </a:rPr>
              <a:t>，</a:t>
            </a:r>
            <a:r>
              <a:rPr lang="en-US" altLang="zh-CN" sz="2000">
                <a:solidFill>
                  <a:srgbClr val="000000"/>
                </a:solidFill>
              </a:rPr>
              <a:t>0)</a:t>
            </a:r>
            <a:r>
              <a:rPr lang="en-US" altLang="zh-CN" sz="2000" i="1">
                <a:solidFill>
                  <a:srgbClr val="000000"/>
                </a:solidFill>
              </a:rPr>
              <a:t>=E</a:t>
            </a:r>
            <a:r>
              <a:rPr lang="en-US" altLang="zh-CN" sz="2000" i="1" baseline="-25000">
                <a:solidFill>
                  <a:srgbClr val="000000"/>
                </a:solidFill>
              </a:rPr>
              <a:t>AB</a:t>
            </a:r>
            <a:r>
              <a:rPr lang="en-US" altLang="zh-CN" sz="2000">
                <a:solidFill>
                  <a:srgbClr val="000000"/>
                </a:solidFill>
              </a:rPr>
              <a:t>(</a:t>
            </a:r>
            <a:r>
              <a:rPr lang="en-US" altLang="zh-CN" sz="2000" i="1">
                <a:solidFill>
                  <a:srgbClr val="000000"/>
                </a:solidFill>
              </a:rPr>
              <a:t>T</a:t>
            </a:r>
            <a:r>
              <a:rPr lang="zh-CN" altLang="en-US" sz="2000">
                <a:solidFill>
                  <a:srgbClr val="000000"/>
                </a:solidFill>
              </a:rPr>
              <a:t>，</a:t>
            </a:r>
            <a:r>
              <a:rPr lang="en-US" altLang="zh-CN" sz="2000">
                <a:solidFill>
                  <a:srgbClr val="000000"/>
                </a:solidFill>
              </a:rPr>
              <a:t>21)</a:t>
            </a:r>
            <a:r>
              <a:rPr lang="en-US" altLang="zh-CN" sz="2000" i="1">
                <a:solidFill>
                  <a:srgbClr val="000000"/>
                </a:solidFill>
              </a:rPr>
              <a:t>+E</a:t>
            </a:r>
            <a:r>
              <a:rPr lang="en-US" altLang="zh-CN" sz="2000" i="1" baseline="-25000">
                <a:solidFill>
                  <a:srgbClr val="000000"/>
                </a:solidFill>
              </a:rPr>
              <a:t>AB</a:t>
            </a:r>
            <a:r>
              <a:rPr lang="en-US" altLang="zh-CN" sz="2000">
                <a:solidFill>
                  <a:srgbClr val="000000"/>
                </a:solidFill>
              </a:rPr>
              <a:t>(21</a:t>
            </a:r>
            <a:r>
              <a:rPr lang="zh-CN" altLang="en-US" sz="2000">
                <a:solidFill>
                  <a:srgbClr val="000000"/>
                </a:solidFill>
              </a:rPr>
              <a:t>，</a:t>
            </a:r>
            <a:r>
              <a:rPr lang="en-US" altLang="zh-CN" sz="2000">
                <a:solidFill>
                  <a:srgbClr val="000000"/>
                </a:solidFill>
              </a:rPr>
              <a:t>0</a:t>
            </a:r>
            <a:r>
              <a:rPr lang="zh-CN" altLang="en-US" sz="2000">
                <a:solidFill>
                  <a:srgbClr val="000000"/>
                </a:solidFill>
              </a:rPr>
              <a:t>）</a:t>
            </a:r>
            <a:r>
              <a:rPr lang="zh-CN" altLang="en-US" sz="2000" i="1">
                <a:solidFill>
                  <a:srgbClr val="000000"/>
                </a:solidFill>
              </a:rPr>
              <a:t> </a:t>
            </a:r>
            <a:r>
              <a:rPr lang="en-US" altLang="zh-CN" sz="2000" i="1">
                <a:solidFill>
                  <a:srgbClr val="000000"/>
                </a:solidFill>
              </a:rPr>
              <a:t>=</a:t>
            </a:r>
            <a:r>
              <a:rPr lang="en-US" altLang="zh-CN" sz="2000">
                <a:solidFill>
                  <a:srgbClr val="000000"/>
                </a:solidFill>
              </a:rPr>
              <a:t>1.979+0.84</a:t>
            </a:r>
            <a:r>
              <a:rPr lang="en-US" altLang="zh-CN" sz="2000" i="1">
                <a:solidFill>
                  <a:srgbClr val="000000"/>
                </a:solidFill>
              </a:rPr>
              <a:t> =</a:t>
            </a:r>
            <a:r>
              <a:rPr lang="en-US" altLang="zh-CN" sz="2000">
                <a:solidFill>
                  <a:srgbClr val="000000"/>
                </a:solidFill>
              </a:rPr>
              <a:t>2.819(mV)</a:t>
            </a:r>
          </a:p>
          <a:p>
            <a:pPr algn="l" eaLnBrk="1" hangingPunct="1">
              <a:lnSpc>
                <a:spcPct val="120000"/>
              </a:lnSpc>
              <a:spcBef>
                <a:spcPct val="0"/>
              </a:spcBef>
              <a:buSzTx/>
              <a:buFontTx/>
              <a:buNone/>
            </a:pPr>
            <a:r>
              <a:rPr lang="zh-CN" altLang="en-US" sz="2000">
                <a:solidFill>
                  <a:srgbClr val="000000"/>
                </a:solidFill>
              </a:rPr>
              <a:t>再次查分度表，与</a:t>
            </a:r>
            <a:r>
              <a:rPr lang="en-US" altLang="zh-CN" sz="2000">
                <a:solidFill>
                  <a:srgbClr val="000000"/>
                </a:solidFill>
              </a:rPr>
              <a:t>2.819mV</a:t>
            </a:r>
            <a:r>
              <a:rPr lang="zh-CN" altLang="en-US" sz="2000">
                <a:solidFill>
                  <a:srgbClr val="000000"/>
                </a:solidFill>
              </a:rPr>
              <a:t>对应的热端温度</a:t>
            </a:r>
            <a:r>
              <a:rPr lang="en-US" altLang="zh-CN" sz="2000" i="1">
                <a:solidFill>
                  <a:srgbClr val="000000"/>
                </a:solidFill>
              </a:rPr>
              <a:t>T</a:t>
            </a:r>
            <a:r>
              <a:rPr lang="en-US" altLang="zh-CN" sz="2000">
                <a:solidFill>
                  <a:srgbClr val="000000"/>
                </a:solidFill>
              </a:rPr>
              <a:t>=69℃</a:t>
            </a:r>
            <a:r>
              <a:rPr lang="zh-CN" altLang="en-US" sz="2000">
                <a:solidFill>
                  <a:srgbClr val="00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62"/>
                                        </p:tgtEl>
                                        <p:attrNameLst>
                                          <p:attrName>style.visibility</p:attrName>
                                        </p:attrNameLst>
                                      </p:cBhvr>
                                      <p:to>
                                        <p:strVal val="visible"/>
                                      </p:to>
                                    </p:set>
                                    <p:animEffect transition="in" filter="wipe(left)">
                                      <p:cBhvr>
                                        <p:cTn id="7" dur="500"/>
                                        <p:tgtEl>
                                          <p:spTgt spid="450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506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5067">
                                            <p:txEl>
                                              <p:pRg st="0" end="0"/>
                                            </p:txEl>
                                          </p:spTgt>
                                        </p:tgtEl>
                                        <p:attrNameLst>
                                          <p:attrName>style.visibility</p:attrName>
                                        </p:attrNameLst>
                                      </p:cBhvr>
                                      <p:to>
                                        <p:strVal val="visible"/>
                                      </p:to>
                                    </p:set>
                                    <p:animEffect transition="in" filter="wipe(left)">
                                      <p:cBhvr>
                                        <p:cTn id="16" dur="500"/>
                                        <p:tgtEl>
                                          <p:spTgt spid="45067">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5067">
                                            <p:txEl>
                                              <p:pRg st="1" end="1"/>
                                            </p:txEl>
                                          </p:spTgt>
                                        </p:tgtEl>
                                        <p:attrNameLst>
                                          <p:attrName>style.visibility</p:attrName>
                                        </p:attrNameLst>
                                      </p:cBhvr>
                                      <p:to>
                                        <p:strVal val="visible"/>
                                      </p:to>
                                    </p:set>
                                    <p:animEffect transition="in" filter="wipe(left)">
                                      <p:cBhvr>
                                        <p:cTn id="21" dur="500"/>
                                        <p:tgtEl>
                                          <p:spTgt spid="45067">
                                            <p:txEl>
                                              <p:pRg st="1" end="1"/>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45067">
                                            <p:txEl>
                                              <p:pRg st="2" end="2"/>
                                            </p:txEl>
                                          </p:spTgt>
                                        </p:tgtEl>
                                        <p:attrNameLst>
                                          <p:attrName>style.visibility</p:attrName>
                                        </p:attrNameLst>
                                      </p:cBhvr>
                                      <p:to>
                                        <p:strVal val="visible"/>
                                      </p:to>
                                    </p:set>
                                    <p:animEffect transition="in" filter="wipe(left)">
                                      <p:cBhvr>
                                        <p:cTn id="24" dur="500"/>
                                        <p:tgtEl>
                                          <p:spTgt spid="450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2"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4">
            <a:extLst>
              <a:ext uri="{FF2B5EF4-FFF2-40B4-BE49-F238E27FC236}">
                <a16:creationId xmlns:a16="http://schemas.microsoft.com/office/drawing/2014/main" id="{95CE3CE1-778E-412C-825F-ECCAB53F8884}"/>
              </a:ext>
            </a:extLst>
          </p:cNvPr>
          <p:cNvSpPr>
            <a:spLocks noChangeArrowheads="1"/>
          </p:cNvSpPr>
          <p:nvPr/>
        </p:nvSpPr>
        <p:spPr bwMode="auto">
          <a:xfrm>
            <a:off x="609600" y="1296988"/>
            <a:ext cx="3560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sz="3200">
                <a:solidFill>
                  <a:srgbClr val="FF3300"/>
                </a:solidFill>
                <a:latin typeface="华文新魏" panose="02010800040101010101" pitchFamily="2" charset="-122"/>
                <a:ea typeface="华文新魏" panose="02010800040101010101" pitchFamily="2" charset="-122"/>
              </a:rPr>
              <a:t>4   </a:t>
            </a:r>
            <a:r>
              <a:rPr lang="zh-CN" altLang="en-US" sz="3200">
                <a:solidFill>
                  <a:srgbClr val="FF3300"/>
                </a:solidFill>
                <a:latin typeface="华文新魏" panose="02010800040101010101" pitchFamily="2" charset="-122"/>
                <a:ea typeface="华文新魏" panose="02010800040101010101" pitchFamily="2" charset="-122"/>
              </a:rPr>
              <a:t>补正系数修正法</a:t>
            </a:r>
          </a:p>
        </p:txBody>
      </p:sp>
      <p:sp>
        <p:nvSpPr>
          <p:cNvPr id="46085" name="Text Box 5">
            <a:extLst>
              <a:ext uri="{FF2B5EF4-FFF2-40B4-BE49-F238E27FC236}">
                <a16:creationId xmlns:a16="http://schemas.microsoft.com/office/drawing/2014/main" id="{5DBB1B72-52FC-4B76-BAD3-F320ADEFF713}"/>
              </a:ext>
            </a:extLst>
          </p:cNvPr>
          <p:cNvSpPr txBox="1">
            <a:spLocks noChangeArrowheads="1"/>
          </p:cNvSpPr>
          <p:nvPr/>
        </p:nvSpPr>
        <p:spPr bwMode="auto">
          <a:xfrm>
            <a:off x="457200" y="1906588"/>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冷端温度为</a:t>
            </a:r>
            <a:r>
              <a:rPr kumimoji="0" lang="en-US" altLang="zh-CN" sz="2000" i="1">
                <a:solidFill>
                  <a:srgbClr val="000000"/>
                </a:solidFill>
              </a:rPr>
              <a:t>T</a:t>
            </a:r>
            <a:r>
              <a:rPr kumimoji="0" lang="en-US" altLang="zh-CN" sz="2000" i="1" baseline="-25000">
                <a:solidFill>
                  <a:srgbClr val="000000"/>
                </a:solidFill>
              </a:rPr>
              <a:t>n</a:t>
            </a:r>
            <a:r>
              <a:rPr kumimoji="0" lang="zh-CN" altLang="en-US" sz="2000">
                <a:solidFill>
                  <a:srgbClr val="000000"/>
                </a:solidFill>
              </a:rPr>
              <a:t>时测得温度为</a:t>
            </a:r>
            <a:r>
              <a:rPr kumimoji="0" lang="en-US" altLang="zh-CN" sz="2000" i="1">
                <a:solidFill>
                  <a:srgbClr val="000000"/>
                </a:solidFill>
              </a:rPr>
              <a:t>T</a:t>
            </a:r>
            <a:r>
              <a:rPr kumimoji="0" lang="en-US" altLang="zh-CN" sz="2000" i="1" baseline="-25000">
                <a:solidFill>
                  <a:srgbClr val="000000"/>
                </a:solidFill>
              </a:rPr>
              <a:t>1</a:t>
            </a:r>
            <a:r>
              <a:rPr kumimoji="0" lang="zh-CN" altLang="en-US" sz="2000">
                <a:solidFill>
                  <a:srgbClr val="000000"/>
                </a:solidFill>
              </a:rPr>
              <a:t>（指示值），则实际温度</a:t>
            </a:r>
            <a:r>
              <a:rPr kumimoji="0" lang="en-US" altLang="zh-CN" sz="2000" i="1">
                <a:solidFill>
                  <a:srgbClr val="000000"/>
                </a:solidFill>
              </a:rPr>
              <a:t>T</a:t>
            </a:r>
            <a:r>
              <a:rPr kumimoji="0" lang="zh-CN" altLang="en-US" sz="2000">
                <a:solidFill>
                  <a:srgbClr val="000000"/>
                </a:solidFill>
              </a:rPr>
              <a:t>为</a:t>
            </a:r>
          </a:p>
        </p:txBody>
      </p:sp>
      <p:graphicFrame>
        <p:nvGraphicFramePr>
          <p:cNvPr id="46086" name="Object 2">
            <a:extLst>
              <a:ext uri="{FF2B5EF4-FFF2-40B4-BE49-F238E27FC236}">
                <a16:creationId xmlns:a16="http://schemas.microsoft.com/office/drawing/2014/main" id="{B5AF76E2-FD41-4970-8C0B-384DBDAD3EB7}"/>
              </a:ext>
            </a:extLst>
          </p:cNvPr>
          <p:cNvGraphicFramePr>
            <a:graphicFrameLocks noChangeAspect="1"/>
          </p:cNvGraphicFramePr>
          <p:nvPr/>
        </p:nvGraphicFramePr>
        <p:xfrm>
          <a:off x="3200400" y="2516188"/>
          <a:ext cx="2133600" cy="619125"/>
        </p:xfrm>
        <a:graphic>
          <a:graphicData uri="http://schemas.openxmlformats.org/presentationml/2006/ole">
            <mc:AlternateContent xmlns:mc="http://schemas.openxmlformats.org/markup-compatibility/2006">
              <mc:Choice xmlns:v="urn:schemas-microsoft-com:vml" Requires="v">
                <p:oleObj spid="_x0000_s485393" name="公式" r:id="rId3" imgW="787400" imgH="228600" progId="Equation.3">
                  <p:embed/>
                </p:oleObj>
              </mc:Choice>
              <mc:Fallback>
                <p:oleObj name="公式" r:id="rId3" imgW="7874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516188"/>
                        <a:ext cx="2133600"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7" name="Line 7">
            <a:extLst>
              <a:ext uri="{FF2B5EF4-FFF2-40B4-BE49-F238E27FC236}">
                <a16:creationId xmlns:a16="http://schemas.microsoft.com/office/drawing/2014/main" id="{D7801A1E-DDB7-4DC6-872E-567B3A354932}"/>
              </a:ext>
            </a:extLst>
          </p:cNvPr>
          <p:cNvSpPr>
            <a:spLocks noChangeShapeType="1"/>
          </p:cNvSpPr>
          <p:nvPr/>
        </p:nvSpPr>
        <p:spPr bwMode="auto">
          <a:xfrm>
            <a:off x="4800600" y="2209800"/>
            <a:ext cx="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88" name="Text Box 8">
            <a:extLst>
              <a:ext uri="{FF2B5EF4-FFF2-40B4-BE49-F238E27FC236}">
                <a16:creationId xmlns:a16="http://schemas.microsoft.com/office/drawing/2014/main" id="{74B68563-EC42-42F2-A2FE-458201C2BFFB}"/>
              </a:ext>
            </a:extLst>
          </p:cNvPr>
          <p:cNvSpPr txBox="1">
            <a:spLocks noChangeArrowheads="1"/>
          </p:cNvSpPr>
          <p:nvPr/>
        </p:nvSpPr>
        <p:spPr bwMode="auto">
          <a:xfrm>
            <a:off x="3048000" y="3278188"/>
            <a:ext cx="464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热电偶的补正（修正）系数</a:t>
            </a:r>
          </a:p>
        </p:txBody>
      </p:sp>
      <p:sp>
        <p:nvSpPr>
          <p:cNvPr id="46089" name="Rectangle 9">
            <a:extLst>
              <a:ext uri="{FF2B5EF4-FFF2-40B4-BE49-F238E27FC236}">
                <a16:creationId xmlns:a16="http://schemas.microsoft.com/office/drawing/2014/main" id="{28F17175-D034-433B-BDC4-B02F7FCD577E}"/>
              </a:ext>
            </a:extLst>
          </p:cNvPr>
          <p:cNvSpPr>
            <a:spLocks noChangeArrowheads="1"/>
          </p:cNvSpPr>
          <p:nvPr/>
        </p:nvSpPr>
        <p:spPr bwMode="auto">
          <a:xfrm>
            <a:off x="381000" y="3887788"/>
            <a:ext cx="81534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rPr>
              <a:t>例  用铂铑</a:t>
            </a:r>
            <a:r>
              <a:rPr lang="en-US" altLang="zh-CN" sz="2000" baseline="-25000">
                <a:solidFill>
                  <a:srgbClr val="000000"/>
                </a:solidFill>
              </a:rPr>
              <a:t>10</a:t>
            </a:r>
            <a:r>
              <a:rPr lang="zh-CN" altLang="en-US" sz="2000">
                <a:solidFill>
                  <a:srgbClr val="000000"/>
                </a:solidFill>
              </a:rPr>
              <a:t>－铂热电偶测温，已知冷端温度</a:t>
            </a:r>
            <a:r>
              <a:rPr lang="en-US" altLang="zh-CN" sz="2000" i="1">
                <a:solidFill>
                  <a:srgbClr val="000000"/>
                </a:solidFill>
              </a:rPr>
              <a:t>T</a:t>
            </a:r>
            <a:r>
              <a:rPr lang="en-US" altLang="zh-CN" sz="2000" baseline="-25000">
                <a:solidFill>
                  <a:srgbClr val="000000"/>
                </a:solidFill>
              </a:rPr>
              <a:t>H</a:t>
            </a:r>
            <a:r>
              <a:rPr lang="en-US" altLang="zh-CN" sz="2000">
                <a:solidFill>
                  <a:srgbClr val="000000"/>
                </a:solidFill>
              </a:rPr>
              <a:t>=35℃</a:t>
            </a:r>
            <a:r>
              <a:rPr lang="zh-CN" altLang="en-US" sz="2000">
                <a:solidFill>
                  <a:srgbClr val="000000"/>
                </a:solidFill>
              </a:rPr>
              <a:t>，这时热电动势为</a:t>
            </a:r>
            <a:r>
              <a:rPr lang="en-US" altLang="zh-CN" sz="2000">
                <a:solidFill>
                  <a:srgbClr val="000000"/>
                </a:solidFill>
              </a:rPr>
              <a:t>11.348mV</a:t>
            </a:r>
            <a:r>
              <a:rPr lang="zh-CN" altLang="en-US" sz="2000">
                <a:solidFill>
                  <a:srgbClr val="000000"/>
                </a:solidFill>
              </a:rPr>
              <a:t>．查</a:t>
            </a:r>
            <a:r>
              <a:rPr lang="en-US" altLang="zh-CN" sz="2000">
                <a:solidFill>
                  <a:srgbClr val="000000"/>
                </a:solidFill>
              </a:rPr>
              <a:t>S</a:t>
            </a:r>
            <a:r>
              <a:rPr lang="zh-CN" altLang="en-US" sz="2000">
                <a:solidFill>
                  <a:srgbClr val="000000"/>
                </a:solidFill>
              </a:rPr>
              <a:t>型热电偶的分度表，得出与此相应的温度</a:t>
            </a:r>
            <a:r>
              <a:rPr lang="en-US" altLang="zh-CN" sz="2000" i="1">
                <a:solidFill>
                  <a:srgbClr val="000000"/>
                </a:solidFill>
              </a:rPr>
              <a:t>T</a:t>
            </a:r>
            <a:r>
              <a:rPr lang="en-US" altLang="zh-CN" sz="2000">
                <a:solidFill>
                  <a:srgbClr val="000000"/>
                </a:solidFill>
              </a:rPr>
              <a:t>′=1150℃</a:t>
            </a:r>
            <a:r>
              <a:rPr lang="zh-CN" altLang="en-US" sz="2000">
                <a:solidFill>
                  <a:srgbClr val="000000"/>
                </a:solidFill>
              </a:rPr>
              <a:t>。再从下表中查出，对应于</a:t>
            </a:r>
            <a:r>
              <a:rPr lang="en-US" altLang="zh-CN" sz="2000">
                <a:solidFill>
                  <a:srgbClr val="000000"/>
                </a:solidFill>
              </a:rPr>
              <a:t>1150℃</a:t>
            </a:r>
            <a:r>
              <a:rPr lang="zh-CN" altLang="en-US" sz="2000">
                <a:solidFill>
                  <a:srgbClr val="000000"/>
                </a:solidFill>
              </a:rPr>
              <a:t>的补正系数</a:t>
            </a:r>
            <a:r>
              <a:rPr lang="en-US" altLang="zh-CN" sz="2000" i="1">
                <a:solidFill>
                  <a:srgbClr val="000000"/>
                </a:solidFill>
              </a:rPr>
              <a:t>k</a:t>
            </a:r>
            <a:r>
              <a:rPr lang="en-US" altLang="zh-CN" sz="2000">
                <a:solidFill>
                  <a:srgbClr val="000000"/>
                </a:solidFill>
              </a:rPr>
              <a:t>=0.53</a:t>
            </a:r>
            <a:r>
              <a:rPr lang="zh-CN" altLang="en-US" sz="2000">
                <a:solidFill>
                  <a:srgbClr val="000000"/>
                </a:solidFill>
              </a:rPr>
              <a:t>。于是，被测温度</a:t>
            </a:r>
          </a:p>
          <a:p>
            <a:pPr algn="l" eaLnBrk="1" hangingPunct="1">
              <a:lnSpc>
                <a:spcPct val="120000"/>
              </a:lnSpc>
              <a:spcBef>
                <a:spcPct val="0"/>
              </a:spcBef>
              <a:buSzTx/>
              <a:buFontTx/>
              <a:buNone/>
            </a:pPr>
            <a:r>
              <a:rPr lang="zh-CN" altLang="en-US" sz="2000">
                <a:solidFill>
                  <a:srgbClr val="000000"/>
                </a:solidFill>
              </a:rPr>
              <a:t>                         </a:t>
            </a:r>
            <a:r>
              <a:rPr lang="en-US" altLang="zh-CN" sz="2000" i="1">
                <a:solidFill>
                  <a:srgbClr val="000000"/>
                </a:solidFill>
              </a:rPr>
              <a:t>T</a:t>
            </a:r>
            <a:r>
              <a:rPr lang="en-US" altLang="zh-CN" sz="2000">
                <a:solidFill>
                  <a:srgbClr val="000000"/>
                </a:solidFill>
              </a:rPr>
              <a:t>=1150+0.53×35=1168.3</a:t>
            </a:r>
            <a:r>
              <a:rPr lang="zh-CN" altLang="en-US" sz="2000">
                <a:solidFill>
                  <a:srgbClr val="00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wipe(left)">
                                      <p:cBhvr>
                                        <p:cTn id="7" dur="500"/>
                                        <p:tgtEl>
                                          <p:spTgt spid="460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086"/>
                                        </p:tgtEl>
                                        <p:attrNameLst>
                                          <p:attrName>style.visibility</p:attrName>
                                        </p:attrNameLst>
                                      </p:cBhvr>
                                      <p:to>
                                        <p:strVal val="visible"/>
                                      </p:to>
                                    </p:set>
                                    <p:animEffect transition="in" filter="wipe(left)">
                                      <p:cBhvr>
                                        <p:cTn id="12" dur="500"/>
                                        <p:tgtEl>
                                          <p:spTgt spid="460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6087"/>
                                        </p:tgtEl>
                                        <p:attrNameLst>
                                          <p:attrName>style.visibility</p:attrName>
                                        </p:attrNameLst>
                                      </p:cBhvr>
                                      <p:to>
                                        <p:strVal val="visible"/>
                                      </p:to>
                                    </p:set>
                                    <p:animEffect transition="in" filter="wipe(up)">
                                      <p:cBhvr>
                                        <p:cTn id="17" dur="500"/>
                                        <p:tgtEl>
                                          <p:spTgt spid="460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6088"/>
                                        </p:tgtEl>
                                        <p:attrNameLst>
                                          <p:attrName>style.visibility</p:attrName>
                                        </p:attrNameLst>
                                      </p:cBhvr>
                                      <p:to>
                                        <p:strVal val="visible"/>
                                      </p:to>
                                    </p:set>
                                    <p:animEffect transition="in" filter="wipe(up)">
                                      <p:cBhvr>
                                        <p:cTn id="22" dur="500"/>
                                        <p:tgtEl>
                                          <p:spTgt spid="460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6089">
                                            <p:txEl>
                                              <p:pRg st="0" end="0"/>
                                            </p:txEl>
                                          </p:spTgt>
                                        </p:tgtEl>
                                        <p:attrNameLst>
                                          <p:attrName>style.visibility</p:attrName>
                                        </p:attrNameLst>
                                      </p:cBhvr>
                                      <p:to>
                                        <p:strVal val="visible"/>
                                      </p:to>
                                    </p:set>
                                    <p:animEffect transition="in" filter="wipe(left)">
                                      <p:cBhvr>
                                        <p:cTn id="27" dur="500"/>
                                        <p:tgtEl>
                                          <p:spTgt spid="46089">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6089">
                                            <p:txEl>
                                              <p:pRg st="1" end="1"/>
                                            </p:txEl>
                                          </p:spTgt>
                                        </p:tgtEl>
                                        <p:attrNameLst>
                                          <p:attrName>style.visibility</p:attrName>
                                        </p:attrNameLst>
                                      </p:cBhvr>
                                      <p:to>
                                        <p:strVal val="visible"/>
                                      </p:to>
                                    </p:set>
                                    <p:animEffect transition="in" filter="wipe(left)">
                                      <p:cBhvr>
                                        <p:cTn id="32" dur="500"/>
                                        <p:tgtEl>
                                          <p:spTgt spid="4608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p:bldP spid="46088"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a:extLst>
              <a:ext uri="{FF2B5EF4-FFF2-40B4-BE49-F238E27FC236}">
                <a16:creationId xmlns:a16="http://schemas.microsoft.com/office/drawing/2014/main" id="{17A0D76B-1325-4DE2-8B50-E055E3C34619}"/>
              </a:ext>
            </a:extLst>
          </p:cNvPr>
          <p:cNvSpPr>
            <a:spLocks noChangeArrowheads="1"/>
          </p:cNvSpPr>
          <p:nvPr/>
        </p:nvSpPr>
        <p:spPr bwMode="auto">
          <a:xfrm>
            <a:off x="285750" y="1428750"/>
            <a:ext cx="8713788"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495300" algn="l"/>
              </a:tabLst>
              <a:defRPr kumimoji="1" sz="2400">
                <a:solidFill>
                  <a:schemeClr val="tx1"/>
                </a:solidFill>
                <a:latin typeface="Times New Roman" panose="02020603050405020304" pitchFamily="18" charset="0"/>
                <a:ea typeface="楷体_GB2312" pitchFamily="49" charset="-122"/>
              </a:defRPr>
            </a:lvl1pPr>
            <a:lvl2pPr marL="742950" indent="-285750" eaLnBrk="0" hangingPunct="0">
              <a:tabLst>
                <a:tab pos="495300" algn="l"/>
              </a:tabLst>
              <a:defRPr kumimoji="1" sz="2400">
                <a:solidFill>
                  <a:schemeClr val="tx1"/>
                </a:solidFill>
                <a:latin typeface="Times New Roman" panose="02020603050405020304" pitchFamily="18" charset="0"/>
                <a:ea typeface="楷体_GB2312" pitchFamily="49" charset="-122"/>
              </a:defRPr>
            </a:lvl2pPr>
            <a:lvl3pPr marL="11430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3pPr>
            <a:lvl4pPr marL="16002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4pPr>
            <a:lvl5pPr marL="20574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9pPr>
          </a:lstStyle>
          <a:p>
            <a:pPr algn="just">
              <a:lnSpc>
                <a:spcPct val="120000"/>
              </a:lnSpc>
              <a:spcBef>
                <a:spcPct val="0"/>
              </a:spcBef>
              <a:buSzTx/>
              <a:buFontTx/>
              <a:buNone/>
            </a:pPr>
            <a:r>
              <a:rPr lang="zh-CN" altLang="en-US">
                <a:solidFill>
                  <a:srgbClr val="000000"/>
                </a:solidFill>
                <a:ea typeface="黑体" panose="02010609060101010101" pitchFamily="49" charset="-122"/>
              </a:rPr>
              <a:t>是指物体吸收了光能后转换为该物体中某些电子的能量，从而产生的电效应。光电传感器的工作原理基于光电效应。光电效应分为外光电效应和内光电效应两大类。</a:t>
            </a:r>
          </a:p>
          <a:p>
            <a:pPr algn="just">
              <a:lnSpc>
                <a:spcPct val="120000"/>
              </a:lnSpc>
              <a:spcBef>
                <a:spcPct val="0"/>
              </a:spcBef>
              <a:buSzTx/>
              <a:buFontTx/>
              <a:buNone/>
            </a:pPr>
            <a:r>
              <a:rPr lang="en-US" altLang="zh-CN">
                <a:solidFill>
                  <a:srgbClr val="FF3300"/>
                </a:solidFill>
                <a:latin typeface="黑体" panose="02010609060101010101" pitchFamily="49" charset="-122"/>
                <a:ea typeface="黑体" panose="02010609060101010101" pitchFamily="49" charset="-122"/>
              </a:rPr>
              <a:t>1.1 </a:t>
            </a:r>
            <a:r>
              <a:rPr lang="zh-CN" altLang="en-US">
                <a:solidFill>
                  <a:srgbClr val="FF3300"/>
                </a:solidFill>
                <a:latin typeface="黑体" panose="02010609060101010101" pitchFamily="49" charset="-122"/>
                <a:ea typeface="黑体" panose="02010609060101010101" pitchFamily="49" charset="-122"/>
              </a:rPr>
              <a:t>外光电效应</a:t>
            </a:r>
          </a:p>
          <a:p>
            <a:pPr algn="just">
              <a:lnSpc>
                <a:spcPct val="120000"/>
              </a:lnSpc>
              <a:spcBef>
                <a:spcPct val="0"/>
              </a:spcBef>
              <a:buSzTx/>
              <a:buFontTx/>
              <a:buNone/>
            </a:pPr>
            <a:r>
              <a:rPr lang="zh-CN" altLang="en-US">
                <a:solidFill>
                  <a:srgbClr val="FF3300"/>
                </a:solidFill>
                <a:latin typeface="黑体" panose="02010609060101010101" pitchFamily="49" charset="-122"/>
                <a:ea typeface="黑体" panose="02010609060101010101" pitchFamily="49" charset="-122"/>
              </a:rPr>
              <a:t>    在光线的作用下，物体内的电子逸出物体表面向外发射的现象</a:t>
            </a:r>
            <a:r>
              <a:rPr lang="zh-CN" altLang="en-US">
                <a:solidFill>
                  <a:srgbClr val="000000"/>
                </a:solidFill>
                <a:latin typeface="黑体" panose="02010609060101010101" pitchFamily="49" charset="-122"/>
                <a:ea typeface="黑体" panose="02010609060101010101" pitchFamily="49" charset="-122"/>
              </a:rPr>
              <a:t>称为外光电效应。向外发射的电子叫做光电子。基于外光电效应的光电器件有光电管、光电倍增管等。</a:t>
            </a:r>
          </a:p>
        </p:txBody>
      </p:sp>
      <p:sp>
        <p:nvSpPr>
          <p:cNvPr id="487427" name="Rectangle 3">
            <a:extLst>
              <a:ext uri="{FF2B5EF4-FFF2-40B4-BE49-F238E27FC236}">
                <a16:creationId xmlns:a16="http://schemas.microsoft.com/office/drawing/2014/main" id="{B9D5895C-5455-47D3-8336-3B1E50039C5A}"/>
              </a:ext>
            </a:extLst>
          </p:cNvPr>
          <p:cNvSpPr>
            <a:spLocks noChangeArrowheads="1"/>
          </p:cNvSpPr>
          <p:nvPr/>
        </p:nvSpPr>
        <p:spPr bwMode="auto">
          <a:xfrm>
            <a:off x="901700" y="4797425"/>
            <a:ext cx="5975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a:solidFill>
                  <a:srgbClr val="000000"/>
                </a:solidFill>
                <a:ea typeface="黑体" panose="02010609060101010101" pitchFamily="49" charset="-122"/>
              </a:rPr>
              <a:t>光子是具有能量的粒子，每个光子的能量：</a:t>
            </a:r>
          </a:p>
        </p:txBody>
      </p:sp>
      <p:sp>
        <p:nvSpPr>
          <p:cNvPr id="487428" name="Rectangle 4">
            <a:extLst>
              <a:ext uri="{FF2B5EF4-FFF2-40B4-BE49-F238E27FC236}">
                <a16:creationId xmlns:a16="http://schemas.microsoft.com/office/drawing/2014/main" id="{C2AD2DC4-9272-4907-B318-D79AFEBD1D34}"/>
              </a:ext>
            </a:extLst>
          </p:cNvPr>
          <p:cNvSpPr>
            <a:spLocks noChangeArrowheads="1"/>
          </p:cNvSpPr>
          <p:nvPr/>
        </p:nvSpPr>
        <p:spPr bwMode="auto">
          <a:xfrm>
            <a:off x="3419475" y="5326063"/>
            <a:ext cx="1270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20000"/>
              </a:lnSpc>
              <a:spcBef>
                <a:spcPct val="0"/>
              </a:spcBef>
              <a:buSzTx/>
              <a:buFontTx/>
              <a:buNone/>
            </a:pPr>
            <a:r>
              <a:rPr lang="en-US" altLang="zh-CN" sz="2000" i="1">
                <a:solidFill>
                  <a:srgbClr val="000000"/>
                </a:solidFill>
              </a:rPr>
              <a:t>E</a:t>
            </a:r>
            <a:r>
              <a:rPr lang="en-US" altLang="zh-CN" sz="2000">
                <a:solidFill>
                  <a:srgbClr val="000000"/>
                </a:solidFill>
              </a:rPr>
              <a:t>=</a:t>
            </a:r>
            <a:r>
              <a:rPr lang="en-US" altLang="zh-CN" sz="2000" i="1">
                <a:solidFill>
                  <a:srgbClr val="000000"/>
                </a:solidFill>
              </a:rPr>
              <a:t>hν</a:t>
            </a:r>
          </a:p>
        </p:txBody>
      </p:sp>
      <p:sp>
        <p:nvSpPr>
          <p:cNvPr id="487429" name="Rectangle 5">
            <a:extLst>
              <a:ext uri="{FF2B5EF4-FFF2-40B4-BE49-F238E27FC236}">
                <a16:creationId xmlns:a16="http://schemas.microsoft.com/office/drawing/2014/main" id="{8E791FA4-8962-4981-814D-177B791411E5}"/>
              </a:ext>
            </a:extLst>
          </p:cNvPr>
          <p:cNvSpPr>
            <a:spLocks noChangeArrowheads="1"/>
          </p:cNvSpPr>
          <p:nvPr/>
        </p:nvSpPr>
        <p:spPr bwMode="auto">
          <a:xfrm>
            <a:off x="717550" y="5780088"/>
            <a:ext cx="7440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b="1" i="1">
                <a:solidFill>
                  <a:srgbClr val="000000"/>
                </a:solidFill>
              </a:rPr>
              <a:t>h</a:t>
            </a:r>
            <a:r>
              <a:rPr lang="en-US" altLang="zh-CN" b="1">
                <a:solidFill>
                  <a:srgbClr val="000000"/>
                </a:solidFill>
              </a:rPr>
              <a:t>—</a:t>
            </a:r>
            <a:r>
              <a:rPr lang="zh-CN" altLang="en-US">
                <a:solidFill>
                  <a:srgbClr val="000000"/>
                </a:solidFill>
                <a:ea typeface="黑体" panose="02010609060101010101" pitchFamily="49" charset="-122"/>
              </a:rPr>
              <a:t>普朗克常数</a:t>
            </a:r>
            <a:r>
              <a:rPr lang="zh-CN" altLang="en-US" b="1">
                <a:solidFill>
                  <a:srgbClr val="000000"/>
                </a:solidFill>
              </a:rPr>
              <a:t>，</a:t>
            </a:r>
            <a:r>
              <a:rPr lang="en-US" altLang="zh-CN" b="1">
                <a:solidFill>
                  <a:srgbClr val="000000"/>
                </a:solidFill>
              </a:rPr>
              <a:t>6.626×10</a:t>
            </a:r>
            <a:r>
              <a:rPr lang="en-US" altLang="zh-CN" b="1" baseline="30000">
                <a:solidFill>
                  <a:srgbClr val="000000"/>
                </a:solidFill>
              </a:rPr>
              <a:t>-34</a:t>
            </a:r>
            <a:r>
              <a:rPr lang="en-US" altLang="zh-CN" b="1">
                <a:solidFill>
                  <a:srgbClr val="000000"/>
                </a:solidFill>
              </a:rPr>
              <a:t>J·s</a:t>
            </a:r>
            <a:r>
              <a:rPr lang="zh-CN" altLang="en-US" b="1">
                <a:solidFill>
                  <a:srgbClr val="000000"/>
                </a:solidFill>
              </a:rPr>
              <a:t>；</a:t>
            </a:r>
            <a:r>
              <a:rPr lang="en-US" altLang="zh-CN" b="1" i="1">
                <a:solidFill>
                  <a:srgbClr val="000000"/>
                </a:solidFill>
              </a:rPr>
              <a:t>ν</a:t>
            </a:r>
            <a:r>
              <a:rPr lang="en-US" altLang="zh-CN" b="1">
                <a:solidFill>
                  <a:srgbClr val="000000"/>
                </a:solidFill>
              </a:rPr>
              <a:t>—</a:t>
            </a:r>
            <a:r>
              <a:rPr lang="zh-CN" altLang="en-US">
                <a:solidFill>
                  <a:srgbClr val="000000"/>
                </a:solidFill>
                <a:ea typeface="黑体" panose="02010609060101010101" pitchFamily="49" charset="-122"/>
              </a:rPr>
              <a:t>光的频率</a:t>
            </a:r>
            <a:r>
              <a:rPr lang="zh-CN" altLang="en-US">
                <a:solidFill>
                  <a:srgbClr val="000000"/>
                </a:solidFill>
              </a:rPr>
              <a:t>（</a:t>
            </a:r>
            <a:r>
              <a:rPr lang="en-US" altLang="zh-CN">
                <a:solidFill>
                  <a:srgbClr val="000000"/>
                </a:solidFill>
              </a:rPr>
              <a:t>s</a:t>
            </a:r>
            <a:r>
              <a:rPr lang="en-US" altLang="zh-CN" baseline="30000">
                <a:solidFill>
                  <a:srgbClr val="000000"/>
                </a:solidFill>
              </a:rPr>
              <a:t>-1</a:t>
            </a:r>
            <a:r>
              <a:rPr lang="zh-CN" altLang="en-US">
                <a:solidFill>
                  <a:srgbClr val="000000"/>
                </a:solidFill>
              </a:rPr>
              <a:t>）</a:t>
            </a:r>
          </a:p>
        </p:txBody>
      </p:sp>
      <p:sp>
        <p:nvSpPr>
          <p:cNvPr id="487430" name="矩形 5">
            <a:extLst>
              <a:ext uri="{FF2B5EF4-FFF2-40B4-BE49-F238E27FC236}">
                <a16:creationId xmlns:a16="http://schemas.microsoft.com/office/drawing/2014/main" id="{DCE04978-29B4-49E0-8035-828196EBAB18}"/>
              </a:ext>
            </a:extLst>
          </p:cNvPr>
          <p:cNvSpPr>
            <a:spLocks noChangeArrowheads="1"/>
          </p:cNvSpPr>
          <p:nvPr/>
        </p:nvSpPr>
        <p:spPr bwMode="auto">
          <a:xfrm>
            <a:off x="428625" y="285750"/>
            <a:ext cx="2378075"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tabLst>
                <a:tab pos="495300" algn="l"/>
              </a:tabLst>
              <a:defRPr kumimoji="1" sz="2400">
                <a:solidFill>
                  <a:schemeClr val="tx1"/>
                </a:solidFill>
                <a:latin typeface="Times New Roman" panose="02020603050405020304" pitchFamily="18" charset="0"/>
                <a:ea typeface="楷体_GB2312" pitchFamily="49" charset="-122"/>
              </a:defRPr>
            </a:lvl1pPr>
            <a:lvl2pPr marL="742950" indent="-285750" eaLnBrk="0" hangingPunct="0">
              <a:tabLst>
                <a:tab pos="495300" algn="l"/>
              </a:tabLst>
              <a:defRPr kumimoji="1" sz="2400">
                <a:solidFill>
                  <a:schemeClr val="tx1"/>
                </a:solidFill>
                <a:latin typeface="Times New Roman" panose="02020603050405020304" pitchFamily="18" charset="0"/>
                <a:ea typeface="楷体_GB2312" pitchFamily="49" charset="-122"/>
              </a:defRPr>
            </a:lvl2pPr>
            <a:lvl3pPr marL="11430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3pPr>
            <a:lvl4pPr marL="16002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4pPr>
            <a:lvl5pPr marL="20574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3600" b="1">
                <a:solidFill>
                  <a:srgbClr val="FF3300"/>
                </a:solidFill>
                <a:ea typeface="黑体" panose="02010609060101010101" pitchFamily="49" charset="-122"/>
              </a:rPr>
              <a:t>1 </a:t>
            </a:r>
            <a:r>
              <a:rPr lang="zh-CN" altLang="en-US" sz="3600" b="1">
                <a:solidFill>
                  <a:srgbClr val="FF3300"/>
                </a:solidFill>
                <a:ea typeface="黑体" panose="02010609060101010101" pitchFamily="49" charset="-122"/>
              </a:rPr>
              <a:t>光电效应</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Text Box 2">
            <a:extLst>
              <a:ext uri="{FF2B5EF4-FFF2-40B4-BE49-F238E27FC236}">
                <a16:creationId xmlns:a16="http://schemas.microsoft.com/office/drawing/2014/main" id="{666FC14F-CEBD-4264-85F1-B16881152499}"/>
              </a:ext>
            </a:extLst>
          </p:cNvPr>
          <p:cNvSpPr txBox="1">
            <a:spLocks noChangeArrowheads="1"/>
          </p:cNvSpPr>
          <p:nvPr/>
        </p:nvSpPr>
        <p:spPr bwMode="auto">
          <a:xfrm>
            <a:off x="250825" y="1773238"/>
            <a:ext cx="8424863" cy="360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15000"/>
              </a:lnSpc>
              <a:spcBef>
                <a:spcPct val="0"/>
              </a:spcBef>
              <a:buSzTx/>
              <a:buFontTx/>
              <a:buNone/>
            </a:pPr>
            <a:r>
              <a:rPr lang="en-US" altLang="zh-CN">
                <a:solidFill>
                  <a:srgbClr val="FF3300"/>
                </a:solidFill>
                <a:latin typeface="黑体" panose="02010609060101010101" pitchFamily="49" charset="-122"/>
                <a:ea typeface="黑体" panose="02010609060101010101" pitchFamily="49" charset="-122"/>
              </a:rPr>
              <a:t>    </a:t>
            </a:r>
            <a:r>
              <a:rPr lang="zh-CN" altLang="en-US">
                <a:solidFill>
                  <a:srgbClr val="FF3300"/>
                </a:solidFill>
                <a:latin typeface="黑体" panose="02010609060101010101" pitchFamily="49" charset="-122"/>
                <a:ea typeface="黑体" panose="02010609060101010101" pitchFamily="49" charset="-122"/>
              </a:rPr>
              <a:t>当光照射在物体上，使物体的电阻率</a:t>
            </a:r>
            <a:r>
              <a:rPr lang="en-US" altLang="zh-CN" i="1">
                <a:solidFill>
                  <a:srgbClr val="FF3300"/>
                </a:solidFill>
                <a:latin typeface="黑体" panose="02010609060101010101" pitchFamily="49" charset="-122"/>
                <a:ea typeface="黑体" panose="02010609060101010101" pitchFamily="49" charset="-122"/>
              </a:rPr>
              <a:t>ρ</a:t>
            </a:r>
            <a:r>
              <a:rPr lang="zh-CN" altLang="en-US">
                <a:solidFill>
                  <a:srgbClr val="FF3300"/>
                </a:solidFill>
                <a:latin typeface="黑体" panose="02010609060101010101" pitchFamily="49" charset="-122"/>
                <a:ea typeface="黑体" panose="02010609060101010101" pitchFamily="49" charset="-122"/>
              </a:rPr>
              <a:t>发生变化，或产生光生电动势的现象</a:t>
            </a:r>
            <a:r>
              <a:rPr lang="zh-CN" altLang="en-US">
                <a:solidFill>
                  <a:srgbClr val="000000"/>
                </a:solidFill>
                <a:latin typeface="黑体" panose="02010609060101010101" pitchFamily="49" charset="-122"/>
                <a:ea typeface="黑体" panose="02010609060101010101" pitchFamily="49" charset="-122"/>
              </a:rPr>
              <a:t>叫做内光电效应，它多发生于半导体内。根据工作原理的不同，内光电效应分为</a:t>
            </a:r>
            <a:r>
              <a:rPr lang="zh-CN" altLang="en-US">
                <a:solidFill>
                  <a:srgbClr val="FF3300"/>
                </a:solidFill>
                <a:latin typeface="黑体" panose="02010609060101010101" pitchFamily="49" charset="-122"/>
                <a:ea typeface="黑体" panose="02010609060101010101" pitchFamily="49" charset="-122"/>
              </a:rPr>
              <a:t>光电导效应</a:t>
            </a:r>
            <a:r>
              <a:rPr lang="zh-CN" altLang="en-US">
                <a:solidFill>
                  <a:srgbClr val="000000"/>
                </a:solidFill>
                <a:latin typeface="黑体" panose="02010609060101010101" pitchFamily="49" charset="-122"/>
                <a:ea typeface="黑体" panose="02010609060101010101" pitchFamily="49" charset="-122"/>
              </a:rPr>
              <a:t>和</a:t>
            </a:r>
            <a:r>
              <a:rPr lang="zh-CN" altLang="en-US">
                <a:solidFill>
                  <a:srgbClr val="FF3300"/>
                </a:solidFill>
                <a:latin typeface="黑体" panose="02010609060101010101" pitchFamily="49" charset="-122"/>
                <a:ea typeface="黑体" panose="02010609060101010101" pitchFamily="49" charset="-122"/>
              </a:rPr>
              <a:t>光生伏特效应</a:t>
            </a:r>
            <a:r>
              <a:rPr lang="zh-CN" altLang="en-US">
                <a:solidFill>
                  <a:srgbClr val="000000"/>
                </a:solidFill>
                <a:latin typeface="黑体" panose="02010609060101010101" pitchFamily="49" charset="-122"/>
                <a:ea typeface="黑体" panose="02010609060101010101" pitchFamily="49" charset="-122"/>
              </a:rPr>
              <a:t>两类：</a:t>
            </a:r>
          </a:p>
          <a:p>
            <a:pPr algn="just" eaLnBrk="1" hangingPunct="1">
              <a:lnSpc>
                <a:spcPct val="115000"/>
              </a:lnSpc>
              <a:spcBef>
                <a:spcPct val="0"/>
              </a:spcBef>
              <a:buSzTx/>
              <a:buFontTx/>
              <a:buNone/>
            </a:pPr>
            <a:r>
              <a:rPr lang="zh-CN" altLang="en-US">
                <a:solidFill>
                  <a:srgbClr val="FF3300"/>
                </a:solidFill>
                <a:latin typeface="黑体" panose="02010609060101010101" pitchFamily="49" charset="-122"/>
                <a:ea typeface="黑体" panose="02010609060101010101" pitchFamily="49" charset="-122"/>
              </a:rPr>
              <a:t>（</a:t>
            </a:r>
            <a:r>
              <a:rPr lang="en-US" altLang="zh-CN">
                <a:solidFill>
                  <a:srgbClr val="FF3300"/>
                </a:solidFill>
                <a:latin typeface="黑体" panose="02010609060101010101" pitchFamily="49" charset="-122"/>
                <a:ea typeface="黑体" panose="02010609060101010101" pitchFamily="49" charset="-122"/>
              </a:rPr>
              <a:t>1</a:t>
            </a:r>
            <a:r>
              <a:rPr lang="zh-CN" altLang="en-US">
                <a:solidFill>
                  <a:srgbClr val="FF3300"/>
                </a:solidFill>
                <a:latin typeface="黑体" panose="02010609060101010101" pitchFamily="49" charset="-122"/>
                <a:ea typeface="黑体" panose="02010609060101010101" pitchFamily="49" charset="-122"/>
              </a:rPr>
              <a:t>）光电导效应</a:t>
            </a:r>
          </a:p>
          <a:p>
            <a:pPr algn="just" eaLnBrk="1" hangingPunct="1">
              <a:lnSpc>
                <a:spcPct val="115000"/>
              </a:lnSpc>
              <a:spcBef>
                <a:spcPct val="0"/>
              </a:spcBef>
              <a:buSzTx/>
              <a:buFontTx/>
              <a:buNone/>
            </a:pPr>
            <a:r>
              <a:rPr lang="zh-CN" altLang="en-US">
                <a:solidFill>
                  <a:srgbClr val="FF3300"/>
                </a:solidFill>
                <a:latin typeface="黑体" panose="02010609060101010101" pitchFamily="49" charset="-122"/>
                <a:ea typeface="黑体" panose="02010609060101010101" pitchFamily="49" charset="-122"/>
              </a:rPr>
              <a:t>    在光线作用，电子吸收光子能量从键合状态过渡到自由状态，而引起材料电导率的变化，这种现象被称为光电导效应</a:t>
            </a:r>
            <a:r>
              <a:rPr lang="zh-CN" altLang="en-US">
                <a:solidFill>
                  <a:srgbClr val="000000"/>
                </a:solidFill>
                <a:latin typeface="黑体" panose="02010609060101010101" pitchFamily="49" charset="-122"/>
                <a:ea typeface="黑体" panose="02010609060101010101" pitchFamily="49" charset="-122"/>
              </a:rPr>
              <a:t>。基于这种效应的光电器件有光敏电阻。</a:t>
            </a:r>
          </a:p>
        </p:txBody>
      </p:sp>
      <p:sp>
        <p:nvSpPr>
          <p:cNvPr id="488451" name="Rectangle 3">
            <a:extLst>
              <a:ext uri="{FF2B5EF4-FFF2-40B4-BE49-F238E27FC236}">
                <a16:creationId xmlns:a16="http://schemas.microsoft.com/office/drawing/2014/main" id="{D0004F92-EC91-4862-8505-F34D3E1A0B49}"/>
              </a:ext>
            </a:extLst>
          </p:cNvPr>
          <p:cNvSpPr>
            <a:spLocks noChangeArrowheads="1"/>
          </p:cNvSpPr>
          <p:nvPr/>
        </p:nvSpPr>
        <p:spPr bwMode="auto">
          <a:xfrm>
            <a:off x="323850" y="1125538"/>
            <a:ext cx="269875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sz="2800">
                <a:solidFill>
                  <a:srgbClr val="993300"/>
                </a:solidFill>
                <a:latin typeface="黑体" panose="02010609060101010101" pitchFamily="49" charset="-122"/>
                <a:ea typeface="黑体" panose="02010609060101010101" pitchFamily="49" charset="-122"/>
              </a:rPr>
              <a:t>1.2 </a:t>
            </a:r>
            <a:r>
              <a:rPr lang="zh-CN" altLang="en-US" sz="2800">
                <a:solidFill>
                  <a:srgbClr val="993300"/>
                </a:solidFill>
                <a:latin typeface="黑体" panose="02010609060101010101" pitchFamily="49" charset="-122"/>
                <a:ea typeface="黑体" panose="02010609060101010101" pitchFamily="49" charset="-122"/>
              </a:rPr>
              <a:t>内光电效应</a:t>
            </a:r>
          </a:p>
        </p:txBody>
      </p:sp>
      <p:sp>
        <p:nvSpPr>
          <p:cNvPr id="488452" name="矩形 3">
            <a:extLst>
              <a:ext uri="{FF2B5EF4-FFF2-40B4-BE49-F238E27FC236}">
                <a16:creationId xmlns:a16="http://schemas.microsoft.com/office/drawing/2014/main" id="{4D254BC2-6DAA-4A7B-97E9-C77F8F8518F2}"/>
              </a:ext>
            </a:extLst>
          </p:cNvPr>
          <p:cNvSpPr>
            <a:spLocks noChangeArrowheads="1"/>
          </p:cNvSpPr>
          <p:nvPr/>
        </p:nvSpPr>
        <p:spPr bwMode="auto">
          <a:xfrm>
            <a:off x="428625" y="285750"/>
            <a:ext cx="3786188"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495300" algn="l"/>
              </a:tabLst>
              <a:defRPr kumimoji="1" sz="2400">
                <a:solidFill>
                  <a:schemeClr val="tx1"/>
                </a:solidFill>
                <a:latin typeface="Times New Roman" panose="02020603050405020304" pitchFamily="18" charset="0"/>
                <a:ea typeface="楷体_GB2312" pitchFamily="49" charset="-122"/>
              </a:defRPr>
            </a:lvl1pPr>
            <a:lvl2pPr marL="742950" indent="-285750" eaLnBrk="0" hangingPunct="0">
              <a:tabLst>
                <a:tab pos="495300" algn="l"/>
              </a:tabLst>
              <a:defRPr kumimoji="1" sz="2400">
                <a:solidFill>
                  <a:schemeClr val="tx1"/>
                </a:solidFill>
                <a:latin typeface="Times New Roman" panose="02020603050405020304" pitchFamily="18" charset="0"/>
                <a:ea typeface="楷体_GB2312" pitchFamily="49" charset="-122"/>
              </a:defRPr>
            </a:lvl2pPr>
            <a:lvl3pPr marL="11430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3pPr>
            <a:lvl4pPr marL="16002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4pPr>
            <a:lvl5pPr marL="20574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3600" b="1">
                <a:solidFill>
                  <a:srgbClr val="FF3300"/>
                </a:solidFill>
                <a:ea typeface="黑体" panose="02010609060101010101" pitchFamily="49" charset="-122"/>
              </a:rPr>
              <a:t>1 </a:t>
            </a:r>
            <a:r>
              <a:rPr lang="zh-CN" altLang="en-US" sz="3600" b="1">
                <a:solidFill>
                  <a:srgbClr val="FF3300"/>
                </a:solidFill>
                <a:ea typeface="黑体" panose="02010609060101010101" pitchFamily="49" charset="-122"/>
              </a:rPr>
              <a:t>光电效应（续）</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Text Box 2">
            <a:extLst>
              <a:ext uri="{FF2B5EF4-FFF2-40B4-BE49-F238E27FC236}">
                <a16:creationId xmlns:a16="http://schemas.microsoft.com/office/drawing/2014/main" id="{2A5929E9-DC39-4DD3-B38A-69A28BBCA9EC}"/>
              </a:ext>
            </a:extLst>
          </p:cNvPr>
          <p:cNvSpPr txBox="1">
            <a:spLocks noChangeArrowheads="1"/>
          </p:cNvSpPr>
          <p:nvPr/>
        </p:nvSpPr>
        <p:spPr bwMode="auto">
          <a:xfrm>
            <a:off x="395288" y="1227138"/>
            <a:ext cx="8458200" cy="537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2800">
                <a:solidFill>
                  <a:srgbClr val="993300"/>
                </a:solidFill>
                <a:latin typeface="黑体" panose="02010609060101010101" pitchFamily="49" charset="-122"/>
                <a:ea typeface="黑体" panose="02010609060101010101" pitchFamily="49" charset="-122"/>
              </a:rPr>
              <a:t>（</a:t>
            </a:r>
            <a:r>
              <a:rPr lang="en-US" altLang="zh-CN" sz="2800">
                <a:solidFill>
                  <a:srgbClr val="993300"/>
                </a:solidFill>
                <a:latin typeface="黑体" panose="02010609060101010101" pitchFamily="49" charset="-122"/>
                <a:ea typeface="黑体" panose="02010609060101010101" pitchFamily="49" charset="-122"/>
              </a:rPr>
              <a:t>2</a:t>
            </a:r>
            <a:r>
              <a:rPr lang="zh-CN" altLang="en-US" sz="2800">
                <a:solidFill>
                  <a:srgbClr val="993300"/>
                </a:solidFill>
                <a:latin typeface="黑体" panose="02010609060101010101" pitchFamily="49" charset="-122"/>
                <a:ea typeface="黑体" panose="02010609060101010101" pitchFamily="49" charset="-122"/>
              </a:rPr>
              <a:t>）</a:t>
            </a:r>
            <a:r>
              <a:rPr lang="zh-CN" altLang="en-US" sz="2800" b="1">
                <a:solidFill>
                  <a:srgbClr val="993300"/>
                </a:solidFill>
                <a:latin typeface="黑体" panose="02010609060101010101" pitchFamily="49" charset="-122"/>
                <a:ea typeface="黑体" panose="02010609060101010101" pitchFamily="49" charset="-122"/>
              </a:rPr>
              <a:t>光生伏特效应</a:t>
            </a:r>
          </a:p>
          <a:p>
            <a:pPr algn="just" eaLnBrk="1" hangingPunct="1">
              <a:lnSpc>
                <a:spcPct val="110000"/>
              </a:lnSpc>
              <a:spcBef>
                <a:spcPct val="0"/>
              </a:spcBef>
              <a:buSzTx/>
              <a:buFontTx/>
              <a:buNone/>
            </a:pPr>
            <a:r>
              <a:rPr lang="zh-CN" altLang="en-US">
                <a:solidFill>
                  <a:srgbClr val="FF3300"/>
                </a:solidFill>
                <a:latin typeface="黑体" panose="02010609060101010101" pitchFamily="49" charset="-122"/>
                <a:ea typeface="黑体" panose="02010609060101010101" pitchFamily="49" charset="-122"/>
              </a:rPr>
              <a:t>    在光线作用下能够使物体产生一定方向的电动势的现象叫做光生伏特效应</a:t>
            </a:r>
            <a:r>
              <a:rPr lang="zh-CN" altLang="en-US">
                <a:solidFill>
                  <a:srgbClr val="000000"/>
                </a:solidFill>
                <a:latin typeface="黑体" panose="02010609060101010101" pitchFamily="49" charset="-122"/>
                <a:ea typeface="黑体" panose="02010609060101010101" pitchFamily="49" charset="-122"/>
              </a:rPr>
              <a:t>。</a:t>
            </a:r>
          </a:p>
          <a:p>
            <a:pPr algn="just" eaLnBrk="1" hangingPunct="1">
              <a:lnSpc>
                <a:spcPct val="110000"/>
              </a:lnSpc>
              <a:spcBef>
                <a:spcPct val="0"/>
              </a:spcBef>
              <a:buSzTx/>
              <a:buFontTx/>
              <a:buNone/>
            </a:pPr>
            <a:r>
              <a:rPr lang="zh-CN" altLang="en-US">
                <a:solidFill>
                  <a:srgbClr val="000000"/>
                </a:solidFill>
                <a:latin typeface="黑体" panose="02010609060101010101" pitchFamily="49" charset="-122"/>
                <a:ea typeface="黑体" panose="02010609060101010101" pitchFamily="49" charset="-122"/>
              </a:rPr>
              <a:t>    基于该效应的光电器件有光电池和光敏二极管、三极管。</a:t>
            </a:r>
          </a:p>
          <a:p>
            <a:pPr algn="just" eaLnBrk="1" hangingPunct="1">
              <a:lnSpc>
                <a:spcPct val="110000"/>
              </a:lnSpc>
              <a:spcBef>
                <a:spcPct val="0"/>
              </a:spcBef>
              <a:buSzTx/>
              <a:buFontTx/>
              <a:buNone/>
            </a:pPr>
            <a:endParaRPr lang="zh-CN" altLang="en-US">
              <a:solidFill>
                <a:srgbClr val="000000"/>
              </a:solidFill>
              <a:latin typeface="黑体" panose="02010609060101010101" pitchFamily="49" charset="-122"/>
              <a:ea typeface="黑体" panose="02010609060101010101" pitchFamily="49" charset="-122"/>
            </a:endParaRPr>
          </a:p>
          <a:p>
            <a:pPr algn="just" eaLnBrk="1" hangingPunct="1">
              <a:lnSpc>
                <a:spcPct val="110000"/>
              </a:lnSpc>
              <a:spcBef>
                <a:spcPct val="0"/>
              </a:spcBef>
              <a:buSzTx/>
              <a:buFontTx/>
              <a:buNone/>
            </a:pPr>
            <a:r>
              <a:rPr lang="zh-CN" altLang="en-US">
                <a:solidFill>
                  <a:srgbClr val="FF3300"/>
                </a:solidFill>
                <a:latin typeface="黑体" panose="02010609060101010101" pitchFamily="49" charset="-122"/>
                <a:ea typeface="黑体" panose="02010609060101010101" pitchFamily="49" charset="-122"/>
              </a:rPr>
              <a:t>①势垒效应（结光电效应）</a:t>
            </a:r>
            <a:r>
              <a:rPr lang="zh-CN" altLang="en-US">
                <a:solidFill>
                  <a:srgbClr val="000000"/>
                </a:solidFill>
                <a:latin typeface="黑体" panose="02010609060101010101" pitchFamily="49" charset="-122"/>
                <a:ea typeface="黑体" panose="02010609060101010101" pitchFamily="49" charset="-122"/>
              </a:rPr>
              <a:t>。</a:t>
            </a:r>
          </a:p>
          <a:p>
            <a:pPr algn="just" eaLnBrk="1" hangingPunct="1">
              <a:lnSpc>
                <a:spcPct val="110000"/>
              </a:lnSpc>
              <a:spcBef>
                <a:spcPct val="0"/>
              </a:spcBef>
              <a:buSzTx/>
              <a:buFontTx/>
              <a:buNone/>
            </a:pPr>
            <a:r>
              <a:rPr lang="zh-CN" altLang="en-US">
                <a:solidFill>
                  <a:srgbClr val="000000"/>
                </a:solidFill>
                <a:latin typeface="黑体" panose="02010609060101010101" pitchFamily="49" charset="-122"/>
                <a:ea typeface="黑体" panose="02010609060101010101" pitchFamily="49" charset="-122"/>
              </a:rPr>
              <a:t>    </a:t>
            </a:r>
            <a:r>
              <a:rPr lang="zh-CN" altLang="en-US">
                <a:solidFill>
                  <a:srgbClr val="FF3300"/>
                </a:solidFill>
                <a:latin typeface="黑体" panose="02010609060101010101" pitchFamily="49" charset="-122"/>
                <a:ea typeface="黑体" panose="02010609060101010101" pitchFamily="49" charset="-122"/>
              </a:rPr>
              <a:t>接触的半导体和</a:t>
            </a:r>
            <a:r>
              <a:rPr lang="en-US" altLang="zh-CN">
                <a:solidFill>
                  <a:srgbClr val="FF3300"/>
                </a:solidFill>
                <a:latin typeface="黑体" panose="02010609060101010101" pitchFamily="49" charset="-122"/>
                <a:ea typeface="黑体" panose="02010609060101010101" pitchFamily="49" charset="-122"/>
              </a:rPr>
              <a:t>PN</a:t>
            </a:r>
            <a:r>
              <a:rPr lang="zh-CN" altLang="en-US">
                <a:solidFill>
                  <a:srgbClr val="FF3300"/>
                </a:solidFill>
                <a:latin typeface="黑体" panose="02010609060101010101" pitchFamily="49" charset="-122"/>
                <a:ea typeface="黑体" panose="02010609060101010101" pitchFamily="49" charset="-122"/>
              </a:rPr>
              <a:t>结中，当光线照射其接触区域时，便引起光电动势，</a:t>
            </a:r>
            <a:r>
              <a:rPr lang="zh-CN" altLang="en-US">
                <a:solidFill>
                  <a:srgbClr val="000000"/>
                </a:solidFill>
                <a:latin typeface="黑体" panose="02010609060101010101" pitchFamily="49" charset="-122"/>
                <a:ea typeface="黑体" panose="02010609060101010101" pitchFamily="49" charset="-122"/>
              </a:rPr>
              <a:t>这就是结光电效应。以</a:t>
            </a:r>
            <a:r>
              <a:rPr lang="en-US" altLang="zh-CN">
                <a:solidFill>
                  <a:srgbClr val="000000"/>
                </a:solidFill>
                <a:latin typeface="黑体" panose="02010609060101010101" pitchFamily="49" charset="-122"/>
                <a:ea typeface="黑体" panose="02010609060101010101" pitchFamily="49" charset="-122"/>
              </a:rPr>
              <a:t>PN</a:t>
            </a:r>
            <a:r>
              <a:rPr lang="zh-CN" altLang="en-US">
                <a:solidFill>
                  <a:srgbClr val="000000"/>
                </a:solidFill>
                <a:latin typeface="黑体" panose="02010609060101010101" pitchFamily="49" charset="-122"/>
                <a:ea typeface="黑体" panose="02010609060101010101" pitchFamily="49" charset="-122"/>
              </a:rPr>
              <a:t>结为例，光线照射</a:t>
            </a:r>
            <a:r>
              <a:rPr lang="en-US" altLang="zh-CN">
                <a:solidFill>
                  <a:srgbClr val="000000"/>
                </a:solidFill>
                <a:latin typeface="黑体" panose="02010609060101010101" pitchFamily="49" charset="-122"/>
                <a:ea typeface="黑体" panose="02010609060101010101" pitchFamily="49" charset="-122"/>
              </a:rPr>
              <a:t>PN</a:t>
            </a:r>
            <a:r>
              <a:rPr lang="zh-CN" altLang="en-US">
                <a:solidFill>
                  <a:srgbClr val="000000"/>
                </a:solidFill>
                <a:latin typeface="黑体" panose="02010609060101010101" pitchFamily="49" charset="-122"/>
                <a:ea typeface="黑体" panose="02010609060101010101" pitchFamily="49" charset="-122"/>
              </a:rPr>
              <a:t>结时，设光子能量大于禁带宽度</a:t>
            </a:r>
            <a:r>
              <a:rPr lang="en-US" altLang="zh-CN" i="1">
                <a:solidFill>
                  <a:srgbClr val="000000"/>
                </a:solidFill>
                <a:latin typeface="黑体" panose="02010609060101010101" pitchFamily="49" charset="-122"/>
                <a:ea typeface="黑体" panose="02010609060101010101" pitchFamily="49" charset="-122"/>
              </a:rPr>
              <a:t>E</a:t>
            </a:r>
            <a:r>
              <a:rPr lang="en-US" altLang="zh-CN" baseline="-30000">
                <a:solidFill>
                  <a:srgbClr val="000000"/>
                </a:solidFill>
                <a:latin typeface="黑体" panose="02010609060101010101" pitchFamily="49" charset="-122"/>
                <a:ea typeface="黑体" panose="02010609060101010101" pitchFamily="49" charset="-122"/>
              </a:rPr>
              <a:t>g</a:t>
            </a:r>
            <a:r>
              <a:rPr lang="zh-CN" altLang="en-US">
                <a:solidFill>
                  <a:srgbClr val="000000"/>
                </a:solidFill>
                <a:latin typeface="黑体" panose="02010609060101010101" pitchFamily="49" charset="-122"/>
                <a:ea typeface="黑体" panose="02010609060101010101" pitchFamily="49" charset="-122"/>
              </a:rPr>
              <a:t>，使价带中的电子跃迁到导带，而产生电子空穴对，在阻挡层内电场的作用下，被光激发的电子移向</a:t>
            </a:r>
            <a:r>
              <a:rPr lang="en-US" altLang="zh-CN">
                <a:solidFill>
                  <a:srgbClr val="000000"/>
                </a:solidFill>
                <a:latin typeface="黑体" panose="02010609060101010101" pitchFamily="49" charset="-122"/>
                <a:ea typeface="黑体" panose="02010609060101010101" pitchFamily="49" charset="-122"/>
              </a:rPr>
              <a:t>N</a:t>
            </a:r>
            <a:r>
              <a:rPr lang="zh-CN" altLang="en-US">
                <a:solidFill>
                  <a:srgbClr val="000000"/>
                </a:solidFill>
                <a:latin typeface="黑体" panose="02010609060101010101" pitchFamily="49" charset="-122"/>
                <a:ea typeface="黑体" panose="02010609060101010101" pitchFamily="49" charset="-122"/>
              </a:rPr>
              <a:t>区外侧，被光激发的空穴移向</a:t>
            </a:r>
            <a:r>
              <a:rPr lang="en-US" altLang="zh-CN">
                <a:solidFill>
                  <a:srgbClr val="000000"/>
                </a:solidFill>
                <a:latin typeface="黑体" panose="02010609060101010101" pitchFamily="49" charset="-122"/>
                <a:ea typeface="黑体" panose="02010609060101010101" pitchFamily="49" charset="-122"/>
              </a:rPr>
              <a:t>P</a:t>
            </a:r>
            <a:r>
              <a:rPr lang="zh-CN" altLang="en-US">
                <a:solidFill>
                  <a:srgbClr val="000000"/>
                </a:solidFill>
                <a:latin typeface="黑体" panose="02010609060101010101" pitchFamily="49" charset="-122"/>
                <a:ea typeface="黑体" panose="02010609060101010101" pitchFamily="49" charset="-122"/>
              </a:rPr>
              <a:t>区外侧，从而使</a:t>
            </a:r>
            <a:r>
              <a:rPr lang="en-US" altLang="zh-CN">
                <a:solidFill>
                  <a:srgbClr val="000000"/>
                </a:solidFill>
                <a:latin typeface="黑体" panose="02010609060101010101" pitchFamily="49" charset="-122"/>
                <a:ea typeface="黑体" panose="02010609060101010101" pitchFamily="49" charset="-122"/>
              </a:rPr>
              <a:t>P</a:t>
            </a:r>
            <a:r>
              <a:rPr lang="zh-CN" altLang="en-US">
                <a:solidFill>
                  <a:srgbClr val="000000"/>
                </a:solidFill>
                <a:latin typeface="黑体" panose="02010609060101010101" pitchFamily="49" charset="-122"/>
                <a:ea typeface="黑体" panose="02010609060101010101" pitchFamily="49" charset="-122"/>
              </a:rPr>
              <a:t>区带正电，</a:t>
            </a:r>
            <a:r>
              <a:rPr lang="en-US" altLang="zh-CN">
                <a:solidFill>
                  <a:srgbClr val="000000"/>
                </a:solidFill>
                <a:latin typeface="黑体" panose="02010609060101010101" pitchFamily="49" charset="-122"/>
                <a:ea typeface="黑体" panose="02010609060101010101" pitchFamily="49" charset="-122"/>
              </a:rPr>
              <a:t>N</a:t>
            </a:r>
            <a:r>
              <a:rPr lang="zh-CN" altLang="en-US">
                <a:solidFill>
                  <a:srgbClr val="000000"/>
                </a:solidFill>
                <a:latin typeface="黑体" panose="02010609060101010101" pitchFamily="49" charset="-122"/>
                <a:ea typeface="黑体" panose="02010609060101010101" pitchFamily="49" charset="-122"/>
              </a:rPr>
              <a:t>区带负电，形成光电动势。</a:t>
            </a:r>
            <a:r>
              <a:rPr lang="zh-CN" altLang="en-US" sz="2800">
                <a:solidFill>
                  <a:srgbClr val="000000"/>
                </a:solidFill>
              </a:rPr>
              <a:t> </a:t>
            </a:r>
          </a:p>
        </p:txBody>
      </p:sp>
      <p:sp>
        <p:nvSpPr>
          <p:cNvPr id="489475" name="矩形 2">
            <a:extLst>
              <a:ext uri="{FF2B5EF4-FFF2-40B4-BE49-F238E27FC236}">
                <a16:creationId xmlns:a16="http://schemas.microsoft.com/office/drawing/2014/main" id="{C5BB3FA3-B728-44AC-955E-FE5AEE62AB92}"/>
              </a:ext>
            </a:extLst>
          </p:cNvPr>
          <p:cNvSpPr>
            <a:spLocks noChangeArrowheads="1"/>
          </p:cNvSpPr>
          <p:nvPr/>
        </p:nvSpPr>
        <p:spPr bwMode="auto">
          <a:xfrm>
            <a:off x="428625" y="285750"/>
            <a:ext cx="3786188"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495300" algn="l"/>
              </a:tabLst>
              <a:defRPr kumimoji="1" sz="2400">
                <a:solidFill>
                  <a:schemeClr val="tx1"/>
                </a:solidFill>
                <a:latin typeface="Times New Roman" panose="02020603050405020304" pitchFamily="18" charset="0"/>
                <a:ea typeface="楷体_GB2312" pitchFamily="49" charset="-122"/>
              </a:defRPr>
            </a:lvl1pPr>
            <a:lvl2pPr marL="742950" indent="-285750" eaLnBrk="0" hangingPunct="0">
              <a:tabLst>
                <a:tab pos="495300" algn="l"/>
              </a:tabLst>
              <a:defRPr kumimoji="1" sz="2400">
                <a:solidFill>
                  <a:schemeClr val="tx1"/>
                </a:solidFill>
                <a:latin typeface="Times New Roman" panose="02020603050405020304" pitchFamily="18" charset="0"/>
                <a:ea typeface="楷体_GB2312" pitchFamily="49" charset="-122"/>
              </a:defRPr>
            </a:lvl2pPr>
            <a:lvl3pPr marL="11430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3pPr>
            <a:lvl4pPr marL="16002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4pPr>
            <a:lvl5pPr marL="20574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3600" b="1">
                <a:solidFill>
                  <a:srgbClr val="FF3300"/>
                </a:solidFill>
                <a:ea typeface="黑体" panose="02010609060101010101" pitchFamily="49" charset="-122"/>
              </a:rPr>
              <a:t>1 </a:t>
            </a:r>
            <a:r>
              <a:rPr lang="zh-CN" altLang="en-US" sz="3600" b="1">
                <a:solidFill>
                  <a:srgbClr val="FF3300"/>
                </a:solidFill>
                <a:ea typeface="黑体" panose="02010609060101010101" pitchFamily="49" charset="-122"/>
              </a:rPr>
              <a:t>光电效应（续）</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a:extLst>
              <a:ext uri="{FF2B5EF4-FFF2-40B4-BE49-F238E27FC236}">
                <a16:creationId xmlns:a16="http://schemas.microsoft.com/office/drawing/2014/main" id="{ABE1988B-F800-4A7C-AA26-05D1BEB2DEC6}"/>
              </a:ext>
            </a:extLst>
          </p:cNvPr>
          <p:cNvSpPr>
            <a:spLocks noChangeArrowheads="1"/>
          </p:cNvSpPr>
          <p:nvPr/>
        </p:nvSpPr>
        <p:spPr bwMode="auto">
          <a:xfrm>
            <a:off x="428625" y="1643063"/>
            <a:ext cx="8512175" cy="374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800" b="1">
                <a:solidFill>
                  <a:srgbClr val="FF3300"/>
                </a:solidFill>
                <a:ea typeface="华文仿宋" panose="02010600040101010101" pitchFamily="2" charset="-122"/>
              </a:rPr>
              <a:t>一、烟尘浊度监测仪</a:t>
            </a:r>
          </a:p>
          <a:p>
            <a:pPr algn="just" eaLnBrk="1" hangingPunct="1">
              <a:lnSpc>
                <a:spcPct val="120000"/>
              </a:lnSpc>
              <a:spcBef>
                <a:spcPct val="0"/>
              </a:spcBef>
              <a:buSzTx/>
              <a:buFontTx/>
              <a:buNone/>
            </a:pPr>
            <a:r>
              <a:rPr lang="zh-CN" altLang="en-US">
                <a:solidFill>
                  <a:srgbClr val="000000"/>
                </a:solidFill>
                <a:latin typeface="黑体" panose="02010609060101010101" pitchFamily="49" charset="-122"/>
                <a:ea typeface="黑体" panose="02010609060101010101" pitchFamily="49" charset="-122"/>
              </a:rPr>
              <a:t>    防止工业烟尘污染是环保的重要任务之一。为了消除工业烟尘污染，首先要知道烟尘排放量，因此必须对烟尘源进行监测、自动显示和超标报警。烟道里的烟尘浊度是用通过光在烟道里传输过程中的变化大小来检测的。如果烟道浊度增加，光源发出的光被烟尘颗粒的吸收和折射增加，到达光检测器的光减少，因而光检测器输出信号的强弱便可反映烟道浊度的变化。</a:t>
            </a:r>
          </a:p>
        </p:txBody>
      </p:sp>
      <p:sp>
        <p:nvSpPr>
          <p:cNvPr id="490499" name="矩形 3">
            <a:extLst>
              <a:ext uri="{FF2B5EF4-FFF2-40B4-BE49-F238E27FC236}">
                <a16:creationId xmlns:a16="http://schemas.microsoft.com/office/drawing/2014/main" id="{447146E4-7A7A-4025-885E-8182EF20D5B9}"/>
              </a:ext>
            </a:extLst>
          </p:cNvPr>
          <p:cNvSpPr>
            <a:spLocks noChangeArrowheads="1"/>
          </p:cNvSpPr>
          <p:nvPr/>
        </p:nvSpPr>
        <p:spPr bwMode="auto">
          <a:xfrm>
            <a:off x="428625" y="214313"/>
            <a:ext cx="5286375"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495300" algn="l"/>
              </a:tabLst>
              <a:defRPr kumimoji="1" sz="2400">
                <a:solidFill>
                  <a:schemeClr val="tx1"/>
                </a:solidFill>
                <a:latin typeface="Times New Roman" panose="02020603050405020304" pitchFamily="18" charset="0"/>
                <a:ea typeface="楷体_GB2312" pitchFamily="49" charset="-122"/>
              </a:defRPr>
            </a:lvl1pPr>
            <a:lvl2pPr marL="742950" indent="-285750" eaLnBrk="0" hangingPunct="0">
              <a:tabLst>
                <a:tab pos="495300" algn="l"/>
              </a:tabLst>
              <a:defRPr kumimoji="1" sz="2400">
                <a:solidFill>
                  <a:schemeClr val="tx1"/>
                </a:solidFill>
                <a:latin typeface="Times New Roman" panose="02020603050405020304" pitchFamily="18" charset="0"/>
                <a:ea typeface="楷体_GB2312" pitchFamily="49" charset="-122"/>
              </a:defRPr>
            </a:lvl2pPr>
            <a:lvl3pPr marL="11430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3pPr>
            <a:lvl4pPr marL="16002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4pPr>
            <a:lvl5pPr marL="20574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3600" b="1">
                <a:solidFill>
                  <a:srgbClr val="FF3300"/>
                </a:solidFill>
                <a:ea typeface="黑体" panose="02010609060101010101" pitchFamily="49" charset="-122"/>
              </a:rPr>
              <a:t>4  </a:t>
            </a:r>
            <a:r>
              <a:rPr lang="zh-CN" altLang="en-US" sz="3600" b="1">
                <a:solidFill>
                  <a:srgbClr val="FF3300"/>
                </a:solidFill>
                <a:ea typeface="黑体" panose="02010609060101010101" pitchFamily="49" charset="-122"/>
              </a:rPr>
              <a:t>应用</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a:extLst>
              <a:ext uri="{FF2B5EF4-FFF2-40B4-BE49-F238E27FC236}">
                <a16:creationId xmlns:a16="http://schemas.microsoft.com/office/drawing/2014/main" id="{28D2FB0B-7198-4592-AC1C-19295A8419FB}"/>
              </a:ext>
            </a:extLst>
          </p:cNvPr>
          <p:cNvSpPr>
            <a:spLocks noChangeArrowheads="1"/>
          </p:cNvSpPr>
          <p:nvPr/>
        </p:nvSpPr>
        <p:spPr bwMode="auto">
          <a:xfrm>
            <a:off x="685800" y="2009775"/>
            <a:ext cx="1176338" cy="820738"/>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a:solidFill>
                  <a:srgbClr val="000000"/>
                </a:solidFill>
              </a:rPr>
              <a:t>平行</a:t>
            </a:r>
          </a:p>
          <a:p>
            <a:pPr algn="l" eaLnBrk="1" hangingPunct="1">
              <a:lnSpc>
                <a:spcPct val="120000"/>
              </a:lnSpc>
              <a:spcBef>
                <a:spcPct val="0"/>
              </a:spcBef>
              <a:buSzTx/>
              <a:buFontTx/>
              <a:buNone/>
            </a:pPr>
            <a:r>
              <a:rPr lang="zh-CN" altLang="en-US">
                <a:solidFill>
                  <a:srgbClr val="000000"/>
                </a:solidFill>
              </a:rPr>
              <a:t>光源</a:t>
            </a:r>
          </a:p>
          <a:p>
            <a:pPr algn="l">
              <a:lnSpc>
                <a:spcPct val="120000"/>
              </a:lnSpc>
              <a:spcBef>
                <a:spcPct val="0"/>
              </a:spcBef>
              <a:buSzTx/>
              <a:buFontTx/>
              <a:buNone/>
            </a:pPr>
            <a:endParaRPr lang="en-US" altLang="zh-CN">
              <a:solidFill>
                <a:srgbClr val="000000"/>
              </a:solidFill>
            </a:endParaRPr>
          </a:p>
        </p:txBody>
      </p:sp>
      <p:sp>
        <p:nvSpPr>
          <p:cNvPr id="491523" name="Line 3">
            <a:extLst>
              <a:ext uri="{FF2B5EF4-FFF2-40B4-BE49-F238E27FC236}">
                <a16:creationId xmlns:a16="http://schemas.microsoft.com/office/drawing/2014/main" id="{7E904305-AA94-4A9D-B750-09A2F4730092}"/>
              </a:ext>
            </a:extLst>
          </p:cNvPr>
          <p:cNvSpPr>
            <a:spLocks noChangeShapeType="1"/>
          </p:cNvSpPr>
          <p:nvPr/>
        </p:nvSpPr>
        <p:spPr bwMode="auto">
          <a:xfrm>
            <a:off x="1874838" y="2373313"/>
            <a:ext cx="588962"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524" name="Line 4">
            <a:extLst>
              <a:ext uri="{FF2B5EF4-FFF2-40B4-BE49-F238E27FC236}">
                <a16:creationId xmlns:a16="http://schemas.microsoft.com/office/drawing/2014/main" id="{A7439981-86BD-4EA1-BF03-89437FFF32C7}"/>
              </a:ext>
            </a:extLst>
          </p:cNvPr>
          <p:cNvSpPr>
            <a:spLocks noChangeShapeType="1"/>
          </p:cNvSpPr>
          <p:nvPr/>
        </p:nvSpPr>
        <p:spPr bwMode="auto">
          <a:xfrm>
            <a:off x="3417888" y="2373313"/>
            <a:ext cx="587375"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525" name="Rectangle 5">
            <a:extLst>
              <a:ext uri="{FF2B5EF4-FFF2-40B4-BE49-F238E27FC236}">
                <a16:creationId xmlns:a16="http://schemas.microsoft.com/office/drawing/2014/main" id="{4E5BD044-D64C-4422-A8E3-30439A94FAC8}"/>
              </a:ext>
            </a:extLst>
          </p:cNvPr>
          <p:cNvSpPr>
            <a:spLocks noChangeArrowheads="1"/>
          </p:cNvSpPr>
          <p:nvPr/>
        </p:nvSpPr>
        <p:spPr bwMode="auto">
          <a:xfrm>
            <a:off x="3997325" y="1998663"/>
            <a:ext cx="1176338" cy="820737"/>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a:solidFill>
                  <a:srgbClr val="000000"/>
                </a:solidFill>
              </a:rPr>
              <a:t>光电</a:t>
            </a:r>
          </a:p>
          <a:p>
            <a:pPr algn="l" eaLnBrk="1" hangingPunct="1">
              <a:lnSpc>
                <a:spcPct val="120000"/>
              </a:lnSpc>
              <a:spcBef>
                <a:spcPct val="0"/>
              </a:spcBef>
              <a:buSzTx/>
              <a:buFontTx/>
              <a:buNone/>
            </a:pPr>
            <a:r>
              <a:rPr lang="zh-CN" altLang="en-US">
                <a:solidFill>
                  <a:srgbClr val="000000"/>
                </a:solidFill>
              </a:rPr>
              <a:t>探测</a:t>
            </a:r>
          </a:p>
          <a:p>
            <a:pPr algn="l">
              <a:lnSpc>
                <a:spcPct val="120000"/>
              </a:lnSpc>
              <a:spcBef>
                <a:spcPct val="0"/>
              </a:spcBef>
              <a:buSzTx/>
              <a:buFontTx/>
              <a:buNone/>
            </a:pPr>
            <a:endParaRPr lang="en-US" altLang="zh-CN">
              <a:solidFill>
                <a:srgbClr val="000000"/>
              </a:solidFill>
            </a:endParaRPr>
          </a:p>
        </p:txBody>
      </p:sp>
      <p:sp>
        <p:nvSpPr>
          <p:cNvPr id="491526" name="Line 6">
            <a:extLst>
              <a:ext uri="{FF2B5EF4-FFF2-40B4-BE49-F238E27FC236}">
                <a16:creationId xmlns:a16="http://schemas.microsoft.com/office/drawing/2014/main" id="{2D8A2D87-C211-454B-AE86-D98E666B07F4}"/>
              </a:ext>
            </a:extLst>
          </p:cNvPr>
          <p:cNvSpPr>
            <a:spLocks noChangeShapeType="1"/>
          </p:cNvSpPr>
          <p:nvPr/>
        </p:nvSpPr>
        <p:spPr bwMode="auto">
          <a:xfrm>
            <a:off x="5187950" y="2373313"/>
            <a:ext cx="588963"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527" name="Rectangle 7">
            <a:extLst>
              <a:ext uri="{FF2B5EF4-FFF2-40B4-BE49-F238E27FC236}">
                <a16:creationId xmlns:a16="http://schemas.microsoft.com/office/drawing/2014/main" id="{3098CD00-FE4C-4C73-883A-017E3FCC7557}"/>
              </a:ext>
            </a:extLst>
          </p:cNvPr>
          <p:cNvSpPr>
            <a:spLocks noChangeArrowheads="1"/>
          </p:cNvSpPr>
          <p:nvPr/>
        </p:nvSpPr>
        <p:spPr bwMode="auto">
          <a:xfrm>
            <a:off x="5762625" y="2009775"/>
            <a:ext cx="1176338" cy="820738"/>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lang="en-US" altLang="zh-CN" sz="1000">
              <a:solidFill>
                <a:srgbClr val="000000"/>
              </a:solidFill>
            </a:endParaRPr>
          </a:p>
          <a:p>
            <a:pPr algn="l" eaLnBrk="1" hangingPunct="1">
              <a:lnSpc>
                <a:spcPct val="120000"/>
              </a:lnSpc>
              <a:spcBef>
                <a:spcPct val="0"/>
              </a:spcBef>
              <a:buSzTx/>
              <a:buFontTx/>
              <a:buNone/>
            </a:pPr>
            <a:r>
              <a:rPr lang="zh-CN" altLang="en-US">
                <a:solidFill>
                  <a:srgbClr val="000000"/>
                </a:solidFill>
              </a:rPr>
              <a:t>放大</a:t>
            </a:r>
          </a:p>
          <a:p>
            <a:pPr algn="l">
              <a:lnSpc>
                <a:spcPct val="120000"/>
              </a:lnSpc>
              <a:spcBef>
                <a:spcPct val="0"/>
              </a:spcBef>
              <a:buSzTx/>
              <a:buFontTx/>
              <a:buNone/>
            </a:pPr>
            <a:endParaRPr lang="en-US" altLang="zh-CN">
              <a:solidFill>
                <a:srgbClr val="000000"/>
              </a:solidFill>
            </a:endParaRPr>
          </a:p>
        </p:txBody>
      </p:sp>
      <p:sp>
        <p:nvSpPr>
          <p:cNvPr id="491528" name="Line 8">
            <a:extLst>
              <a:ext uri="{FF2B5EF4-FFF2-40B4-BE49-F238E27FC236}">
                <a16:creationId xmlns:a16="http://schemas.microsoft.com/office/drawing/2014/main" id="{04151FAB-684E-45BC-AF4E-53C9354F74A1}"/>
              </a:ext>
            </a:extLst>
          </p:cNvPr>
          <p:cNvSpPr>
            <a:spLocks noChangeShapeType="1"/>
          </p:cNvSpPr>
          <p:nvPr/>
        </p:nvSpPr>
        <p:spPr bwMode="auto">
          <a:xfrm>
            <a:off x="6934200" y="2373313"/>
            <a:ext cx="587375"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529" name="Rectangle 9">
            <a:extLst>
              <a:ext uri="{FF2B5EF4-FFF2-40B4-BE49-F238E27FC236}">
                <a16:creationId xmlns:a16="http://schemas.microsoft.com/office/drawing/2014/main" id="{9704259C-D38C-4382-9788-CAF37187A7CB}"/>
              </a:ext>
            </a:extLst>
          </p:cNvPr>
          <p:cNvSpPr>
            <a:spLocks noChangeArrowheads="1"/>
          </p:cNvSpPr>
          <p:nvPr/>
        </p:nvSpPr>
        <p:spPr bwMode="auto">
          <a:xfrm>
            <a:off x="7543800" y="2009775"/>
            <a:ext cx="1176338" cy="820738"/>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lang="en-US" altLang="zh-CN" sz="1000">
              <a:solidFill>
                <a:srgbClr val="000000"/>
              </a:solidFill>
            </a:endParaRPr>
          </a:p>
          <a:p>
            <a:pPr algn="l" eaLnBrk="1" hangingPunct="1">
              <a:lnSpc>
                <a:spcPct val="120000"/>
              </a:lnSpc>
              <a:spcBef>
                <a:spcPct val="0"/>
              </a:spcBef>
              <a:buSzTx/>
              <a:buFontTx/>
              <a:buNone/>
            </a:pPr>
            <a:r>
              <a:rPr lang="zh-CN" altLang="en-US">
                <a:solidFill>
                  <a:srgbClr val="000000"/>
                </a:solidFill>
              </a:rPr>
              <a:t>显示</a:t>
            </a:r>
          </a:p>
          <a:p>
            <a:pPr algn="l">
              <a:lnSpc>
                <a:spcPct val="120000"/>
              </a:lnSpc>
              <a:spcBef>
                <a:spcPct val="0"/>
              </a:spcBef>
              <a:buSzTx/>
              <a:buFontTx/>
              <a:buNone/>
            </a:pPr>
            <a:endParaRPr lang="en-US" altLang="zh-CN">
              <a:solidFill>
                <a:srgbClr val="000000"/>
              </a:solidFill>
            </a:endParaRPr>
          </a:p>
        </p:txBody>
      </p:sp>
      <p:sp>
        <p:nvSpPr>
          <p:cNvPr id="491530" name="Line 10">
            <a:extLst>
              <a:ext uri="{FF2B5EF4-FFF2-40B4-BE49-F238E27FC236}">
                <a16:creationId xmlns:a16="http://schemas.microsoft.com/office/drawing/2014/main" id="{FD665F7C-CE72-45B7-8C0B-DAD7D15B37A5}"/>
              </a:ext>
            </a:extLst>
          </p:cNvPr>
          <p:cNvSpPr>
            <a:spLocks noChangeShapeType="1"/>
          </p:cNvSpPr>
          <p:nvPr/>
        </p:nvSpPr>
        <p:spPr bwMode="auto">
          <a:xfrm rot="-5400000">
            <a:off x="5881688" y="3316288"/>
            <a:ext cx="971550"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531" name="Rectangle 11">
            <a:extLst>
              <a:ext uri="{FF2B5EF4-FFF2-40B4-BE49-F238E27FC236}">
                <a16:creationId xmlns:a16="http://schemas.microsoft.com/office/drawing/2014/main" id="{C4ACFA1C-AB4A-4D10-85BB-410BB7F7F9A3}"/>
              </a:ext>
            </a:extLst>
          </p:cNvPr>
          <p:cNvSpPr>
            <a:spLocks noChangeArrowheads="1"/>
          </p:cNvSpPr>
          <p:nvPr/>
        </p:nvSpPr>
        <p:spPr bwMode="auto">
          <a:xfrm>
            <a:off x="5811838" y="3751263"/>
            <a:ext cx="1177925" cy="820737"/>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a:solidFill>
                  <a:srgbClr val="000000"/>
                </a:solidFill>
              </a:rPr>
              <a:t>刻度</a:t>
            </a:r>
          </a:p>
          <a:p>
            <a:pPr algn="l" eaLnBrk="1" hangingPunct="1">
              <a:lnSpc>
                <a:spcPct val="120000"/>
              </a:lnSpc>
              <a:spcBef>
                <a:spcPct val="0"/>
              </a:spcBef>
              <a:buSzTx/>
              <a:buFontTx/>
              <a:buNone/>
            </a:pPr>
            <a:r>
              <a:rPr lang="zh-CN" altLang="en-US">
                <a:solidFill>
                  <a:srgbClr val="000000"/>
                </a:solidFill>
              </a:rPr>
              <a:t>  校正	</a:t>
            </a:r>
          </a:p>
          <a:p>
            <a:pPr algn="l">
              <a:lnSpc>
                <a:spcPct val="120000"/>
              </a:lnSpc>
              <a:spcBef>
                <a:spcPct val="0"/>
              </a:spcBef>
              <a:buSzTx/>
              <a:buFontTx/>
              <a:buNone/>
            </a:pPr>
            <a:endParaRPr lang="en-US" altLang="zh-CN">
              <a:solidFill>
                <a:srgbClr val="000000"/>
              </a:solidFill>
            </a:endParaRPr>
          </a:p>
        </p:txBody>
      </p:sp>
      <p:sp>
        <p:nvSpPr>
          <p:cNvPr id="491532" name="Rectangle 12">
            <a:extLst>
              <a:ext uri="{FF2B5EF4-FFF2-40B4-BE49-F238E27FC236}">
                <a16:creationId xmlns:a16="http://schemas.microsoft.com/office/drawing/2014/main" id="{40E861F0-4A36-486F-99FF-2B94D4A0E326}"/>
              </a:ext>
            </a:extLst>
          </p:cNvPr>
          <p:cNvSpPr>
            <a:spLocks noChangeArrowheads="1"/>
          </p:cNvSpPr>
          <p:nvPr/>
        </p:nvSpPr>
        <p:spPr bwMode="auto">
          <a:xfrm>
            <a:off x="7586663" y="3751263"/>
            <a:ext cx="1176337" cy="820737"/>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lang="en-US" altLang="zh-CN" sz="1000">
              <a:solidFill>
                <a:srgbClr val="000000"/>
              </a:solidFill>
            </a:endParaRPr>
          </a:p>
          <a:p>
            <a:pPr algn="l" eaLnBrk="1" hangingPunct="1">
              <a:lnSpc>
                <a:spcPct val="120000"/>
              </a:lnSpc>
              <a:spcBef>
                <a:spcPct val="0"/>
              </a:spcBef>
              <a:buSzTx/>
              <a:buFontTx/>
              <a:buNone/>
            </a:pPr>
            <a:r>
              <a:rPr lang="zh-CN" altLang="en-US">
                <a:solidFill>
                  <a:srgbClr val="000000"/>
                </a:solidFill>
              </a:rPr>
              <a:t>报警器</a:t>
            </a:r>
          </a:p>
          <a:p>
            <a:pPr algn="l">
              <a:lnSpc>
                <a:spcPct val="120000"/>
              </a:lnSpc>
              <a:spcBef>
                <a:spcPct val="0"/>
              </a:spcBef>
              <a:buSzTx/>
              <a:buFontTx/>
              <a:buNone/>
            </a:pPr>
            <a:endParaRPr lang="en-US" altLang="zh-CN">
              <a:solidFill>
                <a:srgbClr val="000000"/>
              </a:solidFill>
            </a:endParaRPr>
          </a:p>
        </p:txBody>
      </p:sp>
      <p:sp>
        <p:nvSpPr>
          <p:cNvPr id="491533" name="Rectangle 13">
            <a:extLst>
              <a:ext uri="{FF2B5EF4-FFF2-40B4-BE49-F238E27FC236}">
                <a16:creationId xmlns:a16="http://schemas.microsoft.com/office/drawing/2014/main" id="{C60F439B-677C-446E-BB2D-FB466162BC8E}"/>
              </a:ext>
            </a:extLst>
          </p:cNvPr>
          <p:cNvSpPr>
            <a:spLocks noChangeArrowheads="1"/>
          </p:cNvSpPr>
          <p:nvPr/>
        </p:nvSpPr>
        <p:spPr bwMode="auto">
          <a:xfrm>
            <a:off x="1828800" y="5218113"/>
            <a:ext cx="604837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b="1">
                <a:solidFill>
                  <a:srgbClr val="000000"/>
                </a:solidFill>
              </a:rPr>
              <a:t>吸收式烟尘浊度检测系统原理图</a:t>
            </a:r>
          </a:p>
        </p:txBody>
      </p:sp>
      <p:sp>
        <p:nvSpPr>
          <p:cNvPr id="491534" name="AutoShape 14" descr="宽上对角线">
            <a:extLst>
              <a:ext uri="{FF2B5EF4-FFF2-40B4-BE49-F238E27FC236}">
                <a16:creationId xmlns:a16="http://schemas.microsoft.com/office/drawing/2014/main" id="{E9194FE1-F780-482C-A5D9-328FF41364C5}"/>
              </a:ext>
            </a:extLst>
          </p:cNvPr>
          <p:cNvSpPr>
            <a:spLocks noChangeArrowheads="1"/>
          </p:cNvSpPr>
          <p:nvPr/>
        </p:nvSpPr>
        <p:spPr bwMode="auto">
          <a:xfrm>
            <a:off x="2457450" y="1885950"/>
            <a:ext cx="914400" cy="99060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pattFill prst="wdUpDiag">
            <a:fgClr>
              <a:schemeClr val="tx2"/>
            </a:fgClr>
            <a:bgClr>
              <a:schemeClr val="bg1"/>
            </a:bgClr>
          </a:pattFill>
          <a:ln w="9525">
            <a:solidFill>
              <a:srgbClr val="00FF00"/>
            </a:solidFill>
            <a:round/>
            <a:headEnd/>
            <a:tailEnd/>
          </a:ln>
        </p:spPr>
        <p:txBody>
          <a:bodyPr wrap="none" anchor="ctr"/>
          <a:lstStyle/>
          <a:p>
            <a:endParaRPr lang="zh-CN" altLang="en-US"/>
          </a:p>
        </p:txBody>
      </p:sp>
      <p:sp>
        <p:nvSpPr>
          <p:cNvPr id="491535" name="Rectangle 15">
            <a:extLst>
              <a:ext uri="{FF2B5EF4-FFF2-40B4-BE49-F238E27FC236}">
                <a16:creationId xmlns:a16="http://schemas.microsoft.com/office/drawing/2014/main" id="{92DB8382-40B8-46FF-B45A-C933DEC6800A}"/>
              </a:ext>
            </a:extLst>
          </p:cNvPr>
          <p:cNvSpPr>
            <a:spLocks noChangeArrowheads="1"/>
          </p:cNvSpPr>
          <p:nvPr/>
        </p:nvSpPr>
        <p:spPr bwMode="auto">
          <a:xfrm>
            <a:off x="2514600" y="2305050"/>
            <a:ext cx="152400" cy="133350"/>
          </a:xfrm>
          <a:prstGeom prst="rect">
            <a:avLst/>
          </a:prstGeom>
          <a:solidFill>
            <a:schemeClr val="bg1"/>
          </a:solidFill>
          <a:ln w="9525">
            <a:solidFill>
              <a:srgbClr val="00FF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1536" name="Rectangle 16">
            <a:extLst>
              <a:ext uri="{FF2B5EF4-FFF2-40B4-BE49-F238E27FC236}">
                <a16:creationId xmlns:a16="http://schemas.microsoft.com/office/drawing/2014/main" id="{2947AA6A-281F-495C-8211-ED2F1A16F0F4}"/>
              </a:ext>
            </a:extLst>
          </p:cNvPr>
          <p:cNvSpPr>
            <a:spLocks noChangeArrowheads="1"/>
          </p:cNvSpPr>
          <p:nvPr/>
        </p:nvSpPr>
        <p:spPr bwMode="auto">
          <a:xfrm>
            <a:off x="3181350" y="2305050"/>
            <a:ext cx="152400" cy="133350"/>
          </a:xfrm>
          <a:prstGeom prst="rect">
            <a:avLst/>
          </a:prstGeom>
          <a:solidFill>
            <a:schemeClr val="bg1"/>
          </a:solidFill>
          <a:ln w="9525">
            <a:solidFill>
              <a:srgbClr val="00FF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1537" name="Line 17">
            <a:extLst>
              <a:ext uri="{FF2B5EF4-FFF2-40B4-BE49-F238E27FC236}">
                <a16:creationId xmlns:a16="http://schemas.microsoft.com/office/drawing/2014/main" id="{F4E251EE-C024-4A18-92C0-879EF29F0F48}"/>
              </a:ext>
            </a:extLst>
          </p:cNvPr>
          <p:cNvSpPr>
            <a:spLocks noChangeShapeType="1"/>
          </p:cNvSpPr>
          <p:nvPr/>
        </p:nvSpPr>
        <p:spPr bwMode="auto">
          <a:xfrm>
            <a:off x="2476500" y="2381250"/>
            <a:ext cx="914400" cy="0"/>
          </a:xfrm>
          <a:prstGeom prst="line">
            <a:avLst/>
          </a:prstGeom>
          <a:noFill/>
          <a:ln w="9525">
            <a:solidFill>
              <a:srgbClr val="00FF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38" name="Line 18">
            <a:extLst>
              <a:ext uri="{FF2B5EF4-FFF2-40B4-BE49-F238E27FC236}">
                <a16:creationId xmlns:a16="http://schemas.microsoft.com/office/drawing/2014/main" id="{D5FF3727-22B4-4C63-8DFB-54F58BC84B13}"/>
              </a:ext>
            </a:extLst>
          </p:cNvPr>
          <p:cNvSpPr>
            <a:spLocks noChangeShapeType="1"/>
          </p:cNvSpPr>
          <p:nvPr/>
        </p:nvSpPr>
        <p:spPr bwMode="auto">
          <a:xfrm flipH="1">
            <a:off x="2514600" y="2895600"/>
            <a:ext cx="304800" cy="5334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39" name="Text Box 19">
            <a:extLst>
              <a:ext uri="{FF2B5EF4-FFF2-40B4-BE49-F238E27FC236}">
                <a16:creationId xmlns:a16="http://schemas.microsoft.com/office/drawing/2014/main" id="{46E3ABFB-656F-42BA-8877-99FEA4ED5799}"/>
              </a:ext>
            </a:extLst>
          </p:cNvPr>
          <p:cNvSpPr txBox="1">
            <a:spLocks noChangeArrowheads="1"/>
          </p:cNvSpPr>
          <p:nvPr/>
        </p:nvSpPr>
        <p:spPr bwMode="auto">
          <a:xfrm>
            <a:off x="2133600" y="3429000"/>
            <a:ext cx="1066800" cy="466725"/>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lang="zh-CN" altLang="en-US">
                <a:solidFill>
                  <a:srgbClr val="000000"/>
                </a:solidFill>
              </a:rPr>
              <a:t>烟道</a:t>
            </a:r>
          </a:p>
        </p:txBody>
      </p:sp>
      <p:sp>
        <p:nvSpPr>
          <p:cNvPr id="491540" name="Freeform 20">
            <a:extLst>
              <a:ext uri="{FF2B5EF4-FFF2-40B4-BE49-F238E27FC236}">
                <a16:creationId xmlns:a16="http://schemas.microsoft.com/office/drawing/2014/main" id="{E36D192B-5B10-44F7-830E-FB1480554754}"/>
              </a:ext>
            </a:extLst>
          </p:cNvPr>
          <p:cNvSpPr>
            <a:spLocks/>
          </p:cNvSpPr>
          <p:nvPr/>
        </p:nvSpPr>
        <p:spPr bwMode="auto">
          <a:xfrm>
            <a:off x="7124700" y="2381250"/>
            <a:ext cx="457200" cy="1752600"/>
          </a:xfrm>
          <a:custGeom>
            <a:avLst/>
            <a:gdLst>
              <a:gd name="T0" fmla="*/ 0 w 288"/>
              <a:gd name="T1" fmla="*/ 0 h 1104"/>
              <a:gd name="T2" fmla="*/ 0 w 288"/>
              <a:gd name="T3" fmla="*/ 2147483647 h 1104"/>
              <a:gd name="T4" fmla="*/ 2147483647 w 288"/>
              <a:gd name="T5" fmla="*/ 2147483647 h 1104"/>
              <a:gd name="T6" fmla="*/ 0 60000 65536"/>
              <a:gd name="T7" fmla="*/ 0 60000 65536"/>
              <a:gd name="T8" fmla="*/ 0 60000 65536"/>
              <a:gd name="T9" fmla="*/ 0 w 288"/>
              <a:gd name="T10" fmla="*/ 0 h 1104"/>
              <a:gd name="T11" fmla="*/ 288 w 288"/>
              <a:gd name="T12" fmla="*/ 1104 h 1104"/>
            </a:gdLst>
            <a:ahLst/>
            <a:cxnLst>
              <a:cxn ang="T6">
                <a:pos x="T0" y="T1"/>
              </a:cxn>
              <a:cxn ang="T7">
                <a:pos x="T2" y="T3"/>
              </a:cxn>
              <a:cxn ang="T8">
                <a:pos x="T4" y="T5"/>
              </a:cxn>
            </a:cxnLst>
            <a:rect l="T9" t="T10" r="T11" b="T12"/>
            <a:pathLst>
              <a:path w="288" h="1104">
                <a:moveTo>
                  <a:pt x="0" y="0"/>
                </a:moveTo>
                <a:lnTo>
                  <a:pt x="0" y="1104"/>
                </a:lnTo>
                <a:lnTo>
                  <a:pt x="288" y="1104"/>
                </a:lnTo>
              </a:path>
            </a:pathLst>
          </a:custGeom>
          <a:noFill/>
          <a:ln w="9525">
            <a:solidFill>
              <a:srgbClr val="00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a:extLst>
              <a:ext uri="{FF2B5EF4-FFF2-40B4-BE49-F238E27FC236}">
                <a16:creationId xmlns:a16="http://schemas.microsoft.com/office/drawing/2014/main" id="{2A0F22F3-FBA1-4B9D-9D66-3FC5AD6A19C6}"/>
              </a:ext>
            </a:extLst>
          </p:cNvPr>
          <p:cNvSpPr>
            <a:spLocks noChangeArrowheads="1"/>
          </p:cNvSpPr>
          <p:nvPr/>
        </p:nvSpPr>
        <p:spPr bwMode="auto">
          <a:xfrm>
            <a:off x="34925" y="1052513"/>
            <a:ext cx="3384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800" b="1">
                <a:solidFill>
                  <a:srgbClr val="FF3300"/>
                </a:solidFill>
                <a:ea typeface="华文仿宋" panose="02010600040101010101" pitchFamily="2" charset="-122"/>
              </a:rPr>
              <a:t>二、光电转速传感器</a:t>
            </a:r>
          </a:p>
        </p:txBody>
      </p:sp>
      <p:grpSp>
        <p:nvGrpSpPr>
          <p:cNvPr id="492547" name="Group 3">
            <a:extLst>
              <a:ext uri="{FF2B5EF4-FFF2-40B4-BE49-F238E27FC236}">
                <a16:creationId xmlns:a16="http://schemas.microsoft.com/office/drawing/2014/main" id="{87EA2E1C-A09E-4809-9C0A-E01783D2B4D9}"/>
              </a:ext>
            </a:extLst>
          </p:cNvPr>
          <p:cNvGrpSpPr>
            <a:grpSpLocks/>
          </p:cNvGrpSpPr>
          <p:nvPr/>
        </p:nvGrpSpPr>
        <p:grpSpPr bwMode="auto">
          <a:xfrm>
            <a:off x="250825" y="3068638"/>
            <a:ext cx="6400800" cy="3124200"/>
            <a:chOff x="2346" y="5769"/>
            <a:chExt cx="6426" cy="3297"/>
          </a:xfrm>
        </p:grpSpPr>
        <p:grpSp>
          <p:nvGrpSpPr>
            <p:cNvPr id="492550" name="Group 4">
              <a:extLst>
                <a:ext uri="{FF2B5EF4-FFF2-40B4-BE49-F238E27FC236}">
                  <a16:creationId xmlns:a16="http://schemas.microsoft.com/office/drawing/2014/main" id="{E0D5EABD-1C4F-401B-AB49-5F43E6874810}"/>
                </a:ext>
              </a:extLst>
            </p:cNvPr>
            <p:cNvGrpSpPr>
              <a:grpSpLocks/>
            </p:cNvGrpSpPr>
            <p:nvPr/>
          </p:nvGrpSpPr>
          <p:grpSpPr bwMode="auto">
            <a:xfrm>
              <a:off x="2346" y="6090"/>
              <a:ext cx="3225" cy="1954"/>
              <a:chOff x="1800" y="5160"/>
              <a:chExt cx="3225" cy="1954"/>
            </a:xfrm>
          </p:grpSpPr>
          <p:sp>
            <p:nvSpPr>
              <p:cNvPr id="492592" name="AutoShape 5">
                <a:extLst>
                  <a:ext uri="{FF2B5EF4-FFF2-40B4-BE49-F238E27FC236}">
                    <a16:creationId xmlns:a16="http://schemas.microsoft.com/office/drawing/2014/main" id="{049B25E5-F337-4AB4-AE98-D68C3D579D1A}"/>
                  </a:ext>
                </a:extLst>
              </p:cNvPr>
              <p:cNvSpPr>
                <a:spLocks noChangeArrowheads="1"/>
              </p:cNvSpPr>
              <p:nvPr/>
            </p:nvSpPr>
            <p:spPr bwMode="auto">
              <a:xfrm rot="-5400000">
                <a:off x="2699" y="5859"/>
                <a:ext cx="1058" cy="504"/>
              </a:xfrm>
              <a:prstGeom prst="can">
                <a:avLst>
                  <a:gd name="adj" fmla="val 50000"/>
                </a:avLst>
              </a:prstGeom>
              <a:solidFill>
                <a:srgbClr val="C0C0C0"/>
              </a:solidFill>
              <a:ln w="9525">
                <a:solidFill>
                  <a:srgbClr val="969696"/>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93" name="Rectangle 6">
                <a:extLst>
                  <a:ext uri="{FF2B5EF4-FFF2-40B4-BE49-F238E27FC236}">
                    <a16:creationId xmlns:a16="http://schemas.microsoft.com/office/drawing/2014/main" id="{FC6C5EF5-D566-4CAF-8F0C-BF262D9A5A7F}"/>
                  </a:ext>
                </a:extLst>
              </p:cNvPr>
              <p:cNvSpPr>
                <a:spLocks noChangeArrowheads="1"/>
              </p:cNvSpPr>
              <p:nvPr/>
            </p:nvSpPr>
            <p:spPr bwMode="auto">
              <a:xfrm>
                <a:off x="1810" y="6050"/>
                <a:ext cx="1302" cy="62"/>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94" name="Rectangle 7">
                <a:extLst>
                  <a:ext uri="{FF2B5EF4-FFF2-40B4-BE49-F238E27FC236}">
                    <a16:creationId xmlns:a16="http://schemas.microsoft.com/office/drawing/2014/main" id="{3064EA4B-55BD-418F-A919-048889DDEEC6}"/>
                  </a:ext>
                </a:extLst>
              </p:cNvPr>
              <p:cNvSpPr>
                <a:spLocks noChangeArrowheads="1"/>
              </p:cNvSpPr>
              <p:nvPr/>
            </p:nvSpPr>
            <p:spPr bwMode="auto">
              <a:xfrm>
                <a:off x="3505" y="6050"/>
                <a:ext cx="1302" cy="62"/>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grpSp>
            <p:nvGrpSpPr>
              <p:cNvPr id="492595" name="Group 8">
                <a:extLst>
                  <a:ext uri="{FF2B5EF4-FFF2-40B4-BE49-F238E27FC236}">
                    <a16:creationId xmlns:a16="http://schemas.microsoft.com/office/drawing/2014/main" id="{458F38B4-D70F-44C1-BD18-1A985B05C72D}"/>
                  </a:ext>
                </a:extLst>
              </p:cNvPr>
              <p:cNvGrpSpPr>
                <a:grpSpLocks/>
              </p:cNvGrpSpPr>
              <p:nvPr/>
            </p:nvGrpSpPr>
            <p:grpSpPr bwMode="auto">
              <a:xfrm>
                <a:off x="1800" y="5768"/>
                <a:ext cx="319" cy="248"/>
                <a:chOff x="2909" y="7144"/>
                <a:chExt cx="445" cy="372"/>
              </a:xfrm>
            </p:grpSpPr>
            <p:sp>
              <p:nvSpPr>
                <p:cNvPr id="492625" name="Rectangle 9" descr="大棋盘">
                  <a:extLst>
                    <a:ext uri="{FF2B5EF4-FFF2-40B4-BE49-F238E27FC236}">
                      <a16:creationId xmlns:a16="http://schemas.microsoft.com/office/drawing/2014/main" id="{DEF815F0-EE2C-48AF-B1A2-FBDD8347300A}"/>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626" name="Line 10">
                  <a:extLst>
                    <a:ext uri="{FF2B5EF4-FFF2-40B4-BE49-F238E27FC236}">
                      <a16:creationId xmlns:a16="http://schemas.microsoft.com/office/drawing/2014/main" id="{ED8EB97E-CC9D-491A-BE34-5F34B7C853DA}"/>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27" name="Line 11">
                  <a:extLst>
                    <a:ext uri="{FF2B5EF4-FFF2-40B4-BE49-F238E27FC236}">
                      <a16:creationId xmlns:a16="http://schemas.microsoft.com/office/drawing/2014/main" id="{E8746B17-DEDD-41B6-BE0D-DAA3695A088E}"/>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28" name="Line 12">
                  <a:extLst>
                    <a:ext uri="{FF2B5EF4-FFF2-40B4-BE49-F238E27FC236}">
                      <a16:creationId xmlns:a16="http://schemas.microsoft.com/office/drawing/2014/main" id="{44A358FF-EFDE-48C5-9145-736DA5DB2C35}"/>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96" name="Group 13">
                <a:extLst>
                  <a:ext uri="{FF2B5EF4-FFF2-40B4-BE49-F238E27FC236}">
                    <a16:creationId xmlns:a16="http://schemas.microsoft.com/office/drawing/2014/main" id="{DC5C90BB-7A8F-4747-99E8-771C3A965BE6}"/>
                  </a:ext>
                </a:extLst>
              </p:cNvPr>
              <p:cNvGrpSpPr>
                <a:grpSpLocks/>
              </p:cNvGrpSpPr>
              <p:nvPr/>
            </p:nvGrpSpPr>
            <p:grpSpPr bwMode="auto">
              <a:xfrm rot="10800000">
                <a:off x="1800" y="6140"/>
                <a:ext cx="319" cy="248"/>
                <a:chOff x="2909" y="7144"/>
                <a:chExt cx="445" cy="372"/>
              </a:xfrm>
            </p:grpSpPr>
            <p:sp>
              <p:nvSpPr>
                <p:cNvPr id="492621" name="Rectangle 14" descr="大棋盘">
                  <a:extLst>
                    <a:ext uri="{FF2B5EF4-FFF2-40B4-BE49-F238E27FC236}">
                      <a16:creationId xmlns:a16="http://schemas.microsoft.com/office/drawing/2014/main" id="{C3143187-AD1E-4805-AA21-735519F7F872}"/>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622" name="Line 15">
                  <a:extLst>
                    <a:ext uri="{FF2B5EF4-FFF2-40B4-BE49-F238E27FC236}">
                      <a16:creationId xmlns:a16="http://schemas.microsoft.com/office/drawing/2014/main" id="{DA1442B6-7A78-4446-92E6-A1DC264AD03B}"/>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23" name="Line 16">
                  <a:extLst>
                    <a:ext uri="{FF2B5EF4-FFF2-40B4-BE49-F238E27FC236}">
                      <a16:creationId xmlns:a16="http://schemas.microsoft.com/office/drawing/2014/main" id="{6807F403-2000-4FA6-A2BC-1089986B7E22}"/>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24" name="Line 17">
                  <a:extLst>
                    <a:ext uri="{FF2B5EF4-FFF2-40B4-BE49-F238E27FC236}">
                      <a16:creationId xmlns:a16="http://schemas.microsoft.com/office/drawing/2014/main" id="{74F4764F-F8D7-4F45-BC57-2A9F14C6B686}"/>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97" name="Group 18">
                <a:extLst>
                  <a:ext uri="{FF2B5EF4-FFF2-40B4-BE49-F238E27FC236}">
                    <a16:creationId xmlns:a16="http://schemas.microsoft.com/office/drawing/2014/main" id="{A4731CC3-C703-4352-A9A4-3A9CB76340DF}"/>
                  </a:ext>
                </a:extLst>
              </p:cNvPr>
              <p:cNvGrpSpPr>
                <a:grpSpLocks/>
              </p:cNvGrpSpPr>
              <p:nvPr/>
            </p:nvGrpSpPr>
            <p:grpSpPr bwMode="auto">
              <a:xfrm rot="10800000">
                <a:off x="4148" y="5318"/>
                <a:ext cx="294" cy="682"/>
                <a:chOff x="6277" y="6806"/>
                <a:chExt cx="294" cy="682"/>
              </a:xfrm>
            </p:grpSpPr>
            <p:sp>
              <p:nvSpPr>
                <p:cNvPr id="492618" name="AutoShape 19">
                  <a:extLst>
                    <a:ext uri="{FF2B5EF4-FFF2-40B4-BE49-F238E27FC236}">
                      <a16:creationId xmlns:a16="http://schemas.microsoft.com/office/drawing/2014/main" id="{298046E3-4013-4CC1-BBA1-976F860DE006}"/>
                    </a:ext>
                  </a:extLst>
                </p:cNvPr>
                <p:cNvSpPr>
                  <a:spLocks noChangeArrowheads="1"/>
                </p:cNvSpPr>
                <p:nvPr/>
              </p:nvSpPr>
              <p:spPr bwMode="auto">
                <a:xfrm>
                  <a:off x="6294" y="7020"/>
                  <a:ext cx="252" cy="248"/>
                </a:xfrm>
                <a:prstGeom prst="triangle">
                  <a:avLst>
                    <a:gd name="adj" fmla="val 50000"/>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619" name="Line 20">
                  <a:extLst>
                    <a:ext uri="{FF2B5EF4-FFF2-40B4-BE49-F238E27FC236}">
                      <a16:creationId xmlns:a16="http://schemas.microsoft.com/office/drawing/2014/main" id="{DA111B93-1AF0-456D-A63D-F7AE8E802EAC}"/>
                    </a:ext>
                  </a:extLst>
                </p:cNvPr>
                <p:cNvSpPr>
                  <a:spLocks noChangeShapeType="1"/>
                </p:cNvSpPr>
                <p:nvPr/>
              </p:nvSpPr>
              <p:spPr bwMode="auto">
                <a:xfrm>
                  <a:off x="6277" y="7020"/>
                  <a:ext cx="29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20" name="Line 21">
                  <a:extLst>
                    <a:ext uri="{FF2B5EF4-FFF2-40B4-BE49-F238E27FC236}">
                      <a16:creationId xmlns:a16="http://schemas.microsoft.com/office/drawing/2014/main" id="{9EB3CAD0-BF0C-47FF-9DD5-D350CA5A80EE}"/>
                    </a:ext>
                  </a:extLst>
                </p:cNvPr>
                <p:cNvSpPr>
                  <a:spLocks noChangeShapeType="1"/>
                </p:cNvSpPr>
                <p:nvPr/>
              </p:nvSpPr>
              <p:spPr bwMode="auto">
                <a:xfrm>
                  <a:off x="6420" y="6806"/>
                  <a:ext cx="0" cy="6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98" name="Group 22">
                <a:extLst>
                  <a:ext uri="{FF2B5EF4-FFF2-40B4-BE49-F238E27FC236}">
                    <a16:creationId xmlns:a16="http://schemas.microsoft.com/office/drawing/2014/main" id="{FD406BC5-5B7F-49A4-97F5-7D6588A5CB7E}"/>
                  </a:ext>
                </a:extLst>
              </p:cNvPr>
              <p:cNvGrpSpPr>
                <a:grpSpLocks/>
              </p:cNvGrpSpPr>
              <p:nvPr/>
            </p:nvGrpSpPr>
            <p:grpSpPr bwMode="auto">
              <a:xfrm>
                <a:off x="4488" y="5757"/>
                <a:ext cx="319" cy="248"/>
                <a:chOff x="2909" y="7144"/>
                <a:chExt cx="445" cy="372"/>
              </a:xfrm>
            </p:grpSpPr>
            <p:sp>
              <p:nvSpPr>
                <p:cNvPr id="492614" name="Rectangle 23" descr="大棋盘">
                  <a:extLst>
                    <a:ext uri="{FF2B5EF4-FFF2-40B4-BE49-F238E27FC236}">
                      <a16:creationId xmlns:a16="http://schemas.microsoft.com/office/drawing/2014/main" id="{E5BFA952-0602-463C-9932-133CEB3BB71F}"/>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615" name="Line 24">
                  <a:extLst>
                    <a:ext uri="{FF2B5EF4-FFF2-40B4-BE49-F238E27FC236}">
                      <a16:creationId xmlns:a16="http://schemas.microsoft.com/office/drawing/2014/main" id="{6CE723DF-0BAD-43A7-AF77-28F4978222A0}"/>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16" name="Line 25">
                  <a:extLst>
                    <a:ext uri="{FF2B5EF4-FFF2-40B4-BE49-F238E27FC236}">
                      <a16:creationId xmlns:a16="http://schemas.microsoft.com/office/drawing/2014/main" id="{129C53BF-FC0F-4502-AEB4-9FB81E0124BA}"/>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17" name="Line 26">
                  <a:extLst>
                    <a:ext uri="{FF2B5EF4-FFF2-40B4-BE49-F238E27FC236}">
                      <a16:creationId xmlns:a16="http://schemas.microsoft.com/office/drawing/2014/main" id="{878FC3FE-3CE0-4CC3-9997-B984A5455AA8}"/>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99" name="Group 27">
                <a:extLst>
                  <a:ext uri="{FF2B5EF4-FFF2-40B4-BE49-F238E27FC236}">
                    <a16:creationId xmlns:a16="http://schemas.microsoft.com/office/drawing/2014/main" id="{51F5D4D0-ED89-40E0-9D9B-480613A862D9}"/>
                  </a:ext>
                </a:extLst>
              </p:cNvPr>
              <p:cNvGrpSpPr>
                <a:grpSpLocks/>
              </p:cNvGrpSpPr>
              <p:nvPr/>
            </p:nvGrpSpPr>
            <p:grpSpPr bwMode="auto">
              <a:xfrm rot="10800000">
                <a:off x="4488" y="6140"/>
                <a:ext cx="319" cy="248"/>
                <a:chOff x="2909" y="7144"/>
                <a:chExt cx="445" cy="372"/>
              </a:xfrm>
            </p:grpSpPr>
            <p:sp>
              <p:nvSpPr>
                <p:cNvPr id="492610" name="Rectangle 28" descr="大棋盘">
                  <a:extLst>
                    <a:ext uri="{FF2B5EF4-FFF2-40B4-BE49-F238E27FC236}">
                      <a16:creationId xmlns:a16="http://schemas.microsoft.com/office/drawing/2014/main" id="{399651D7-FB03-4528-B19A-860AE1A77499}"/>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611" name="Line 29">
                  <a:extLst>
                    <a:ext uri="{FF2B5EF4-FFF2-40B4-BE49-F238E27FC236}">
                      <a16:creationId xmlns:a16="http://schemas.microsoft.com/office/drawing/2014/main" id="{5F1E40BE-B481-44A6-ADDF-6E4F792A6F4E}"/>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12" name="Line 30">
                  <a:extLst>
                    <a:ext uri="{FF2B5EF4-FFF2-40B4-BE49-F238E27FC236}">
                      <a16:creationId xmlns:a16="http://schemas.microsoft.com/office/drawing/2014/main" id="{ABC2D7B1-6155-40B4-A00B-37E476B0152F}"/>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13" name="Line 31">
                  <a:extLst>
                    <a:ext uri="{FF2B5EF4-FFF2-40B4-BE49-F238E27FC236}">
                      <a16:creationId xmlns:a16="http://schemas.microsoft.com/office/drawing/2014/main" id="{57F5C01E-17A4-441D-BC2E-A0B261ACF480}"/>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2600" name="Line 32">
                <a:extLst>
                  <a:ext uri="{FF2B5EF4-FFF2-40B4-BE49-F238E27FC236}">
                    <a16:creationId xmlns:a16="http://schemas.microsoft.com/office/drawing/2014/main" id="{9987828B-61A8-4327-AFD1-31E671CDCE04}"/>
                  </a:ext>
                </a:extLst>
              </p:cNvPr>
              <p:cNvSpPr>
                <a:spLocks noChangeShapeType="1"/>
              </p:cNvSpPr>
              <p:nvPr/>
            </p:nvSpPr>
            <p:spPr bwMode="auto">
              <a:xfrm>
                <a:off x="2492" y="5706"/>
                <a:ext cx="546" cy="0"/>
              </a:xfrm>
              <a:prstGeom prst="line">
                <a:avLst/>
              </a:prstGeom>
              <a:noFill/>
              <a:ln w="1270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01" name="Line 33">
                <a:extLst>
                  <a:ext uri="{FF2B5EF4-FFF2-40B4-BE49-F238E27FC236}">
                    <a16:creationId xmlns:a16="http://schemas.microsoft.com/office/drawing/2014/main" id="{C2F637C6-B1A1-408C-AFED-CF2B8D367A87}"/>
                  </a:ext>
                </a:extLst>
              </p:cNvPr>
              <p:cNvSpPr>
                <a:spLocks noChangeShapeType="1"/>
              </p:cNvSpPr>
              <p:nvPr/>
            </p:nvSpPr>
            <p:spPr bwMode="auto">
              <a:xfrm>
                <a:off x="3438" y="5706"/>
                <a:ext cx="798" cy="0"/>
              </a:xfrm>
              <a:prstGeom prst="line">
                <a:avLst/>
              </a:prstGeom>
              <a:noFill/>
              <a:ln w="12700">
                <a:solidFill>
                  <a:srgbClr val="00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92602" name="Group 34">
                <a:extLst>
                  <a:ext uri="{FF2B5EF4-FFF2-40B4-BE49-F238E27FC236}">
                    <a16:creationId xmlns:a16="http://schemas.microsoft.com/office/drawing/2014/main" id="{EF1368DC-7AE1-4C79-80D2-890124EACD07}"/>
                  </a:ext>
                </a:extLst>
              </p:cNvPr>
              <p:cNvGrpSpPr>
                <a:grpSpLocks/>
              </p:cNvGrpSpPr>
              <p:nvPr/>
            </p:nvGrpSpPr>
            <p:grpSpPr bwMode="auto">
              <a:xfrm>
                <a:off x="2110" y="5537"/>
                <a:ext cx="378" cy="372"/>
                <a:chOff x="2110" y="5537"/>
                <a:chExt cx="378" cy="372"/>
              </a:xfrm>
            </p:grpSpPr>
            <p:sp>
              <p:nvSpPr>
                <p:cNvPr id="492607" name="Oval 35">
                  <a:extLst>
                    <a:ext uri="{FF2B5EF4-FFF2-40B4-BE49-F238E27FC236}">
                      <a16:creationId xmlns:a16="http://schemas.microsoft.com/office/drawing/2014/main" id="{1CEC1976-4E69-4E3C-AE61-2A6E0F8943A9}"/>
                    </a:ext>
                  </a:extLst>
                </p:cNvPr>
                <p:cNvSpPr>
                  <a:spLocks noChangeArrowheads="1"/>
                </p:cNvSpPr>
                <p:nvPr/>
              </p:nvSpPr>
              <p:spPr bwMode="auto">
                <a:xfrm>
                  <a:off x="2110" y="5537"/>
                  <a:ext cx="378" cy="372"/>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608" name="Line 36">
                  <a:extLst>
                    <a:ext uri="{FF2B5EF4-FFF2-40B4-BE49-F238E27FC236}">
                      <a16:creationId xmlns:a16="http://schemas.microsoft.com/office/drawing/2014/main" id="{C926FAFC-E3A2-4967-9CD9-570A3213AB58}"/>
                    </a:ext>
                  </a:extLst>
                </p:cNvPr>
                <p:cNvSpPr>
                  <a:spLocks noChangeShapeType="1"/>
                </p:cNvSpPr>
                <p:nvPr/>
              </p:nvSpPr>
              <p:spPr bwMode="auto">
                <a:xfrm flipH="1">
                  <a:off x="2178" y="5582"/>
                  <a:ext cx="252" cy="2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09" name="Line 37">
                  <a:extLst>
                    <a:ext uri="{FF2B5EF4-FFF2-40B4-BE49-F238E27FC236}">
                      <a16:creationId xmlns:a16="http://schemas.microsoft.com/office/drawing/2014/main" id="{FD997DAE-3D89-4DF5-A0C9-150DB6885600}"/>
                    </a:ext>
                  </a:extLst>
                </p:cNvPr>
                <p:cNvSpPr>
                  <a:spLocks noChangeShapeType="1"/>
                </p:cNvSpPr>
                <p:nvPr/>
              </p:nvSpPr>
              <p:spPr bwMode="auto">
                <a:xfrm>
                  <a:off x="2178" y="5616"/>
                  <a:ext cx="252" cy="2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2603" name="Rectangle 38">
                <a:extLst>
                  <a:ext uri="{FF2B5EF4-FFF2-40B4-BE49-F238E27FC236}">
                    <a16:creationId xmlns:a16="http://schemas.microsoft.com/office/drawing/2014/main" id="{49BB8312-7250-4F8E-B6E6-BEBA76804947}"/>
                  </a:ext>
                </a:extLst>
              </p:cNvPr>
              <p:cNvSpPr>
                <a:spLocks noChangeArrowheads="1"/>
              </p:cNvSpPr>
              <p:nvPr/>
            </p:nvSpPr>
            <p:spPr bwMode="auto">
              <a:xfrm>
                <a:off x="2112" y="5160"/>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2</a:t>
                </a:r>
              </a:p>
              <a:p>
                <a:pPr algn="l">
                  <a:lnSpc>
                    <a:spcPct val="120000"/>
                  </a:lnSpc>
                  <a:spcBef>
                    <a:spcPct val="0"/>
                  </a:spcBef>
                  <a:buSzTx/>
                  <a:buFontTx/>
                  <a:buNone/>
                </a:pPr>
                <a:endParaRPr lang="en-US" altLang="zh-CN" sz="2000">
                  <a:solidFill>
                    <a:srgbClr val="000000"/>
                  </a:solidFill>
                </a:endParaRPr>
              </a:p>
            </p:txBody>
          </p:sp>
          <p:sp>
            <p:nvSpPr>
              <p:cNvPr id="492604" name="Rectangle 39">
                <a:extLst>
                  <a:ext uri="{FF2B5EF4-FFF2-40B4-BE49-F238E27FC236}">
                    <a16:creationId xmlns:a16="http://schemas.microsoft.com/office/drawing/2014/main" id="{5072A1F1-058F-4563-94ED-F6B9DD6D69F4}"/>
                  </a:ext>
                </a:extLst>
              </p:cNvPr>
              <p:cNvSpPr>
                <a:spLocks noChangeArrowheads="1"/>
              </p:cNvSpPr>
              <p:nvPr/>
            </p:nvSpPr>
            <p:spPr bwMode="auto">
              <a:xfrm>
                <a:off x="4437" y="5183"/>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3</a:t>
                </a:r>
              </a:p>
              <a:p>
                <a:pPr algn="l">
                  <a:lnSpc>
                    <a:spcPct val="120000"/>
                  </a:lnSpc>
                  <a:spcBef>
                    <a:spcPct val="0"/>
                  </a:spcBef>
                  <a:buSzTx/>
                  <a:buFontTx/>
                  <a:buNone/>
                </a:pPr>
                <a:endParaRPr lang="en-US" altLang="zh-CN" sz="2000">
                  <a:solidFill>
                    <a:srgbClr val="000000"/>
                  </a:solidFill>
                </a:endParaRPr>
              </a:p>
            </p:txBody>
          </p:sp>
          <p:sp>
            <p:nvSpPr>
              <p:cNvPr id="492605" name="Rectangle 40">
                <a:extLst>
                  <a:ext uri="{FF2B5EF4-FFF2-40B4-BE49-F238E27FC236}">
                    <a16:creationId xmlns:a16="http://schemas.microsoft.com/office/drawing/2014/main" id="{8F99E2E7-936A-4472-8302-E7450374D941}"/>
                  </a:ext>
                </a:extLst>
              </p:cNvPr>
              <p:cNvSpPr>
                <a:spLocks noChangeArrowheads="1"/>
              </p:cNvSpPr>
              <p:nvPr/>
            </p:nvSpPr>
            <p:spPr bwMode="auto">
              <a:xfrm>
                <a:off x="2777" y="6680"/>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1</a:t>
                </a:r>
              </a:p>
              <a:p>
                <a:pPr algn="l">
                  <a:lnSpc>
                    <a:spcPct val="120000"/>
                  </a:lnSpc>
                  <a:spcBef>
                    <a:spcPct val="0"/>
                  </a:spcBef>
                  <a:buSzTx/>
                  <a:buFontTx/>
                  <a:buNone/>
                </a:pPr>
                <a:endParaRPr lang="en-US" altLang="zh-CN" sz="2000">
                  <a:solidFill>
                    <a:srgbClr val="000000"/>
                  </a:solidFill>
                </a:endParaRPr>
              </a:p>
            </p:txBody>
          </p:sp>
          <p:sp>
            <p:nvSpPr>
              <p:cNvPr id="492606" name="Line 41">
                <a:extLst>
                  <a:ext uri="{FF2B5EF4-FFF2-40B4-BE49-F238E27FC236}">
                    <a16:creationId xmlns:a16="http://schemas.microsoft.com/office/drawing/2014/main" id="{A730AEA9-62C1-4A2E-A87E-1AD270848F8C}"/>
                  </a:ext>
                </a:extLst>
              </p:cNvPr>
              <p:cNvSpPr>
                <a:spLocks noChangeShapeType="1"/>
              </p:cNvSpPr>
              <p:nvPr/>
            </p:nvSpPr>
            <p:spPr bwMode="auto">
              <a:xfrm flipV="1">
                <a:off x="3018" y="6653"/>
                <a:ext cx="84" cy="124"/>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51" name="Group 42">
              <a:extLst>
                <a:ext uri="{FF2B5EF4-FFF2-40B4-BE49-F238E27FC236}">
                  <a16:creationId xmlns:a16="http://schemas.microsoft.com/office/drawing/2014/main" id="{AD5AE299-B7BB-495B-9C1F-01182DBE661D}"/>
                </a:ext>
              </a:extLst>
            </p:cNvPr>
            <p:cNvGrpSpPr>
              <a:grpSpLocks/>
            </p:cNvGrpSpPr>
            <p:nvPr/>
          </p:nvGrpSpPr>
          <p:grpSpPr bwMode="auto">
            <a:xfrm>
              <a:off x="5832" y="5769"/>
              <a:ext cx="2478" cy="2553"/>
              <a:chOff x="6210" y="6823"/>
              <a:chExt cx="2478" cy="2553"/>
            </a:xfrm>
          </p:grpSpPr>
          <p:sp>
            <p:nvSpPr>
              <p:cNvPr id="492555" name="AutoShape 43">
                <a:extLst>
                  <a:ext uri="{FF2B5EF4-FFF2-40B4-BE49-F238E27FC236}">
                    <a16:creationId xmlns:a16="http://schemas.microsoft.com/office/drawing/2014/main" id="{1A5AA007-F247-4AD6-A44C-FA1346AC94AE}"/>
                  </a:ext>
                </a:extLst>
              </p:cNvPr>
              <p:cNvSpPr>
                <a:spLocks noChangeArrowheads="1"/>
              </p:cNvSpPr>
              <p:nvPr/>
            </p:nvSpPr>
            <p:spPr bwMode="auto">
              <a:xfrm rot="-5400000">
                <a:off x="6668" y="8184"/>
                <a:ext cx="1058" cy="714"/>
              </a:xfrm>
              <a:prstGeom prst="can">
                <a:avLst>
                  <a:gd name="adj" fmla="val 50000"/>
                </a:avLst>
              </a:prstGeom>
              <a:solidFill>
                <a:srgbClr val="C0C0C0"/>
              </a:solidFill>
              <a:ln w="9525">
                <a:solidFill>
                  <a:srgbClr val="969696"/>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56" name="Rectangle 44">
                <a:extLst>
                  <a:ext uri="{FF2B5EF4-FFF2-40B4-BE49-F238E27FC236}">
                    <a16:creationId xmlns:a16="http://schemas.microsoft.com/office/drawing/2014/main" id="{A20BE0EA-B642-428E-A4A8-FF98521257BD}"/>
                  </a:ext>
                </a:extLst>
              </p:cNvPr>
              <p:cNvSpPr>
                <a:spLocks noChangeArrowheads="1"/>
              </p:cNvSpPr>
              <p:nvPr/>
            </p:nvSpPr>
            <p:spPr bwMode="auto">
              <a:xfrm>
                <a:off x="6218" y="8497"/>
                <a:ext cx="798" cy="62"/>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57" name="Rectangle 45">
                <a:extLst>
                  <a:ext uri="{FF2B5EF4-FFF2-40B4-BE49-F238E27FC236}">
                    <a16:creationId xmlns:a16="http://schemas.microsoft.com/office/drawing/2014/main" id="{4052AEAC-8EF6-4743-BB81-23C9E899EE61}"/>
                  </a:ext>
                </a:extLst>
              </p:cNvPr>
              <p:cNvSpPr>
                <a:spLocks noChangeArrowheads="1"/>
              </p:cNvSpPr>
              <p:nvPr/>
            </p:nvSpPr>
            <p:spPr bwMode="auto">
              <a:xfrm>
                <a:off x="7554" y="8491"/>
                <a:ext cx="630" cy="62"/>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grpSp>
            <p:nvGrpSpPr>
              <p:cNvPr id="492558" name="Group 46">
                <a:extLst>
                  <a:ext uri="{FF2B5EF4-FFF2-40B4-BE49-F238E27FC236}">
                    <a16:creationId xmlns:a16="http://schemas.microsoft.com/office/drawing/2014/main" id="{7CB47F57-C181-4300-AFD9-7A956D1AAF5D}"/>
                  </a:ext>
                </a:extLst>
              </p:cNvPr>
              <p:cNvGrpSpPr>
                <a:grpSpLocks/>
              </p:cNvGrpSpPr>
              <p:nvPr/>
            </p:nvGrpSpPr>
            <p:grpSpPr bwMode="auto">
              <a:xfrm>
                <a:off x="6210" y="8215"/>
                <a:ext cx="319" cy="248"/>
                <a:chOff x="2909" y="7144"/>
                <a:chExt cx="445" cy="372"/>
              </a:xfrm>
            </p:grpSpPr>
            <p:sp>
              <p:nvSpPr>
                <p:cNvPr id="492588" name="Rectangle 47" descr="大棋盘">
                  <a:extLst>
                    <a:ext uri="{FF2B5EF4-FFF2-40B4-BE49-F238E27FC236}">
                      <a16:creationId xmlns:a16="http://schemas.microsoft.com/office/drawing/2014/main" id="{73946E83-FB3C-434C-87FD-BA09FDFFCAB6}"/>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89" name="Line 48">
                  <a:extLst>
                    <a:ext uri="{FF2B5EF4-FFF2-40B4-BE49-F238E27FC236}">
                      <a16:creationId xmlns:a16="http://schemas.microsoft.com/office/drawing/2014/main" id="{892BFE83-BBBF-4C39-A259-26A5D28934AD}"/>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90" name="Line 49">
                  <a:extLst>
                    <a:ext uri="{FF2B5EF4-FFF2-40B4-BE49-F238E27FC236}">
                      <a16:creationId xmlns:a16="http://schemas.microsoft.com/office/drawing/2014/main" id="{A37CD671-6A39-41BF-B05B-01BE73602AC2}"/>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91" name="Line 50">
                  <a:extLst>
                    <a:ext uri="{FF2B5EF4-FFF2-40B4-BE49-F238E27FC236}">
                      <a16:creationId xmlns:a16="http://schemas.microsoft.com/office/drawing/2014/main" id="{9E400C6D-ADF6-40B4-AA36-25C03AB14A9A}"/>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59" name="Group 51">
                <a:extLst>
                  <a:ext uri="{FF2B5EF4-FFF2-40B4-BE49-F238E27FC236}">
                    <a16:creationId xmlns:a16="http://schemas.microsoft.com/office/drawing/2014/main" id="{099CC864-0B88-4B8F-B1FA-72AF9869E002}"/>
                  </a:ext>
                </a:extLst>
              </p:cNvPr>
              <p:cNvGrpSpPr>
                <a:grpSpLocks/>
              </p:cNvGrpSpPr>
              <p:nvPr/>
            </p:nvGrpSpPr>
            <p:grpSpPr bwMode="auto">
              <a:xfrm>
                <a:off x="7855" y="8215"/>
                <a:ext cx="319" cy="248"/>
                <a:chOff x="2909" y="7144"/>
                <a:chExt cx="445" cy="372"/>
              </a:xfrm>
            </p:grpSpPr>
            <p:sp>
              <p:nvSpPr>
                <p:cNvPr id="492584" name="Rectangle 52" descr="大棋盘">
                  <a:extLst>
                    <a:ext uri="{FF2B5EF4-FFF2-40B4-BE49-F238E27FC236}">
                      <a16:creationId xmlns:a16="http://schemas.microsoft.com/office/drawing/2014/main" id="{71890C6C-E436-41CC-9037-CB5AF25996C0}"/>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85" name="Line 53">
                  <a:extLst>
                    <a:ext uri="{FF2B5EF4-FFF2-40B4-BE49-F238E27FC236}">
                      <a16:creationId xmlns:a16="http://schemas.microsoft.com/office/drawing/2014/main" id="{767C3AAE-F5AA-4592-8034-B8142541EF1A}"/>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86" name="Line 54">
                  <a:extLst>
                    <a:ext uri="{FF2B5EF4-FFF2-40B4-BE49-F238E27FC236}">
                      <a16:creationId xmlns:a16="http://schemas.microsoft.com/office/drawing/2014/main" id="{ABC20905-D30D-4AEB-A561-5848111D6DB4}"/>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87" name="Line 55">
                  <a:extLst>
                    <a:ext uri="{FF2B5EF4-FFF2-40B4-BE49-F238E27FC236}">
                      <a16:creationId xmlns:a16="http://schemas.microsoft.com/office/drawing/2014/main" id="{185CA104-9F73-465B-A3D2-94744A34B1B6}"/>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60" name="Group 56">
                <a:extLst>
                  <a:ext uri="{FF2B5EF4-FFF2-40B4-BE49-F238E27FC236}">
                    <a16:creationId xmlns:a16="http://schemas.microsoft.com/office/drawing/2014/main" id="{95F2545D-E977-4BE7-96CE-8C9B86D47722}"/>
                  </a:ext>
                </a:extLst>
              </p:cNvPr>
              <p:cNvGrpSpPr>
                <a:grpSpLocks/>
              </p:cNvGrpSpPr>
              <p:nvPr/>
            </p:nvGrpSpPr>
            <p:grpSpPr bwMode="auto">
              <a:xfrm rot="10800000">
                <a:off x="6210" y="8598"/>
                <a:ext cx="319" cy="248"/>
                <a:chOff x="2909" y="7144"/>
                <a:chExt cx="445" cy="372"/>
              </a:xfrm>
            </p:grpSpPr>
            <p:sp>
              <p:nvSpPr>
                <p:cNvPr id="492580" name="Rectangle 57" descr="大棋盘">
                  <a:extLst>
                    <a:ext uri="{FF2B5EF4-FFF2-40B4-BE49-F238E27FC236}">
                      <a16:creationId xmlns:a16="http://schemas.microsoft.com/office/drawing/2014/main" id="{FD8320E1-277F-4F1D-91ED-061929E43E4C}"/>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81" name="Line 58">
                  <a:extLst>
                    <a:ext uri="{FF2B5EF4-FFF2-40B4-BE49-F238E27FC236}">
                      <a16:creationId xmlns:a16="http://schemas.microsoft.com/office/drawing/2014/main" id="{A37B7596-EB7A-41C5-A89B-6831B08F3F23}"/>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82" name="Line 59">
                  <a:extLst>
                    <a:ext uri="{FF2B5EF4-FFF2-40B4-BE49-F238E27FC236}">
                      <a16:creationId xmlns:a16="http://schemas.microsoft.com/office/drawing/2014/main" id="{AEEEFF90-06F1-4952-A057-E4F2791DF100}"/>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83" name="Line 60">
                  <a:extLst>
                    <a:ext uri="{FF2B5EF4-FFF2-40B4-BE49-F238E27FC236}">
                      <a16:creationId xmlns:a16="http://schemas.microsoft.com/office/drawing/2014/main" id="{C97EFD45-E21C-49D1-BD2A-D4DF5491EB86}"/>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61" name="Group 61">
                <a:extLst>
                  <a:ext uri="{FF2B5EF4-FFF2-40B4-BE49-F238E27FC236}">
                    <a16:creationId xmlns:a16="http://schemas.microsoft.com/office/drawing/2014/main" id="{29E43546-275B-444C-ABFC-8DA8C2C5C34E}"/>
                  </a:ext>
                </a:extLst>
              </p:cNvPr>
              <p:cNvGrpSpPr>
                <a:grpSpLocks/>
              </p:cNvGrpSpPr>
              <p:nvPr/>
            </p:nvGrpSpPr>
            <p:grpSpPr bwMode="auto">
              <a:xfrm rot="10800000">
                <a:off x="7848" y="8598"/>
                <a:ext cx="319" cy="248"/>
                <a:chOff x="2909" y="7144"/>
                <a:chExt cx="445" cy="372"/>
              </a:xfrm>
            </p:grpSpPr>
            <p:sp>
              <p:nvSpPr>
                <p:cNvPr id="492576" name="Rectangle 62" descr="大棋盘">
                  <a:extLst>
                    <a:ext uri="{FF2B5EF4-FFF2-40B4-BE49-F238E27FC236}">
                      <a16:creationId xmlns:a16="http://schemas.microsoft.com/office/drawing/2014/main" id="{C126F609-1F0B-4675-961A-4DBD79E64C41}"/>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77" name="Line 63">
                  <a:extLst>
                    <a:ext uri="{FF2B5EF4-FFF2-40B4-BE49-F238E27FC236}">
                      <a16:creationId xmlns:a16="http://schemas.microsoft.com/office/drawing/2014/main" id="{1656CA7E-7871-46EA-AB7F-C97A6C18B4AA}"/>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78" name="Line 64">
                  <a:extLst>
                    <a:ext uri="{FF2B5EF4-FFF2-40B4-BE49-F238E27FC236}">
                      <a16:creationId xmlns:a16="http://schemas.microsoft.com/office/drawing/2014/main" id="{CDC0A11D-0739-4F83-A60F-17E676DDC963}"/>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79" name="Line 65">
                  <a:extLst>
                    <a:ext uri="{FF2B5EF4-FFF2-40B4-BE49-F238E27FC236}">
                      <a16:creationId xmlns:a16="http://schemas.microsoft.com/office/drawing/2014/main" id="{DF1339F9-655F-4805-9B4D-73194F78E16B}"/>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62" name="Group 66">
                <a:extLst>
                  <a:ext uri="{FF2B5EF4-FFF2-40B4-BE49-F238E27FC236}">
                    <a16:creationId xmlns:a16="http://schemas.microsoft.com/office/drawing/2014/main" id="{65A7C9CF-F6F2-4DDD-B59D-44914D7B056D}"/>
                  </a:ext>
                </a:extLst>
              </p:cNvPr>
              <p:cNvGrpSpPr>
                <a:grpSpLocks/>
              </p:cNvGrpSpPr>
              <p:nvPr/>
            </p:nvGrpSpPr>
            <p:grpSpPr bwMode="auto">
              <a:xfrm>
                <a:off x="6378" y="6823"/>
                <a:ext cx="378" cy="372"/>
                <a:chOff x="2110" y="5537"/>
                <a:chExt cx="378" cy="372"/>
              </a:xfrm>
            </p:grpSpPr>
            <p:sp>
              <p:nvSpPr>
                <p:cNvPr id="492573" name="Oval 67">
                  <a:extLst>
                    <a:ext uri="{FF2B5EF4-FFF2-40B4-BE49-F238E27FC236}">
                      <a16:creationId xmlns:a16="http://schemas.microsoft.com/office/drawing/2014/main" id="{58D3194D-25C1-46E0-82B1-D53F4DB0B16A}"/>
                    </a:ext>
                  </a:extLst>
                </p:cNvPr>
                <p:cNvSpPr>
                  <a:spLocks noChangeArrowheads="1"/>
                </p:cNvSpPr>
                <p:nvPr/>
              </p:nvSpPr>
              <p:spPr bwMode="auto">
                <a:xfrm>
                  <a:off x="2110" y="5537"/>
                  <a:ext cx="378" cy="372"/>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74" name="Line 68">
                  <a:extLst>
                    <a:ext uri="{FF2B5EF4-FFF2-40B4-BE49-F238E27FC236}">
                      <a16:creationId xmlns:a16="http://schemas.microsoft.com/office/drawing/2014/main" id="{8E462895-4A4F-496E-98F7-EDFCD281F2D2}"/>
                    </a:ext>
                  </a:extLst>
                </p:cNvPr>
                <p:cNvSpPr>
                  <a:spLocks noChangeShapeType="1"/>
                </p:cNvSpPr>
                <p:nvPr/>
              </p:nvSpPr>
              <p:spPr bwMode="auto">
                <a:xfrm flipH="1">
                  <a:off x="2178" y="5582"/>
                  <a:ext cx="252" cy="2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75" name="Line 69">
                  <a:extLst>
                    <a:ext uri="{FF2B5EF4-FFF2-40B4-BE49-F238E27FC236}">
                      <a16:creationId xmlns:a16="http://schemas.microsoft.com/office/drawing/2014/main" id="{AEAAAB45-C1F8-4791-9B60-DC3AF1E7C642}"/>
                    </a:ext>
                  </a:extLst>
                </p:cNvPr>
                <p:cNvSpPr>
                  <a:spLocks noChangeShapeType="1"/>
                </p:cNvSpPr>
                <p:nvPr/>
              </p:nvSpPr>
              <p:spPr bwMode="auto">
                <a:xfrm>
                  <a:off x="2178" y="5616"/>
                  <a:ext cx="252" cy="2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63" name="Group 70">
                <a:extLst>
                  <a:ext uri="{FF2B5EF4-FFF2-40B4-BE49-F238E27FC236}">
                    <a16:creationId xmlns:a16="http://schemas.microsoft.com/office/drawing/2014/main" id="{59577601-AFB4-49B5-9665-91E8FDECAB93}"/>
                  </a:ext>
                </a:extLst>
              </p:cNvPr>
              <p:cNvGrpSpPr>
                <a:grpSpLocks/>
              </p:cNvGrpSpPr>
              <p:nvPr/>
            </p:nvGrpSpPr>
            <p:grpSpPr bwMode="auto">
              <a:xfrm rot="10800000">
                <a:off x="8016" y="6885"/>
                <a:ext cx="294" cy="682"/>
                <a:chOff x="6277" y="6806"/>
                <a:chExt cx="294" cy="682"/>
              </a:xfrm>
            </p:grpSpPr>
            <p:sp>
              <p:nvSpPr>
                <p:cNvPr id="492570" name="AutoShape 71">
                  <a:extLst>
                    <a:ext uri="{FF2B5EF4-FFF2-40B4-BE49-F238E27FC236}">
                      <a16:creationId xmlns:a16="http://schemas.microsoft.com/office/drawing/2014/main" id="{E223AC4C-61B9-4446-BBE9-599F76E05AEF}"/>
                    </a:ext>
                  </a:extLst>
                </p:cNvPr>
                <p:cNvSpPr>
                  <a:spLocks noChangeArrowheads="1"/>
                </p:cNvSpPr>
                <p:nvPr/>
              </p:nvSpPr>
              <p:spPr bwMode="auto">
                <a:xfrm>
                  <a:off x="6294" y="7020"/>
                  <a:ext cx="252" cy="248"/>
                </a:xfrm>
                <a:prstGeom prst="triangle">
                  <a:avLst>
                    <a:gd name="adj" fmla="val 50000"/>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71" name="Line 72">
                  <a:extLst>
                    <a:ext uri="{FF2B5EF4-FFF2-40B4-BE49-F238E27FC236}">
                      <a16:creationId xmlns:a16="http://schemas.microsoft.com/office/drawing/2014/main" id="{B8F38C14-6C0C-425D-987C-52E44A6D2999}"/>
                    </a:ext>
                  </a:extLst>
                </p:cNvPr>
                <p:cNvSpPr>
                  <a:spLocks noChangeShapeType="1"/>
                </p:cNvSpPr>
                <p:nvPr/>
              </p:nvSpPr>
              <p:spPr bwMode="auto">
                <a:xfrm>
                  <a:off x="6277" y="7020"/>
                  <a:ext cx="29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72" name="Line 73">
                  <a:extLst>
                    <a:ext uri="{FF2B5EF4-FFF2-40B4-BE49-F238E27FC236}">
                      <a16:creationId xmlns:a16="http://schemas.microsoft.com/office/drawing/2014/main" id="{087E700B-370C-40D5-8C94-19EA8F6F146B}"/>
                    </a:ext>
                  </a:extLst>
                </p:cNvPr>
                <p:cNvSpPr>
                  <a:spLocks noChangeShapeType="1"/>
                </p:cNvSpPr>
                <p:nvPr/>
              </p:nvSpPr>
              <p:spPr bwMode="auto">
                <a:xfrm>
                  <a:off x="6420" y="6806"/>
                  <a:ext cx="0" cy="6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2564" name="Line 74">
                <a:extLst>
                  <a:ext uri="{FF2B5EF4-FFF2-40B4-BE49-F238E27FC236}">
                    <a16:creationId xmlns:a16="http://schemas.microsoft.com/office/drawing/2014/main" id="{5F289464-FBD0-4420-9B2A-30C3D603A780}"/>
                  </a:ext>
                </a:extLst>
              </p:cNvPr>
              <p:cNvSpPr>
                <a:spLocks noChangeShapeType="1"/>
              </p:cNvSpPr>
              <p:nvPr/>
            </p:nvSpPr>
            <p:spPr bwMode="auto">
              <a:xfrm>
                <a:off x="6714" y="7133"/>
                <a:ext cx="504" cy="868"/>
              </a:xfrm>
              <a:prstGeom prst="line">
                <a:avLst/>
              </a:prstGeom>
              <a:noFill/>
              <a:ln w="12700">
                <a:solidFill>
                  <a:srgbClr val="00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65" name="Line 75">
                <a:extLst>
                  <a:ext uri="{FF2B5EF4-FFF2-40B4-BE49-F238E27FC236}">
                    <a16:creationId xmlns:a16="http://schemas.microsoft.com/office/drawing/2014/main" id="{3770F202-86B3-4A51-9199-99981E296971}"/>
                  </a:ext>
                </a:extLst>
              </p:cNvPr>
              <p:cNvSpPr>
                <a:spLocks noChangeShapeType="1"/>
              </p:cNvSpPr>
              <p:nvPr/>
            </p:nvSpPr>
            <p:spPr bwMode="auto">
              <a:xfrm flipV="1">
                <a:off x="7221" y="7381"/>
                <a:ext cx="882" cy="620"/>
              </a:xfrm>
              <a:prstGeom prst="line">
                <a:avLst/>
              </a:prstGeom>
              <a:noFill/>
              <a:ln w="12700">
                <a:solidFill>
                  <a:srgbClr val="00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66" name="Rectangle 76">
                <a:extLst>
                  <a:ext uri="{FF2B5EF4-FFF2-40B4-BE49-F238E27FC236}">
                    <a16:creationId xmlns:a16="http://schemas.microsoft.com/office/drawing/2014/main" id="{3417F3A5-4816-43DC-B171-0DAC60709B24}"/>
                  </a:ext>
                </a:extLst>
              </p:cNvPr>
              <p:cNvSpPr>
                <a:spLocks noChangeArrowheads="1"/>
              </p:cNvSpPr>
              <p:nvPr/>
            </p:nvSpPr>
            <p:spPr bwMode="auto">
              <a:xfrm>
                <a:off x="6336" y="7144"/>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2</a:t>
                </a:r>
              </a:p>
              <a:p>
                <a:pPr algn="l">
                  <a:lnSpc>
                    <a:spcPct val="120000"/>
                  </a:lnSpc>
                  <a:spcBef>
                    <a:spcPct val="0"/>
                  </a:spcBef>
                  <a:buSzTx/>
                  <a:buFontTx/>
                  <a:buNone/>
                </a:pPr>
                <a:endParaRPr lang="en-US" altLang="zh-CN" sz="2000">
                  <a:solidFill>
                    <a:srgbClr val="000000"/>
                  </a:solidFill>
                </a:endParaRPr>
              </a:p>
            </p:txBody>
          </p:sp>
          <p:sp>
            <p:nvSpPr>
              <p:cNvPr id="492567" name="Rectangle 77">
                <a:extLst>
                  <a:ext uri="{FF2B5EF4-FFF2-40B4-BE49-F238E27FC236}">
                    <a16:creationId xmlns:a16="http://schemas.microsoft.com/office/drawing/2014/main" id="{939B2F1E-472A-4C37-B8AC-30041E67C855}"/>
                  </a:ext>
                </a:extLst>
              </p:cNvPr>
              <p:cNvSpPr>
                <a:spLocks noChangeArrowheads="1"/>
              </p:cNvSpPr>
              <p:nvPr/>
            </p:nvSpPr>
            <p:spPr bwMode="auto">
              <a:xfrm>
                <a:off x="8100" y="7454"/>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   3</a:t>
                </a:r>
              </a:p>
              <a:p>
                <a:pPr algn="l">
                  <a:lnSpc>
                    <a:spcPct val="120000"/>
                  </a:lnSpc>
                  <a:spcBef>
                    <a:spcPct val="0"/>
                  </a:spcBef>
                  <a:buSzTx/>
                  <a:buFontTx/>
                  <a:buNone/>
                </a:pPr>
                <a:endParaRPr lang="en-US" altLang="zh-CN" sz="2000">
                  <a:solidFill>
                    <a:srgbClr val="000000"/>
                  </a:solidFill>
                </a:endParaRPr>
              </a:p>
            </p:txBody>
          </p:sp>
          <p:sp>
            <p:nvSpPr>
              <p:cNvPr id="492568" name="Rectangle 78">
                <a:extLst>
                  <a:ext uri="{FF2B5EF4-FFF2-40B4-BE49-F238E27FC236}">
                    <a16:creationId xmlns:a16="http://schemas.microsoft.com/office/drawing/2014/main" id="{0874D511-FA77-44FE-AF4E-821C0F93450B}"/>
                  </a:ext>
                </a:extLst>
              </p:cNvPr>
              <p:cNvSpPr>
                <a:spLocks noChangeArrowheads="1"/>
              </p:cNvSpPr>
              <p:nvPr/>
            </p:nvSpPr>
            <p:spPr bwMode="auto">
              <a:xfrm>
                <a:off x="6462" y="8942"/>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1</a:t>
                </a:r>
              </a:p>
              <a:p>
                <a:pPr algn="l">
                  <a:lnSpc>
                    <a:spcPct val="120000"/>
                  </a:lnSpc>
                  <a:spcBef>
                    <a:spcPct val="0"/>
                  </a:spcBef>
                  <a:buSzTx/>
                  <a:buFontTx/>
                  <a:buNone/>
                </a:pPr>
                <a:endParaRPr lang="en-US" altLang="zh-CN" sz="2000">
                  <a:solidFill>
                    <a:srgbClr val="000000"/>
                  </a:solidFill>
                </a:endParaRPr>
              </a:p>
            </p:txBody>
          </p:sp>
          <p:sp>
            <p:nvSpPr>
              <p:cNvPr id="492569" name="Line 79">
                <a:extLst>
                  <a:ext uri="{FF2B5EF4-FFF2-40B4-BE49-F238E27FC236}">
                    <a16:creationId xmlns:a16="http://schemas.microsoft.com/office/drawing/2014/main" id="{1D0ED27F-9DE4-4180-940F-1F2CCDAA4640}"/>
                  </a:ext>
                </a:extLst>
              </p:cNvPr>
              <p:cNvSpPr>
                <a:spLocks noChangeShapeType="1"/>
              </p:cNvSpPr>
              <p:nvPr/>
            </p:nvSpPr>
            <p:spPr bwMode="auto">
              <a:xfrm flipV="1">
                <a:off x="6756" y="8942"/>
                <a:ext cx="252" cy="186"/>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2552" name="Rectangle 80">
              <a:extLst>
                <a:ext uri="{FF2B5EF4-FFF2-40B4-BE49-F238E27FC236}">
                  <a16:creationId xmlns:a16="http://schemas.microsoft.com/office/drawing/2014/main" id="{FE2759A3-4E76-478A-A0A7-F5EB959A9A75}"/>
                </a:ext>
              </a:extLst>
            </p:cNvPr>
            <p:cNvSpPr>
              <a:spLocks noChangeArrowheads="1"/>
            </p:cNvSpPr>
            <p:nvPr/>
          </p:nvSpPr>
          <p:spPr bwMode="auto">
            <a:xfrm>
              <a:off x="3648" y="8322"/>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a:t>
              </a:r>
              <a:r>
                <a:rPr lang="en-US" altLang="zh-CN" sz="2000" i="1">
                  <a:solidFill>
                    <a:srgbClr val="000000"/>
                  </a:solidFill>
                </a:rPr>
                <a:t>a</a:t>
              </a:r>
              <a:r>
                <a:rPr lang="en-US" altLang="zh-CN" sz="2000">
                  <a:solidFill>
                    <a:srgbClr val="000000"/>
                  </a:solidFill>
                </a:rPr>
                <a:t>)</a:t>
              </a:r>
            </a:p>
            <a:p>
              <a:pPr algn="l">
                <a:lnSpc>
                  <a:spcPct val="120000"/>
                </a:lnSpc>
                <a:spcBef>
                  <a:spcPct val="0"/>
                </a:spcBef>
                <a:buSzTx/>
                <a:buFontTx/>
                <a:buNone/>
              </a:pPr>
              <a:endParaRPr lang="en-US" altLang="zh-CN" sz="2000">
                <a:solidFill>
                  <a:srgbClr val="000000"/>
                </a:solidFill>
              </a:endParaRPr>
            </a:p>
          </p:txBody>
        </p:sp>
        <p:sp>
          <p:nvSpPr>
            <p:cNvPr id="492553" name="Rectangle 81">
              <a:extLst>
                <a:ext uri="{FF2B5EF4-FFF2-40B4-BE49-F238E27FC236}">
                  <a16:creationId xmlns:a16="http://schemas.microsoft.com/office/drawing/2014/main" id="{CBB68847-BD7C-495C-ADDA-67F7CBE487BC}"/>
                </a:ext>
              </a:extLst>
            </p:cNvPr>
            <p:cNvSpPr>
              <a:spLocks noChangeArrowheads="1"/>
            </p:cNvSpPr>
            <p:nvPr/>
          </p:nvSpPr>
          <p:spPr bwMode="auto">
            <a:xfrm>
              <a:off x="6084" y="8307"/>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a:t>
              </a:r>
              <a:r>
                <a:rPr lang="en-US" altLang="zh-CN" sz="2000" i="1">
                  <a:solidFill>
                    <a:srgbClr val="000000"/>
                  </a:solidFill>
                </a:rPr>
                <a:t>b</a:t>
              </a:r>
              <a:r>
                <a:rPr lang="en-US" altLang="zh-CN" sz="2000">
                  <a:solidFill>
                    <a:srgbClr val="000000"/>
                  </a:solidFill>
                </a:rPr>
                <a:t>)</a:t>
              </a:r>
            </a:p>
            <a:p>
              <a:pPr algn="l">
                <a:lnSpc>
                  <a:spcPct val="120000"/>
                </a:lnSpc>
                <a:spcBef>
                  <a:spcPct val="0"/>
                </a:spcBef>
                <a:buSzTx/>
                <a:buFontTx/>
                <a:buNone/>
              </a:pPr>
              <a:endParaRPr lang="en-US" altLang="zh-CN" sz="2000">
                <a:solidFill>
                  <a:srgbClr val="000000"/>
                </a:solidFill>
              </a:endParaRPr>
            </a:p>
          </p:txBody>
        </p:sp>
        <p:sp>
          <p:nvSpPr>
            <p:cNvPr id="492554" name="Rectangle 82">
              <a:extLst>
                <a:ext uri="{FF2B5EF4-FFF2-40B4-BE49-F238E27FC236}">
                  <a16:creationId xmlns:a16="http://schemas.microsoft.com/office/drawing/2014/main" id="{25B2708A-FED3-4781-9E9F-B4D3AA921D1B}"/>
                </a:ext>
              </a:extLst>
            </p:cNvPr>
            <p:cNvSpPr>
              <a:spLocks noChangeArrowheads="1"/>
            </p:cNvSpPr>
            <p:nvPr/>
          </p:nvSpPr>
          <p:spPr bwMode="auto">
            <a:xfrm>
              <a:off x="3522" y="8632"/>
              <a:ext cx="5250"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b="1">
                  <a:solidFill>
                    <a:srgbClr val="993300"/>
                  </a:solidFill>
                </a:rPr>
                <a:t>光电数字式转速表工作原理图</a:t>
              </a:r>
            </a:p>
            <a:p>
              <a:pPr algn="l">
                <a:lnSpc>
                  <a:spcPct val="120000"/>
                </a:lnSpc>
                <a:spcBef>
                  <a:spcPct val="0"/>
                </a:spcBef>
                <a:buSzTx/>
                <a:buFontTx/>
                <a:buNone/>
              </a:pPr>
              <a:endParaRPr lang="en-US" altLang="zh-CN" sz="2000" b="1">
                <a:solidFill>
                  <a:srgbClr val="993300"/>
                </a:solidFill>
              </a:endParaRPr>
            </a:p>
          </p:txBody>
        </p:sp>
      </p:grpSp>
      <p:sp>
        <p:nvSpPr>
          <p:cNvPr id="492548" name="Text Box 83">
            <a:extLst>
              <a:ext uri="{FF2B5EF4-FFF2-40B4-BE49-F238E27FC236}">
                <a16:creationId xmlns:a16="http://schemas.microsoft.com/office/drawing/2014/main" id="{01906349-038F-426E-8967-3403D5EC76D4}"/>
              </a:ext>
            </a:extLst>
          </p:cNvPr>
          <p:cNvSpPr txBox="1">
            <a:spLocks noChangeArrowheads="1"/>
          </p:cNvSpPr>
          <p:nvPr/>
        </p:nvSpPr>
        <p:spPr bwMode="auto">
          <a:xfrm>
            <a:off x="179388" y="1520825"/>
            <a:ext cx="8856662"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50000"/>
              </a:spcBef>
              <a:buSzTx/>
              <a:buFontTx/>
              <a:buNone/>
            </a:pPr>
            <a:r>
              <a:rPr lang="en-US" altLang="zh-CN" sz="2800">
                <a:solidFill>
                  <a:srgbClr val="000000"/>
                </a:solidFill>
              </a:rPr>
              <a:t>       </a:t>
            </a:r>
            <a:r>
              <a:rPr lang="zh-CN" altLang="en-US">
                <a:solidFill>
                  <a:srgbClr val="000000"/>
                </a:solidFill>
                <a:latin typeface="黑体" panose="02010609060101010101" pitchFamily="49" charset="-122"/>
                <a:ea typeface="黑体" panose="02010609060101010101" pitchFamily="49" charset="-122"/>
              </a:rPr>
              <a:t>下图是光电数字式转速表的工作原理图。图</a:t>
            </a:r>
            <a:r>
              <a:rPr lang="en-US" altLang="zh-CN">
                <a:solidFill>
                  <a:srgbClr val="000000"/>
                </a:solidFill>
                <a:latin typeface="黑体" panose="02010609060101010101" pitchFamily="49" charset="-122"/>
                <a:ea typeface="黑体" panose="02010609060101010101" pitchFamily="49" charset="-122"/>
              </a:rPr>
              <a:t>(a)</a:t>
            </a:r>
            <a:r>
              <a:rPr lang="zh-CN" altLang="en-US">
                <a:solidFill>
                  <a:srgbClr val="000000"/>
                </a:solidFill>
                <a:latin typeface="黑体" panose="02010609060101010101" pitchFamily="49" charset="-122"/>
                <a:ea typeface="黑体" panose="02010609060101010101" pitchFamily="49" charset="-122"/>
              </a:rPr>
              <a:t>是在待测转速轴上固定一带孔的转速调置盘，在调置盘一边由白炽灯产生恒定光，透过盘上小孔到达光敏二极管组成的光电转换器上，转换成相应的电脉冲信号。 </a:t>
            </a:r>
          </a:p>
        </p:txBody>
      </p:sp>
      <p:sp>
        <p:nvSpPr>
          <p:cNvPr id="492549" name="AutoShape 84">
            <a:extLst>
              <a:ext uri="{FF2B5EF4-FFF2-40B4-BE49-F238E27FC236}">
                <a16:creationId xmlns:a16="http://schemas.microsoft.com/office/drawing/2014/main" id="{6CE83C88-CE38-4745-A9AC-7E3B7E29A5CB}"/>
              </a:ext>
            </a:extLst>
          </p:cNvPr>
          <p:cNvSpPr>
            <a:spLocks noChangeArrowheads="1"/>
          </p:cNvSpPr>
          <p:nvPr/>
        </p:nvSpPr>
        <p:spPr bwMode="auto">
          <a:xfrm>
            <a:off x="6516688" y="3141663"/>
            <a:ext cx="2627312" cy="2808287"/>
          </a:xfrm>
          <a:prstGeom prst="wedgeRectCallout">
            <a:avLst>
              <a:gd name="adj1" fmla="val -72296"/>
              <a:gd name="adj2" fmla="val -1631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b="1">
                <a:solidFill>
                  <a:srgbClr val="000000"/>
                </a:solidFill>
              </a:rPr>
              <a:t>在待测转速的轴上固定一个涂上黑白相间条纹的圆盘，它们具有不同的反射率。当转轴转动时，反光与不反光交替出现，光电敏感器件间断地接收光的反射信号，转换为电脉冲信号。</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5">
            <a:extLst>
              <a:ext uri="{FF2B5EF4-FFF2-40B4-BE49-F238E27FC236}">
                <a16:creationId xmlns:a16="http://schemas.microsoft.com/office/drawing/2014/main" id="{995A6163-13F4-44B8-8614-15803DB00EF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3571" name="Rectangle 9">
            <a:extLst>
              <a:ext uri="{FF2B5EF4-FFF2-40B4-BE49-F238E27FC236}">
                <a16:creationId xmlns:a16="http://schemas.microsoft.com/office/drawing/2014/main" id="{B56219B1-FCCF-419D-BABB-1E858BA1DBB6}"/>
              </a:ext>
            </a:extLst>
          </p:cNvPr>
          <p:cNvSpPr>
            <a:spLocks noChangeArrowheads="1"/>
          </p:cNvSpPr>
          <p:nvPr/>
        </p:nvSpPr>
        <p:spPr bwMode="auto">
          <a:xfrm>
            <a:off x="-785813" y="2857500"/>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3572" name="Rectangle 11">
            <a:extLst>
              <a:ext uri="{FF2B5EF4-FFF2-40B4-BE49-F238E27FC236}">
                <a16:creationId xmlns:a16="http://schemas.microsoft.com/office/drawing/2014/main" id="{1070B220-8F92-4D3E-AA04-4F2D7B05E87D}"/>
              </a:ext>
            </a:extLst>
          </p:cNvPr>
          <p:cNvSpPr>
            <a:spLocks noChangeArrowheads="1"/>
          </p:cNvSpPr>
          <p:nvPr/>
        </p:nvSpPr>
        <p:spPr bwMode="auto">
          <a:xfrm>
            <a:off x="-785813" y="286702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3573" name="Rectangle 13">
            <a:extLst>
              <a:ext uri="{FF2B5EF4-FFF2-40B4-BE49-F238E27FC236}">
                <a16:creationId xmlns:a16="http://schemas.microsoft.com/office/drawing/2014/main" id="{F43B129F-8F83-431E-98D0-173937412A63}"/>
              </a:ext>
            </a:extLst>
          </p:cNvPr>
          <p:cNvSpPr>
            <a:spLocks noChangeArrowheads="1"/>
          </p:cNvSpPr>
          <p:nvPr/>
        </p:nvSpPr>
        <p:spPr bwMode="auto">
          <a:xfrm>
            <a:off x="-785813" y="2976563"/>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3574" name="Rectangle 15">
            <a:extLst>
              <a:ext uri="{FF2B5EF4-FFF2-40B4-BE49-F238E27FC236}">
                <a16:creationId xmlns:a16="http://schemas.microsoft.com/office/drawing/2014/main" id="{6F03BC9E-7288-427B-B564-200748A4EF03}"/>
              </a:ext>
            </a:extLst>
          </p:cNvPr>
          <p:cNvSpPr>
            <a:spLocks noChangeArrowheads="1"/>
          </p:cNvSpPr>
          <p:nvPr/>
        </p:nvSpPr>
        <p:spPr bwMode="auto">
          <a:xfrm>
            <a:off x="-785813" y="2857500"/>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3575" name="Rectangle 17">
            <a:extLst>
              <a:ext uri="{FF2B5EF4-FFF2-40B4-BE49-F238E27FC236}">
                <a16:creationId xmlns:a16="http://schemas.microsoft.com/office/drawing/2014/main" id="{69C65623-BA0D-4270-8D08-1AA8048D0560}"/>
              </a:ext>
            </a:extLst>
          </p:cNvPr>
          <p:cNvSpPr>
            <a:spLocks noChangeArrowheads="1"/>
          </p:cNvSpPr>
          <p:nvPr/>
        </p:nvSpPr>
        <p:spPr bwMode="auto">
          <a:xfrm>
            <a:off x="-785813" y="286702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3576" name="Line 3">
            <a:extLst>
              <a:ext uri="{FF2B5EF4-FFF2-40B4-BE49-F238E27FC236}">
                <a16:creationId xmlns:a16="http://schemas.microsoft.com/office/drawing/2014/main" id="{E4238B75-A63D-4D19-8457-A98CFC3424C0}"/>
              </a:ext>
            </a:extLst>
          </p:cNvPr>
          <p:cNvSpPr>
            <a:spLocks noChangeShapeType="1"/>
          </p:cNvSpPr>
          <p:nvPr/>
        </p:nvSpPr>
        <p:spPr bwMode="auto">
          <a:xfrm>
            <a:off x="1331913" y="981075"/>
            <a:ext cx="7127875" cy="0"/>
          </a:xfrm>
          <a:prstGeom prst="line">
            <a:avLst/>
          </a:prstGeom>
          <a:noFill/>
          <a:ln w="9525">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3577" name="Rectangle 8">
            <a:extLst>
              <a:ext uri="{FF2B5EF4-FFF2-40B4-BE49-F238E27FC236}">
                <a16:creationId xmlns:a16="http://schemas.microsoft.com/office/drawing/2014/main" id="{F05C8CE2-CB13-42D6-85ED-6AA5BDEBE3B4}"/>
              </a:ext>
            </a:extLst>
          </p:cNvPr>
          <p:cNvSpPr>
            <a:spLocks noChangeArrowheads="1"/>
          </p:cNvSpPr>
          <p:nvPr/>
        </p:nvSpPr>
        <p:spPr bwMode="auto">
          <a:xfrm>
            <a:off x="1187450" y="223838"/>
            <a:ext cx="609917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Tx/>
              <a:buNone/>
            </a:pPr>
            <a:r>
              <a:rPr kumimoji="0" lang="zh-CN" altLang="en-US" sz="2800" b="1">
                <a:solidFill>
                  <a:srgbClr val="0070C0"/>
                </a:solidFill>
                <a:latin typeface="黑体" panose="02010609060101010101" pitchFamily="49" charset="-122"/>
                <a:ea typeface="黑体" panose="02010609060101010101" pitchFamily="49" charset="-122"/>
                <a:sym typeface="黑体" panose="02010609060101010101" pitchFamily="49" charset="-122"/>
              </a:rPr>
              <a:t>光纤的数值孔径</a:t>
            </a:r>
            <a:r>
              <a:rPr kumimoji="0" lang="en-US" altLang="zh-CN" sz="2800" b="1">
                <a:solidFill>
                  <a:srgbClr val="0070C0"/>
                </a:solidFill>
                <a:latin typeface="黑体" panose="02010609060101010101" pitchFamily="49" charset="-122"/>
                <a:ea typeface="黑体" panose="02010609060101010101" pitchFamily="49" charset="-122"/>
                <a:sym typeface="黑体" panose="02010609060101010101" pitchFamily="49" charset="-122"/>
              </a:rPr>
              <a:t>NA</a:t>
            </a:r>
            <a:endParaRPr kumimoji="0" lang="zh-CN" altLang="en-US" sz="2800" b="1">
              <a:solidFill>
                <a:srgbClr val="0070C0"/>
              </a:solidFill>
              <a:latin typeface="黑体" panose="02010609060101010101" pitchFamily="49" charset="-122"/>
              <a:ea typeface="黑体" panose="02010609060101010101" pitchFamily="49" charset="-122"/>
              <a:sym typeface="黑体" panose="02010609060101010101" pitchFamily="49" charset="-122"/>
            </a:endParaRPr>
          </a:p>
        </p:txBody>
      </p:sp>
      <p:graphicFrame>
        <p:nvGraphicFramePr>
          <p:cNvPr id="493578" name="Object 5">
            <a:extLst>
              <a:ext uri="{FF2B5EF4-FFF2-40B4-BE49-F238E27FC236}">
                <a16:creationId xmlns:a16="http://schemas.microsoft.com/office/drawing/2014/main" id="{AE0771F2-6A55-4F0B-864C-E9ABCB8D49E2}"/>
              </a:ext>
            </a:extLst>
          </p:cNvPr>
          <p:cNvGraphicFramePr>
            <a:graphicFrameLocks noChangeAspect="1"/>
          </p:cNvGraphicFramePr>
          <p:nvPr/>
        </p:nvGraphicFramePr>
        <p:xfrm>
          <a:off x="4691063" y="3708400"/>
          <a:ext cx="2982912" cy="549275"/>
        </p:xfrm>
        <a:graphic>
          <a:graphicData uri="http://schemas.openxmlformats.org/presentationml/2006/ole">
            <mc:AlternateContent xmlns:mc="http://schemas.openxmlformats.org/markup-compatibility/2006">
              <mc:Choice xmlns:v="urn:schemas-microsoft-com:vml" Requires="v">
                <p:oleObj spid="_x0000_s493667" name="Equation" r:id="rId4" imgW="1308100" imgH="241300" progId="Equation.DSMT4">
                  <p:embed/>
                </p:oleObj>
              </mc:Choice>
              <mc:Fallback>
                <p:oleObj name="Equation" r:id="rId4" imgW="1308100" imgH="2413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1063" y="3708400"/>
                        <a:ext cx="2982912"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3579" name="Object 7">
            <a:extLst>
              <a:ext uri="{FF2B5EF4-FFF2-40B4-BE49-F238E27FC236}">
                <a16:creationId xmlns:a16="http://schemas.microsoft.com/office/drawing/2014/main" id="{AF3AC5AA-EDCA-4BBA-A866-00D10B40C180}"/>
              </a:ext>
            </a:extLst>
          </p:cNvPr>
          <p:cNvGraphicFramePr>
            <a:graphicFrameLocks noChangeAspect="1"/>
          </p:cNvGraphicFramePr>
          <p:nvPr/>
        </p:nvGraphicFramePr>
        <p:xfrm>
          <a:off x="4711700" y="4225925"/>
          <a:ext cx="1498600" cy="484188"/>
        </p:xfrm>
        <a:graphic>
          <a:graphicData uri="http://schemas.openxmlformats.org/presentationml/2006/ole">
            <mc:AlternateContent xmlns:mc="http://schemas.openxmlformats.org/markup-compatibility/2006">
              <mc:Choice xmlns:v="urn:schemas-microsoft-com:vml" Requires="v">
                <p:oleObj spid="_x0000_s493668" name="Equation" r:id="rId6" imgW="787058" imgH="253890" progId="Equation.DSMT4">
                  <p:embed/>
                </p:oleObj>
              </mc:Choice>
              <mc:Fallback>
                <p:oleObj name="Equation" r:id="rId6" imgW="787058" imgH="25389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1700" y="4225925"/>
                        <a:ext cx="1498600"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3580" name="Object 9">
            <a:extLst>
              <a:ext uri="{FF2B5EF4-FFF2-40B4-BE49-F238E27FC236}">
                <a16:creationId xmlns:a16="http://schemas.microsoft.com/office/drawing/2014/main" id="{2A1954C5-9DDE-4BEE-84C6-D1BEB07ED66A}"/>
              </a:ext>
            </a:extLst>
          </p:cNvPr>
          <p:cNvGraphicFramePr>
            <a:graphicFrameLocks noChangeAspect="1"/>
          </p:cNvGraphicFramePr>
          <p:nvPr/>
        </p:nvGraphicFramePr>
        <p:xfrm>
          <a:off x="1800225" y="4914900"/>
          <a:ext cx="6300788" cy="863600"/>
        </p:xfrm>
        <a:graphic>
          <a:graphicData uri="http://schemas.openxmlformats.org/presentationml/2006/ole">
            <mc:AlternateContent xmlns:mc="http://schemas.openxmlformats.org/markup-compatibility/2006">
              <mc:Choice xmlns:v="urn:schemas-microsoft-com:vml" Requires="v">
                <p:oleObj spid="_x0000_s493669" name="Equation" r:id="rId8" imgW="3149600" imgH="431800" progId="Equation.DSMT4">
                  <p:embed/>
                </p:oleObj>
              </mc:Choice>
              <mc:Fallback>
                <p:oleObj name="Equation" r:id="rId8" imgW="3149600" imgH="4318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00225" y="4914900"/>
                        <a:ext cx="6300788"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3581" name="Object 11">
            <a:extLst>
              <a:ext uri="{FF2B5EF4-FFF2-40B4-BE49-F238E27FC236}">
                <a16:creationId xmlns:a16="http://schemas.microsoft.com/office/drawing/2014/main" id="{3C582E8B-D350-4FDD-A05F-0F8E2A5ED9A2}"/>
              </a:ext>
            </a:extLst>
          </p:cNvPr>
          <p:cNvGraphicFramePr>
            <a:graphicFrameLocks noChangeAspect="1"/>
          </p:cNvGraphicFramePr>
          <p:nvPr/>
        </p:nvGraphicFramePr>
        <p:xfrm>
          <a:off x="1835150" y="5778500"/>
          <a:ext cx="5556250" cy="1039813"/>
        </p:xfrm>
        <a:graphic>
          <a:graphicData uri="http://schemas.openxmlformats.org/presentationml/2006/ole">
            <mc:AlternateContent xmlns:mc="http://schemas.openxmlformats.org/markup-compatibility/2006">
              <mc:Choice xmlns:v="urn:schemas-microsoft-com:vml" Requires="v">
                <p:oleObj spid="_x0000_s493670" name="Equation" r:id="rId10" imgW="2984400" imgH="558720" progId="Equation.DSMT4">
                  <p:embed/>
                </p:oleObj>
              </mc:Choice>
              <mc:Fallback>
                <p:oleObj name="Equation" r:id="rId10" imgW="2984400" imgH="55872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35150" y="5778500"/>
                        <a:ext cx="5556250"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3582" name="Object 8">
            <a:extLst>
              <a:ext uri="{FF2B5EF4-FFF2-40B4-BE49-F238E27FC236}">
                <a16:creationId xmlns:a16="http://schemas.microsoft.com/office/drawing/2014/main" id="{33752583-C413-41FD-8291-8187F62E8C70}"/>
              </a:ext>
            </a:extLst>
          </p:cNvPr>
          <p:cNvGraphicFramePr>
            <a:graphicFrameLocks noChangeAspect="1"/>
          </p:cNvGraphicFramePr>
          <p:nvPr/>
        </p:nvGraphicFramePr>
        <p:xfrm>
          <a:off x="1851025" y="3732213"/>
          <a:ext cx="2520950" cy="1063625"/>
        </p:xfrm>
        <a:graphic>
          <a:graphicData uri="http://schemas.openxmlformats.org/presentationml/2006/ole">
            <mc:AlternateContent xmlns:mc="http://schemas.openxmlformats.org/markup-compatibility/2006">
              <mc:Choice xmlns:v="urn:schemas-microsoft-com:vml" Requires="v">
                <p:oleObj spid="_x0000_s493671" name="Equation" r:id="rId12" imgW="1143000" imgH="482600" progId="Equation.DSMT4">
                  <p:embed/>
                </p:oleObj>
              </mc:Choice>
              <mc:Fallback>
                <p:oleObj name="Equation" r:id="rId12" imgW="1143000" imgH="48260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1025" y="3732213"/>
                        <a:ext cx="2520950" cy="106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3583" name="组合 50">
            <a:extLst>
              <a:ext uri="{FF2B5EF4-FFF2-40B4-BE49-F238E27FC236}">
                <a16:creationId xmlns:a16="http://schemas.microsoft.com/office/drawing/2014/main" id="{855440FD-DBC9-4647-8EFF-DB830E5FB2A0}"/>
              </a:ext>
            </a:extLst>
          </p:cNvPr>
          <p:cNvGrpSpPr>
            <a:grpSpLocks/>
          </p:cNvGrpSpPr>
          <p:nvPr/>
        </p:nvGrpSpPr>
        <p:grpSpPr bwMode="auto">
          <a:xfrm>
            <a:off x="1068388" y="1052513"/>
            <a:ext cx="7007225" cy="2622550"/>
            <a:chOff x="837708" y="845099"/>
            <a:chExt cx="7005877" cy="2623260"/>
          </a:xfrm>
        </p:grpSpPr>
        <p:pic>
          <p:nvPicPr>
            <p:cNvPr id="493584" name="图片 51">
              <a:extLst>
                <a:ext uri="{FF2B5EF4-FFF2-40B4-BE49-F238E27FC236}">
                  <a16:creationId xmlns:a16="http://schemas.microsoft.com/office/drawing/2014/main" id="{213F8918-AFD6-43C5-8631-F7FEADEFC9DC}"/>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837708" y="845099"/>
              <a:ext cx="5741787" cy="2594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3585" name="Text Box 23">
              <a:extLst>
                <a:ext uri="{FF2B5EF4-FFF2-40B4-BE49-F238E27FC236}">
                  <a16:creationId xmlns:a16="http://schemas.microsoft.com/office/drawing/2014/main" id="{7D0448BE-F8C8-46F2-A616-DFE28E4C1B18}"/>
                </a:ext>
              </a:extLst>
            </p:cNvPr>
            <p:cNvSpPr txBox="1">
              <a:spLocks noChangeArrowheads="1"/>
            </p:cNvSpPr>
            <p:nvPr/>
          </p:nvSpPr>
          <p:spPr bwMode="auto">
            <a:xfrm>
              <a:off x="6959347" y="1657021"/>
              <a:ext cx="833438" cy="376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包层</a:t>
              </a:r>
            </a:p>
          </p:txBody>
        </p:sp>
        <p:sp>
          <p:nvSpPr>
            <p:cNvPr id="493586" name="Text Box 24">
              <a:extLst>
                <a:ext uri="{FF2B5EF4-FFF2-40B4-BE49-F238E27FC236}">
                  <a16:creationId xmlns:a16="http://schemas.microsoft.com/office/drawing/2014/main" id="{AD611D89-B579-459B-9A77-0BB04E5112B9}"/>
                </a:ext>
              </a:extLst>
            </p:cNvPr>
            <p:cNvSpPr txBox="1">
              <a:spLocks noChangeArrowheads="1"/>
            </p:cNvSpPr>
            <p:nvPr/>
          </p:nvSpPr>
          <p:spPr bwMode="auto">
            <a:xfrm>
              <a:off x="6979985" y="2372984"/>
              <a:ext cx="833437" cy="3762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纤芯</a:t>
              </a:r>
            </a:p>
          </p:txBody>
        </p:sp>
        <p:sp>
          <p:nvSpPr>
            <p:cNvPr id="493587" name="Line 25">
              <a:extLst>
                <a:ext uri="{FF2B5EF4-FFF2-40B4-BE49-F238E27FC236}">
                  <a16:creationId xmlns:a16="http://schemas.microsoft.com/office/drawing/2014/main" id="{FDB87E14-D204-47EF-97DE-067D89696271}"/>
                </a:ext>
              </a:extLst>
            </p:cNvPr>
            <p:cNvSpPr>
              <a:spLocks noChangeShapeType="1"/>
            </p:cNvSpPr>
            <p:nvPr/>
          </p:nvSpPr>
          <p:spPr bwMode="auto">
            <a:xfrm flipH="1" flipV="1">
              <a:off x="5971922" y="1580821"/>
              <a:ext cx="1008063" cy="28733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3588" name="Line 27">
              <a:extLst>
                <a:ext uri="{FF2B5EF4-FFF2-40B4-BE49-F238E27FC236}">
                  <a16:creationId xmlns:a16="http://schemas.microsoft.com/office/drawing/2014/main" id="{EBD7EFAE-E872-4586-98B0-E7A0AE33441A}"/>
                </a:ext>
              </a:extLst>
            </p:cNvPr>
            <p:cNvSpPr>
              <a:spLocks noChangeShapeType="1"/>
            </p:cNvSpPr>
            <p:nvPr/>
          </p:nvSpPr>
          <p:spPr bwMode="auto">
            <a:xfrm flipH="1">
              <a:off x="6187822" y="1868159"/>
              <a:ext cx="792163" cy="10795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3589" name="Line 28">
              <a:extLst>
                <a:ext uri="{FF2B5EF4-FFF2-40B4-BE49-F238E27FC236}">
                  <a16:creationId xmlns:a16="http://schemas.microsoft.com/office/drawing/2014/main" id="{B82DD4F9-D373-4445-A1C5-4878A135327F}"/>
                </a:ext>
              </a:extLst>
            </p:cNvPr>
            <p:cNvSpPr>
              <a:spLocks noChangeShapeType="1"/>
            </p:cNvSpPr>
            <p:nvPr/>
          </p:nvSpPr>
          <p:spPr bwMode="auto">
            <a:xfrm flipH="1" flipV="1">
              <a:off x="6187822" y="2444421"/>
              <a:ext cx="792163" cy="1444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3590" name="Text Box 29">
              <a:extLst>
                <a:ext uri="{FF2B5EF4-FFF2-40B4-BE49-F238E27FC236}">
                  <a16:creationId xmlns:a16="http://schemas.microsoft.com/office/drawing/2014/main" id="{95B3843A-178D-45CD-B8CB-58C4C272B86C}"/>
                </a:ext>
              </a:extLst>
            </p:cNvPr>
            <p:cNvSpPr txBox="1">
              <a:spLocks noChangeArrowheads="1"/>
            </p:cNvSpPr>
            <p:nvPr/>
          </p:nvSpPr>
          <p:spPr bwMode="auto">
            <a:xfrm>
              <a:off x="6979985" y="3092121"/>
              <a:ext cx="863600" cy="376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空气</a:t>
              </a:r>
            </a:p>
          </p:txBody>
        </p:sp>
        <p:sp>
          <p:nvSpPr>
            <p:cNvPr id="493591" name="Line 30">
              <a:extLst>
                <a:ext uri="{FF2B5EF4-FFF2-40B4-BE49-F238E27FC236}">
                  <a16:creationId xmlns:a16="http://schemas.microsoft.com/office/drawing/2014/main" id="{E953CFA4-0D34-4528-812E-F93EEF2E7C41}"/>
                </a:ext>
              </a:extLst>
            </p:cNvPr>
            <p:cNvSpPr>
              <a:spLocks noChangeShapeType="1"/>
            </p:cNvSpPr>
            <p:nvPr/>
          </p:nvSpPr>
          <p:spPr bwMode="auto">
            <a:xfrm flipH="1" flipV="1">
              <a:off x="6546597" y="3165146"/>
              <a:ext cx="433388" cy="1428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93592" name="Object 31">
              <a:extLst>
                <a:ext uri="{FF2B5EF4-FFF2-40B4-BE49-F238E27FC236}">
                  <a16:creationId xmlns:a16="http://schemas.microsoft.com/office/drawing/2014/main" id="{FA3D85ED-1A60-470E-9103-EA9DE7181C70}"/>
                </a:ext>
              </a:extLst>
            </p:cNvPr>
            <p:cNvGraphicFramePr>
              <a:graphicFrameLocks noChangeAspect="1"/>
            </p:cNvGraphicFramePr>
            <p:nvPr/>
          </p:nvGraphicFramePr>
          <p:xfrm>
            <a:off x="7551485" y="3109584"/>
            <a:ext cx="238125" cy="330200"/>
          </p:xfrm>
          <a:graphic>
            <a:graphicData uri="http://schemas.openxmlformats.org/presentationml/2006/ole">
              <mc:AlternateContent xmlns:mc="http://schemas.openxmlformats.org/markup-compatibility/2006">
                <mc:Choice xmlns:v="urn:schemas-microsoft-com:vml" Requires="v">
                  <p:oleObj spid="_x0000_s493672" name="公式" r:id="rId15" imgW="165028" imgH="228501" progId="Equation.3">
                    <p:embed/>
                  </p:oleObj>
                </mc:Choice>
                <mc:Fallback>
                  <p:oleObj name="公式" r:id="rId15" imgW="165028" imgH="228501" progId="Equation.3">
                    <p:embed/>
                    <p:pic>
                      <p:nvPicPr>
                        <p:cNvPr id="0" name="Object 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551485" y="3109584"/>
                          <a:ext cx="2381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3593" name="Object 32">
              <a:extLst>
                <a:ext uri="{FF2B5EF4-FFF2-40B4-BE49-F238E27FC236}">
                  <a16:creationId xmlns:a16="http://schemas.microsoft.com/office/drawing/2014/main" id="{2F66DEB1-8763-40CD-BAAC-7F575CE68AA5}"/>
                </a:ext>
              </a:extLst>
            </p:cNvPr>
            <p:cNvGraphicFramePr>
              <a:graphicFrameLocks noChangeAspect="1"/>
            </p:cNvGraphicFramePr>
            <p:nvPr/>
          </p:nvGraphicFramePr>
          <p:xfrm>
            <a:off x="7514972" y="1704646"/>
            <a:ext cx="238125" cy="311150"/>
          </p:xfrm>
          <a:graphic>
            <a:graphicData uri="http://schemas.openxmlformats.org/presentationml/2006/ole">
              <mc:AlternateContent xmlns:mc="http://schemas.openxmlformats.org/markup-compatibility/2006">
                <mc:Choice xmlns:v="urn:schemas-microsoft-com:vml" Requires="v">
                  <p:oleObj spid="_x0000_s493673" name="公式" r:id="rId17" imgW="164885" imgH="215619" progId="Equation.3">
                    <p:embed/>
                  </p:oleObj>
                </mc:Choice>
                <mc:Fallback>
                  <p:oleObj name="公式" r:id="rId17" imgW="164885" imgH="215619" progId="Equation.3">
                    <p:embed/>
                    <p:pic>
                      <p:nvPicPr>
                        <p:cNvPr id="0" name="Object 3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14972" y="1704646"/>
                          <a:ext cx="2381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3594" name="Object 33">
              <a:extLst>
                <a:ext uri="{FF2B5EF4-FFF2-40B4-BE49-F238E27FC236}">
                  <a16:creationId xmlns:a16="http://schemas.microsoft.com/office/drawing/2014/main" id="{8336D07E-465B-447A-9664-FB1156677AF2}"/>
                </a:ext>
              </a:extLst>
            </p:cNvPr>
            <p:cNvGraphicFramePr>
              <a:graphicFrameLocks noChangeAspect="1"/>
            </p:cNvGraphicFramePr>
            <p:nvPr/>
          </p:nvGraphicFramePr>
          <p:xfrm>
            <a:off x="7556247" y="2411084"/>
            <a:ext cx="220663" cy="312737"/>
          </p:xfrm>
          <a:graphic>
            <a:graphicData uri="http://schemas.openxmlformats.org/presentationml/2006/ole">
              <mc:AlternateContent xmlns:mc="http://schemas.openxmlformats.org/markup-compatibility/2006">
                <mc:Choice xmlns:v="urn:schemas-microsoft-com:vml" Requires="v">
                  <p:oleObj spid="_x0000_s493674" name="公式" r:id="rId19" imgW="152268" imgH="215713" progId="Equation.3">
                    <p:embed/>
                  </p:oleObj>
                </mc:Choice>
                <mc:Fallback>
                  <p:oleObj name="公式" r:id="rId19" imgW="152268" imgH="215713" progId="Equation.3">
                    <p:embed/>
                    <p:pic>
                      <p:nvPicPr>
                        <p:cNvPr id="0" name="Object 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556247" y="2411084"/>
                          <a:ext cx="22066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5">
            <a:extLst>
              <a:ext uri="{FF2B5EF4-FFF2-40B4-BE49-F238E27FC236}">
                <a16:creationId xmlns:a16="http://schemas.microsoft.com/office/drawing/2014/main" id="{B1E7DBF9-21FE-4797-ABD1-B161B542FB2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4595" name="Rectangle 9">
            <a:extLst>
              <a:ext uri="{FF2B5EF4-FFF2-40B4-BE49-F238E27FC236}">
                <a16:creationId xmlns:a16="http://schemas.microsoft.com/office/drawing/2014/main" id="{C2E864CC-3258-4685-AF09-8D27B25E9015}"/>
              </a:ext>
            </a:extLst>
          </p:cNvPr>
          <p:cNvSpPr>
            <a:spLocks noChangeArrowheads="1"/>
          </p:cNvSpPr>
          <p:nvPr/>
        </p:nvSpPr>
        <p:spPr bwMode="auto">
          <a:xfrm>
            <a:off x="-785813" y="2857500"/>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4596" name="Rectangle 11">
            <a:extLst>
              <a:ext uri="{FF2B5EF4-FFF2-40B4-BE49-F238E27FC236}">
                <a16:creationId xmlns:a16="http://schemas.microsoft.com/office/drawing/2014/main" id="{69101629-877B-41CF-8764-D3D2B4CEEB29}"/>
              </a:ext>
            </a:extLst>
          </p:cNvPr>
          <p:cNvSpPr>
            <a:spLocks noChangeArrowheads="1"/>
          </p:cNvSpPr>
          <p:nvPr/>
        </p:nvSpPr>
        <p:spPr bwMode="auto">
          <a:xfrm>
            <a:off x="-785813" y="286702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4597" name="Rectangle 13">
            <a:extLst>
              <a:ext uri="{FF2B5EF4-FFF2-40B4-BE49-F238E27FC236}">
                <a16:creationId xmlns:a16="http://schemas.microsoft.com/office/drawing/2014/main" id="{F89EDE0A-A693-4C10-823F-FB3D001F46EF}"/>
              </a:ext>
            </a:extLst>
          </p:cNvPr>
          <p:cNvSpPr>
            <a:spLocks noChangeArrowheads="1"/>
          </p:cNvSpPr>
          <p:nvPr/>
        </p:nvSpPr>
        <p:spPr bwMode="auto">
          <a:xfrm>
            <a:off x="-785813" y="2976563"/>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4598" name="Rectangle 15">
            <a:extLst>
              <a:ext uri="{FF2B5EF4-FFF2-40B4-BE49-F238E27FC236}">
                <a16:creationId xmlns:a16="http://schemas.microsoft.com/office/drawing/2014/main" id="{E8F7BA36-82C6-493E-85ED-4062B9355AB3}"/>
              </a:ext>
            </a:extLst>
          </p:cNvPr>
          <p:cNvSpPr>
            <a:spLocks noChangeArrowheads="1"/>
          </p:cNvSpPr>
          <p:nvPr/>
        </p:nvSpPr>
        <p:spPr bwMode="auto">
          <a:xfrm>
            <a:off x="-785813" y="2857500"/>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4599" name="Rectangle 17">
            <a:extLst>
              <a:ext uri="{FF2B5EF4-FFF2-40B4-BE49-F238E27FC236}">
                <a16:creationId xmlns:a16="http://schemas.microsoft.com/office/drawing/2014/main" id="{CAB9F291-8768-4C8F-A6EB-63C760E977FA}"/>
              </a:ext>
            </a:extLst>
          </p:cNvPr>
          <p:cNvSpPr>
            <a:spLocks noChangeArrowheads="1"/>
          </p:cNvSpPr>
          <p:nvPr/>
        </p:nvSpPr>
        <p:spPr bwMode="auto">
          <a:xfrm>
            <a:off x="-785813" y="286702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4600" name="Line 3">
            <a:extLst>
              <a:ext uri="{FF2B5EF4-FFF2-40B4-BE49-F238E27FC236}">
                <a16:creationId xmlns:a16="http://schemas.microsoft.com/office/drawing/2014/main" id="{7C7CEF5A-3ED2-48D8-8120-8C91445F7D8B}"/>
              </a:ext>
            </a:extLst>
          </p:cNvPr>
          <p:cNvSpPr>
            <a:spLocks noChangeShapeType="1"/>
          </p:cNvSpPr>
          <p:nvPr/>
        </p:nvSpPr>
        <p:spPr bwMode="auto">
          <a:xfrm>
            <a:off x="1331913" y="981075"/>
            <a:ext cx="7127875" cy="0"/>
          </a:xfrm>
          <a:prstGeom prst="line">
            <a:avLst/>
          </a:prstGeom>
          <a:noFill/>
          <a:ln w="9525">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4601" name="Rectangle 8">
            <a:extLst>
              <a:ext uri="{FF2B5EF4-FFF2-40B4-BE49-F238E27FC236}">
                <a16:creationId xmlns:a16="http://schemas.microsoft.com/office/drawing/2014/main" id="{3B4BFDA4-13CF-4B9C-8403-26AA0959E549}"/>
              </a:ext>
            </a:extLst>
          </p:cNvPr>
          <p:cNvSpPr>
            <a:spLocks noChangeArrowheads="1"/>
          </p:cNvSpPr>
          <p:nvPr/>
        </p:nvSpPr>
        <p:spPr bwMode="auto">
          <a:xfrm>
            <a:off x="1187450" y="223838"/>
            <a:ext cx="609917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Tx/>
              <a:buNone/>
            </a:pPr>
            <a:r>
              <a:rPr kumimoji="0" lang="zh-CN" altLang="en-US" sz="2800" b="1">
                <a:solidFill>
                  <a:srgbClr val="0070C0"/>
                </a:solidFill>
                <a:latin typeface="黑体" panose="02010609060101010101" pitchFamily="49" charset="-122"/>
                <a:ea typeface="黑体" panose="02010609060101010101" pitchFamily="49" charset="-122"/>
                <a:sym typeface="黑体" panose="02010609060101010101" pitchFamily="49" charset="-122"/>
              </a:rPr>
              <a:t>光纤的数值孔径</a:t>
            </a:r>
            <a:r>
              <a:rPr kumimoji="0" lang="en-US" altLang="zh-CN" sz="2800" b="1">
                <a:solidFill>
                  <a:srgbClr val="0070C0"/>
                </a:solidFill>
                <a:latin typeface="黑体" panose="02010609060101010101" pitchFamily="49" charset="-122"/>
                <a:ea typeface="黑体" panose="02010609060101010101" pitchFamily="49" charset="-122"/>
                <a:sym typeface="黑体" panose="02010609060101010101" pitchFamily="49" charset="-122"/>
              </a:rPr>
              <a:t>NA</a:t>
            </a:r>
            <a:endParaRPr kumimoji="0" lang="zh-CN" altLang="en-US" sz="2800" b="1">
              <a:solidFill>
                <a:srgbClr val="0070C0"/>
              </a:solidFill>
              <a:latin typeface="黑体" panose="02010609060101010101" pitchFamily="49" charset="-122"/>
              <a:ea typeface="黑体" panose="02010609060101010101" pitchFamily="49" charset="-122"/>
              <a:sym typeface="黑体" panose="02010609060101010101" pitchFamily="49" charset="-122"/>
            </a:endParaRPr>
          </a:p>
        </p:txBody>
      </p:sp>
      <p:graphicFrame>
        <p:nvGraphicFramePr>
          <p:cNvPr id="494602" name="Object 11">
            <a:extLst>
              <a:ext uri="{FF2B5EF4-FFF2-40B4-BE49-F238E27FC236}">
                <a16:creationId xmlns:a16="http://schemas.microsoft.com/office/drawing/2014/main" id="{C4601E09-CC42-4005-A83C-10D3AE884BFA}"/>
              </a:ext>
            </a:extLst>
          </p:cNvPr>
          <p:cNvGraphicFramePr>
            <a:graphicFrameLocks noChangeAspect="1"/>
          </p:cNvGraphicFramePr>
          <p:nvPr/>
        </p:nvGraphicFramePr>
        <p:xfrm>
          <a:off x="1595438" y="3616325"/>
          <a:ext cx="5556250" cy="1039813"/>
        </p:xfrm>
        <a:graphic>
          <a:graphicData uri="http://schemas.openxmlformats.org/presentationml/2006/ole">
            <mc:AlternateContent xmlns:mc="http://schemas.openxmlformats.org/markup-compatibility/2006">
              <mc:Choice xmlns:v="urn:schemas-microsoft-com:vml" Requires="v">
                <p:oleObj spid="_x0000_s494663" name="Equation" r:id="rId4" imgW="2984400" imgH="558720" progId="Equation.DSMT4">
                  <p:embed/>
                </p:oleObj>
              </mc:Choice>
              <mc:Fallback>
                <p:oleObj name="Equation" r:id="rId4" imgW="2984400" imgH="558720"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5438" y="3616325"/>
                        <a:ext cx="5556250"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4603" name="Text Box 12">
            <a:extLst>
              <a:ext uri="{FF2B5EF4-FFF2-40B4-BE49-F238E27FC236}">
                <a16:creationId xmlns:a16="http://schemas.microsoft.com/office/drawing/2014/main" id="{E7806A61-4C9D-4A98-99B8-E706841A6777}"/>
              </a:ext>
            </a:extLst>
          </p:cNvPr>
          <p:cNvSpPr txBox="1">
            <a:spLocks noChangeArrowheads="1"/>
          </p:cNvSpPr>
          <p:nvPr/>
        </p:nvSpPr>
        <p:spPr bwMode="auto">
          <a:xfrm>
            <a:off x="858838" y="4733925"/>
            <a:ext cx="7724775" cy="11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SzTx/>
              <a:buFontTx/>
              <a:buNone/>
            </a:pPr>
            <a:r>
              <a:rPr kumimoji="0" lang="en-US" altLang="zh-CN" sz="2200" i="1">
                <a:solidFill>
                  <a:srgbClr val="000000"/>
                </a:solidFill>
                <a:latin typeface="Arial" panose="020B0604020202020204" pitchFamily="34" charset="0"/>
                <a:ea typeface="宋体" panose="02010600030101010101" pitchFamily="2" charset="-122"/>
              </a:rPr>
              <a:t>n</a:t>
            </a:r>
            <a:r>
              <a:rPr kumimoji="0" lang="en-US" altLang="zh-CN" sz="2200" baseline="-25000">
                <a:solidFill>
                  <a:srgbClr val="000000"/>
                </a:solidFill>
                <a:latin typeface="Arial" panose="020B0604020202020204" pitchFamily="34" charset="0"/>
                <a:ea typeface="宋体" panose="02010600030101010101" pitchFamily="2" charset="-122"/>
              </a:rPr>
              <a:t>0</a:t>
            </a:r>
            <a:r>
              <a:rPr kumimoji="0" lang="zh-CN" altLang="en-US" sz="2200">
                <a:solidFill>
                  <a:srgbClr val="000000"/>
                </a:solidFill>
                <a:latin typeface="Arial" panose="020B0604020202020204" pitchFamily="34" charset="0"/>
                <a:ea typeface="宋体" panose="02010600030101010101" pitchFamily="2" charset="-122"/>
              </a:rPr>
              <a:t>为入射光线</a:t>
            </a:r>
            <a:r>
              <a:rPr kumimoji="0" lang="en-US" altLang="zh-CN" sz="2200" i="1">
                <a:solidFill>
                  <a:srgbClr val="000000"/>
                </a:solidFill>
                <a:latin typeface="Arial" panose="020B0604020202020204" pitchFamily="34" charset="0"/>
                <a:ea typeface="宋体" panose="02010600030101010101" pitchFamily="2" charset="-122"/>
              </a:rPr>
              <a:t>AB</a:t>
            </a:r>
            <a:r>
              <a:rPr kumimoji="0" lang="zh-CN" altLang="en-US" sz="2200">
                <a:solidFill>
                  <a:srgbClr val="000000"/>
                </a:solidFill>
                <a:latin typeface="Arial" panose="020B0604020202020204" pitchFamily="34" charset="0"/>
                <a:ea typeface="宋体" panose="02010600030101010101" pitchFamily="2" charset="-122"/>
              </a:rPr>
              <a:t>所在空间的折射率，一般皆为空气，故</a:t>
            </a:r>
            <a:r>
              <a:rPr kumimoji="0" lang="en-US" altLang="zh-CN" sz="2200" i="1">
                <a:solidFill>
                  <a:srgbClr val="000000"/>
                </a:solidFill>
                <a:latin typeface="Arial" panose="020B0604020202020204" pitchFamily="34" charset="0"/>
                <a:ea typeface="宋体" panose="02010600030101010101" pitchFamily="2" charset="-122"/>
              </a:rPr>
              <a:t>n</a:t>
            </a:r>
            <a:r>
              <a:rPr kumimoji="0" lang="en-US" altLang="zh-CN" sz="2200" baseline="-25000">
                <a:solidFill>
                  <a:srgbClr val="000000"/>
                </a:solidFill>
                <a:latin typeface="Arial" panose="020B0604020202020204" pitchFamily="34" charset="0"/>
                <a:ea typeface="宋体" panose="02010600030101010101" pitchFamily="2" charset="-122"/>
              </a:rPr>
              <a:t>0</a:t>
            </a:r>
            <a:r>
              <a:rPr kumimoji="0" lang="en-US" altLang="zh-CN" sz="2200">
                <a:solidFill>
                  <a:srgbClr val="000000"/>
                </a:solidFill>
                <a:latin typeface="Arial" panose="020B0604020202020204" pitchFamily="34" charset="0"/>
                <a:ea typeface="宋体" panose="02010600030101010101" pitchFamily="2" charset="-122"/>
              </a:rPr>
              <a:t>≈1</a:t>
            </a:r>
            <a:r>
              <a:rPr kumimoji="0" lang="zh-CN" altLang="en-US" sz="2200">
                <a:solidFill>
                  <a:srgbClr val="000000"/>
                </a:solidFill>
                <a:latin typeface="Arial" panose="020B0604020202020204" pitchFamily="34" charset="0"/>
                <a:ea typeface="宋体" panose="02010600030101010101" pitchFamily="2" charset="-122"/>
              </a:rPr>
              <a:t>；</a:t>
            </a:r>
            <a:r>
              <a:rPr kumimoji="0" lang="en-US" altLang="zh-CN" sz="2200" i="1">
                <a:solidFill>
                  <a:srgbClr val="000000"/>
                </a:solidFill>
                <a:latin typeface="Arial" panose="020B0604020202020204" pitchFamily="34" charset="0"/>
                <a:ea typeface="宋体" panose="02010600030101010101" pitchFamily="2" charset="-122"/>
              </a:rPr>
              <a:t>n</a:t>
            </a:r>
            <a:r>
              <a:rPr kumimoji="0" lang="en-US" altLang="zh-CN" sz="2200" baseline="-25000">
                <a:solidFill>
                  <a:srgbClr val="000000"/>
                </a:solidFill>
                <a:latin typeface="Arial" panose="020B0604020202020204" pitchFamily="34" charset="0"/>
                <a:ea typeface="宋体" panose="02010600030101010101" pitchFamily="2" charset="-122"/>
              </a:rPr>
              <a:t>1</a:t>
            </a:r>
            <a:r>
              <a:rPr kumimoji="0" lang="zh-CN" altLang="en-US" sz="2200">
                <a:solidFill>
                  <a:srgbClr val="000000"/>
                </a:solidFill>
                <a:latin typeface="Arial" panose="020B0604020202020204" pitchFamily="34" charset="0"/>
                <a:ea typeface="宋体" panose="02010600030101010101" pitchFamily="2" charset="-122"/>
              </a:rPr>
              <a:t>为纤芯折射率，</a:t>
            </a:r>
            <a:r>
              <a:rPr kumimoji="0" lang="en-US" altLang="zh-CN" sz="2200" i="1">
                <a:solidFill>
                  <a:srgbClr val="000000"/>
                </a:solidFill>
                <a:latin typeface="Arial" panose="020B0604020202020204" pitchFamily="34" charset="0"/>
                <a:ea typeface="宋体" panose="02010600030101010101" pitchFamily="2" charset="-122"/>
              </a:rPr>
              <a:t>n</a:t>
            </a:r>
            <a:r>
              <a:rPr kumimoji="0" lang="en-US" altLang="zh-CN" sz="2200" baseline="-25000">
                <a:solidFill>
                  <a:srgbClr val="000000"/>
                </a:solidFill>
                <a:latin typeface="Arial" panose="020B0604020202020204" pitchFamily="34" charset="0"/>
                <a:ea typeface="宋体" panose="02010600030101010101" pitchFamily="2" charset="-122"/>
              </a:rPr>
              <a:t>2</a:t>
            </a:r>
            <a:r>
              <a:rPr kumimoji="0" lang="zh-CN" altLang="en-US" sz="2200">
                <a:solidFill>
                  <a:srgbClr val="000000"/>
                </a:solidFill>
                <a:latin typeface="Arial" panose="020B0604020202020204" pitchFamily="34" charset="0"/>
                <a:ea typeface="宋体" panose="02010600030101010101" pitchFamily="2" charset="-122"/>
              </a:rPr>
              <a:t>为包层折射率。</a:t>
            </a:r>
          </a:p>
        </p:txBody>
      </p:sp>
      <p:sp>
        <p:nvSpPr>
          <p:cNvPr id="494604" name="Text Box 13">
            <a:extLst>
              <a:ext uri="{FF2B5EF4-FFF2-40B4-BE49-F238E27FC236}">
                <a16:creationId xmlns:a16="http://schemas.microsoft.com/office/drawing/2014/main" id="{F9EA9902-EF3A-4D7C-B171-210CE01D98E4}"/>
              </a:ext>
            </a:extLst>
          </p:cNvPr>
          <p:cNvSpPr txBox="1">
            <a:spLocks noChangeArrowheads="1"/>
          </p:cNvSpPr>
          <p:nvPr/>
        </p:nvSpPr>
        <p:spPr bwMode="auto">
          <a:xfrm>
            <a:off x="931863" y="5965825"/>
            <a:ext cx="417512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sz="1800">
                <a:solidFill>
                  <a:srgbClr val="000000"/>
                </a:solidFill>
                <a:latin typeface="Arial" panose="020B0604020202020204" pitchFamily="34" charset="0"/>
                <a:ea typeface="宋体" panose="02010600030101010101" pitchFamily="2" charset="-122"/>
              </a:rPr>
              <a:t>当</a:t>
            </a:r>
            <a:r>
              <a:rPr kumimoji="0" lang="en-US" altLang="zh-CN" sz="1800" i="1">
                <a:solidFill>
                  <a:srgbClr val="000000"/>
                </a:solidFill>
                <a:latin typeface="Arial" panose="020B0604020202020204" pitchFamily="34" charset="0"/>
                <a:ea typeface="宋体" panose="02010600030101010101" pitchFamily="2" charset="-122"/>
              </a:rPr>
              <a:t>n</a:t>
            </a:r>
            <a:r>
              <a:rPr kumimoji="0" lang="en-US" altLang="zh-CN" sz="1800" baseline="-25000">
                <a:solidFill>
                  <a:srgbClr val="000000"/>
                </a:solidFill>
                <a:latin typeface="Arial" panose="020B0604020202020204" pitchFamily="34" charset="0"/>
                <a:ea typeface="宋体" panose="02010600030101010101" pitchFamily="2" charset="-122"/>
              </a:rPr>
              <a:t>0</a:t>
            </a:r>
            <a:r>
              <a:rPr kumimoji="0" lang="en-US" altLang="zh-CN" sz="1800">
                <a:solidFill>
                  <a:srgbClr val="000000"/>
                </a:solidFill>
                <a:latin typeface="Arial" panose="020B0604020202020204" pitchFamily="34" charset="0"/>
                <a:ea typeface="宋体" panose="02010600030101010101" pitchFamily="2" charset="-122"/>
              </a:rPr>
              <a:t>=1</a:t>
            </a:r>
            <a:r>
              <a:rPr kumimoji="0" lang="zh-CN" altLang="en-US" sz="1800">
                <a:solidFill>
                  <a:srgbClr val="000000"/>
                </a:solidFill>
                <a:latin typeface="Arial" panose="020B0604020202020204" pitchFamily="34" charset="0"/>
                <a:ea typeface="宋体" panose="02010600030101010101" pitchFamily="2" charset="-122"/>
              </a:rPr>
              <a:t>时</a:t>
            </a:r>
          </a:p>
        </p:txBody>
      </p:sp>
      <p:graphicFrame>
        <p:nvGraphicFramePr>
          <p:cNvPr id="494605" name="Object 14">
            <a:extLst>
              <a:ext uri="{FF2B5EF4-FFF2-40B4-BE49-F238E27FC236}">
                <a16:creationId xmlns:a16="http://schemas.microsoft.com/office/drawing/2014/main" id="{EB72B47F-7180-4B03-B223-95796CA41D36}"/>
              </a:ext>
            </a:extLst>
          </p:cNvPr>
          <p:cNvGraphicFramePr>
            <a:graphicFrameLocks noChangeAspect="1"/>
          </p:cNvGraphicFramePr>
          <p:nvPr/>
        </p:nvGraphicFramePr>
        <p:xfrm>
          <a:off x="3346450" y="5868988"/>
          <a:ext cx="3097213" cy="619125"/>
        </p:xfrm>
        <a:graphic>
          <a:graphicData uri="http://schemas.openxmlformats.org/presentationml/2006/ole">
            <mc:AlternateContent xmlns:mc="http://schemas.openxmlformats.org/markup-compatibility/2006">
              <mc:Choice xmlns:v="urn:schemas-microsoft-com:vml" Requires="v">
                <p:oleObj spid="_x0000_s494664" name="Equation" r:id="rId6" imgW="1459866" imgH="291973" progId="Equation.DSMT4">
                  <p:embed/>
                </p:oleObj>
              </mc:Choice>
              <mc:Fallback>
                <p:oleObj name="Equation" r:id="rId6" imgW="1459866" imgH="291973" progId="Equation.DSMT4">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6450" y="5868988"/>
                        <a:ext cx="3097213"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4606" name="组合 30">
            <a:extLst>
              <a:ext uri="{FF2B5EF4-FFF2-40B4-BE49-F238E27FC236}">
                <a16:creationId xmlns:a16="http://schemas.microsoft.com/office/drawing/2014/main" id="{BCC037BD-D040-4BD9-A7F1-5095F619A1B4}"/>
              </a:ext>
            </a:extLst>
          </p:cNvPr>
          <p:cNvGrpSpPr>
            <a:grpSpLocks/>
          </p:cNvGrpSpPr>
          <p:nvPr/>
        </p:nvGrpSpPr>
        <p:grpSpPr bwMode="auto">
          <a:xfrm>
            <a:off x="838200" y="1093788"/>
            <a:ext cx="7005638" cy="2624137"/>
            <a:chOff x="837708" y="845099"/>
            <a:chExt cx="7005877" cy="2623260"/>
          </a:xfrm>
        </p:grpSpPr>
        <p:pic>
          <p:nvPicPr>
            <p:cNvPr id="494607" name="图片 37">
              <a:extLst>
                <a:ext uri="{FF2B5EF4-FFF2-40B4-BE49-F238E27FC236}">
                  <a16:creationId xmlns:a16="http://schemas.microsoft.com/office/drawing/2014/main" id="{5DF3AC28-FE71-4857-9EA2-698A8BFF80F9}"/>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37708" y="845099"/>
              <a:ext cx="5741787" cy="2594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4608" name="Text Box 23">
              <a:extLst>
                <a:ext uri="{FF2B5EF4-FFF2-40B4-BE49-F238E27FC236}">
                  <a16:creationId xmlns:a16="http://schemas.microsoft.com/office/drawing/2014/main" id="{607251FF-2C76-4E66-A90C-51BE12BB0548}"/>
                </a:ext>
              </a:extLst>
            </p:cNvPr>
            <p:cNvSpPr txBox="1">
              <a:spLocks noChangeArrowheads="1"/>
            </p:cNvSpPr>
            <p:nvPr/>
          </p:nvSpPr>
          <p:spPr bwMode="auto">
            <a:xfrm>
              <a:off x="6959347" y="1657021"/>
              <a:ext cx="833438" cy="376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包层</a:t>
              </a:r>
            </a:p>
          </p:txBody>
        </p:sp>
        <p:sp>
          <p:nvSpPr>
            <p:cNvPr id="494609" name="Text Box 24">
              <a:extLst>
                <a:ext uri="{FF2B5EF4-FFF2-40B4-BE49-F238E27FC236}">
                  <a16:creationId xmlns:a16="http://schemas.microsoft.com/office/drawing/2014/main" id="{11CE03DF-2EF5-43A9-98C1-0527F12CAB43}"/>
                </a:ext>
              </a:extLst>
            </p:cNvPr>
            <p:cNvSpPr txBox="1">
              <a:spLocks noChangeArrowheads="1"/>
            </p:cNvSpPr>
            <p:nvPr/>
          </p:nvSpPr>
          <p:spPr bwMode="auto">
            <a:xfrm>
              <a:off x="6979985" y="2372984"/>
              <a:ext cx="833437" cy="3762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纤芯</a:t>
              </a:r>
            </a:p>
          </p:txBody>
        </p:sp>
        <p:sp>
          <p:nvSpPr>
            <p:cNvPr id="494610" name="Line 25">
              <a:extLst>
                <a:ext uri="{FF2B5EF4-FFF2-40B4-BE49-F238E27FC236}">
                  <a16:creationId xmlns:a16="http://schemas.microsoft.com/office/drawing/2014/main" id="{B4AC982E-3E12-45C8-976D-3BE5AE87D866}"/>
                </a:ext>
              </a:extLst>
            </p:cNvPr>
            <p:cNvSpPr>
              <a:spLocks noChangeShapeType="1"/>
            </p:cNvSpPr>
            <p:nvPr/>
          </p:nvSpPr>
          <p:spPr bwMode="auto">
            <a:xfrm flipH="1" flipV="1">
              <a:off x="5971922" y="1580821"/>
              <a:ext cx="1008063" cy="28733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4611" name="Line 27">
              <a:extLst>
                <a:ext uri="{FF2B5EF4-FFF2-40B4-BE49-F238E27FC236}">
                  <a16:creationId xmlns:a16="http://schemas.microsoft.com/office/drawing/2014/main" id="{1C832F0F-3909-417B-B382-5D48508CC261}"/>
                </a:ext>
              </a:extLst>
            </p:cNvPr>
            <p:cNvSpPr>
              <a:spLocks noChangeShapeType="1"/>
            </p:cNvSpPr>
            <p:nvPr/>
          </p:nvSpPr>
          <p:spPr bwMode="auto">
            <a:xfrm flipH="1">
              <a:off x="6187822" y="1868159"/>
              <a:ext cx="792163" cy="10795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4612" name="Line 28">
              <a:extLst>
                <a:ext uri="{FF2B5EF4-FFF2-40B4-BE49-F238E27FC236}">
                  <a16:creationId xmlns:a16="http://schemas.microsoft.com/office/drawing/2014/main" id="{70DEE35B-8EF0-4BCC-B81A-8FF5FD95E2C8}"/>
                </a:ext>
              </a:extLst>
            </p:cNvPr>
            <p:cNvSpPr>
              <a:spLocks noChangeShapeType="1"/>
            </p:cNvSpPr>
            <p:nvPr/>
          </p:nvSpPr>
          <p:spPr bwMode="auto">
            <a:xfrm flipH="1" flipV="1">
              <a:off x="6187822" y="2444421"/>
              <a:ext cx="792163" cy="1444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4613" name="Text Box 29">
              <a:extLst>
                <a:ext uri="{FF2B5EF4-FFF2-40B4-BE49-F238E27FC236}">
                  <a16:creationId xmlns:a16="http://schemas.microsoft.com/office/drawing/2014/main" id="{2A6D5213-1184-4674-AD3B-18E9C0B7BE3E}"/>
                </a:ext>
              </a:extLst>
            </p:cNvPr>
            <p:cNvSpPr txBox="1">
              <a:spLocks noChangeArrowheads="1"/>
            </p:cNvSpPr>
            <p:nvPr/>
          </p:nvSpPr>
          <p:spPr bwMode="auto">
            <a:xfrm>
              <a:off x="6979985" y="3092121"/>
              <a:ext cx="863600" cy="376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空气</a:t>
              </a:r>
            </a:p>
          </p:txBody>
        </p:sp>
        <p:sp>
          <p:nvSpPr>
            <p:cNvPr id="494614" name="Line 30">
              <a:extLst>
                <a:ext uri="{FF2B5EF4-FFF2-40B4-BE49-F238E27FC236}">
                  <a16:creationId xmlns:a16="http://schemas.microsoft.com/office/drawing/2014/main" id="{DC5EA41F-EEFB-4988-90D3-ADFEFF59943A}"/>
                </a:ext>
              </a:extLst>
            </p:cNvPr>
            <p:cNvSpPr>
              <a:spLocks noChangeShapeType="1"/>
            </p:cNvSpPr>
            <p:nvPr/>
          </p:nvSpPr>
          <p:spPr bwMode="auto">
            <a:xfrm flipH="1" flipV="1">
              <a:off x="6546597" y="3165146"/>
              <a:ext cx="433388" cy="1428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94615" name="Object 31">
              <a:extLst>
                <a:ext uri="{FF2B5EF4-FFF2-40B4-BE49-F238E27FC236}">
                  <a16:creationId xmlns:a16="http://schemas.microsoft.com/office/drawing/2014/main" id="{EF5B110F-2A90-488A-A729-60E5990EBC8F}"/>
                </a:ext>
              </a:extLst>
            </p:cNvPr>
            <p:cNvGraphicFramePr>
              <a:graphicFrameLocks noChangeAspect="1"/>
            </p:cNvGraphicFramePr>
            <p:nvPr/>
          </p:nvGraphicFramePr>
          <p:xfrm>
            <a:off x="7551485" y="3109584"/>
            <a:ext cx="238125" cy="330200"/>
          </p:xfrm>
          <a:graphic>
            <a:graphicData uri="http://schemas.openxmlformats.org/presentationml/2006/ole">
              <mc:AlternateContent xmlns:mc="http://schemas.openxmlformats.org/markup-compatibility/2006">
                <mc:Choice xmlns:v="urn:schemas-microsoft-com:vml" Requires="v">
                  <p:oleObj spid="_x0000_s494665" name="公式" r:id="rId9" imgW="165028" imgH="228501" progId="Equation.3">
                    <p:embed/>
                  </p:oleObj>
                </mc:Choice>
                <mc:Fallback>
                  <p:oleObj name="公式" r:id="rId9" imgW="165028" imgH="228501" progId="Equation.3">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1485" y="3109584"/>
                          <a:ext cx="2381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4616" name="Object 32">
              <a:extLst>
                <a:ext uri="{FF2B5EF4-FFF2-40B4-BE49-F238E27FC236}">
                  <a16:creationId xmlns:a16="http://schemas.microsoft.com/office/drawing/2014/main" id="{137A08E1-9F1F-41AE-95B4-469962A82547}"/>
                </a:ext>
              </a:extLst>
            </p:cNvPr>
            <p:cNvGraphicFramePr>
              <a:graphicFrameLocks noChangeAspect="1"/>
            </p:cNvGraphicFramePr>
            <p:nvPr/>
          </p:nvGraphicFramePr>
          <p:xfrm>
            <a:off x="7514972" y="1704646"/>
            <a:ext cx="238125" cy="311150"/>
          </p:xfrm>
          <a:graphic>
            <a:graphicData uri="http://schemas.openxmlformats.org/presentationml/2006/ole">
              <mc:AlternateContent xmlns:mc="http://schemas.openxmlformats.org/markup-compatibility/2006">
                <mc:Choice xmlns:v="urn:schemas-microsoft-com:vml" Requires="v">
                  <p:oleObj spid="_x0000_s494666" name="公式" r:id="rId11" imgW="164885" imgH="215619" progId="Equation.3">
                    <p:embed/>
                  </p:oleObj>
                </mc:Choice>
                <mc:Fallback>
                  <p:oleObj name="公式" r:id="rId11" imgW="164885" imgH="215619" progId="Equation.3">
                    <p:embed/>
                    <p:pic>
                      <p:nvPicPr>
                        <p:cNvPr id="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14972" y="1704646"/>
                          <a:ext cx="2381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4617" name="Object 33">
              <a:extLst>
                <a:ext uri="{FF2B5EF4-FFF2-40B4-BE49-F238E27FC236}">
                  <a16:creationId xmlns:a16="http://schemas.microsoft.com/office/drawing/2014/main" id="{62A0CA04-9BEA-4429-A4C3-D4463BE76737}"/>
                </a:ext>
              </a:extLst>
            </p:cNvPr>
            <p:cNvGraphicFramePr>
              <a:graphicFrameLocks noChangeAspect="1"/>
            </p:cNvGraphicFramePr>
            <p:nvPr/>
          </p:nvGraphicFramePr>
          <p:xfrm>
            <a:off x="7556247" y="2411084"/>
            <a:ext cx="220663" cy="312737"/>
          </p:xfrm>
          <a:graphic>
            <a:graphicData uri="http://schemas.openxmlformats.org/presentationml/2006/ole">
              <mc:AlternateContent xmlns:mc="http://schemas.openxmlformats.org/markup-compatibility/2006">
                <mc:Choice xmlns:v="urn:schemas-microsoft-com:vml" Requires="v">
                  <p:oleObj spid="_x0000_s494667" name="公式" r:id="rId13" imgW="152268" imgH="215713" progId="Equation.3">
                    <p:embed/>
                  </p:oleObj>
                </mc:Choice>
                <mc:Fallback>
                  <p:oleObj name="公式" r:id="rId13" imgW="152268" imgH="215713" progId="Equation.3">
                    <p:embed/>
                    <p:pic>
                      <p:nvPicPr>
                        <p:cNvPr id="0" name="Object 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56247" y="2411084"/>
                          <a:ext cx="22066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5">
            <a:extLst>
              <a:ext uri="{FF2B5EF4-FFF2-40B4-BE49-F238E27FC236}">
                <a16:creationId xmlns:a16="http://schemas.microsoft.com/office/drawing/2014/main" id="{7BC75110-5687-45AC-B3BE-B68DD9261A8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5619" name="Line 3">
            <a:extLst>
              <a:ext uri="{FF2B5EF4-FFF2-40B4-BE49-F238E27FC236}">
                <a16:creationId xmlns:a16="http://schemas.microsoft.com/office/drawing/2014/main" id="{B73F0D27-6FB2-4CCE-A6F9-0B1911988178}"/>
              </a:ext>
            </a:extLst>
          </p:cNvPr>
          <p:cNvSpPr>
            <a:spLocks noChangeShapeType="1"/>
          </p:cNvSpPr>
          <p:nvPr/>
        </p:nvSpPr>
        <p:spPr bwMode="auto">
          <a:xfrm>
            <a:off x="1331913" y="981075"/>
            <a:ext cx="7127875" cy="0"/>
          </a:xfrm>
          <a:prstGeom prst="line">
            <a:avLst/>
          </a:prstGeom>
          <a:noFill/>
          <a:ln w="9525">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5620" name="Rectangle 8">
            <a:extLst>
              <a:ext uri="{FF2B5EF4-FFF2-40B4-BE49-F238E27FC236}">
                <a16:creationId xmlns:a16="http://schemas.microsoft.com/office/drawing/2014/main" id="{88D481D5-310C-47B9-B5A6-225CF1C3CDA1}"/>
              </a:ext>
            </a:extLst>
          </p:cNvPr>
          <p:cNvSpPr>
            <a:spLocks noChangeArrowheads="1"/>
          </p:cNvSpPr>
          <p:nvPr/>
        </p:nvSpPr>
        <p:spPr bwMode="auto">
          <a:xfrm>
            <a:off x="1187450" y="223838"/>
            <a:ext cx="609917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Tx/>
              <a:buNone/>
            </a:pPr>
            <a:r>
              <a:rPr kumimoji="0" lang="zh-CN" altLang="en-US" sz="2800" b="1">
                <a:solidFill>
                  <a:srgbClr val="0070C0"/>
                </a:solidFill>
                <a:latin typeface="黑体" panose="02010609060101010101" pitchFamily="49" charset="-122"/>
                <a:ea typeface="黑体" panose="02010609060101010101" pitchFamily="49" charset="-122"/>
                <a:sym typeface="黑体" panose="02010609060101010101" pitchFamily="49" charset="-122"/>
              </a:rPr>
              <a:t>光纤的数值孔径</a:t>
            </a:r>
            <a:r>
              <a:rPr kumimoji="0" lang="en-US" altLang="zh-CN" sz="2800" b="1">
                <a:solidFill>
                  <a:srgbClr val="0070C0"/>
                </a:solidFill>
                <a:latin typeface="黑体" panose="02010609060101010101" pitchFamily="49" charset="-122"/>
                <a:ea typeface="黑体" panose="02010609060101010101" pitchFamily="49" charset="-122"/>
                <a:sym typeface="黑体" panose="02010609060101010101" pitchFamily="49" charset="-122"/>
              </a:rPr>
              <a:t>NA</a:t>
            </a:r>
            <a:endParaRPr kumimoji="0" lang="zh-CN" altLang="en-US" sz="2800" b="1">
              <a:solidFill>
                <a:srgbClr val="0070C0"/>
              </a:solidFill>
              <a:latin typeface="黑体" panose="02010609060101010101" pitchFamily="49" charset="-122"/>
              <a:ea typeface="黑体" panose="02010609060101010101" pitchFamily="49" charset="-122"/>
              <a:sym typeface="黑体" panose="02010609060101010101" pitchFamily="49" charset="-122"/>
            </a:endParaRPr>
          </a:p>
        </p:txBody>
      </p:sp>
      <p:sp>
        <p:nvSpPr>
          <p:cNvPr id="495621" name="Text Box 4">
            <a:extLst>
              <a:ext uri="{FF2B5EF4-FFF2-40B4-BE49-F238E27FC236}">
                <a16:creationId xmlns:a16="http://schemas.microsoft.com/office/drawing/2014/main" id="{65198CE1-97C2-4158-B836-FE3B8EA28023}"/>
              </a:ext>
            </a:extLst>
          </p:cNvPr>
          <p:cNvSpPr txBox="1">
            <a:spLocks noChangeArrowheads="1"/>
          </p:cNvSpPr>
          <p:nvPr/>
        </p:nvSpPr>
        <p:spPr bwMode="auto">
          <a:xfrm>
            <a:off x="323850" y="4187825"/>
            <a:ext cx="813593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sz="1800">
                <a:solidFill>
                  <a:srgbClr val="000000"/>
                </a:solidFill>
                <a:latin typeface="Arial" panose="020B0604020202020204" pitchFamily="34" charset="0"/>
                <a:ea typeface="宋体" panose="02010600030101010101" pitchFamily="2" charset="-122"/>
              </a:rPr>
              <a:t>当</a:t>
            </a:r>
            <a:r>
              <a:rPr kumimoji="0" lang="el-GR" altLang="zh-CN" sz="1800" i="1">
                <a:solidFill>
                  <a:srgbClr val="000000"/>
                </a:solidFill>
                <a:latin typeface="Arial" panose="020B0604020202020204" pitchFamily="34" charset="0"/>
                <a:ea typeface="宋体" panose="02010600030101010101" pitchFamily="2" charset="-122"/>
              </a:rPr>
              <a:t>θ</a:t>
            </a:r>
            <a:r>
              <a:rPr kumimoji="0" lang="en-US" altLang="zh-CN" sz="1800" baseline="-25000">
                <a:solidFill>
                  <a:srgbClr val="000000"/>
                </a:solidFill>
                <a:latin typeface="Arial" panose="020B0604020202020204" pitchFamily="34" charset="0"/>
                <a:ea typeface="宋体" panose="02010600030101010101" pitchFamily="2" charset="-122"/>
              </a:rPr>
              <a:t>r</a:t>
            </a:r>
            <a:r>
              <a:rPr kumimoji="0" lang="en-US" altLang="zh-CN" sz="1800">
                <a:solidFill>
                  <a:srgbClr val="000000"/>
                </a:solidFill>
                <a:latin typeface="Arial" panose="020B0604020202020204" pitchFamily="34" charset="0"/>
                <a:ea typeface="宋体" panose="02010600030101010101" pitchFamily="2" charset="-122"/>
              </a:rPr>
              <a:t>=90</a:t>
            </a:r>
            <a:r>
              <a:rPr kumimoji="0" lang="el-GR" altLang="zh-CN" sz="1800" baseline="30000">
                <a:solidFill>
                  <a:srgbClr val="000000"/>
                </a:solidFill>
                <a:latin typeface="Arial" panose="020B0604020202020204" pitchFamily="34" charset="0"/>
                <a:ea typeface="宋体" panose="02010600030101010101" pitchFamily="2" charset="-122"/>
              </a:rPr>
              <a:t>°</a:t>
            </a:r>
            <a:r>
              <a:rPr kumimoji="0" lang="zh-CN" altLang="en-US" sz="1800">
                <a:solidFill>
                  <a:srgbClr val="000000"/>
                </a:solidFill>
                <a:latin typeface="Arial" panose="020B0604020202020204" pitchFamily="34" charset="0"/>
                <a:ea typeface="宋体" panose="02010600030101010101" pitchFamily="2" charset="-122"/>
              </a:rPr>
              <a:t>的临界状态时，</a:t>
            </a:r>
            <a:r>
              <a:rPr kumimoji="0" lang="el-GR" altLang="zh-CN" sz="1800" i="1">
                <a:solidFill>
                  <a:srgbClr val="000000"/>
                </a:solidFill>
                <a:latin typeface="Arial" panose="020B0604020202020204" pitchFamily="34" charset="0"/>
                <a:ea typeface="宋体" panose="02010600030101010101" pitchFamily="2" charset="-122"/>
              </a:rPr>
              <a:t>θ</a:t>
            </a:r>
            <a:r>
              <a:rPr kumimoji="0" lang="en-US" altLang="zh-CN" sz="1800" baseline="-25000">
                <a:solidFill>
                  <a:srgbClr val="000000"/>
                </a:solidFill>
                <a:latin typeface="Arial" panose="020B0604020202020204" pitchFamily="34" charset="0"/>
                <a:ea typeface="宋体" panose="02010600030101010101" pitchFamily="2" charset="-122"/>
              </a:rPr>
              <a:t>i</a:t>
            </a:r>
            <a:r>
              <a:rPr kumimoji="0" lang="en-US" altLang="zh-CN" sz="1800">
                <a:solidFill>
                  <a:srgbClr val="000000"/>
                </a:solidFill>
                <a:latin typeface="Arial" panose="020B0604020202020204" pitchFamily="34" charset="0"/>
                <a:ea typeface="宋体" panose="02010600030101010101" pitchFamily="2" charset="-122"/>
              </a:rPr>
              <a:t>= </a:t>
            </a:r>
            <a:r>
              <a:rPr kumimoji="0" lang="el-GR" altLang="zh-CN" sz="1800" i="1">
                <a:solidFill>
                  <a:srgbClr val="000000"/>
                </a:solidFill>
                <a:latin typeface="Arial" panose="020B0604020202020204" pitchFamily="34" charset="0"/>
                <a:ea typeface="宋体" panose="02010600030101010101" pitchFamily="2" charset="-122"/>
              </a:rPr>
              <a:t>θ</a:t>
            </a:r>
            <a:r>
              <a:rPr kumimoji="0" lang="en-US" altLang="zh-CN" sz="1800" baseline="-25000">
                <a:solidFill>
                  <a:srgbClr val="000000"/>
                </a:solidFill>
                <a:latin typeface="Arial" panose="020B0604020202020204" pitchFamily="34" charset="0"/>
                <a:ea typeface="宋体" panose="02010600030101010101" pitchFamily="2" charset="-122"/>
              </a:rPr>
              <a:t>i0</a:t>
            </a:r>
            <a:endParaRPr kumimoji="0" lang="el-GR" altLang="zh-CN" sz="1800" baseline="-25000">
              <a:solidFill>
                <a:srgbClr val="000000"/>
              </a:solidFill>
              <a:latin typeface="Arial" panose="020B0604020202020204" pitchFamily="34" charset="0"/>
              <a:ea typeface="宋体" panose="02010600030101010101" pitchFamily="2" charset="-122"/>
            </a:endParaRPr>
          </a:p>
        </p:txBody>
      </p:sp>
      <p:graphicFrame>
        <p:nvGraphicFramePr>
          <p:cNvPr id="495622" name="Object 5">
            <a:extLst>
              <a:ext uri="{FF2B5EF4-FFF2-40B4-BE49-F238E27FC236}">
                <a16:creationId xmlns:a16="http://schemas.microsoft.com/office/drawing/2014/main" id="{93C57830-176A-4781-82A0-1CD1302B917A}"/>
              </a:ext>
            </a:extLst>
          </p:cNvPr>
          <p:cNvGraphicFramePr>
            <a:graphicFrameLocks noChangeAspect="1"/>
          </p:cNvGraphicFramePr>
          <p:nvPr/>
        </p:nvGraphicFramePr>
        <p:xfrm>
          <a:off x="4119563" y="4103688"/>
          <a:ext cx="2124075" cy="568325"/>
        </p:xfrm>
        <a:graphic>
          <a:graphicData uri="http://schemas.openxmlformats.org/presentationml/2006/ole">
            <mc:AlternateContent xmlns:mc="http://schemas.openxmlformats.org/markup-compatibility/2006">
              <mc:Choice xmlns:v="urn:schemas-microsoft-com:vml" Requires="v">
                <p:oleObj spid="_x0000_s495685" name="Equation" r:id="rId4" imgW="1091726" imgH="291973" progId="Equation.DSMT4">
                  <p:embed/>
                </p:oleObj>
              </mc:Choice>
              <mc:Fallback>
                <p:oleObj name="Equation" r:id="rId4" imgW="1091726" imgH="291973"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9563" y="4103688"/>
                        <a:ext cx="2124075"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95623" name="组合 1">
            <a:extLst>
              <a:ext uri="{FF2B5EF4-FFF2-40B4-BE49-F238E27FC236}">
                <a16:creationId xmlns:a16="http://schemas.microsoft.com/office/drawing/2014/main" id="{8BB5D174-7607-4775-B963-7643405EA27C}"/>
              </a:ext>
            </a:extLst>
          </p:cNvPr>
          <p:cNvGrpSpPr>
            <a:grpSpLocks/>
          </p:cNvGrpSpPr>
          <p:nvPr/>
        </p:nvGrpSpPr>
        <p:grpSpPr bwMode="auto">
          <a:xfrm>
            <a:off x="171450" y="4672013"/>
            <a:ext cx="8497888" cy="812800"/>
            <a:chOff x="323056" y="4152911"/>
            <a:chExt cx="8497887" cy="812530"/>
          </a:xfrm>
        </p:grpSpPr>
        <p:sp>
          <p:nvSpPr>
            <p:cNvPr id="495638" name="Text Box 6">
              <a:extLst>
                <a:ext uri="{FF2B5EF4-FFF2-40B4-BE49-F238E27FC236}">
                  <a16:creationId xmlns:a16="http://schemas.microsoft.com/office/drawing/2014/main" id="{6BC2132D-01D2-47A9-979E-46E9BA7E12BC}"/>
                </a:ext>
              </a:extLst>
            </p:cNvPr>
            <p:cNvSpPr txBox="1">
              <a:spLocks noChangeArrowheads="1"/>
            </p:cNvSpPr>
            <p:nvPr/>
          </p:nvSpPr>
          <p:spPr bwMode="auto">
            <a:xfrm>
              <a:off x="323056" y="4152911"/>
              <a:ext cx="8497887" cy="812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sz="1800">
                  <a:solidFill>
                    <a:srgbClr val="000000"/>
                  </a:solidFill>
                  <a:latin typeface="Arial" panose="020B0604020202020204" pitchFamily="34" charset="0"/>
                  <a:ea typeface="宋体" panose="02010600030101010101" pitchFamily="2" charset="-122"/>
                </a:rPr>
                <a:t> </a:t>
              </a:r>
              <a:r>
                <a:rPr kumimoji="0" lang="zh-CN" altLang="en-US" sz="1800">
                  <a:solidFill>
                    <a:srgbClr val="000000"/>
                  </a:solidFill>
                  <a:latin typeface="Arial" panose="020B0604020202020204" pitchFamily="34" charset="0"/>
                  <a:ea typeface="宋体" panose="02010600030101010101" pitchFamily="2" charset="-122"/>
                </a:rPr>
                <a:t>纤维光学中把上式中的</a:t>
              </a:r>
              <a:r>
                <a:rPr kumimoji="0" lang="en-US" altLang="zh-CN" sz="1800">
                  <a:solidFill>
                    <a:srgbClr val="000000"/>
                  </a:solidFill>
                  <a:latin typeface="Arial" panose="020B0604020202020204" pitchFamily="34" charset="0"/>
                  <a:ea typeface="宋体" panose="02010600030101010101" pitchFamily="2" charset="-122"/>
                </a:rPr>
                <a:t>sin</a:t>
              </a:r>
              <a:r>
                <a:rPr kumimoji="0" lang="el-GR" altLang="zh-CN" sz="1800" i="1">
                  <a:solidFill>
                    <a:srgbClr val="000000"/>
                  </a:solidFill>
                  <a:latin typeface="Arial" panose="020B0604020202020204" pitchFamily="34" charset="0"/>
                  <a:ea typeface="宋体" panose="02010600030101010101" pitchFamily="2" charset="-122"/>
                </a:rPr>
                <a:t>θ</a:t>
              </a:r>
              <a:r>
                <a:rPr kumimoji="0" lang="en-US" altLang="zh-CN" sz="1800" baseline="-25000">
                  <a:solidFill>
                    <a:srgbClr val="000000"/>
                  </a:solidFill>
                  <a:latin typeface="Arial" panose="020B0604020202020204" pitchFamily="34" charset="0"/>
                  <a:ea typeface="宋体" panose="02010600030101010101" pitchFamily="2" charset="-122"/>
                </a:rPr>
                <a:t>i0</a:t>
              </a:r>
              <a:r>
                <a:rPr kumimoji="0" lang="zh-CN" altLang="en-US" sz="1800">
                  <a:solidFill>
                    <a:srgbClr val="000000"/>
                  </a:solidFill>
                  <a:latin typeface="Arial" panose="020B0604020202020204" pitchFamily="34" charset="0"/>
                  <a:ea typeface="宋体" panose="02010600030101010101" pitchFamily="2" charset="-122"/>
                </a:rPr>
                <a:t>定义为“数值孔径”</a:t>
              </a:r>
              <a:r>
                <a:rPr kumimoji="0" lang="en-US" altLang="zh-CN" sz="1800" i="1">
                  <a:solidFill>
                    <a:srgbClr val="000000"/>
                  </a:solidFill>
                  <a:latin typeface="Arial" panose="020B0604020202020204" pitchFamily="34" charset="0"/>
                  <a:ea typeface="宋体" panose="02010600030101010101" pitchFamily="2" charset="-122"/>
                </a:rPr>
                <a:t>NA</a:t>
              </a:r>
              <a:r>
                <a:rPr kumimoji="0" lang="zh-CN" altLang="en-US" sz="1800">
                  <a:solidFill>
                    <a:srgbClr val="000000"/>
                  </a:solidFill>
                  <a:latin typeface="Arial" panose="020B0604020202020204" pitchFamily="34" charset="0"/>
                  <a:ea typeface="宋体" panose="02010600030101010101" pitchFamily="2" charset="-122"/>
                </a:rPr>
                <a:t>。由于</a:t>
              </a:r>
              <a:r>
                <a:rPr kumimoji="0" lang="en-US" altLang="zh-CN" sz="1800" i="1">
                  <a:solidFill>
                    <a:srgbClr val="000000"/>
                  </a:solidFill>
                  <a:latin typeface="Arial" panose="020B0604020202020204" pitchFamily="34" charset="0"/>
                  <a:ea typeface="宋体" panose="02010600030101010101" pitchFamily="2" charset="-122"/>
                </a:rPr>
                <a:t>n</a:t>
              </a:r>
              <a:r>
                <a:rPr kumimoji="0" lang="en-US" altLang="zh-CN" sz="1800" baseline="-25000">
                  <a:solidFill>
                    <a:srgbClr val="000000"/>
                  </a:solidFill>
                  <a:latin typeface="Arial" panose="020B0604020202020204" pitchFamily="34" charset="0"/>
                  <a:ea typeface="宋体" panose="02010600030101010101" pitchFamily="2" charset="-122"/>
                </a:rPr>
                <a:t>1</a:t>
              </a:r>
              <a:r>
                <a:rPr kumimoji="0" lang="zh-CN" altLang="en-US" sz="1800">
                  <a:solidFill>
                    <a:srgbClr val="000000"/>
                  </a:solidFill>
                  <a:latin typeface="Arial" panose="020B0604020202020204" pitchFamily="34" charset="0"/>
                  <a:ea typeface="宋体" panose="02010600030101010101" pitchFamily="2" charset="-122"/>
                </a:rPr>
                <a:t>和</a:t>
              </a:r>
              <a:r>
                <a:rPr kumimoji="0" lang="en-US" altLang="zh-CN" sz="1800" i="1">
                  <a:solidFill>
                    <a:srgbClr val="000000"/>
                  </a:solidFill>
                  <a:latin typeface="Arial" panose="020B0604020202020204" pitchFamily="34" charset="0"/>
                  <a:ea typeface="宋体" panose="02010600030101010101" pitchFamily="2" charset="-122"/>
                </a:rPr>
                <a:t>n</a:t>
              </a:r>
              <a:r>
                <a:rPr kumimoji="0" lang="en-US" altLang="zh-CN" sz="1800" baseline="-25000">
                  <a:solidFill>
                    <a:srgbClr val="000000"/>
                  </a:solidFill>
                  <a:latin typeface="Arial" panose="020B0604020202020204" pitchFamily="34" charset="0"/>
                  <a:ea typeface="宋体" panose="02010600030101010101" pitchFamily="2" charset="-122"/>
                </a:rPr>
                <a:t>2</a:t>
              </a:r>
              <a:r>
                <a:rPr kumimoji="0" lang="zh-CN" altLang="en-US" sz="1800">
                  <a:solidFill>
                    <a:srgbClr val="000000"/>
                  </a:solidFill>
                  <a:latin typeface="Arial" panose="020B0604020202020204" pitchFamily="34" charset="0"/>
                  <a:ea typeface="宋体" panose="02010600030101010101" pitchFamily="2" charset="-122"/>
                </a:rPr>
                <a:t>相差较小，即</a:t>
              </a:r>
              <a:r>
                <a:rPr kumimoji="0" lang="en-US" altLang="zh-CN" sz="1800" i="1">
                  <a:solidFill>
                    <a:srgbClr val="000000"/>
                  </a:solidFill>
                  <a:latin typeface="Arial" panose="020B0604020202020204" pitchFamily="34" charset="0"/>
                  <a:ea typeface="宋体" panose="02010600030101010101" pitchFamily="2" charset="-122"/>
                </a:rPr>
                <a:t>n</a:t>
              </a:r>
              <a:r>
                <a:rPr kumimoji="0" lang="en-US" altLang="zh-CN" sz="1800" baseline="-25000">
                  <a:solidFill>
                    <a:srgbClr val="000000"/>
                  </a:solidFill>
                  <a:latin typeface="Arial" panose="020B0604020202020204" pitchFamily="34" charset="0"/>
                  <a:ea typeface="宋体" panose="02010600030101010101" pitchFamily="2" charset="-122"/>
                </a:rPr>
                <a:t>1</a:t>
              </a:r>
              <a:r>
                <a:rPr kumimoji="0" lang="en-US" altLang="zh-CN" sz="1800">
                  <a:solidFill>
                    <a:srgbClr val="000000"/>
                  </a:solidFill>
                  <a:latin typeface="Arial" panose="020B0604020202020204" pitchFamily="34" charset="0"/>
                  <a:ea typeface="宋体" panose="02010600030101010101" pitchFamily="2" charset="-122"/>
                </a:rPr>
                <a:t>+</a:t>
              </a:r>
              <a:r>
                <a:rPr kumimoji="0" lang="en-US" altLang="zh-CN" sz="1800" i="1">
                  <a:solidFill>
                    <a:srgbClr val="000000"/>
                  </a:solidFill>
                  <a:latin typeface="Arial" panose="020B0604020202020204" pitchFamily="34" charset="0"/>
                  <a:ea typeface="宋体" panose="02010600030101010101" pitchFamily="2" charset="-122"/>
                </a:rPr>
                <a:t>n</a:t>
              </a:r>
              <a:r>
                <a:rPr kumimoji="0" lang="en-US" altLang="zh-CN" sz="1800" baseline="-25000">
                  <a:solidFill>
                    <a:srgbClr val="000000"/>
                  </a:solidFill>
                  <a:latin typeface="Arial" panose="020B0604020202020204" pitchFamily="34" charset="0"/>
                  <a:ea typeface="宋体" panose="02010600030101010101" pitchFamily="2" charset="-122"/>
                </a:rPr>
                <a:t>2</a:t>
              </a:r>
              <a:r>
                <a:rPr kumimoji="0" lang="en-US" altLang="zh-CN" sz="1800">
                  <a:solidFill>
                    <a:srgbClr val="000000"/>
                  </a:solidFill>
                  <a:latin typeface="Arial" panose="020B0604020202020204" pitchFamily="34" charset="0"/>
                  <a:ea typeface="宋体" panose="02010600030101010101" pitchFamily="2" charset="-122"/>
                </a:rPr>
                <a:t>≈2</a:t>
              </a:r>
              <a:r>
                <a:rPr kumimoji="0" lang="en-US" altLang="zh-CN" sz="1800" i="1">
                  <a:solidFill>
                    <a:srgbClr val="000000"/>
                  </a:solidFill>
                  <a:latin typeface="Arial" panose="020B0604020202020204" pitchFamily="34" charset="0"/>
                  <a:ea typeface="宋体" panose="02010600030101010101" pitchFamily="2" charset="-122"/>
                </a:rPr>
                <a:t>n</a:t>
              </a:r>
              <a:r>
                <a:rPr kumimoji="0" lang="en-US" altLang="zh-CN" sz="1800" baseline="-25000">
                  <a:solidFill>
                    <a:srgbClr val="000000"/>
                  </a:solidFill>
                  <a:latin typeface="Arial" panose="020B0604020202020204" pitchFamily="34" charset="0"/>
                  <a:ea typeface="宋体" panose="02010600030101010101" pitchFamily="2" charset="-122"/>
                </a:rPr>
                <a:t>1</a:t>
              </a:r>
              <a:r>
                <a:rPr kumimoji="0" lang="zh-CN" altLang="en-US" sz="1800">
                  <a:solidFill>
                    <a:srgbClr val="000000"/>
                  </a:solidFill>
                  <a:latin typeface="Arial" panose="020B0604020202020204" pitchFamily="34" charset="0"/>
                  <a:ea typeface="宋体" panose="02010600030101010101" pitchFamily="2" charset="-122"/>
                </a:rPr>
                <a:t>，故上式又可因式分解为</a:t>
              </a:r>
            </a:p>
          </p:txBody>
        </p:sp>
        <p:graphicFrame>
          <p:nvGraphicFramePr>
            <p:cNvPr id="495639" name="Object 7">
              <a:extLst>
                <a:ext uri="{FF2B5EF4-FFF2-40B4-BE49-F238E27FC236}">
                  <a16:creationId xmlns:a16="http://schemas.microsoft.com/office/drawing/2014/main" id="{4BEF6434-ED06-4542-B77F-5861C8079EA6}"/>
                </a:ext>
              </a:extLst>
            </p:cNvPr>
            <p:cNvGraphicFramePr>
              <a:graphicFrameLocks noChangeAspect="1"/>
            </p:cNvGraphicFramePr>
            <p:nvPr/>
          </p:nvGraphicFramePr>
          <p:xfrm>
            <a:off x="3966163" y="4491048"/>
            <a:ext cx="1803368" cy="467641"/>
          </p:xfrm>
          <a:graphic>
            <a:graphicData uri="http://schemas.openxmlformats.org/presentationml/2006/ole">
              <mc:AlternateContent xmlns:mc="http://schemas.openxmlformats.org/markup-compatibility/2006">
                <mc:Choice xmlns:v="urn:schemas-microsoft-com:vml" Requires="v">
                  <p:oleObj spid="_x0000_s495686" name="Equation" r:id="rId6" imgW="977476" imgH="253890" progId="Equation.DSMT4">
                    <p:embed/>
                  </p:oleObj>
                </mc:Choice>
                <mc:Fallback>
                  <p:oleObj name="Equation" r:id="rId6" imgW="977476" imgH="25389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6163" y="4491048"/>
                          <a:ext cx="1803368" cy="46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95624" name="Text Box 8">
            <a:extLst>
              <a:ext uri="{FF2B5EF4-FFF2-40B4-BE49-F238E27FC236}">
                <a16:creationId xmlns:a16="http://schemas.microsoft.com/office/drawing/2014/main" id="{302DFC63-D1CE-4614-A75A-ACD965F9B29B}"/>
              </a:ext>
            </a:extLst>
          </p:cNvPr>
          <p:cNvSpPr txBox="1">
            <a:spLocks noChangeArrowheads="1"/>
          </p:cNvSpPr>
          <p:nvPr/>
        </p:nvSpPr>
        <p:spPr bwMode="auto">
          <a:xfrm>
            <a:off x="268288" y="5497513"/>
            <a:ext cx="7396162"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l-GR" altLang="zh-CN" sz="2200">
                <a:solidFill>
                  <a:srgbClr val="000000"/>
                </a:solidFill>
                <a:latin typeface="Arial" panose="020B0604020202020204" pitchFamily="34" charset="0"/>
                <a:ea typeface="宋体" panose="02010600030101010101" pitchFamily="2" charset="-122"/>
                <a:cs typeface="Times New Roman" panose="02020603050405020304" pitchFamily="18" charset="0"/>
              </a:rPr>
              <a:t>Δ</a:t>
            </a:r>
            <a:r>
              <a:rPr kumimoji="0" lang="en-US" altLang="zh-CN" sz="220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kumimoji="0" lang="zh-CN" altLang="en-US" sz="220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kumimoji="0" lang="en-US" altLang="zh-CN" sz="2200" i="1">
                <a:solidFill>
                  <a:srgbClr val="000000"/>
                </a:solidFill>
                <a:latin typeface="Arial" panose="020B0604020202020204" pitchFamily="34" charset="0"/>
                <a:ea typeface="宋体" panose="02010600030101010101" pitchFamily="2" charset="-122"/>
                <a:cs typeface="Times New Roman" panose="02020603050405020304" pitchFamily="18" charset="0"/>
              </a:rPr>
              <a:t>n</a:t>
            </a:r>
            <a:r>
              <a:rPr kumimoji="0" lang="en-US" altLang="zh-CN" sz="2200" baseline="-25000">
                <a:solidFill>
                  <a:srgbClr val="000000"/>
                </a:solidFill>
                <a:latin typeface="Arial" panose="020B0604020202020204" pitchFamily="34" charset="0"/>
                <a:ea typeface="宋体" panose="02010600030101010101" pitchFamily="2" charset="-122"/>
                <a:cs typeface="Times New Roman" panose="02020603050405020304" pitchFamily="18" charset="0"/>
              </a:rPr>
              <a:t>1</a:t>
            </a:r>
            <a:r>
              <a:rPr kumimoji="0" lang="en-US" altLang="zh-CN" sz="220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kumimoji="0" lang="en-US" altLang="zh-CN" sz="2200" i="1">
                <a:solidFill>
                  <a:srgbClr val="000000"/>
                </a:solidFill>
                <a:latin typeface="Arial" panose="020B0604020202020204" pitchFamily="34" charset="0"/>
                <a:ea typeface="宋体" panose="02010600030101010101" pitchFamily="2" charset="-122"/>
                <a:cs typeface="Times New Roman" panose="02020603050405020304" pitchFamily="18" charset="0"/>
              </a:rPr>
              <a:t>n</a:t>
            </a:r>
            <a:r>
              <a:rPr kumimoji="0" lang="en-US" altLang="zh-CN" sz="2200" baseline="-25000">
                <a:solidFill>
                  <a:srgbClr val="000000"/>
                </a:solidFill>
                <a:latin typeface="Arial" panose="020B0604020202020204" pitchFamily="34" charset="0"/>
                <a:ea typeface="宋体" panose="02010600030101010101" pitchFamily="2" charset="-122"/>
                <a:cs typeface="Times New Roman" panose="02020603050405020304" pitchFamily="18" charset="0"/>
              </a:rPr>
              <a:t>2</a:t>
            </a:r>
            <a:r>
              <a:rPr kumimoji="0" lang="zh-CN" altLang="en-US" sz="220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kumimoji="0" lang="en-US" altLang="zh-CN" sz="220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kumimoji="0" lang="en-US" altLang="zh-CN" sz="2200" i="1">
                <a:solidFill>
                  <a:srgbClr val="000000"/>
                </a:solidFill>
                <a:latin typeface="Arial" panose="020B0604020202020204" pitchFamily="34" charset="0"/>
                <a:ea typeface="宋体" panose="02010600030101010101" pitchFamily="2" charset="-122"/>
                <a:cs typeface="Times New Roman" panose="02020603050405020304" pitchFamily="18" charset="0"/>
              </a:rPr>
              <a:t>n</a:t>
            </a:r>
            <a:r>
              <a:rPr kumimoji="0" lang="en-US" altLang="zh-CN" sz="2200" baseline="-25000">
                <a:solidFill>
                  <a:srgbClr val="000000"/>
                </a:solidFill>
                <a:latin typeface="Arial" panose="020B0604020202020204" pitchFamily="34" charset="0"/>
                <a:ea typeface="宋体" panose="02010600030101010101" pitchFamily="2" charset="-122"/>
                <a:cs typeface="Times New Roman" panose="02020603050405020304" pitchFamily="18" charset="0"/>
              </a:rPr>
              <a:t>1</a:t>
            </a:r>
            <a:r>
              <a:rPr kumimoji="0" lang="zh-CN" altLang="en-US" sz="2200">
                <a:solidFill>
                  <a:srgbClr val="000000"/>
                </a:solidFill>
                <a:latin typeface="Arial" panose="020B0604020202020204" pitchFamily="34" charset="0"/>
                <a:ea typeface="宋体" panose="02010600030101010101" pitchFamily="2" charset="-122"/>
                <a:cs typeface="Times New Roman" panose="02020603050405020304" pitchFamily="18" charset="0"/>
              </a:rPr>
              <a:t>称为相对折射率差。</a:t>
            </a:r>
            <a:endParaRPr kumimoji="0" lang="zh-CN" altLang="el-GR" sz="2200" baseline="-25000">
              <a:solidFill>
                <a:srgbClr val="000000"/>
              </a:solidFill>
              <a:latin typeface="Arial" panose="020B0604020202020204" pitchFamily="34" charset="0"/>
              <a:ea typeface="宋体" panose="02010600030101010101" pitchFamily="2" charset="-122"/>
              <a:cs typeface="Times New Roman" panose="02020603050405020304" pitchFamily="18" charset="0"/>
            </a:endParaRPr>
          </a:p>
        </p:txBody>
      </p:sp>
      <p:sp>
        <p:nvSpPr>
          <p:cNvPr id="495625" name="Text Box 9">
            <a:extLst>
              <a:ext uri="{FF2B5EF4-FFF2-40B4-BE49-F238E27FC236}">
                <a16:creationId xmlns:a16="http://schemas.microsoft.com/office/drawing/2014/main" id="{385F7D45-F40D-47EC-9238-9894BDD3CC53}"/>
              </a:ext>
            </a:extLst>
          </p:cNvPr>
          <p:cNvSpPr txBox="1">
            <a:spLocks noChangeArrowheads="1"/>
          </p:cNvSpPr>
          <p:nvPr/>
        </p:nvSpPr>
        <p:spPr bwMode="auto">
          <a:xfrm>
            <a:off x="171450" y="5859463"/>
            <a:ext cx="8801100" cy="922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SzTx/>
              <a:buFontTx/>
              <a:buNone/>
            </a:pPr>
            <a:r>
              <a:rPr kumimoji="0" lang="en-US" altLang="zh-CN" sz="1800" i="1">
                <a:solidFill>
                  <a:srgbClr val="000000"/>
                </a:solidFill>
                <a:latin typeface="Arial" panose="020B0604020202020204" pitchFamily="34" charset="0"/>
                <a:ea typeface="宋体" panose="02010600030101010101" pitchFamily="2" charset="-122"/>
              </a:rPr>
              <a:t> arcsin</a:t>
            </a:r>
            <a:r>
              <a:rPr kumimoji="0" lang="en-US" altLang="zh-CN" sz="1800">
                <a:solidFill>
                  <a:srgbClr val="000000"/>
                </a:solidFill>
                <a:latin typeface="Arial" panose="020B0604020202020204" pitchFamily="34" charset="0"/>
                <a:ea typeface="宋体" panose="02010600030101010101" pitchFamily="2" charset="-122"/>
              </a:rPr>
              <a:t> </a:t>
            </a:r>
            <a:r>
              <a:rPr kumimoji="0" lang="en-US" altLang="zh-CN" sz="1800" i="1">
                <a:solidFill>
                  <a:srgbClr val="000000"/>
                </a:solidFill>
                <a:latin typeface="Arial" panose="020B0604020202020204" pitchFamily="34" charset="0"/>
                <a:ea typeface="宋体" panose="02010600030101010101" pitchFamily="2" charset="-122"/>
              </a:rPr>
              <a:t>NA</a:t>
            </a:r>
            <a:r>
              <a:rPr kumimoji="0" lang="zh-CN" altLang="en-US" sz="1800">
                <a:solidFill>
                  <a:srgbClr val="000000"/>
                </a:solidFill>
                <a:latin typeface="Arial" panose="020B0604020202020204" pitchFamily="34" charset="0"/>
                <a:ea typeface="宋体" panose="02010600030101010101" pitchFamily="2" charset="-122"/>
              </a:rPr>
              <a:t>是一个临界角，凡入射角</a:t>
            </a:r>
            <a:r>
              <a:rPr kumimoji="0" lang="el-GR" altLang="zh-CN" sz="1800" i="1">
                <a:solidFill>
                  <a:srgbClr val="000000"/>
                </a:solidFill>
                <a:latin typeface="Arial" panose="020B0604020202020204" pitchFamily="34" charset="0"/>
                <a:ea typeface="宋体" panose="02010600030101010101" pitchFamily="2" charset="-122"/>
              </a:rPr>
              <a:t>θ</a:t>
            </a:r>
            <a:r>
              <a:rPr kumimoji="0" lang="en-US" altLang="zh-CN" sz="1800" i="1" baseline="-25000">
                <a:solidFill>
                  <a:srgbClr val="000000"/>
                </a:solidFill>
                <a:latin typeface="Arial" panose="020B0604020202020204" pitchFamily="34" charset="0"/>
                <a:ea typeface="宋体" panose="02010600030101010101" pitchFamily="2" charset="-122"/>
              </a:rPr>
              <a:t>i</a:t>
            </a:r>
            <a:r>
              <a:rPr kumimoji="0" lang="en-US" altLang="zh-CN" sz="1800" i="1">
                <a:solidFill>
                  <a:srgbClr val="000000"/>
                </a:solidFill>
                <a:latin typeface="Arial" panose="020B0604020202020204" pitchFamily="34" charset="0"/>
                <a:ea typeface="宋体" panose="02010600030101010101" pitchFamily="2" charset="-122"/>
              </a:rPr>
              <a:t>&gt;arcsin NA</a:t>
            </a:r>
            <a:r>
              <a:rPr kumimoji="0" lang="zh-CN" altLang="en-US" sz="1800">
                <a:solidFill>
                  <a:srgbClr val="000000"/>
                </a:solidFill>
                <a:latin typeface="Arial" panose="020B0604020202020204" pitchFamily="34" charset="0"/>
                <a:ea typeface="宋体" panose="02010600030101010101" pitchFamily="2" charset="-122"/>
              </a:rPr>
              <a:t>的那些光纤进入光纤后都不能传播而在包层消失；相反，只有入射角</a:t>
            </a:r>
            <a:r>
              <a:rPr kumimoji="0" lang="el-GR" altLang="zh-CN" sz="1800" i="1">
                <a:solidFill>
                  <a:srgbClr val="000000"/>
                </a:solidFill>
                <a:latin typeface="Arial" panose="020B0604020202020204" pitchFamily="34" charset="0"/>
                <a:ea typeface="宋体" panose="02010600030101010101" pitchFamily="2" charset="-122"/>
              </a:rPr>
              <a:t>θ</a:t>
            </a:r>
            <a:r>
              <a:rPr kumimoji="0" lang="en-US" altLang="zh-CN" sz="1800" i="1" baseline="-25000">
                <a:solidFill>
                  <a:srgbClr val="000000"/>
                </a:solidFill>
                <a:latin typeface="Arial" panose="020B0604020202020204" pitchFamily="34" charset="0"/>
                <a:ea typeface="宋体" panose="02010600030101010101" pitchFamily="2" charset="-122"/>
              </a:rPr>
              <a:t>i</a:t>
            </a:r>
            <a:r>
              <a:rPr kumimoji="0" lang="en-US" altLang="zh-CN" sz="1800" i="1">
                <a:solidFill>
                  <a:srgbClr val="000000"/>
                </a:solidFill>
                <a:latin typeface="Arial" panose="020B0604020202020204" pitchFamily="34" charset="0"/>
                <a:ea typeface="宋体" panose="02010600030101010101" pitchFamily="2" charset="-122"/>
              </a:rPr>
              <a:t>&lt;arcsin NA</a:t>
            </a:r>
            <a:r>
              <a:rPr kumimoji="0" lang="zh-CN" altLang="en-US" sz="1800">
                <a:solidFill>
                  <a:srgbClr val="000000"/>
                </a:solidFill>
                <a:latin typeface="Arial" panose="020B0604020202020204" pitchFamily="34" charset="0"/>
                <a:ea typeface="宋体" panose="02010600030101010101" pitchFamily="2" charset="-122"/>
              </a:rPr>
              <a:t>的那些光线才可以进入光纤被全反射传播。</a:t>
            </a:r>
            <a:endParaRPr kumimoji="0" lang="zh-CN" altLang="el-GR" sz="1800">
              <a:solidFill>
                <a:srgbClr val="000000"/>
              </a:solidFill>
              <a:latin typeface="Arial" panose="020B0604020202020204" pitchFamily="34" charset="0"/>
              <a:ea typeface="宋体" panose="02010600030101010101" pitchFamily="2" charset="-122"/>
            </a:endParaRPr>
          </a:p>
        </p:txBody>
      </p:sp>
      <p:grpSp>
        <p:nvGrpSpPr>
          <p:cNvPr id="495626" name="组合 49">
            <a:extLst>
              <a:ext uri="{FF2B5EF4-FFF2-40B4-BE49-F238E27FC236}">
                <a16:creationId xmlns:a16="http://schemas.microsoft.com/office/drawing/2014/main" id="{C103351C-231A-4445-80A8-366F195573DB}"/>
              </a:ext>
            </a:extLst>
          </p:cNvPr>
          <p:cNvGrpSpPr>
            <a:grpSpLocks/>
          </p:cNvGrpSpPr>
          <p:nvPr/>
        </p:nvGrpSpPr>
        <p:grpSpPr bwMode="auto">
          <a:xfrm>
            <a:off x="1068388" y="1106488"/>
            <a:ext cx="7007225" cy="2622550"/>
            <a:chOff x="837708" y="845099"/>
            <a:chExt cx="7005877" cy="2623260"/>
          </a:xfrm>
        </p:grpSpPr>
        <p:pic>
          <p:nvPicPr>
            <p:cNvPr id="495627" name="图片 50">
              <a:extLst>
                <a:ext uri="{FF2B5EF4-FFF2-40B4-BE49-F238E27FC236}">
                  <a16:creationId xmlns:a16="http://schemas.microsoft.com/office/drawing/2014/main" id="{FD4BEEED-8A85-4161-8A0D-8E59B08D8DF4}"/>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37708" y="845099"/>
              <a:ext cx="5741787" cy="2594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5628" name="Text Box 23">
              <a:extLst>
                <a:ext uri="{FF2B5EF4-FFF2-40B4-BE49-F238E27FC236}">
                  <a16:creationId xmlns:a16="http://schemas.microsoft.com/office/drawing/2014/main" id="{280BB7D2-5B24-4C8F-8009-F7F5C0846D81}"/>
                </a:ext>
              </a:extLst>
            </p:cNvPr>
            <p:cNvSpPr txBox="1">
              <a:spLocks noChangeArrowheads="1"/>
            </p:cNvSpPr>
            <p:nvPr/>
          </p:nvSpPr>
          <p:spPr bwMode="auto">
            <a:xfrm>
              <a:off x="6959347" y="1657021"/>
              <a:ext cx="833438" cy="376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包层</a:t>
              </a:r>
            </a:p>
          </p:txBody>
        </p:sp>
        <p:sp>
          <p:nvSpPr>
            <p:cNvPr id="495629" name="Text Box 24">
              <a:extLst>
                <a:ext uri="{FF2B5EF4-FFF2-40B4-BE49-F238E27FC236}">
                  <a16:creationId xmlns:a16="http://schemas.microsoft.com/office/drawing/2014/main" id="{3464CBA7-6D4F-465B-9A54-0A8139FE91BD}"/>
                </a:ext>
              </a:extLst>
            </p:cNvPr>
            <p:cNvSpPr txBox="1">
              <a:spLocks noChangeArrowheads="1"/>
            </p:cNvSpPr>
            <p:nvPr/>
          </p:nvSpPr>
          <p:spPr bwMode="auto">
            <a:xfrm>
              <a:off x="6979985" y="2372984"/>
              <a:ext cx="833437" cy="3762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纤芯</a:t>
              </a:r>
            </a:p>
          </p:txBody>
        </p:sp>
        <p:sp>
          <p:nvSpPr>
            <p:cNvPr id="495630" name="Line 25">
              <a:extLst>
                <a:ext uri="{FF2B5EF4-FFF2-40B4-BE49-F238E27FC236}">
                  <a16:creationId xmlns:a16="http://schemas.microsoft.com/office/drawing/2014/main" id="{AD9FACBB-0D63-4D7C-97C7-568FC5D7F7D9}"/>
                </a:ext>
              </a:extLst>
            </p:cNvPr>
            <p:cNvSpPr>
              <a:spLocks noChangeShapeType="1"/>
            </p:cNvSpPr>
            <p:nvPr/>
          </p:nvSpPr>
          <p:spPr bwMode="auto">
            <a:xfrm flipH="1" flipV="1">
              <a:off x="5971922" y="1580821"/>
              <a:ext cx="1008063" cy="28733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5631" name="Line 27">
              <a:extLst>
                <a:ext uri="{FF2B5EF4-FFF2-40B4-BE49-F238E27FC236}">
                  <a16:creationId xmlns:a16="http://schemas.microsoft.com/office/drawing/2014/main" id="{64EC0157-5FD8-47C8-A394-0D07701CEDDE}"/>
                </a:ext>
              </a:extLst>
            </p:cNvPr>
            <p:cNvSpPr>
              <a:spLocks noChangeShapeType="1"/>
            </p:cNvSpPr>
            <p:nvPr/>
          </p:nvSpPr>
          <p:spPr bwMode="auto">
            <a:xfrm flipH="1">
              <a:off x="6187822" y="1868159"/>
              <a:ext cx="792163" cy="10795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5632" name="Line 28">
              <a:extLst>
                <a:ext uri="{FF2B5EF4-FFF2-40B4-BE49-F238E27FC236}">
                  <a16:creationId xmlns:a16="http://schemas.microsoft.com/office/drawing/2014/main" id="{2B38F326-540E-4666-B400-B2F91405D73B}"/>
                </a:ext>
              </a:extLst>
            </p:cNvPr>
            <p:cNvSpPr>
              <a:spLocks noChangeShapeType="1"/>
            </p:cNvSpPr>
            <p:nvPr/>
          </p:nvSpPr>
          <p:spPr bwMode="auto">
            <a:xfrm flipH="1" flipV="1">
              <a:off x="6187822" y="2444421"/>
              <a:ext cx="792163" cy="1444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5633" name="Text Box 29">
              <a:extLst>
                <a:ext uri="{FF2B5EF4-FFF2-40B4-BE49-F238E27FC236}">
                  <a16:creationId xmlns:a16="http://schemas.microsoft.com/office/drawing/2014/main" id="{127FD040-A31F-4B00-B58C-911771C64047}"/>
                </a:ext>
              </a:extLst>
            </p:cNvPr>
            <p:cNvSpPr txBox="1">
              <a:spLocks noChangeArrowheads="1"/>
            </p:cNvSpPr>
            <p:nvPr/>
          </p:nvSpPr>
          <p:spPr bwMode="auto">
            <a:xfrm>
              <a:off x="6979985" y="3092121"/>
              <a:ext cx="863600" cy="376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空气</a:t>
              </a:r>
            </a:p>
          </p:txBody>
        </p:sp>
        <p:sp>
          <p:nvSpPr>
            <p:cNvPr id="495634" name="Line 30">
              <a:extLst>
                <a:ext uri="{FF2B5EF4-FFF2-40B4-BE49-F238E27FC236}">
                  <a16:creationId xmlns:a16="http://schemas.microsoft.com/office/drawing/2014/main" id="{7E73BC4C-7A4B-4F06-B64E-859699D397C6}"/>
                </a:ext>
              </a:extLst>
            </p:cNvPr>
            <p:cNvSpPr>
              <a:spLocks noChangeShapeType="1"/>
            </p:cNvSpPr>
            <p:nvPr/>
          </p:nvSpPr>
          <p:spPr bwMode="auto">
            <a:xfrm flipH="1" flipV="1">
              <a:off x="6546597" y="3165146"/>
              <a:ext cx="433388" cy="1428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95635" name="Object 31">
              <a:extLst>
                <a:ext uri="{FF2B5EF4-FFF2-40B4-BE49-F238E27FC236}">
                  <a16:creationId xmlns:a16="http://schemas.microsoft.com/office/drawing/2014/main" id="{35BE7914-1E12-4B55-919E-58C31E93E8DA}"/>
                </a:ext>
              </a:extLst>
            </p:cNvPr>
            <p:cNvGraphicFramePr>
              <a:graphicFrameLocks noChangeAspect="1"/>
            </p:cNvGraphicFramePr>
            <p:nvPr/>
          </p:nvGraphicFramePr>
          <p:xfrm>
            <a:off x="7551485" y="3109584"/>
            <a:ext cx="238125" cy="330200"/>
          </p:xfrm>
          <a:graphic>
            <a:graphicData uri="http://schemas.openxmlformats.org/presentationml/2006/ole">
              <mc:AlternateContent xmlns:mc="http://schemas.openxmlformats.org/markup-compatibility/2006">
                <mc:Choice xmlns:v="urn:schemas-microsoft-com:vml" Requires="v">
                  <p:oleObj spid="_x0000_s495687" name="公式" r:id="rId9" imgW="165028" imgH="228501" progId="Equation.3">
                    <p:embed/>
                  </p:oleObj>
                </mc:Choice>
                <mc:Fallback>
                  <p:oleObj name="公式" r:id="rId9" imgW="165028" imgH="228501" progId="Equation.3">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1485" y="3109584"/>
                          <a:ext cx="2381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5636" name="Object 32">
              <a:extLst>
                <a:ext uri="{FF2B5EF4-FFF2-40B4-BE49-F238E27FC236}">
                  <a16:creationId xmlns:a16="http://schemas.microsoft.com/office/drawing/2014/main" id="{16D1555B-E604-4A3B-BB70-261DD3D0A5A9}"/>
                </a:ext>
              </a:extLst>
            </p:cNvPr>
            <p:cNvGraphicFramePr>
              <a:graphicFrameLocks noChangeAspect="1"/>
            </p:cNvGraphicFramePr>
            <p:nvPr/>
          </p:nvGraphicFramePr>
          <p:xfrm>
            <a:off x="7514972" y="1704646"/>
            <a:ext cx="238125" cy="311150"/>
          </p:xfrm>
          <a:graphic>
            <a:graphicData uri="http://schemas.openxmlformats.org/presentationml/2006/ole">
              <mc:AlternateContent xmlns:mc="http://schemas.openxmlformats.org/markup-compatibility/2006">
                <mc:Choice xmlns:v="urn:schemas-microsoft-com:vml" Requires="v">
                  <p:oleObj spid="_x0000_s495688" name="公式" r:id="rId11" imgW="164885" imgH="215619" progId="Equation.3">
                    <p:embed/>
                  </p:oleObj>
                </mc:Choice>
                <mc:Fallback>
                  <p:oleObj name="公式" r:id="rId11" imgW="164885" imgH="215619" progId="Equation.3">
                    <p:embed/>
                    <p:pic>
                      <p:nvPicPr>
                        <p:cNvPr id="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14972" y="1704646"/>
                          <a:ext cx="2381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5637" name="Object 33">
              <a:extLst>
                <a:ext uri="{FF2B5EF4-FFF2-40B4-BE49-F238E27FC236}">
                  <a16:creationId xmlns:a16="http://schemas.microsoft.com/office/drawing/2014/main" id="{A0263B5D-6C44-4014-B06D-E7FFD48BA6BD}"/>
                </a:ext>
              </a:extLst>
            </p:cNvPr>
            <p:cNvGraphicFramePr>
              <a:graphicFrameLocks noChangeAspect="1"/>
            </p:cNvGraphicFramePr>
            <p:nvPr/>
          </p:nvGraphicFramePr>
          <p:xfrm>
            <a:off x="7556247" y="2411084"/>
            <a:ext cx="220663" cy="312737"/>
          </p:xfrm>
          <a:graphic>
            <a:graphicData uri="http://schemas.openxmlformats.org/presentationml/2006/ole">
              <mc:AlternateContent xmlns:mc="http://schemas.openxmlformats.org/markup-compatibility/2006">
                <mc:Choice xmlns:v="urn:schemas-microsoft-com:vml" Requires="v">
                  <p:oleObj spid="_x0000_s495689" name="公式" r:id="rId13" imgW="152268" imgH="215713" progId="Equation.3">
                    <p:embed/>
                  </p:oleObj>
                </mc:Choice>
                <mc:Fallback>
                  <p:oleObj name="公式" r:id="rId13" imgW="152268" imgH="215713" progId="Equation.3">
                    <p:embed/>
                    <p:pic>
                      <p:nvPicPr>
                        <p:cNvPr id="0" name="Object 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56247" y="2411084"/>
                          <a:ext cx="22066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itchFamily="34" charset="0"/>
          <a:buNone/>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itchFamily="34" charset="0"/>
          <a:buNone/>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2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3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4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2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3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4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5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6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7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8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9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10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1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12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13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14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15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商务类PPT演示-橙">
  <a:themeElements>
    <a:clrScheme name="商务类PPT演示-橙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商务类PPT演示-橙">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25400">
          <a:solidFill>
            <a:srgbClr val="0070C0"/>
          </a:solidFill>
          <a:prstDash val="solid"/>
          <a:tailEnd type="non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商务类PPT演示-橙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商务类PPT演示-橙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商务类PPT演示-橙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商务类PPT演示-橙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商务类PPT演示-橙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商务类PPT演示-橙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商务类PPT演示-橙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商务类PPT演示-橙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商务类PPT演示-橙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商务类PPT演示-橙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商务类PPT演示-橙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商务类PPT演示-橙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6873</TotalTime>
  <Words>8015</Words>
  <Application>Microsoft Office PowerPoint</Application>
  <PresentationFormat>全屏显示(4:3)</PresentationFormat>
  <Paragraphs>834</Paragraphs>
  <Slides>109</Slides>
  <Notes>18</Notes>
  <HiddenSlides>0</HiddenSlides>
  <MMClips>0</MMClips>
  <ScaleCrop>false</ScaleCrop>
  <HeadingPairs>
    <vt:vector size="8" baseType="variant">
      <vt:variant>
        <vt:lpstr>已用的字体</vt:lpstr>
      </vt:variant>
      <vt:variant>
        <vt:i4>14</vt:i4>
      </vt:variant>
      <vt:variant>
        <vt:lpstr>主题</vt:lpstr>
      </vt:variant>
      <vt:variant>
        <vt:i4>27</vt:i4>
      </vt:variant>
      <vt:variant>
        <vt:lpstr>嵌入 OLE 服务器</vt:lpstr>
      </vt:variant>
      <vt:variant>
        <vt:i4>5</vt:i4>
      </vt:variant>
      <vt:variant>
        <vt:lpstr>幻灯片标题</vt:lpstr>
      </vt:variant>
      <vt:variant>
        <vt:i4>109</vt:i4>
      </vt:variant>
    </vt:vector>
  </HeadingPairs>
  <TitlesOfParts>
    <vt:vector size="155" baseType="lpstr">
      <vt:lpstr>黑体</vt:lpstr>
      <vt:lpstr>华文仿宋</vt:lpstr>
      <vt:lpstr>华文琥珀</vt:lpstr>
      <vt:lpstr>华文新魏</vt:lpstr>
      <vt:lpstr>楷体_GB2312</vt:lpstr>
      <vt:lpstr>宋体</vt:lpstr>
      <vt:lpstr>微软雅黑</vt:lpstr>
      <vt:lpstr>Arial</vt:lpstr>
      <vt:lpstr>Arial Black</vt:lpstr>
      <vt:lpstr>Calibri</vt:lpstr>
      <vt:lpstr>Comic Sans MS</vt:lpstr>
      <vt:lpstr>Tahoma</vt:lpstr>
      <vt:lpstr>Times New Roman</vt:lpstr>
      <vt:lpstr>Wingdings</vt:lpstr>
      <vt:lpstr>Office 主题</vt:lpstr>
      <vt:lpstr>1_Office 主题</vt:lpstr>
      <vt:lpstr>默认设计模板</vt:lpstr>
      <vt:lpstr>1_Office 主题​​</vt:lpstr>
      <vt:lpstr>Office 主题​​</vt:lpstr>
      <vt:lpstr>2_Office 主题​​</vt:lpstr>
      <vt:lpstr>1_默认设计模板</vt:lpstr>
      <vt:lpstr>Crayons</vt:lpstr>
      <vt:lpstr>1_Crayons</vt:lpstr>
      <vt:lpstr>2_Crayons</vt:lpstr>
      <vt:lpstr>3_Crayons</vt:lpstr>
      <vt:lpstr>4_Crayons</vt:lpstr>
      <vt:lpstr>2_默认设计模板</vt:lpstr>
      <vt:lpstr>3_默认设计模板</vt:lpstr>
      <vt:lpstr>4_默认设计模板</vt:lpstr>
      <vt:lpstr>5_默认设计模板</vt:lpstr>
      <vt:lpstr>6_默认设计模板</vt:lpstr>
      <vt:lpstr>7_默认设计模板</vt:lpstr>
      <vt:lpstr>8_默认设计模板</vt:lpstr>
      <vt:lpstr>9_默认设计模板</vt:lpstr>
      <vt:lpstr>10_默认设计模板</vt:lpstr>
      <vt:lpstr>11_默认设计模板</vt:lpstr>
      <vt:lpstr>12_默认设计模板</vt:lpstr>
      <vt:lpstr>13_默认设计模板</vt:lpstr>
      <vt:lpstr>14_默认设计模板</vt:lpstr>
      <vt:lpstr>15_默认设计模板</vt:lpstr>
      <vt:lpstr>商务类PPT演示-橙</vt:lpstr>
      <vt:lpstr>公式</vt:lpstr>
      <vt:lpstr>Equation</vt:lpstr>
      <vt:lpstr>Visio.Drawing.6</vt:lpstr>
      <vt:lpstr>Equation.3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华中科技大学控制系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《智能控制》导论</dc:title>
  <dc:creator>程晶晶</dc:creator>
  <cp:lastModifiedBy>liu qing</cp:lastModifiedBy>
  <cp:revision>820</cp:revision>
  <dcterms:created xsi:type="dcterms:W3CDTF">2002-05-22T01:55:36Z</dcterms:created>
  <dcterms:modified xsi:type="dcterms:W3CDTF">2025-10-20T14:12:27Z</dcterms:modified>
</cp:coreProperties>
</file>